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HO/BVKAd3bQN1i7l1NIpavtnE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AEA0C-4695-4B93-8F55-E6D870B36882}">
  <a:tblStyle styleId="{920AEA0C-4695-4B93-8F55-E6D870B368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853e9ab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d853e9ab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8fa948c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d8fa948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8fa948c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d8fa948c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8fa948c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2d8fa948c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8fa948c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2d8fa948c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8fa948c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d8fa948c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8fa948c4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d8fa948c4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8fa948c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d8fa948c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8fa948c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d8fa948c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8fa948c4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d8fa948c4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8fa948c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d8fa948c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8fa948c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d8fa948c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{920AEA0C-4695-4B93-8F55-E6D870B36882}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</a:t>
                      </a:r>
                      <a:r>
                        <a:rPr lang="es"/>
                        <a:t>10</a:t>
                      </a:r>
                      <a:r>
                        <a:rPr lang="es" sz="1400" u="none" cap="none" strike="noStrike"/>
                        <a:t>/0</a:t>
                      </a:r>
                      <a:r>
                        <a:rPr lang="es"/>
                        <a:t>2</a:t>
                      </a:r>
                      <a:r>
                        <a:rPr lang="es" sz="1400" u="none" cap="none" strike="noStrike"/>
                        <a:t>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3410850" y="178700"/>
            <a:ext cx="12588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73350" y="699250"/>
            <a:ext cx="8997300" cy="4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dirección es el proceso de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liderar, motivar y coordinar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las personas dentro de una organización para lograr los objetivos establecidos. Se centra en guiar al personal hacia el cumplimiento de las metas planeadas.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de la dirección: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Liderazgo: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fundamental para influir en las personas y orientarlas hacia los objetivos.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Comunicación: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transmisión efectiva de información y directrices es clave.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Motivación: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Fomenta la participación activa y el compromiso del equipo de trabajo.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 de decisiones: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Implica elegir la mejor alternativa en diferentes situaciones.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Coordinación: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 las acciones de las personas y áreas para garantizar coherencia en el cumplimiento de metas.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15550" y="846900"/>
            <a:ext cx="90051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Relación entre planeación, control y dirección: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planeación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establece el "qué" y el "cómo" de las acciones a realizar.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convierte esas acciones en realidad al coordinar y motivar a las personas.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supervisa que se estén cumpliendo los objetivos planificados, proponiendo ajustes cuando sea necesario.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conceptos no solo son secuenciales sino también cíclicos: las lecciones aprendidas en el proceso de control retroalimentan la planeación y la dirección. Esto crea un ciclo de mejora continua.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2d853e9ab94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2d853e9ab94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425" y="753650"/>
            <a:ext cx="7388925" cy="43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2d8fa948c4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2d8fa948c4e_0_0"/>
          <p:cNvSpPr txBox="1"/>
          <p:nvPr/>
        </p:nvSpPr>
        <p:spPr>
          <a:xfrm>
            <a:off x="2284275" y="621575"/>
            <a:ext cx="388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Componentes generales de un ERP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g2d8fa948c4e_0_0"/>
          <p:cNvSpPr txBox="1"/>
          <p:nvPr/>
        </p:nvSpPr>
        <p:spPr>
          <a:xfrm>
            <a:off x="54375" y="1297525"/>
            <a:ext cx="89973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Un </a:t>
            </a:r>
            <a:r>
              <a:rPr b="1" lang="es" sz="1800">
                <a:solidFill>
                  <a:schemeClr val="dk1"/>
                </a:solidFill>
              </a:rPr>
              <a:t>ERP (Enterprise Resource Planning)</a:t>
            </a:r>
            <a:r>
              <a:rPr lang="es" sz="1800">
                <a:solidFill>
                  <a:schemeClr val="dk1"/>
                </a:solidFill>
              </a:rPr>
              <a:t> es un sistema de planificación de recursos empresariales que integra diversas funciones dentro de una organización en una única plataforma. Sus componentes generales incluyen: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Gestión Financiera y Contabilidad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Contabilidad general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Cuentas por pagar y por cobrar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Gestión de activos fijos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Presupuestos y análisis financiero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d8fa948c4e_0_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d8fa948c4e_0_9"/>
          <p:cNvSpPr txBox="1"/>
          <p:nvPr/>
        </p:nvSpPr>
        <p:spPr>
          <a:xfrm>
            <a:off x="15550" y="808050"/>
            <a:ext cx="9082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Recursos Humanos (RRHH)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Nómina y compensaciones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Reclutamiento y selección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Evaluación del desempeño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de tiempos y asistencia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Producción y Manufactura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Planificación de producción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 de calidad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de inventarios y materiales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Mantenimiento de equipos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2d8fa948c4e_0_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2d8fa948c4e_0_13"/>
          <p:cNvSpPr txBox="1"/>
          <p:nvPr/>
        </p:nvSpPr>
        <p:spPr>
          <a:xfrm>
            <a:off x="15550" y="769200"/>
            <a:ext cx="91284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la Cadena de Suministro (SCM)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Compras y adquisiciones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de proveedores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Logística y distribución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 de inventarios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Ventas y CRM (Customer Relationship Management)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Procesamiento de pedidos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de clientes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Estrategias de marketing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Servicio postventa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d8fa948c4e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d8fa948c4e_0_21"/>
          <p:cNvSpPr txBox="1"/>
          <p:nvPr/>
        </p:nvSpPr>
        <p:spPr>
          <a:xfrm>
            <a:off x="23300" y="784725"/>
            <a:ext cx="91206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Proyectos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Planificación de tareas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Asignación de recursos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Seguimiento y control de costos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Informes de desempeño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Business Intelligence (BI) y Analítica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Reportes y dashboards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Análisis de datos en tiempo real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Modelos predictivos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Toma de decisiones basada en datos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d8fa948c4e_0_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8fa948c4e_0_25"/>
          <p:cNvSpPr txBox="1"/>
          <p:nvPr/>
        </p:nvSpPr>
        <p:spPr>
          <a:xfrm>
            <a:off x="23300" y="753650"/>
            <a:ext cx="91122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Inventarios y Almacenes (WMS - Warehouse Management System)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 de stock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Movimientos de mercancías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 espacios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de devoluciones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Comercio Electrónico e Integraciones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Conexión con plataformas de e-commerce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Facturación electrónica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Integración con otros sistemas externos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2d8fa948c4e_0_2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d8fa948c4e_0_29"/>
          <p:cNvSpPr txBox="1"/>
          <p:nvPr/>
        </p:nvSpPr>
        <p:spPr>
          <a:xfrm>
            <a:off x="3092300" y="303000"/>
            <a:ext cx="24087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Funciones de un ERP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g2d8fa948c4e_0_29"/>
          <p:cNvSpPr txBox="1"/>
          <p:nvPr/>
        </p:nvSpPr>
        <p:spPr>
          <a:xfrm>
            <a:off x="54375" y="994525"/>
            <a:ext cx="88965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Las funciones principales de un </a:t>
            </a:r>
            <a:r>
              <a:rPr b="1" lang="es" sz="1800">
                <a:solidFill>
                  <a:schemeClr val="dk1"/>
                </a:solidFill>
              </a:rPr>
              <a:t>ERP (Enterprise Resource Planning)</a:t>
            </a:r>
            <a:r>
              <a:rPr lang="es" sz="1800">
                <a:solidFill>
                  <a:schemeClr val="dk1"/>
                </a:solidFill>
              </a:rPr>
              <a:t> están diseñadas para optimizar y automatizar procesos dentro de una empresa, integrando todas sus áreas en un solo sistema. Algunas de sus funciones clave son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g2d8fa948c4e_0_29"/>
          <p:cNvSpPr txBox="1"/>
          <p:nvPr/>
        </p:nvSpPr>
        <p:spPr>
          <a:xfrm>
            <a:off x="310775" y="2183275"/>
            <a:ext cx="8585400" cy="28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Automatización de Procesos Empresariales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Reduce tareas manuales y repetitivas.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estandarización de procesos en todas las áreas.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d8fa948c4e_0_1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d8fa948c4e_0_17"/>
          <p:cNvSpPr txBox="1"/>
          <p:nvPr/>
        </p:nvSpPr>
        <p:spPr>
          <a:xfrm>
            <a:off x="23300" y="792500"/>
            <a:ext cx="91440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Integración de Información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Centraliza los datos en una única plataforma.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Evita la duplicación de información y mejora la precisión.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Financiera y Contabilidad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 de ingresos, egresos y flujo de caja.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Generación de reportes financieros y cumplimiento fiscal.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d8fa948c4e_0_3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d8fa948c4e_0_33"/>
          <p:cNvSpPr txBox="1"/>
          <p:nvPr/>
        </p:nvSpPr>
        <p:spPr>
          <a:xfrm>
            <a:off x="15550" y="823575"/>
            <a:ext cx="9036000" cy="4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Recursos Humanos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Administración de nómina, beneficios y cumplimiento legal.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Seguimiento del desempeño y gestión de talento.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Optimización de la Cadena de Suministro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 de inventarios y gestión de proveedores.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Planificación y optimización de compras y logística.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d8fa948c4e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Mejora en la Toma de Decisiones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Proporciona reportes y análisis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Usa inteligencia de negocios para estrategias empresariales.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Gestión de Producción y Manufactura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Planificación de la producción y control de calidad.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del uso de recursos y reducción de desperdicios.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2d8fa948c4e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Atención al Cliente y CRM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de ventas, seguimiento de clientes y servicio postventa.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Automatización de campañas de marketing y fidelización.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Cumplimiento Normativo y Seguridad de Datos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Garantiza el cumplimiento de regulaciones fiscales y laborales.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Protege la información con controles de acceso y cifrado.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2d8fa948c4e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d8fa948c4e_0_5"/>
          <p:cNvSpPr txBox="1"/>
          <p:nvPr/>
        </p:nvSpPr>
        <p:spPr>
          <a:xfrm>
            <a:off x="7775" y="815800"/>
            <a:ext cx="9127200" cy="4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Escalabilidad y Adaptabilidad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 ajusta al crecimiento de la empresa y a nuevos requerimientos.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integración con otras plataformas digitales.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Un ERP eficiente mejora la productividad, reduce costos operativos y facilita la toma de decisiones estratégicas.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