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pGIDhPi6c3kRuhfoa4u0nfyq7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750DFF-A2FC-40D5-9B24-5B96F1A1E8DC}">
  <a:tblStyle styleId="{13750DFF-A2FC-40D5-9B24-5B96F1A1E8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2d4a7724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2d4a7724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1c3c48f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01c3c48f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1c3c48f2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01c3c48f2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1c3c48f2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01c3c48f2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1c3c48f2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01c3c48f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1c3c48f2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01c3c48f2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1c3c48f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01c3c48f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1c3c48f2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01c3c48f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mailto:1920041821223@ingenieria.usac.edu.g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{13750DFF-A2FC-40D5-9B24-5B96F1A1E8DC}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2</a:t>
                      </a:r>
                      <a:r>
                        <a:rPr lang="es"/>
                        <a:t>0</a:t>
                      </a:r>
                      <a:r>
                        <a:rPr lang="es" sz="1400" u="none" cap="none" strike="noStrike"/>
                        <a:t>/01/2025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2d4a77240_0_4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2d4a77240_0_44"/>
          <p:cNvSpPr txBox="1"/>
          <p:nvPr/>
        </p:nvSpPr>
        <p:spPr>
          <a:xfrm>
            <a:off x="2991325" y="450625"/>
            <a:ext cx="24240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de contacto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d2d4a77240_0_44"/>
          <p:cNvSpPr txBox="1"/>
          <p:nvPr/>
        </p:nvSpPr>
        <p:spPr>
          <a:xfrm>
            <a:off x="473950" y="1289750"/>
            <a:ext cx="7598700" cy="29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/>
              <a:t>Nombre: Erick Eden </a:t>
            </a:r>
            <a:r>
              <a:rPr b="1" lang="es" sz="1800"/>
              <a:t>Sandoval</a:t>
            </a:r>
            <a:r>
              <a:rPr b="1" lang="es" sz="1800"/>
              <a:t> Ramirez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Correo:</a:t>
            </a:r>
            <a:r>
              <a:rPr b="0" i="0" lang="e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1800" u="sng" cap="none" strike="noStrike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1920041821223@ingenieria.usac.edu.gt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2400">
                <a:solidFill>
                  <a:schemeClr val="dk1"/>
                </a:solidFill>
              </a:rPr>
              <a:t>Canales oficinales de </a:t>
            </a:r>
            <a:r>
              <a:rPr b="1" lang="es" sz="2400">
                <a:solidFill>
                  <a:schemeClr val="dk1"/>
                </a:solidFill>
              </a:rPr>
              <a:t>comunicación</a:t>
            </a:r>
            <a:r>
              <a:rPr b="1" lang="es" sz="2400">
                <a:solidFill>
                  <a:schemeClr val="dk1"/>
                </a:solidFill>
              </a:rPr>
              <a:t>.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Foro de UEDI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Foro Classroom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01c3c48f2b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01c3c48f2b_0_0"/>
          <p:cNvSpPr txBox="1"/>
          <p:nvPr/>
        </p:nvSpPr>
        <p:spPr>
          <a:xfrm>
            <a:off x="2369750" y="0"/>
            <a:ext cx="37605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Exploración del mundo de los ERP (Enterprise Resource Planning)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g301c3c48f2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5" y="877975"/>
            <a:ext cx="9051625" cy="42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01c3c48f2b_0_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01c3c48f2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745875"/>
            <a:ext cx="9127100" cy="439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01c3c48f2b_0_7"/>
          <p:cNvSpPr txBox="1"/>
          <p:nvPr/>
        </p:nvSpPr>
        <p:spPr>
          <a:xfrm>
            <a:off x="2385275" y="15550"/>
            <a:ext cx="372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Recursos y toma de decisiones basadas en tecnologías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01c3c48f2b_0_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01c3c48f2b_0_14"/>
          <p:cNvSpPr txBox="1"/>
          <p:nvPr/>
        </p:nvSpPr>
        <p:spPr>
          <a:xfrm>
            <a:off x="2416350" y="108775"/>
            <a:ext cx="3566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IA, Datawarehouse y Datamining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g301c3c48f2b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5" y="808050"/>
            <a:ext cx="9051625" cy="433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01c3c48f2b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01c3c48f2b_0_21"/>
          <p:cNvSpPr txBox="1"/>
          <p:nvPr/>
        </p:nvSpPr>
        <p:spPr>
          <a:xfrm>
            <a:off x="2431900" y="0"/>
            <a:ext cx="36129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Gestión documental y Modelos de Workflow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g301c3c48f2b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75950"/>
            <a:ext cx="9127101" cy="44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01c3c48f2b_0_2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01c3c48f2b_0_28"/>
          <p:cNvSpPr txBox="1"/>
          <p:nvPr/>
        </p:nvSpPr>
        <p:spPr>
          <a:xfrm>
            <a:off x="2416350" y="0"/>
            <a:ext cx="3605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BPO y subcontratación de servicios tecnológicos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9" name="Google Shape;99;g301c3c48f2b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761425"/>
            <a:ext cx="9127101" cy="43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01c3c48f2b_0_3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01c3c48f2b_0_35"/>
          <p:cNvSpPr txBox="1"/>
          <p:nvPr/>
        </p:nvSpPr>
        <p:spPr>
          <a:xfrm>
            <a:off x="2393050" y="0"/>
            <a:ext cx="35586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Automatización de procesos empresariales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g301c3c48f2b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815800"/>
            <a:ext cx="9127099" cy="43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01c3c48f2b_0_4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01c3c48f2b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870200"/>
            <a:ext cx="9127100" cy="42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01c3c48f2b_0_42"/>
          <p:cNvSpPr txBox="1"/>
          <p:nvPr/>
        </p:nvSpPr>
        <p:spPr>
          <a:xfrm>
            <a:off x="3325400" y="62175"/>
            <a:ext cx="1631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Marketing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