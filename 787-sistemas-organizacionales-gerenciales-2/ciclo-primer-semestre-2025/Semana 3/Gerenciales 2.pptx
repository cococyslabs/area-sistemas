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7d9G5wnMqIITnZ2TPVvGIVBfq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909469-25E1-4859-84F1-AFF0A8252D86}">
  <a:tblStyle styleId="{AA909469-25E1-4859-84F1-AFF0A8252D8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d853e9ab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d853e9ab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853e9ab9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2d853e9ab9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8fa948c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d8fa948c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8fa948c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2d8fa948c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8fa948c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2d8fa948c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8fa948c4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2d8fa948c4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8fa948c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d8fa948c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8fa948c4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d8fa948c4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8fa948c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2d8fa948c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8fa948c4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d8fa948c4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8fa948c4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d8fa948c4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8fa948c4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d8fa948c4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6Mncbrp80To" TargetMode="External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{AA909469-25E1-4859-84F1-AFF0A8252D86}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Lunes, 1</a:t>
                      </a:r>
                      <a:r>
                        <a:rPr lang="es"/>
                        <a:t>7</a:t>
                      </a:r>
                      <a:r>
                        <a:rPr lang="es" sz="1400" u="none" cap="none" strike="noStrike"/>
                        <a:t>/02/2025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/>
          <p:cNvSpPr txBox="1"/>
          <p:nvPr/>
        </p:nvSpPr>
        <p:spPr>
          <a:xfrm>
            <a:off x="1569500" y="691500"/>
            <a:ext cx="57963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Beneficios de la Integración a procesos empresariales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2d853e9ab94_0_26"/>
          <p:cNvSpPr txBox="1"/>
          <p:nvPr/>
        </p:nvSpPr>
        <p:spPr>
          <a:xfrm>
            <a:off x="8450" y="1134375"/>
            <a:ext cx="89973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b="1" lang="es" sz="1800">
                <a:solidFill>
                  <a:schemeClr val="dk1"/>
                </a:solidFill>
              </a:rPr>
              <a:t>integración de procesos empresariales</a:t>
            </a:r>
            <a:r>
              <a:rPr lang="es" sz="1800">
                <a:solidFill>
                  <a:schemeClr val="dk1"/>
                </a:solidFill>
              </a:rPr>
              <a:t> a través de un </a:t>
            </a:r>
            <a:r>
              <a:rPr b="1" lang="es" sz="1800">
                <a:solidFill>
                  <a:schemeClr val="dk1"/>
                </a:solidFill>
              </a:rPr>
              <a:t>ERP</a:t>
            </a:r>
            <a:r>
              <a:rPr lang="es" sz="1800">
                <a:solidFill>
                  <a:schemeClr val="dk1"/>
                </a:solidFill>
              </a:rPr>
              <a:t> ofrece múltiples beneficios, optimizando la eficiencia operativa y mejorando la competitividad de una empresa. Algunos de los principales beneficios son: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Mayor eficiencia operativa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Automatiza tareas repetitivas y reduce el tiempo de ejecución.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Minimiza errores humanos al evitar la entrada manual de datos.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15550" y="846900"/>
            <a:ext cx="90051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Centralización y acceso a la información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Todos los departamentos trabajan con la misma base de datos en tiempo real.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comunicación y colaboración entre equipos.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Reducción de costos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 el uso de recursos y reduce desperdicios.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Disminuye costos de administración y gestión manual.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Toma de decisiones basada en datos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Proporciona reportes y análisis en tiempo real.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identificación de oportunidades y riesgos.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2d853e9ab94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2d853e9ab94_0_41"/>
          <p:cNvSpPr txBox="1"/>
          <p:nvPr/>
        </p:nvSpPr>
        <p:spPr>
          <a:xfrm>
            <a:off x="23300" y="722575"/>
            <a:ext cx="9082800" cy="4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Mejora en la atención al cliente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un mejor seguimiento de clientes y personalización del servicio.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Reduce tiempos de respuesta en ventas, soporte y postventa.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Optimización de la cadena de suministro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planificación de compras e inventarios.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Asegura un mejor control de proveedores y tiempos de entrega.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Cumplimiento normativo y seguridad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Garantiza el cumplimiento de regulaciones fiscales y laborales.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Protege los datos con sistemas de acceso y cifrado.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2d8fa948c4e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2d8fa948c4e_0_0"/>
          <p:cNvSpPr txBox="1"/>
          <p:nvPr/>
        </p:nvSpPr>
        <p:spPr>
          <a:xfrm>
            <a:off x="54375" y="877975"/>
            <a:ext cx="8997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Flexibilidad y escalabilidad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 adapta al crecimiento de la empresa y nuevos requerimientos.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integración con otras plataformas digitales.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En general, la integración de procesos permite a las empresas operar de manera más ágil, reducir errores y mejorar su rentabilidad.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2d8fa948c4e_0_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8fa948c4e_0_9"/>
          <p:cNvSpPr txBox="1"/>
          <p:nvPr/>
        </p:nvSpPr>
        <p:spPr>
          <a:xfrm>
            <a:off x="15550" y="1188750"/>
            <a:ext cx="9082800" cy="3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Los sistemas </a:t>
            </a:r>
            <a:r>
              <a:rPr b="1" lang="es" sz="1800">
                <a:solidFill>
                  <a:schemeClr val="dk1"/>
                </a:solidFill>
              </a:rPr>
              <a:t>ERP</a:t>
            </a:r>
            <a:r>
              <a:rPr lang="es" sz="1800">
                <a:solidFill>
                  <a:schemeClr val="dk1"/>
                </a:solidFill>
              </a:rPr>
              <a:t> están evolucionando rápidamente para adaptarse a las nuevas tecnologías y necesidades empresariales.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ERP en la Nube (Cloud ERP)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acceso desde cualquier lugar y dispositivo.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Reduce costos de infraestructura y mantenimiento.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actualizaciones automáticas y mayor seguridad.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9" name="Google Shape;89;g2d8fa948c4e_0_9"/>
          <p:cNvSpPr txBox="1"/>
          <p:nvPr/>
        </p:nvSpPr>
        <p:spPr>
          <a:xfrm>
            <a:off x="2439675" y="225325"/>
            <a:ext cx="36207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Tendencias actuales en sistemas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2d8fa948c4e_0_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2d8fa948c4e_0_13"/>
          <p:cNvSpPr txBox="1"/>
          <p:nvPr/>
        </p:nvSpPr>
        <p:spPr>
          <a:xfrm>
            <a:off x="15550" y="769200"/>
            <a:ext cx="91284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Inteligencia Artificial (IA) y Automatización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Uso de IA para análisis predictivo y toma de decisiones.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Automatización de procesos como contabilidad, compras y atención al cliente.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ERP Móvil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Aplicaciones móviles para acceso a datos en tiempo real.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gestión desde cualquier ubicación.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2d8fa948c4e_0_2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d8fa948c4e_0_21"/>
          <p:cNvSpPr txBox="1"/>
          <p:nvPr/>
        </p:nvSpPr>
        <p:spPr>
          <a:xfrm>
            <a:off x="23300" y="784725"/>
            <a:ext cx="91206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Integración con Internet de las Cosas (IoT)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Sensores conectados para monitoreo en tiempo real.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Optimización en la gestión de inventarios y mantenimiento preventivo.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Análisis de Datos y Business Intelligence (BI)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Reportes avanzados con datos en tiempo real.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Dashboards interactivos para mejorar la toma de decisiones.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2d8fa948c4e_0_2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d8fa948c4e_0_25"/>
          <p:cNvSpPr txBox="1"/>
          <p:nvPr/>
        </p:nvSpPr>
        <p:spPr>
          <a:xfrm>
            <a:off x="23300" y="753650"/>
            <a:ext cx="9112200" cy="4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Personalización y Modularidad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ERP flexibles que permiten elegir solo los módulos necesarios.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Adaptación a industrias y empresas de diferentes tamaños.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Mayor Enfoque en la Ciberseguridad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Protección de datos con cifrado y autenticación avanzada.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Cumplimiento de normativas como GDPR o ISO 27001.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2d8fa948c4e_0_2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d8fa948c4e_0_29"/>
          <p:cNvSpPr txBox="1"/>
          <p:nvPr/>
        </p:nvSpPr>
        <p:spPr>
          <a:xfrm>
            <a:off x="54375" y="994525"/>
            <a:ext cx="8896500" cy="3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 Integración con Blockchain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trazabilidad en la cadena de suministro.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Mayor seguridad en transacciones y contratos inteligentes.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ERP con experiencia de usuario mejorada (UX/UI)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Interfaces más intuitivas y personalizadas.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 la curva de aprendizaje para los empleados.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d8fa948c4e_0_1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2d8fa948c4e_0_17"/>
          <p:cNvSpPr txBox="1"/>
          <p:nvPr/>
        </p:nvSpPr>
        <p:spPr>
          <a:xfrm>
            <a:off x="23300" y="792500"/>
            <a:ext cx="91440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ERP con enfoque en la Sostenibilidad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Monitoreo del consumo energético y reducción de desperdicios.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Reportes de impacto ambiental y cumplimiento de normativas ecológicas.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Estas tendencias están transformando los </a:t>
            </a:r>
            <a:r>
              <a:rPr b="1" lang="es" sz="1800">
                <a:solidFill>
                  <a:schemeClr val="dk1"/>
                </a:solidFill>
              </a:rPr>
              <a:t>ERP</a:t>
            </a:r>
            <a:r>
              <a:rPr lang="es" sz="1800">
                <a:solidFill>
                  <a:schemeClr val="dk1"/>
                </a:solidFill>
              </a:rPr>
              <a:t> en herramientas más accesibles, inteligentes y seguras, impulsando la eficiencia en las empresas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2d8fa948c4e_0_3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2d8fa948c4e_0_33"/>
          <p:cNvSpPr txBox="1"/>
          <p:nvPr/>
        </p:nvSpPr>
        <p:spPr>
          <a:xfrm>
            <a:off x="0" y="4591850"/>
            <a:ext cx="9036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u="sng">
                <a:solidFill>
                  <a:schemeClr val="hlink"/>
                </a:solidFill>
                <a:hlinkClick r:id="rId4"/>
              </a:rPr>
              <a:t>https://www.youtube.com/watch?v=6Mncbrp80To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g2d8fa948c4e_0_33"/>
          <p:cNvSpPr txBox="1"/>
          <p:nvPr/>
        </p:nvSpPr>
        <p:spPr>
          <a:xfrm>
            <a:off x="23300" y="808050"/>
            <a:ext cx="9075000" cy="3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En 2025, las empresas cuentan con una variedad de sistemas ERP destacados que se adaptan a diferentes necesidades y sectores. A continuación, se presentan algunos de los más reconocidos: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7" name="Google Shape;127;g2d8fa948c4e_0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625" y="2052650"/>
            <a:ext cx="8888376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2d8fa948c4e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d8fa948c4e_0_41"/>
          <p:cNvSpPr txBox="1"/>
          <p:nvPr/>
        </p:nvSpPr>
        <p:spPr>
          <a:xfrm>
            <a:off x="15550" y="730350"/>
            <a:ext cx="9043800" cy="4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2d8fa948c4e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00" y="885750"/>
            <a:ext cx="8911775" cy="356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2d8fa948c4e_0_3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d8fa948c4e_0_37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2d8fa948c4e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75" y="994525"/>
            <a:ext cx="8748600" cy="36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