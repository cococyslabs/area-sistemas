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0.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68.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6.xml"/>
  <Override ContentType="application/vnd.openxmlformats-officedocument.presentationml.slideMaster+xml" PartName="/ppt/slideMasters/slideMaster5.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7.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60" r:id="rId6"/>
    <p:sldMasterId id="2147483673" r:id="rId7"/>
    <p:sldMasterId id="2147483686" r:id="rId8"/>
    <p:sldMasterId id="2147483699" r:id="rId9"/>
    <p:sldMasterId id="2147483712" r:id="rId10"/>
  </p:sldMasterIdLst>
  <p:notesMasterIdLst>
    <p:notesMasterId r:id="rId11"/>
  </p:notesMasterIdLst>
  <p:sldIdLst>
    <p:sldId id="256" r:id="rId12"/>
    <p:sldId id="257" r:id="rId13"/>
    <p:sldId id="258" r:id="rId14"/>
    <p:sldId id="259" r:id="rId15"/>
    <p:sldId id="260" r:id="rId16"/>
    <p:sldId id="261" r:id="rId17"/>
    <p:sldId id="262" r:id="rId18"/>
    <p:sldId id="263" r:id="rId19"/>
    <p:sldId id="264" r:id="rId20"/>
    <p:sldId id="265" r:id="rId21"/>
    <p:sldId id="266" r:id="rId22"/>
    <p:sldId id="267" r:id="rId23"/>
    <p:sldId id="268" r:id="rId24"/>
    <p:sldId id="269" r:id="rId25"/>
    <p:sldId id="270" r:id="rId26"/>
    <p:sldId id="271" r:id="rId27"/>
    <p:sldId id="272" r:id="rId28"/>
    <p:sldId id="273" r:id="rId29"/>
    <p:sldId id="274" r:id="rId30"/>
    <p:sldId id="275" r:id="rId31"/>
    <p:sldId id="276" r:id="rId32"/>
    <p:sldId id="277" r:id="rId33"/>
    <p:sldId id="278" r:id="rId34"/>
    <p:sldId id="279" r:id="rId35"/>
    <p:sldId id="280" r:id="rId36"/>
    <p:sldId id="281" r:id="rId37"/>
    <p:sldId id="282" r:id="rId38"/>
    <p:sldId id="283" r:id="rId39"/>
    <p:sldId id="284" r:id="rId40"/>
    <p:sldId id="285" r:id="rId41"/>
    <p:sldId id="286" r:id="rId42"/>
    <p:sldId id="287" r:id="rId43"/>
    <p:sldId id="288" r:id="rId44"/>
  </p:sldIdLst>
  <p:sldSz cy="5143500" cx="9144000"/>
  <p:notesSz cx="6858000" cy="9144000"/>
  <p:embeddedFontLst>
    <p:embeddedFont>
      <p:font typeface="Marcellus"/>
      <p:regular r:id="rId45"/>
    </p:embeddedFont>
    <p:embeddedFont>
      <p:font typeface="Lobster"/>
      <p:regular r:id="rId46"/>
    </p:embeddedFont>
    <p:embeddedFont>
      <p:font typeface="Montserrat"/>
      <p:regular r:id="rId47"/>
      <p:bold r:id="rId48"/>
      <p:italic r:id="rId49"/>
      <p:boldItalic r:id="rId50"/>
    </p:embeddedFont>
    <p:embeddedFont>
      <p:font typeface="Lato"/>
      <p:regular r:id="rId51"/>
      <p:bold r:id="rId52"/>
      <p:italic r:id="rId53"/>
      <p:boldItalic r:id="rId54"/>
    </p:embeddedFont>
    <p:embeddedFont>
      <p:font typeface="Ultra"/>
      <p:regular r:id="rId5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56" roundtripDataSignature="AMtx7mgzU2BFchVNwG5pMXwITMZmftsUJ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A42EE32-FE65-4793-BE92-33E004C390C8}">
  <a:tblStyle styleId="{0A42EE32-FE65-4793-BE92-33E004C390C8}"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29.xml"/><Relationship Id="rId42" Type="http://schemas.openxmlformats.org/officeDocument/2006/relationships/slide" Target="slides/slide31.xml"/><Relationship Id="rId41" Type="http://schemas.openxmlformats.org/officeDocument/2006/relationships/slide" Target="slides/slide30.xml"/><Relationship Id="rId44" Type="http://schemas.openxmlformats.org/officeDocument/2006/relationships/slide" Target="slides/slide33.xml"/><Relationship Id="rId43" Type="http://schemas.openxmlformats.org/officeDocument/2006/relationships/slide" Target="slides/slide32.xml"/><Relationship Id="rId46" Type="http://schemas.openxmlformats.org/officeDocument/2006/relationships/font" Target="fonts/Lobster-regular.fntdata"/><Relationship Id="rId45" Type="http://schemas.openxmlformats.org/officeDocument/2006/relationships/font" Target="fonts/Marcellus-regular.fntdata"/><Relationship Id="rId1" Type="http://schemas.openxmlformats.org/officeDocument/2006/relationships/theme" Target="theme/theme4.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Master" Target="slideMasters/slideMaster5.xml"/><Relationship Id="rId48" Type="http://schemas.openxmlformats.org/officeDocument/2006/relationships/font" Target="fonts/Montserrat-bold.fntdata"/><Relationship Id="rId47" Type="http://schemas.openxmlformats.org/officeDocument/2006/relationships/font" Target="fonts/Montserrat-regular.fntdata"/><Relationship Id="rId49" Type="http://schemas.openxmlformats.org/officeDocument/2006/relationships/font" Target="fonts/Montserrat-italic.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slideMaster" Target="slideMasters/slideMaster4.xml"/><Relationship Id="rId31" Type="http://schemas.openxmlformats.org/officeDocument/2006/relationships/slide" Target="slides/slide20.xml"/><Relationship Id="rId30" Type="http://schemas.openxmlformats.org/officeDocument/2006/relationships/slide" Target="slides/slide19.xml"/><Relationship Id="rId33" Type="http://schemas.openxmlformats.org/officeDocument/2006/relationships/slide" Target="slides/slide22.xml"/><Relationship Id="rId32" Type="http://schemas.openxmlformats.org/officeDocument/2006/relationships/slide" Target="slides/slide21.xml"/><Relationship Id="rId35" Type="http://schemas.openxmlformats.org/officeDocument/2006/relationships/slide" Target="slides/slide24.xml"/><Relationship Id="rId34" Type="http://schemas.openxmlformats.org/officeDocument/2006/relationships/slide" Target="slides/slide23.xml"/><Relationship Id="rId37" Type="http://schemas.openxmlformats.org/officeDocument/2006/relationships/slide" Target="slides/slide26.xml"/><Relationship Id="rId36" Type="http://schemas.openxmlformats.org/officeDocument/2006/relationships/slide" Target="slides/slide25.xml"/><Relationship Id="rId39" Type="http://schemas.openxmlformats.org/officeDocument/2006/relationships/slide" Target="slides/slide28.xml"/><Relationship Id="rId38" Type="http://schemas.openxmlformats.org/officeDocument/2006/relationships/slide" Target="slides/slide27.xml"/><Relationship Id="rId20" Type="http://schemas.openxmlformats.org/officeDocument/2006/relationships/slide" Target="slides/slide9.xml"/><Relationship Id="rId22" Type="http://schemas.openxmlformats.org/officeDocument/2006/relationships/slide" Target="slides/slide11.xml"/><Relationship Id="rId21" Type="http://schemas.openxmlformats.org/officeDocument/2006/relationships/slide" Target="slides/slide10.xml"/><Relationship Id="rId24" Type="http://schemas.openxmlformats.org/officeDocument/2006/relationships/slide" Target="slides/slide13.xml"/><Relationship Id="rId23" Type="http://schemas.openxmlformats.org/officeDocument/2006/relationships/slide" Target="slides/slide12.xml"/><Relationship Id="rId26" Type="http://schemas.openxmlformats.org/officeDocument/2006/relationships/slide" Target="slides/slide15.xml"/><Relationship Id="rId25" Type="http://schemas.openxmlformats.org/officeDocument/2006/relationships/slide" Target="slides/slide14.xml"/><Relationship Id="rId28" Type="http://schemas.openxmlformats.org/officeDocument/2006/relationships/slide" Target="slides/slide17.xml"/><Relationship Id="rId27" Type="http://schemas.openxmlformats.org/officeDocument/2006/relationships/slide" Target="slides/slide16.xml"/><Relationship Id="rId29" Type="http://schemas.openxmlformats.org/officeDocument/2006/relationships/slide" Target="slides/slide18.xml"/><Relationship Id="rId51" Type="http://schemas.openxmlformats.org/officeDocument/2006/relationships/font" Target="fonts/Lato-regular.fntdata"/><Relationship Id="rId50" Type="http://schemas.openxmlformats.org/officeDocument/2006/relationships/font" Target="fonts/Montserrat-boldItalic.fntdata"/><Relationship Id="rId53" Type="http://schemas.openxmlformats.org/officeDocument/2006/relationships/font" Target="fonts/Lato-italic.fntdata"/><Relationship Id="rId52" Type="http://schemas.openxmlformats.org/officeDocument/2006/relationships/font" Target="fonts/Lato-bold.fntdata"/><Relationship Id="rId11" Type="http://schemas.openxmlformats.org/officeDocument/2006/relationships/notesMaster" Target="notesMasters/notesMaster1.xml"/><Relationship Id="rId55" Type="http://schemas.openxmlformats.org/officeDocument/2006/relationships/font" Target="fonts/Ultra-regular.fntdata"/><Relationship Id="rId10" Type="http://schemas.openxmlformats.org/officeDocument/2006/relationships/slideMaster" Target="slideMasters/slideMaster6.xml"/><Relationship Id="rId54" Type="http://schemas.openxmlformats.org/officeDocument/2006/relationships/font" Target="fonts/Lato-boldItalic.fntdata"/><Relationship Id="rId13" Type="http://schemas.openxmlformats.org/officeDocument/2006/relationships/slide" Target="slides/slide2.xml"/><Relationship Id="rId12" Type="http://schemas.openxmlformats.org/officeDocument/2006/relationships/slide" Target="slides/slide1.xml"/><Relationship Id="rId56" Type="http://customschemas.google.com/relationships/presentationmetadata" Target="metadata"/><Relationship Id="rId15" Type="http://schemas.openxmlformats.org/officeDocument/2006/relationships/slide" Target="slides/slide4.xml"/><Relationship Id="rId14" Type="http://schemas.openxmlformats.org/officeDocument/2006/relationships/slide" Target="slides/slide3.xml"/><Relationship Id="rId17" Type="http://schemas.openxmlformats.org/officeDocument/2006/relationships/slide" Target="slides/slide6.xml"/><Relationship Id="rId16" Type="http://schemas.openxmlformats.org/officeDocument/2006/relationships/slide" Target="slides/slide5.xml"/><Relationship Id="rId19" Type="http://schemas.openxmlformats.org/officeDocument/2006/relationships/slide" Target="slides/slide8.xml"/><Relationship Id="rId1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g1f101420651_7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27" name="Google Shape;627;g1f101420651_7_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35" name="Google Shape;635;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g22033ba46c8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1" name="Google Shape;641;g22033ba46c8_2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g22033ba46c8_1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46" name="Google Shape;646;g22033ba46c8_1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0" name="Shape 650"/>
        <p:cNvGrpSpPr/>
        <p:nvPr/>
      </p:nvGrpSpPr>
      <p:grpSpPr>
        <a:xfrm>
          <a:off x="0" y="0"/>
          <a:ext cx="0" cy="0"/>
          <a:chOff x="0" y="0"/>
          <a:chExt cx="0" cy="0"/>
        </a:xfrm>
      </p:grpSpPr>
      <p:sp>
        <p:nvSpPr>
          <p:cNvPr id="651" name="Google Shape;651;g22033ba46c8_4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52" name="Google Shape;652;g22033ba46c8_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6" name="Shape 656"/>
        <p:cNvGrpSpPr/>
        <p:nvPr/>
      </p:nvGrpSpPr>
      <p:grpSpPr>
        <a:xfrm>
          <a:off x="0" y="0"/>
          <a:ext cx="0" cy="0"/>
          <a:chOff x="0" y="0"/>
          <a:chExt cx="0" cy="0"/>
        </a:xfrm>
      </p:grpSpPr>
      <p:sp>
        <p:nvSpPr>
          <p:cNvPr id="657" name="Google Shape;657;g22033ba46c8_8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58" name="Google Shape;658;g22033ba46c8_8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2" name="Shape 662"/>
        <p:cNvGrpSpPr/>
        <p:nvPr/>
      </p:nvGrpSpPr>
      <p:grpSpPr>
        <a:xfrm>
          <a:off x="0" y="0"/>
          <a:ext cx="0" cy="0"/>
          <a:chOff x="0" y="0"/>
          <a:chExt cx="0" cy="0"/>
        </a:xfrm>
      </p:grpSpPr>
      <p:sp>
        <p:nvSpPr>
          <p:cNvPr id="663" name="Google Shape;663;g22033ba46c8_8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64" name="Google Shape;664;g22033ba46c8_8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8" name="Shape 668"/>
        <p:cNvGrpSpPr/>
        <p:nvPr/>
      </p:nvGrpSpPr>
      <p:grpSpPr>
        <a:xfrm>
          <a:off x="0" y="0"/>
          <a:ext cx="0" cy="0"/>
          <a:chOff x="0" y="0"/>
          <a:chExt cx="0" cy="0"/>
        </a:xfrm>
      </p:grpSpPr>
      <p:sp>
        <p:nvSpPr>
          <p:cNvPr id="669" name="Google Shape;669;g22033ba46c8_4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70" name="Google Shape;670;g22033ba46c8_4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g22033ba46c8_4_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76" name="Google Shape;676;g22033ba46c8_4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0" name="Shape 680"/>
        <p:cNvGrpSpPr/>
        <p:nvPr/>
      </p:nvGrpSpPr>
      <p:grpSpPr>
        <a:xfrm>
          <a:off x="0" y="0"/>
          <a:ext cx="0" cy="0"/>
          <a:chOff x="0" y="0"/>
          <a:chExt cx="0" cy="0"/>
        </a:xfrm>
      </p:grpSpPr>
      <p:sp>
        <p:nvSpPr>
          <p:cNvPr id="681" name="Google Shape;681;g22033ba46c8_4_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82" name="Google Shape;682;g22033ba46c8_4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6" name="Shape 686"/>
        <p:cNvGrpSpPr/>
        <p:nvPr/>
      </p:nvGrpSpPr>
      <p:grpSpPr>
        <a:xfrm>
          <a:off x="0" y="0"/>
          <a:ext cx="0" cy="0"/>
          <a:chOff x="0" y="0"/>
          <a:chExt cx="0" cy="0"/>
        </a:xfrm>
      </p:grpSpPr>
      <p:sp>
        <p:nvSpPr>
          <p:cNvPr id="687" name="Google Shape;687;g22033ba46c8_4_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88" name="Google Shape;688;g22033ba46c8_4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1" name="Shape 691"/>
        <p:cNvGrpSpPr/>
        <p:nvPr/>
      </p:nvGrpSpPr>
      <p:grpSpPr>
        <a:xfrm>
          <a:off x="0" y="0"/>
          <a:ext cx="0" cy="0"/>
          <a:chOff x="0" y="0"/>
          <a:chExt cx="0" cy="0"/>
        </a:xfrm>
      </p:grpSpPr>
      <p:sp>
        <p:nvSpPr>
          <p:cNvPr id="692" name="Google Shape;692;g22033ba46c8_4_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93" name="Google Shape;693;g22033ba46c8_4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6" name="Shape 696"/>
        <p:cNvGrpSpPr/>
        <p:nvPr/>
      </p:nvGrpSpPr>
      <p:grpSpPr>
        <a:xfrm>
          <a:off x="0" y="0"/>
          <a:ext cx="0" cy="0"/>
          <a:chOff x="0" y="0"/>
          <a:chExt cx="0" cy="0"/>
        </a:xfrm>
      </p:grpSpPr>
      <p:sp>
        <p:nvSpPr>
          <p:cNvPr id="697" name="Google Shape;697;g22033ba46c8_4_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98" name="Google Shape;698;g22033ba46c8_4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1" name="Shape 701"/>
        <p:cNvGrpSpPr/>
        <p:nvPr/>
      </p:nvGrpSpPr>
      <p:grpSpPr>
        <a:xfrm>
          <a:off x="0" y="0"/>
          <a:ext cx="0" cy="0"/>
          <a:chOff x="0" y="0"/>
          <a:chExt cx="0" cy="0"/>
        </a:xfrm>
      </p:grpSpPr>
      <p:sp>
        <p:nvSpPr>
          <p:cNvPr id="702" name="Google Shape;702;g22033ba46c8_2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03" name="Google Shape;703;g22033ba46c8_2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8" name="Shape 708"/>
        <p:cNvGrpSpPr/>
        <p:nvPr/>
      </p:nvGrpSpPr>
      <p:grpSpPr>
        <a:xfrm>
          <a:off x="0" y="0"/>
          <a:ext cx="0" cy="0"/>
          <a:chOff x="0" y="0"/>
          <a:chExt cx="0" cy="0"/>
        </a:xfrm>
      </p:grpSpPr>
      <p:sp>
        <p:nvSpPr>
          <p:cNvPr id="709" name="Google Shape;709;g22033ba46c8_4_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10" name="Google Shape;710;g22033ba46c8_4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g22033ba46c8_4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16" name="Google Shape;716;g22033ba46c8_4_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0" name="Shape 720"/>
        <p:cNvGrpSpPr/>
        <p:nvPr/>
      </p:nvGrpSpPr>
      <p:grpSpPr>
        <a:xfrm>
          <a:off x="0" y="0"/>
          <a:ext cx="0" cy="0"/>
          <a:chOff x="0" y="0"/>
          <a:chExt cx="0" cy="0"/>
        </a:xfrm>
      </p:grpSpPr>
      <p:sp>
        <p:nvSpPr>
          <p:cNvPr id="721" name="Google Shape;721;g22033ba46c8_4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22" name="Google Shape;722;g22033ba46c8_4_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5" name="Shape 725"/>
        <p:cNvGrpSpPr/>
        <p:nvPr/>
      </p:nvGrpSpPr>
      <p:grpSpPr>
        <a:xfrm>
          <a:off x="0" y="0"/>
          <a:ext cx="0" cy="0"/>
          <a:chOff x="0" y="0"/>
          <a:chExt cx="0" cy="0"/>
        </a:xfrm>
      </p:grpSpPr>
      <p:sp>
        <p:nvSpPr>
          <p:cNvPr id="726" name="Google Shape;726;g22033ba46c8_4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27" name="Google Shape;727;g22033ba46c8_4_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1" name="Shape 731"/>
        <p:cNvGrpSpPr/>
        <p:nvPr/>
      </p:nvGrpSpPr>
      <p:grpSpPr>
        <a:xfrm>
          <a:off x="0" y="0"/>
          <a:ext cx="0" cy="0"/>
          <a:chOff x="0" y="0"/>
          <a:chExt cx="0" cy="0"/>
        </a:xfrm>
      </p:grpSpPr>
      <p:sp>
        <p:nvSpPr>
          <p:cNvPr id="732" name="Google Shape;732;g2d52878b4a1_2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33" name="Google Shape;733;g2d52878b4a1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7" name="Shape 737"/>
        <p:cNvGrpSpPr/>
        <p:nvPr/>
      </p:nvGrpSpPr>
      <p:grpSpPr>
        <a:xfrm>
          <a:off x="0" y="0"/>
          <a:ext cx="0" cy="0"/>
          <a:chOff x="0" y="0"/>
          <a:chExt cx="0" cy="0"/>
        </a:xfrm>
      </p:grpSpPr>
      <p:sp>
        <p:nvSpPr>
          <p:cNvPr id="738" name="Google Shape;738;g2d52878b4a1_2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39" name="Google Shape;739;g2d52878b4a1_2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9" name="Shape 749"/>
        <p:cNvGrpSpPr/>
        <p:nvPr/>
      </p:nvGrpSpPr>
      <p:grpSpPr>
        <a:xfrm>
          <a:off x="0" y="0"/>
          <a:ext cx="0" cy="0"/>
          <a:chOff x="0" y="0"/>
          <a:chExt cx="0" cy="0"/>
        </a:xfrm>
      </p:grpSpPr>
      <p:sp>
        <p:nvSpPr>
          <p:cNvPr id="750" name="Google Shape;750;g2d52878b4a1_2_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51" name="Google Shape;751;g2d52878b4a1_2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5" name="Shape 755"/>
        <p:cNvGrpSpPr/>
        <p:nvPr/>
      </p:nvGrpSpPr>
      <p:grpSpPr>
        <a:xfrm>
          <a:off x="0" y="0"/>
          <a:ext cx="0" cy="0"/>
          <a:chOff x="0" y="0"/>
          <a:chExt cx="0" cy="0"/>
        </a:xfrm>
      </p:grpSpPr>
      <p:sp>
        <p:nvSpPr>
          <p:cNvPr id="756" name="Google Shape;756;g2d52878b4a1_2_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57" name="Google Shape;757;g2d52878b4a1_2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1" name="Shape 761"/>
        <p:cNvGrpSpPr/>
        <p:nvPr/>
      </p:nvGrpSpPr>
      <p:grpSpPr>
        <a:xfrm>
          <a:off x="0" y="0"/>
          <a:ext cx="0" cy="0"/>
          <a:chOff x="0" y="0"/>
          <a:chExt cx="0" cy="0"/>
        </a:xfrm>
      </p:grpSpPr>
      <p:sp>
        <p:nvSpPr>
          <p:cNvPr id="762" name="Google Shape;762;g2d52878b4a1_2_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63" name="Google Shape;763;g2d52878b4a1_2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7" name="Shape 767"/>
        <p:cNvGrpSpPr/>
        <p:nvPr/>
      </p:nvGrpSpPr>
      <p:grpSpPr>
        <a:xfrm>
          <a:off x="0" y="0"/>
          <a:ext cx="0" cy="0"/>
          <a:chOff x="0" y="0"/>
          <a:chExt cx="0" cy="0"/>
        </a:xfrm>
      </p:grpSpPr>
      <p:sp>
        <p:nvSpPr>
          <p:cNvPr id="768" name="Google Shape;768;g2d52878b4a1_2_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69" name="Google Shape;769;g2d52878b4a1_2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3" name="Shape 773"/>
        <p:cNvGrpSpPr/>
        <p:nvPr/>
      </p:nvGrpSpPr>
      <p:grpSpPr>
        <a:xfrm>
          <a:off x="0" y="0"/>
          <a:ext cx="0" cy="0"/>
          <a:chOff x="0" y="0"/>
          <a:chExt cx="0" cy="0"/>
        </a:xfrm>
      </p:grpSpPr>
      <p:sp>
        <p:nvSpPr>
          <p:cNvPr id="774" name="Google Shape;774;g2d52878b4a1_2_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75" name="Google Shape;775;g2d52878b4a1_2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8" name="Shape 778"/>
        <p:cNvGrpSpPr/>
        <p:nvPr/>
      </p:nvGrpSpPr>
      <p:grpSpPr>
        <a:xfrm>
          <a:off x="0" y="0"/>
          <a:ext cx="0" cy="0"/>
          <a:chOff x="0" y="0"/>
          <a:chExt cx="0" cy="0"/>
        </a:xfrm>
      </p:grpSpPr>
      <p:sp>
        <p:nvSpPr>
          <p:cNvPr id="779" name="Google Shape;779;g2d52878b4a1_2_1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80" name="Google Shape;780;g2d52878b4a1_2_17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6" name="Shape 786"/>
        <p:cNvGrpSpPr/>
        <p:nvPr/>
      </p:nvGrpSpPr>
      <p:grpSpPr>
        <a:xfrm>
          <a:off x="0" y="0"/>
          <a:ext cx="0" cy="0"/>
          <a:chOff x="0" y="0"/>
          <a:chExt cx="0" cy="0"/>
        </a:xfrm>
      </p:grpSpPr>
      <p:sp>
        <p:nvSpPr>
          <p:cNvPr id="787" name="Google Shape;787;g2d52878b4a1_2_3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88" name="Google Shape;788;g2d52878b4a1_2_3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2" name="Shape 792"/>
        <p:cNvGrpSpPr/>
        <p:nvPr/>
      </p:nvGrpSpPr>
      <p:grpSpPr>
        <a:xfrm>
          <a:off x="0" y="0"/>
          <a:ext cx="0" cy="0"/>
          <a:chOff x="0" y="0"/>
          <a:chExt cx="0" cy="0"/>
        </a:xfrm>
      </p:grpSpPr>
      <p:sp>
        <p:nvSpPr>
          <p:cNvPr id="793" name="Google Shape;793;g2d52878b4a1_2_3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94" name="Google Shape;794;g2d52878b4a1_2_3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8" name="Shape 798"/>
        <p:cNvGrpSpPr/>
        <p:nvPr/>
      </p:nvGrpSpPr>
      <p:grpSpPr>
        <a:xfrm>
          <a:off x="0" y="0"/>
          <a:ext cx="0" cy="0"/>
          <a:chOff x="0" y="0"/>
          <a:chExt cx="0" cy="0"/>
        </a:xfrm>
      </p:grpSpPr>
      <p:sp>
        <p:nvSpPr>
          <p:cNvPr id="799" name="Google Shape;799;g2d52878b4a1_2_3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00" name="Google Shape;800;g2d52878b4a1_2_3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4" name="Shape 804"/>
        <p:cNvGrpSpPr/>
        <p:nvPr/>
      </p:nvGrpSpPr>
      <p:grpSpPr>
        <a:xfrm>
          <a:off x="0" y="0"/>
          <a:ext cx="0" cy="0"/>
          <a:chOff x="0" y="0"/>
          <a:chExt cx="0" cy="0"/>
        </a:xfrm>
      </p:grpSpPr>
      <p:sp>
        <p:nvSpPr>
          <p:cNvPr id="805" name="Google Shape;805;g2d52878b4a1_2_3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06" name="Google Shape;806;g2d52878b4a1_2_3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1" name="Shape 811"/>
        <p:cNvGrpSpPr/>
        <p:nvPr/>
      </p:nvGrpSpPr>
      <p:grpSpPr>
        <a:xfrm>
          <a:off x="0" y="0"/>
          <a:ext cx="0" cy="0"/>
          <a:chOff x="0" y="0"/>
          <a:chExt cx="0" cy="0"/>
        </a:xfrm>
      </p:grpSpPr>
      <p:sp>
        <p:nvSpPr>
          <p:cNvPr id="812" name="Google Shape;812;g2d52878b4a1_2_3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13" name="Google Shape;813;g2d52878b4a1_2_3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7" name="Shape 817"/>
        <p:cNvGrpSpPr/>
        <p:nvPr/>
      </p:nvGrpSpPr>
      <p:grpSpPr>
        <a:xfrm>
          <a:off x="0" y="0"/>
          <a:ext cx="0" cy="0"/>
          <a:chOff x="0" y="0"/>
          <a:chExt cx="0" cy="0"/>
        </a:xfrm>
      </p:grpSpPr>
      <p:sp>
        <p:nvSpPr>
          <p:cNvPr id="818" name="Google Shape;818;g2d52878b4a1_2_3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19" name="Google Shape;819;g2d52878b4a1_2_3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3" name="Shape 823"/>
        <p:cNvGrpSpPr/>
        <p:nvPr/>
      </p:nvGrpSpPr>
      <p:grpSpPr>
        <a:xfrm>
          <a:off x="0" y="0"/>
          <a:ext cx="0" cy="0"/>
          <a:chOff x="0" y="0"/>
          <a:chExt cx="0" cy="0"/>
        </a:xfrm>
      </p:grpSpPr>
      <p:sp>
        <p:nvSpPr>
          <p:cNvPr id="824" name="Google Shape;824;g1f101420651_2_2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5" name="Google Shape;825;g1f101420651_2_26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9" name="Shape 9"/>
        <p:cNvGrpSpPr/>
        <p:nvPr/>
      </p:nvGrpSpPr>
      <p:grpSpPr>
        <a:xfrm>
          <a:off x="0" y="0"/>
          <a:ext cx="0" cy="0"/>
          <a:chOff x="0" y="0"/>
          <a:chExt cx="0" cy="0"/>
        </a:xfrm>
      </p:grpSpPr>
      <p:sp>
        <p:nvSpPr>
          <p:cNvPr id="10" name="Google Shape;10;g1f101420651_7_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 name="Google Shape;11;g1f101420651_7_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2" name="Google Shape;12;g1f101420651_7_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sp>
        <p:nvSpPr>
          <p:cNvPr id="14" name="Google Shape;14;g1f101420651_7_8"/>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5" name="Google Shape;15;g1f101420651_7_8"/>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6" name="Google Shape;16;g1f101420651_7_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g1f101420651_7_12"/>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9" name="Google Shape;19;g1f101420651_7_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g1f101420651_7_1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g1f101420651_7_15"/>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g1f101420651_7_15"/>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g1f101420651_7_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g1f101420651_7_2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g1f101420651_7_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g1f101420651_7_23"/>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g1f101420651_7_23"/>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g1f101420651_7_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g1f101420651_7_27"/>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g1f101420651_7_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g1f101420651_7_3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g1f101420651_7_30"/>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g1f101420651_7_30"/>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g1f101420651_7_30"/>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g1f101420651_7_3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g1f101420651_7_36"/>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g1f101420651_7_3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g1f101420651_7_39"/>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g1f101420651_7_39"/>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g1f101420651_7_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g1f101420651_7_4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4" name="Shape 54"/>
        <p:cNvGrpSpPr/>
        <p:nvPr/>
      </p:nvGrpSpPr>
      <p:grpSpPr>
        <a:xfrm>
          <a:off x="0" y="0"/>
          <a:ext cx="0" cy="0"/>
          <a:chOff x="0" y="0"/>
          <a:chExt cx="0" cy="0"/>
        </a:xfrm>
      </p:grpSpPr>
      <p:grpSp>
        <p:nvGrpSpPr>
          <p:cNvPr id="55" name="Google Shape;55;g1f101420651_2_4"/>
          <p:cNvGrpSpPr/>
          <p:nvPr/>
        </p:nvGrpSpPr>
        <p:grpSpPr>
          <a:xfrm>
            <a:off x="0" y="381001"/>
            <a:ext cx="1037850" cy="1016288"/>
            <a:chOff x="0" y="381001"/>
            <a:chExt cx="1037850" cy="1016288"/>
          </a:xfrm>
        </p:grpSpPr>
        <p:sp>
          <p:nvSpPr>
            <p:cNvPr id="56" name="Google Shape;56;g1f101420651_2_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 name="Google Shape;57;g1f101420651_2_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8" name="Google Shape;58;g1f101420651_2_4"/>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59" name="Google Shape;59;g1f101420651_2_4"/>
          <p:cNvSpPr txBox="1"/>
          <p:nvPr>
            <p:ph idx="1" type="body"/>
          </p:nvPr>
        </p:nvSpPr>
        <p:spPr>
          <a:xfrm>
            <a:off x="1297500" y="1567550"/>
            <a:ext cx="7038900" cy="29112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60" name="Google Shape;60;g1f101420651_2_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61" name="Shape 61"/>
        <p:cNvGrpSpPr/>
        <p:nvPr/>
      </p:nvGrpSpPr>
      <p:grpSpPr>
        <a:xfrm>
          <a:off x="0" y="0"/>
          <a:ext cx="0" cy="0"/>
          <a:chOff x="0" y="0"/>
          <a:chExt cx="0" cy="0"/>
        </a:xfrm>
      </p:grpSpPr>
      <p:sp>
        <p:nvSpPr>
          <p:cNvPr id="62" name="Google Shape;62;g1f101420651_2_21"/>
          <p:cNvSpPr txBox="1"/>
          <p:nvPr>
            <p:ph type="title"/>
          </p:nvPr>
        </p:nvSpPr>
        <p:spPr>
          <a:xfrm>
            <a:off x="802386" y="363474"/>
            <a:ext cx="7543800" cy="1206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SzPts val="1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3" name="Google Shape;63;g1f101420651_2_21"/>
          <p:cNvSpPr txBox="1"/>
          <p:nvPr>
            <p:ph idx="1" type="body"/>
          </p:nvPr>
        </p:nvSpPr>
        <p:spPr>
          <a:xfrm>
            <a:off x="802386" y="1591056"/>
            <a:ext cx="7543800" cy="3038100"/>
          </a:xfrm>
          <a:prstGeom prst="rect">
            <a:avLst/>
          </a:prstGeom>
          <a:noFill/>
          <a:ln>
            <a:noFill/>
          </a:ln>
        </p:spPr>
        <p:txBody>
          <a:bodyPr anchorCtr="0" anchor="t" bIns="45700" lIns="91425" spcFirstLastPara="1" rIns="91425" wrap="square" tIns="45700">
            <a:normAutofit/>
          </a:bodyPr>
          <a:lstStyle>
            <a:lvl1pPr indent="-325755" lvl="0" marL="457200" algn="l">
              <a:lnSpc>
                <a:spcPct val="90000"/>
              </a:lnSpc>
              <a:spcBef>
                <a:spcPts val="900"/>
              </a:spcBef>
              <a:spcAft>
                <a:spcPts val="0"/>
              </a:spcAft>
              <a:buSzPts val="1530"/>
              <a:buChar char="●"/>
              <a:defRPr/>
            </a:lvl1pPr>
            <a:lvl2pPr indent="-325755" lvl="1" marL="914400" algn="l">
              <a:lnSpc>
                <a:spcPct val="90000"/>
              </a:lnSpc>
              <a:spcBef>
                <a:spcPts val="1200"/>
              </a:spcBef>
              <a:spcAft>
                <a:spcPts val="0"/>
              </a:spcAft>
              <a:buSzPts val="1530"/>
              <a:buChar char="○"/>
              <a:defRPr/>
            </a:lvl2pPr>
            <a:lvl3pPr indent="-325755" lvl="2" marL="1371600" algn="l">
              <a:lnSpc>
                <a:spcPct val="90000"/>
              </a:lnSpc>
              <a:spcBef>
                <a:spcPts val="300"/>
              </a:spcBef>
              <a:spcAft>
                <a:spcPts val="0"/>
              </a:spcAft>
              <a:buSzPts val="1530"/>
              <a:buChar char="■"/>
              <a:defRPr/>
            </a:lvl3pPr>
            <a:lvl4pPr indent="-325755" lvl="3" marL="1828800" algn="l">
              <a:lnSpc>
                <a:spcPct val="90000"/>
              </a:lnSpc>
              <a:spcBef>
                <a:spcPts val="300"/>
              </a:spcBef>
              <a:spcAft>
                <a:spcPts val="0"/>
              </a:spcAft>
              <a:buSzPts val="1530"/>
              <a:buChar char="●"/>
              <a:defRPr/>
            </a:lvl4pPr>
            <a:lvl5pPr indent="-325754" lvl="4" marL="2286000" algn="l">
              <a:lnSpc>
                <a:spcPct val="90000"/>
              </a:lnSpc>
              <a:spcBef>
                <a:spcPts val="300"/>
              </a:spcBef>
              <a:spcAft>
                <a:spcPts val="0"/>
              </a:spcAft>
              <a:buSzPts val="1530"/>
              <a:buChar char="○"/>
              <a:defRPr/>
            </a:lvl5pPr>
            <a:lvl6pPr indent="-325754" lvl="5" marL="2743200" algn="l">
              <a:lnSpc>
                <a:spcPct val="90000"/>
              </a:lnSpc>
              <a:spcBef>
                <a:spcPts val="300"/>
              </a:spcBef>
              <a:spcAft>
                <a:spcPts val="0"/>
              </a:spcAft>
              <a:buSzPts val="1530"/>
              <a:buChar char="■"/>
              <a:defRPr/>
            </a:lvl6pPr>
            <a:lvl7pPr indent="-325754" lvl="6" marL="3200400" algn="l">
              <a:lnSpc>
                <a:spcPct val="90000"/>
              </a:lnSpc>
              <a:spcBef>
                <a:spcPts val="300"/>
              </a:spcBef>
              <a:spcAft>
                <a:spcPts val="0"/>
              </a:spcAft>
              <a:buSzPts val="1530"/>
              <a:buChar char="●"/>
              <a:defRPr/>
            </a:lvl7pPr>
            <a:lvl8pPr indent="-325754" lvl="7" marL="3657600" algn="l">
              <a:lnSpc>
                <a:spcPct val="90000"/>
              </a:lnSpc>
              <a:spcBef>
                <a:spcPts val="300"/>
              </a:spcBef>
              <a:spcAft>
                <a:spcPts val="0"/>
              </a:spcAft>
              <a:buSzPts val="1530"/>
              <a:buChar char="○"/>
              <a:defRPr/>
            </a:lvl8pPr>
            <a:lvl9pPr indent="-325754" lvl="8" marL="4114800" algn="l">
              <a:lnSpc>
                <a:spcPct val="90000"/>
              </a:lnSpc>
              <a:spcBef>
                <a:spcPts val="300"/>
              </a:spcBef>
              <a:spcAft>
                <a:spcPts val="150"/>
              </a:spcAft>
              <a:buSzPts val="1530"/>
              <a:buChar char="■"/>
              <a:defRPr/>
            </a:lvl9pPr>
          </a:lstStyle>
          <a:p/>
        </p:txBody>
      </p:sp>
      <p:sp>
        <p:nvSpPr>
          <p:cNvPr id="64" name="Google Shape;64;g1f101420651_2_21"/>
          <p:cNvSpPr txBox="1"/>
          <p:nvPr>
            <p:ph idx="10" type="dt"/>
          </p:nvPr>
        </p:nvSpPr>
        <p:spPr>
          <a:xfrm>
            <a:off x="5973318" y="4704588"/>
            <a:ext cx="2455200" cy="273900"/>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65" name="Google Shape;65;g1f101420651_2_21"/>
          <p:cNvSpPr txBox="1"/>
          <p:nvPr>
            <p:ph idx="11" type="ftr"/>
          </p:nvPr>
        </p:nvSpPr>
        <p:spPr>
          <a:xfrm>
            <a:off x="816102" y="4704588"/>
            <a:ext cx="4745700" cy="2739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66" name="Google Shape;66;g1f101420651_2_21"/>
          <p:cNvSpPr txBox="1"/>
          <p:nvPr>
            <p:ph idx="12" type="sldNum"/>
          </p:nvPr>
        </p:nvSpPr>
        <p:spPr>
          <a:xfrm>
            <a:off x="8483346" y="4704588"/>
            <a:ext cx="480000" cy="273900"/>
          </a:xfrm>
          <a:prstGeom prst="rect">
            <a:avLst/>
          </a:prstGeom>
          <a:noFill/>
          <a:ln>
            <a:noFill/>
          </a:ln>
        </p:spPr>
        <p:txBody>
          <a:bodyPr anchorCtr="0" anchor="ctr" bIns="45700" lIns="91425" spcFirstLastPara="1" rIns="91425" wrap="square" tIns="45700">
            <a:normAutofit/>
          </a:bodyPr>
          <a:lstStyle>
            <a:lvl1pPr indent="0" lvl="0" marL="0" marR="0" algn="r">
              <a:lnSpc>
                <a:spcPct val="100000"/>
              </a:lnSpc>
              <a:spcBef>
                <a:spcPts val="0"/>
              </a:spcBef>
              <a:spcAft>
                <a:spcPts val="0"/>
              </a:spcAft>
              <a:buClr>
                <a:srgbClr val="FFFFFF"/>
              </a:buClr>
              <a:buSzPts val="1000"/>
              <a:buFont typeface="Rockwel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FFFFFF"/>
              </a:buClr>
              <a:buSzPts val="1000"/>
              <a:buFont typeface="Rockwel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FFFFFF"/>
              </a:buClr>
              <a:buSzPts val="1000"/>
              <a:buFont typeface="Rockwel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FFFFFF"/>
              </a:buClr>
              <a:buSzPts val="1000"/>
              <a:buFont typeface="Rockwel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FFFFFF"/>
              </a:buClr>
              <a:buSzPts val="1000"/>
              <a:buFont typeface="Rockwel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FFFFFF"/>
              </a:buClr>
              <a:buSzPts val="1000"/>
              <a:buFont typeface="Rockwel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FFFFFF"/>
              </a:buClr>
              <a:buSzPts val="1000"/>
              <a:buFont typeface="Rockwel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FFFFFF"/>
              </a:buClr>
              <a:buSzPts val="1000"/>
              <a:buFont typeface="Rockwel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FFFFFF"/>
              </a:buClr>
              <a:buSzPts val="1000"/>
              <a:buFont typeface="Rockwel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7" name="Shape 67"/>
        <p:cNvGrpSpPr/>
        <p:nvPr/>
      </p:nvGrpSpPr>
      <p:grpSpPr>
        <a:xfrm>
          <a:off x="0" y="0"/>
          <a:ext cx="0" cy="0"/>
          <a:chOff x="0" y="0"/>
          <a:chExt cx="0" cy="0"/>
        </a:xfrm>
      </p:grpSpPr>
      <p:sp>
        <p:nvSpPr>
          <p:cNvPr id="68" name="Google Shape;68;g1f101420651_2_11"/>
          <p:cNvSpPr/>
          <p:nvPr/>
        </p:nvSpPr>
        <p:spPr>
          <a:xfrm rot="5400000">
            <a:off x="7500300" y="505"/>
            <a:ext cx="1643700" cy="1643700"/>
          </a:xfrm>
          <a:prstGeom prst="diagStripe">
            <a:avLst>
              <a:gd fmla="val 0" name="adj"/>
            </a:avLst>
          </a:prstGeom>
          <a:solidFill>
            <a:schemeClr val="lt1">
              <a:alpha val="156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9" name="Google Shape;69;g1f101420651_2_11"/>
          <p:cNvGrpSpPr/>
          <p:nvPr/>
        </p:nvGrpSpPr>
        <p:grpSpPr>
          <a:xfrm>
            <a:off x="0" y="490"/>
            <a:ext cx="5153705" cy="5134399"/>
            <a:chOff x="0" y="75"/>
            <a:chExt cx="5153705" cy="5152950"/>
          </a:xfrm>
        </p:grpSpPr>
        <p:sp>
          <p:nvSpPr>
            <p:cNvPr id="70" name="Google Shape;70;g1f101420651_2_11"/>
            <p:cNvSpPr/>
            <p:nvPr/>
          </p:nvSpPr>
          <p:spPr>
            <a:xfrm rot="-5400000">
              <a:off x="455" y="-225"/>
              <a:ext cx="5152800" cy="5153700"/>
            </a:xfrm>
            <a:prstGeom prst="diagStripe">
              <a:avLst>
                <a:gd fmla="val 50000" name="adj"/>
              </a:avLst>
            </a:prstGeom>
            <a:solidFill>
              <a:schemeClr val="lt1">
                <a:alpha val="156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 name="Google Shape;71;g1f101420651_2_11"/>
            <p:cNvSpPr/>
            <p:nvPr/>
          </p:nvSpPr>
          <p:spPr>
            <a:xfrm rot="-5400000">
              <a:off x="150" y="1145825"/>
              <a:ext cx="3996600" cy="3996900"/>
            </a:xfrm>
            <a:prstGeom prst="diagStripe">
              <a:avLst>
                <a:gd fmla="val 58774" name="adj"/>
              </a:avLst>
            </a:prstGeom>
            <a:solidFill>
              <a:schemeClr val="lt1">
                <a:alpha val="156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g1f101420651_2_11"/>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g1f101420651_2_11"/>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4" name="Google Shape;74;g1f101420651_2_11"/>
          <p:cNvSpPr txBox="1"/>
          <p:nvPr>
            <p:ph type="ctrTitle"/>
          </p:nvPr>
        </p:nvSpPr>
        <p:spPr>
          <a:xfrm>
            <a:off x="3537150" y="1578400"/>
            <a:ext cx="5017500" cy="15789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4000"/>
              <a:buNone/>
              <a:defRPr sz="4000"/>
            </a:lvl1pPr>
            <a:lvl2pPr lvl="1" algn="l">
              <a:lnSpc>
                <a:spcPct val="100000"/>
              </a:lnSpc>
              <a:spcBef>
                <a:spcPts val="0"/>
              </a:spcBef>
              <a:spcAft>
                <a:spcPts val="0"/>
              </a:spcAft>
              <a:buSzPts val="4000"/>
              <a:buNone/>
              <a:defRPr sz="4000"/>
            </a:lvl2pPr>
            <a:lvl3pPr lvl="2" algn="l">
              <a:lnSpc>
                <a:spcPct val="100000"/>
              </a:lnSpc>
              <a:spcBef>
                <a:spcPts val="0"/>
              </a:spcBef>
              <a:spcAft>
                <a:spcPts val="0"/>
              </a:spcAft>
              <a:buSzPts val="4000"/>
              <a:buNone/>
              <a:defRPr sz="4000"/>
            </a:lvl3pPr>
            <a:lvl4pPr lvl="3" algn="l">
              <a:lnSpc>
                <a:spcPct val="100000"/>
              </a:lnSpc>
              <a:spcBef>
                <a:spcPts val="0"/>
              </a:spcBef>
              <a:spcAft>
                <a:spcPts val="0"/>
              </a:spcAft>
              <a:buSzPts val="4000"/>
              <a:buNone/>
              <a:defRPr sz="4000"/>
            </a:lvl4pPr>
            <a:lvl5pPr lvl="4" algn="l">
              <a:lnSpc>
                <a:spcPct val="100000"/>
              </a:lnSpc>
              <a:spcBef>
                <a:spcPts val="0"/>
              </a:spcBef>
              <a:spcAft>
                <a:spcPts val="0"/>
              </a:spcAft>
              <a:buSzPts val="4000"/>
              <a:buNone/>
              <a:defRPr sz="4000"/>
            </a:lvl5pPr>
            <a:lvl6pPr lvl="5" algn="l">
              <a:lnSpc>
                <a:spcPct val="100000"/>
              </a:lnSpc>
              <a:spcBef>
                <a:spcPts val="0"/>
              </a:spcBef>
              <a:spcAft>
                <a:spcPts val="0"/>
              </a:spcAft>
              <a:buSzPts val="4000"/>
              <a:buNone/>
              <a:defRPr sz="4000"/>
            </a:lvl6pPr>
            <a:lvl7pPr lvl="6" algn="l">
              <a:lnSpc>
                <a:spcPct val="100000"/>
              </a:lnSpc>
              <a:spcBef>
                <a:spcPts val="0"/>
              </a:spcBef>
              <a:spcAft>
                <a:spcPts val="0"/>
              </a:spcAft>
              <a:buSzPts val="4000"/>
              <a:buNone/>
              <a:defRPr sz="4000"/>
            </a:lvl7pPr>
            <a:lvl8pPr lvl="7" algn="l">
              <a:lnSpc>
                <a:spcPct val="100000"/>
              </a:lnSpc>
              <a:spcBef>
                <a:spcPts val="0"/>
              </a:spcBef>
              <a:spcAft>
                <a:spcPts val="0"/>
              </a:spcAft>
              <a:buSzPts val="4000"/>
              <a:buNone/>
              <a:defRPr sz="4000"/>
            </a:lvl8pPr>
            <a:lvl9pPr lvl="8" algn="l">
              <a:lnSpc>
                <a:spcPct val="100000"/>
              </a:lnSpc>
              <a:spcBef>
                <a:spcPts val="0"/>
              </a:spcBef>
              <a:spcAft>
                <a:spcPts val="0"/>
              </a:spcAft>
              <a:buSzPts val="4000"/>
              <a:buNone/>
              <a:defRPr sz="4000"/>
            </a:lvl9pPr>
          </a:lstStyle>
          <a:p/>
        </p:txBody>
      </p:sp>
      <p:sp>
        <p:nvSpPr>
          <p:cNvPr id="75" name="Google Shape;75;g1f101420651_2_11"/>
          <p:cNvSpPr txBox="1"/>
          <p:nvPr>
            <p:ph idx="1" type="subTitle"/>
          </p:nvPr>
        </p:nvSpPr>
        <p:spPr>
          <a:xfrm>
            <a:off x="5083950" y="3924925"/>
            <a:ext cx="3470700" cy="506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300"/>
              <a:buNone/>
              <a:defRPr/>
            </a:lvl1pPr>
            <a:lvl2pPr lvl="1" algn="l">
              <a:lnSpc>
                <a:spcPct val="100000"/>
              </a:lnSpc>
              <a:spcBef>
                <a:spcPts val="0"/>
              </a:spcBef>
              <a:spcAft>
                <a:spcPts val="0"/>
              </a:spcAft>
              <a:buSzPts val="1300"/>
              <a:buNone/>
              <a:defRPr sz="1300"/>
            </a:lvl2pPr>
            <a:lvl3pPr lvl="2" algn="l">
              <a:lnSpc>
                <a:spcPct val="100000"/>
              </a:lnSpc>
              <a:spcBef>
                <a:spcPts val="0"/>
              </a:spcBef>
              <a:spcAft>
                <a:spcPts val="0"/>
              </a:spcAft>
              <a:buSzPts val="1300"/>
              <a:buNone/>
              <a:defRPr sz="1300"/>
            </a:lvl3pPr>
            <a:lvl4pPr lvl="3" algn="l">
              <a:lnSpc>
                <a:spcPct val="100000"/>
              </a:lnSpc>
              <a:spcBef>
                <a:spcPts val="0"/>
              </a:spcBef>
              <a:spcAft>
                <a:spcPts val="0"/>
              </a:spcAft>
              <a:buSzPts val="1300"/>
              <a:buNone/>
              <a:defRPr sz="1300"/>
            </a:lvl4pPr>
            <a:lvl5pPr lvl="4" algn="l">
              <a:lnSpc>
                <a:spcPct val="100000"/>
              </a:lnSpc>
              <a:spcBef>
                <a:spcPts val="0"/>
              </a:spcBef>
              <a:spcAft>
                <a:spcPts val="0"/>
              </a:spcAft>
              <a:buSzPts val="1300"/>
              <a:buNone/>
              <a:defRPr sz="1300"/>
            </a:lvl5pPr>
            <a:lvl6pPr lvl="5" algn="l">
              <a:lnSpc>
                <a:spcPct val="100000"/>
              </a:lnSpc>
              <a:spcBef>
                <a:spcPts val="0"/>
              </a:spcBef>
              <a:spcAft>
                <a:spcPts val="0"/>
              </a:spcAft>
              <a:buSzPts val="1300"/>
              <a:buNone/>
              <a:defRPr sz="1300"/>
            </a:lvl6pPr>
            <a:lvl7pPr lvl="6" algn="l">
              <a:lnSpc>
                <a:spcPct val="100000"/>
              </a:lnSpc>
              <a:spcBef>
                <a:spcPts val="0"/>
              </a:spcBef>
              <a:spcAft>
                <a:spcPts val="0"/>
              </a:spcAft>
              <a:buSzPts val="1300"/>
              <a:buNone/>
              <a:defRPr sz="1300"/>
            </a:lvl7pPr>
            <a:lvl8pPr lvl="7" algn="l">
              <a:lnSpc>
                <a:spcPct val="100000"/>
              </a:lnSpc>
              <a:spcBef>
                <a:spcPts val="0"/>
              </a:spcBef>
              <a:spcAft>
                <a:spcPts val="0"/>
              </a:spcAft>
              <a:buSzPts val="1300"/>
              <a:buNone/>
              <a:defRPr sz="1300"/>
            </a:lvl8pPr>
            <a:lvl9pPr lvl="8" algn="l">
              <a:lnSpc>
                <a:spcPct val="100000"/>
              </a:lnSpc>
              <a:spcBef>
                <a:spcPts val="0"/>
              </a:spcBef>
              <a:spcAft>
                <a:spcPts val="0"/>
              </a:spcAft>
              <a:buSzPts val="1300"/>
              <a:buNone/>
              <a:defRPr sz="1300"/>
            </a:lvl9pPr>
          </a:lstStyle>
          <a:p/>
        </p:txBody>
      </p:sp>
      <p:sp>
        <p:nvSpPr>
          <p:cNvPr id="76" name="Google Shape;76;g1f101420651_2_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7" name="Shape 77"/>
        <p:cNvGrpSpPr/>
        <p:nvPr/>
      </p:nvGrpSpPr>
      <p:grpSpPr>
        <a:xfrm>
          <a:off x="0" y="0"/>
          <a:ext cx="0" cy="0"/>
          <a:chOff x="0" y="0"/>
          <a:chExt cx="0" cy="0"/>
        </a:xfrm>
      </p:grpSpPr>
      <p:grpSp>
        <p:nvGrpSpPr>
          <p:cNvPr id="78" name="Google Shape;78;g1f101420651_2_27"/>
          <p:cNvGrpSpPr/>
          <p:nvPr/>
        </p:nvGrpSpPr>
        <p:grpSpPr>
          <a:xfrm>
            <a:off x="4406400" y="0"/>
            <a:ext cx="4737600" cy="5143065"/>
            <a:chOff x="4406400" y="0"/>
            <a:chExt cx="4737600" cy="5143065"/>
          </a:xfrm>
        </p:grpSpPr>
        <p:sp>
          <p:nvSpPr>
            <p:cNvPr id="79" name="Google Shape;79;g1f101420651_2_27"/>
            <p:cNvSpPr/>
            <p:nvPr/>
          </p:nvSpPr>
          <p:spPr>
            <a:xfrm rot="5400000">
              <a:off x="4408200" y="-1800"/>
              <a:ext cx="4734000" cy="4737600"/>
            </a:xfrm>
            <a:prstGeom prst="diagStripe">
              <a:avLst>
                <a:gd fmla="val 49469" name="adj"/>
              </a:avLst>
            </a:prstGeom>
            <a:solidFill>
              <a:schemeClr val="lt1">
                <a:alpha val="196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 name="Google Shape;80;g1f101420651_2_27"/>
            <p:cNvSpPr/>
            <p:nvPr/>
          </p:nvSpPr>
          <p:spPr>
            <a:xfrm rot="5400000">
              <a:off x="4841125" y="5700"/>
              <a:ext cx="4298100" cy="4286700"/>
            </a:xfrm>
            <a:prstGeom prst="diagStripe">
              <a:avLst>
                <a:gd fmla="val 0" name="adj"/>
              </a:avLst>
            </a:prstGeom>
            <a:solidFill>
              <a:schemeClr val="lt1">
                <a:alpha val="196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 name="Google Shape;81;g1f101420651_2_27"/>
            <p:cNvSpPr/>
            <p:nvPr/>
          </p:nvSpPr>
          <p:spPr>
            <a:xfrm rot="-5400000">
              <a:off x="5618399" y="1236468"/>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g1f101420651_2_27"/>
            <p:cNvSpPr/>
            <p:nvPr/>
          </p:nvSpPr>
          <p:spPr>
            <a:xfrm flipH="1">
              <a:off x="5849857" y="1443956"/>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g1f101420651_2_27"/>
            <p:cNvSpPr/>
            <p:nvPr/>
          </p:nvSpPr>
          <p:spPr>
            <a:xfrm rot="-5400000">
              <a:off x="5987081" y="2469465"/>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g1f101420651_2_27"/>
            <p:cNvSpPr/>
            <p:nvPr/>
          </p:nvSpPr>
          <p:spPr>
            <a:xfrm flipH="1">
              <a:off x="6222115" y="2676953"/>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g1f101420651_2_27"/>
            <p:cNvSpPr/>
            <p:nvPr/>
          </p:nvSpPr>
          <p:spPr>
            <a:xfrm rot="-5400000">
              <a:off x="6675341" y="1862018"/>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g1f101420651_2_27"/>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g1f101420651_2_27"/>
            <p:cNvSpPr/>
            <p:nvPr/>
          </p:nvSpPr>
          <p:spPr>
            <a:xfrm rot="-5400000">
              <a:off x="6861141" y="2477810"/>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g1f101420651_2_27"/>
            <p:cNvSpPr/>
            <p:nvPr/>
          </p:nvSpPr>
          <p:spPr>
            <a:xfrm flipH="1">
              <a:off x="7965266" y="2692963"/>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 name="Google Shape;89;g1f101420651_2_27"/>
            <p:cNvSpPr/>
            <p:nvPr/>
          </p:nvSpPr>
          <p:spPr>
            <a:xfrm flipH="1">
              <a:off x="8145082" y="3308755"/>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g1f101420651_2_27"/>
            <p:cNvSpPr/>
            <p:nvPr/>
          </p:nvSpPr>
          <p:spPr>
            <a:xfrm rot="-5400000">
              <a:off x="7047599" y="3095015"/>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 name="Google Shape;91;g1f101420651_2_27"/>
            <p:cNvSpPr/>
            <p:nvPr/>
          </p:nvSpPr>
          <p:spPr>
            <a:xfrm flipH="1">
              <a:off x="7276649" y="3302502"/>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 name="Google Shape;92;g1f101420651_2_27"/>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 name="Google Shape;93;g1f101420651_2_27"/>
            <p:cNvSpPr/>
            <p:nvPr/>
          </p:nvSpPr>
          <p:spPr>
            <a:xfrm flipH="1">
              <a:off x="7462448" y="3918294"/>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 name="Google Shape;94;g1f101420651_2_27"/>
            <p:cNvSpPr/>
            <p:nvPr/>
          </p:nvSpPr>
          <p:spPr>
            <a:xfrm rot="-5400000">
              <a:off x="8102491" y="3718473"/>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 name="Google Shape;95;g1f101420651_2_27"/>
            <p:cNvSpPr/>
            <p:nvPr/>
          </p:nvSpPr>
          <p:spPr>
            <a:xfrm flipH="1">
              <a:off x="8334533" y="3925960"/>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 name="Google Shape;96;g1f101420651_2_27"/>
            <p:cNvSpPr/>
            <p:nvPr/>
          </p:nvSpPr>
          <p:spPr>
            <a:xfrm rot="-5400000">
              <a:off x="8288290" y="4334265"/>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7" name="Google Shape;97;g1f101420651_2_27"/>
          <p:cNvSpPr txBox="1"/>
          <p:nvPr>
            <p:ph type="title"/>
          </p:nvPr>
        </p:nvSpPr>
        <p:spPr>
          <a:xfrm>
            <a:off x="823850" y="2053000"/>
            <a:ext cx="4587000" cy="11487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98" name="Google Shape;98;g1f101420651_2_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9" name="Shape 99"/>
        <p:cNvGrpSpPr/>
        <p:nvPr/>
      </p:nvGrpSpPr>
      <p:grpSpPr>
        <a:xfrm>
          <a:off x="0" y="0"/>
          <a:ext cx="0" cy="0"/>
          <a:chOff x="0" y="0"/>
          <a:chExt cx="0" cy="0"/>
        </a:xfrm>
      </p:grpSpPr>
      <p:grpSp>
        <p:nvGrpSpPr>
          <p:cNvPr id="100" name="Google Shape;100;g1f101420651_2_49"/>
          <p:cNvGrpSpPr/>
          <p:nvPr/>
        </p:nvGrpSpPr>
        <p:grpSpPr>
          <a:xfrm>
            <a:off x="0" y="381001"/>
            <a:ext cx="1037850" cy="1016288"/>
            <a:chOff x="0" y="381001"/>
            <a:chExt cx="1037850" cy="1016288"/>
          </a:xfrm>
        </p:grpSpPr>
        <p:sp>
          <p:nvSpPr>
            <p:cNvPr id="101" name="Google Shape;101;g1f101420651_2_4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 name="Google Shape;102;g1f101420651_2_4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03" name="Google Shape;103;g1f101420651_2_49"/>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104" name="Google Shape;104;g1f101420651_2_49"/>
          <p:cNvSpPr txBox="1"/>
          <p:nvPr>
            <p:ph idx="1" type="body"/>
          </p:nvPr>
        </p:nvSpPr>
        <p:spPr>
          <a:xfrm>
            <a:off x="1297500" y="1567550"/>
            <a:ext cx="3403200" cy="29112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105" name="Google Shape;105;g1f101420651_2_49"/>
          <p:cNvSpPr txBox="1"/>
          <p:nvPr>
            <p:ph idx="2" type="body"/>
          </p:nvPr>
        </p:nvSpPr>
        <p:spPr>
          <a:xfrm>
            <a:off x="4933221" y="1567550"/>
            <a:ext cx="3403200" cy="29112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106" name="Google Shape;106;g1f101420651_2_4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7" name="Shape 107"/>
        <p:cNvGrpSpPr/>
        <p:nvPr/>
      </p:nvGrpSpPr>
      <p:grpSpPr>
        <a:xfrm>
          <a:off x="0" y="0"/>
          <a:ext cx="0" cy="0"/>
          <a:chOff x="0" y="0"/>
          <a:chExt cx="0" cy="0"/>
        </a:xfrm>
      </p:grpSpPr>
      <p:grpSp>
        <p:nvGrpSpPr>
          <p:cNvPr id="108" name="Google Shape;108;g1f101420651_2_57"/>
          <p:cNvGrpSpPr/>
          <p:nvPr/>
        </p:nvGrpSpPr>
        <p:grpSpPr>
          <a:xfrm>
            <a:off x="0" y="381001"/>
            <a:ext cx="1037850" cy="1016288"/>
            <a:chOff x="0" y="381001"/>
            <a:chExt cx="1037850" cy="1016288"/>
          </a:xfrm>
        </p:grpSpPr>
        <p:sp>
          <p:nvSpPr>
            <p:cNvPr id="109" name="Google Shape;109;g1f101420651_2_5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g1f101420651_2_5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11" name="Google Shape;111;g1f101420651_2_57"/>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112" name="Google Shape;112;g1f101420651_2_5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13" name="Shape 113"/>
        <p:cNvGrpSpPr/>
        <p:nvPr/>
      </p:nvGrpSpPr>
      <p:grpSpPr>
        <a:xfrm>
          <a:off x="0" y="0"/>
          <a:ext cx="0" cy="0"/>
          <a:chOff x="0" y="0"/>
          <a:chExt cx="0" cy="0"/>
        </a:xfrm>
      </p:grpSpPr>
      <p:grpSp>
        <p:nvGrpSpPr>
          <p:cNvPr id="114" name="Google Shape;114;g1f101420651_2_63"/>
          <p:cNvGrpSpPr/>
          <p:nvPr/>
        </p:nvGrpSpPr>
        <p:grpSpPr>
          <a:xfrm>
            <a:off x="0" y="381001"/>
            <a:ext cx="1037850" cy="1016288"/>
            <a:chOff x="0" y="381001"/>
            <a:chExt cx="1037850" cy="1016288"/>
          </a:xfrm>
        </p:grpSpPr>
        <p:sp>
          <p:nvSpPr>
            <p:cNvPr id="115" name="Google Shape;115;g1f101420651_2_63"/>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g1f101420651_2_63"/>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17" name="Google Shape;117;g1f101420651_2_63"/>
          <p:cNvSpPr txBox="1"/>
          <p:nvPr>
            <p:ph type="title"/>
          </p:nvPr>
        </p:nvSpPr>
        <p:spPr>
          <a:xfrm>
            <a:off x="1297500" y="393750"/>
            <a:ext cx="3798900" cy="1493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118" name="Google Shape;118;g1f101420651_2_63"/>
          <p:cNvSpPr txBox="1"/>
          <p:nvPr>
            <p:ph idx="1" type="body"/>
          </p:nvPr>
        </p:nvSpPr>
        <p:spPr>
          <a:xfrm>
            <a:off x="1297500" y="1972550"/>
            <a:ext cx="3798900" cy="24159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119" name="Google Shape;119;g1f101420651_2_6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20" name="Shape 120"/>
        <p:cNvGrpSpPr/>
        <p:nvPr/>
      </p:nvGrpSpPr>
      <p:grpSpPr>
        <a:xfrm>
          <a:off x="0" y="0"/>
          <a:ext cx="0" cy="0"/>
          <a:chOff x="0" y="0"/>
          <a:chExt cx="0" cy="0"/>
        </a:xfrm>
      </p:grpSpPr>
      <p:grpSp>
        <p:nvGrpSpPr>
          <p:cNvPr id="121" name="Google Shape;121;g1f101420651_2_70"/>
          <p:cNvGrpSpPr/>
          <p:nvPr/>
        </p:nvGrpSpPr>
        <p:grpSpPr>
          <a:xfrm>
            <a:off x="4406400" y="0"/>
            <a:ext cx="4737600" cy="5143500"/>
            <a:chOff x="4406400" y="0"/>
            <a:chExt cx="4737600" cy="5143500"/>
          </a:xfrm>
        </p:grpSpPr>
        <p:sp>
          <p:nvSpPr>
            <p:cNvPr id="122" name="Google Shape;122;g1f101420651_2_70"/>
            <p:cNvSpPr/>
            <p:nvPr/>
          </p:nvSpPr>
          <p:spPr>
            <a:xfrm rot="5400000">
              <a:off x="4407900" y="-1500"/>
              <a:ext cx="4734600" cy="4737600"/>
            </a:xfrm>
            <a:prstGeom prst="diagStripe">
              <a:avLst>
                <a:gd fmla="val 49469" name="adj"/>
              </a:avLst>
            </a:prstGeom>
            <a:solidFill>
              <a:schemeClr val="lt1">
                <a:alpha val="196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 name="Google Shape;123;g1f101420651_2_70"/>
            <p:cNvSpPr/>
            <p:nvPr/>
          </p:nvSpPr>
          <p:spPr>
            <a:xfrm rot="5400000">
              <a:off x="4840825" y="6000"/>
              <a:ext cx="4298700" cy="4286700"/>
            </a:xfrm>
            <a:prstGeom prst="diagStripe">
              <a:avLst>
                <a:gd fmla="val 0" name="adj"/>
              </a:avLst>
            </a:prstGeom>
            <a:solidFill>
              <a:schemeClr val="lt1">
                <a:alpha val="196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g1f101420651_2_70"/>
            <p:cNvSpPr/>
            <p:nvPr/>
          </p:nvSpPr>
          <p:spPr>
            <a:xfrm rot="-5400000">
              <a:off x="5618399" y="1236641"/>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 name="Google Shape;125;g1f101420651_2_70"/>
            <p:cNvSpPr/>
            <p:nvPr/>
          </p:nvSpPr>
          <p:spPr>
            <a:xfrm flipH="1">
              <a:off x="5849857" y="1444078"/>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 name="Google Shape;126;g1f101420651_2_70"/>
            <p:cNvSpPr/>
            <p:nvPr/>
          </p:nvSpPr>
          <p:spPr>
            <a:xfrm rot="-5400000">
              <a:off x="5987081" y="2469743"/>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 name="Google Shape;127;g1f101420651_2_70"/>
            <p:cNvSpPr/>
            <p:nvPr/>
          </p:nvSpPr>
          <p:spPr>
            <a:xfrm flipH="1">
              <a:off x="6222115" y="2677179"/>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g1f101420651_2_70"/>
            <p:cNvSpPr/>
            <p:nvPr/>
          </p:nvSpPr>
          <p:spPr>
            <a:xfrm rot="-5400000">
              <a:off x="6675341" y="1862244"/>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g1f101420651_2_70"/>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 name="Google Shape;130;g1f101420651_2_70"/>
            <p:cNvSpPr/>
            <p:nvPr/>
          </p:nvSpPr>
          <p:spPr>
            <a:xfrm rot="-5400000">
              <a:off x="6861141" y="2478088"/>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 name="Google Shape;131;g1f101420651_2_70"/>
            <p:cNvSpPr/>
            <p:nvPr/>
          </p:nvSpPr>
          <p:spPr>
            <a:xfrm flipH="1">
              <a:off x="7965266" y="2693191"/>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 name="Google Shape;132;g1f101420651_2_70"/>
            <p:cNvSpPr/>
            <p:nvPr/>
          </p:nvSpPr>
          <p:spPr>
            <a:xfrm flipH="1">
              <a:off x="8145082" y="3309036"/>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 name="Google Shape;133;g1f101420651_2_70"/>
            <p:cNvSpPr/>
            <p:nvPr/>
          </p:nvSpPr>
          <p:spPr>
            <a:xfrm rot="-5400000">
              <a:off x="7047599" y="3095345"/>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 name="Google Shape;134;g1f101420651_2_70"/>
            <p:cNvSpPr/>
            <p:nvPr/>
          </p:nvSpPr>
          <p:spPr>
            <a:xfrm flipH="1">
              <a:off x="7276649" y="3302781"/>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 name="Google Shape;135;g1f101420651_2_70"/>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g1f101420651_2_70"/>
            <p:cNvSpPr/>
            <p:nvPr/>
          </p:nvSpPr>
          <p:spPr>
            <a:xfrm flipH="1">
              <a:off x="7462448" y="3918625"/>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 name="Google Shape;137;g1f101420651_2_70"/>
            <p:cNvSpPr/>
            <p:nvPr/>
          </p:nvSpPr>
          <p:spPr>
            <a:xfrm rot="-5400000">
              <a:off x="8102491" y="3718856"/>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 name="Google Shape;138;g1f101420651_2_70"/>
            <p:cNvSpPr/>
            <p:nvPr/>
          </p:nvSpPr>
          <p:spPr>
            <a:xfrm flipH="1">
              <a:off x="8334533" y="3926292"/>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 name="Google Shape;139;g1f101420651_2_70"/>
            <p:cNvSpPr/>
            <p:nvPr/>
          </p:nvSpPr>
          <p:spPr>
            <a:xfrm rot="-5400000">
              <a:off x="8288290" y="4334700"/>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40" name="Google Shape;140;g1f101420651_2_70"/>
          <p:cNvSpPr txBox="1"/>
          <p:nvPr>
            <p:ph type="title"/>
          </p:nvPr>
        </p:nvSpPr>
        <p:spPr>
          <a:xfrm>
            <a:off x="823850" y="866775"/>
            <a:ext cx="4587000" cy="35211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41" name="Google Shape;141;g1f101420651_2_7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42" name="Shape 142"/>
        <p:cNvGrpSpPr/>
        <p:nvPr/>
      </p:nvGrpSpPr>
      <p:grpSpPr>
        <a:xfrm>
          <a:off x="0" y="0"/>
          <a:ext cx="0" cy="0"/>
          <a:chOff x="0" y="0"/>
          <a:chExt cx="0" cy="0"/>
        </a:xfrm>
      </p:grpSpPr>
      <p:grpSp>
        <p:nvGrpSpPr>
          <p:cNvPr id="143" name="Google Shape;143;g1f101420651_2_92"/>
          <p:cNvGrpSpPr/>
          <p:nvPr/>
        </p:nvGrpSpPr>
        <p:grpSpPr>
          <a:xfrm>
            <a:off x="0" y="381001"/>
            <a:ext cx="1037850" cy="1016288"/>
            <a:chOff x="0" y="381001"/>
            <a:chExt cx="1037850" cy="1016288"/>
          </a:xfrm>
        </p:grpSpPr>
        <p:sp>
          <p:nvSpPr>
            <p:cNvPr id="144" name="Google Shape;144;g1f101420651_2_92"/>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 name="Google Shape;145;g1f101420651_2_92"/>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46" name="Google Shape;146;g1f101420651_2_92"/>
          <p:cNvSpPr txBox="1"/>
          <p:nvPr>
            <p:ph type="title"/>
          </p:nvPr>
        </p:nvSpPr>
        <p:spPr>
          <a:xfrm>
            <a:off x="1297500" y="1658325"/>
            <a:ext cx="3036300" cy="1751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147" name="Google Shape;147;g1f101420651_2_92"/>
          <p:cNvSpPr txBox="1"/>
          <p:nvPr>
            <p:ph idx="1" type="subTitle"/>
          </p:nvPr>
        </p:nvSpPr>
        <p:spPr>
          <a:xfrm>
            <a:off x="1297500" y="3538000"/>
            <a:ext cx="3036300" cy="506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300"/>
              <a:buNone/>
              <a:defRPr/>
            </a:lvl1pPr>
            <a:lvl2pPr lvl="1" algn="l">
              <a:lnSpc>
                <a:spcPct val="100000"/>
              </a:lnSpc>
              <a:spcBef>
                <a:spcPts val="0"/>
              </a:spcBef>
              <a:spcAft>
                <a:spcPts val="0"/>
              </a:spcAft>
              <a:buSzPts val="1300"/>
              <a:buNone/>
              <a:defRPr sz="1300"/>
            </a:lvl2pPr>
            <a:lvl3pPr lvl="2" algn="l">
              <a:lnSpc>
                <a:spcPct val="100000"/>
              </a:lnSpc>
              <a:spcBef>
                <a:spcPts val="0"/>
              </a:spcBef>
              <a:spcAft>
                <a:spcPts val="0"/>
              </a:spcAft>
              <a:buSzPts val="1300"/>
              <a:buNone/>
              <a:defRPr sz="1300"/>
            </a:lvl3pPr>
            <a:lvl4pPr lvl="3" algn="l">
              <a:lnSpc>
                <a:spcPct val="100000"/>
              </a:lnSpc>
              <a:spcBef>
                <a:spcPts val="0"/>
              </a:spcBef>
              <a:spcAft>
                <a:spcPts val="0"/>
              </a:spcAft>
              <a:buSzPts val="1300"/>
              <a:buNone/>
              <a:defRPr sz="1300"/>
            </a:lvl4pPr>
            <a:lvl5pPr lvl="4" algn="l">
              <a:lnSpc>
                <a:spcPct val="100000"/>
              </a:lnSpc>
              <a:spcBef>
                <a:spcPts val="0"/>
              </a:spcBef>
              <a:spcAft>
                <a:spcPts val="0"/>
              </a:spcAft>
              <a:buSzPts val="1300"/>
              <a:buNone/>
              <a:defRPr sz="1300"/>
            </a:lvl5pPr>
            <a:lvl6pPr lvl="5" algn="l">
              <a:lnSpc>
                <a:spcPct val="100000"/>
              </a:lnSpc>
              <a:spcBef>
                <a:spcPts val="0"/>
              </a:spcBef>
              <a:spcAft>
                <a:spcPts val="0"/>
              </a:spcAft>
              <a:buSzPts val="1300"/>
              <a:buNone/>
              <a:defRPr sz="1300"/>
            </a:lvl6pPr>
            <a:lvl7pPr lvl="6" algn="l">
              <a:lnSpc>
                <a:spcPct val="100000"/>
              </a:lnSpc>
              <a:spcBef>
                <a:spcPts val="0"/>
              </a:spcBef>
              <a:spcAft>
                <a:spcPts val="0"/>
              </a:spcAft>
              <a:buSzPts val="1300"/>
              <a:buNone/>
              <a:defRPr sz="1300"/>
            </a:lvl7pPr>
            <a:lvl8pPr lvl="7" algn="l">
              <a:lnSpc>
                <a:spcPct val="100000"/>
              </a:lnSpc>
              <a:spcBef>
                <a:spcPts val="0"/>
              </a:spcBef>
              <a:spcAft>
                <a:spcPts val="0"/>
              </a:spcAft>
              <a:buSzPts val="1300"/>
              <a:buNone/>
              <a:defRPr sz="1300"/>
            </a:lvl8pPr>
            <a:lvl9pPr lvl="8" algn="l">
              <a:lnSpc>
                <a:spcPct val="100000"/>
              </a:lnSpc>
              <a:spcBef>
                <a:spcPts val="0"/>
              </a:spcBef>
              <a:spcAft>
                <a:spcPts val="0"/>
              </a:spcAft>
              <a:buSzPts val="1300"/>
              <a:buNone/>
              <a:defRPr sz="1300"/>
            </a:lvl9pPr>
          </a:lstStyle>
          <a:p/>
        </p:txBody>
      </p:sp>
      <p:sp>
        <p:nvSpPr>
          <p:cNvPr id="148" name="Google Shape;148;g1f101420651_2_92"/>
          <p:cNvSpPr txBox="1"/>
          <p:nvPr>
            <p:ph idx="2" type="body"/>
          </p:nvPr>
        </p:nvSpPr>
        <p:spPr>
          <a:xfrm>
            <a:off x="4648200" y="1696600"/>
            <a:ext cx="3676800" cy="23475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149" name="Google Shape;149;g1f101420651_2_9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50" name="Shape 150"/>
        <p:cNvGrpSpPr/>
        <p:nvPr/>
      </p:nvGrpSpPr>
      <p:grpSpPr>
        <a:xfrm>
          <a:off x="0" y="0"/>
          <a:ext cx="0" cy="0"/>
          <a:chOff x="0" y="0"/>
          <a:chExt cx="0" cy="0"/>
        </a:xfrm>
      </p:grpSpPr>
      <p:grpSp>
        <p:nvGrpSpPr>
          <p:cNvPr id="151" name="Google Shape;151;g1f101420651_2_100"/>
          <p:cNvGrpSpPr/>
          <p:nvPr/>
        </p:nvGrpSpPr>
        <p:grpSpPr>
          <a:xfrm>
            <a:off x="0" y="4128572"/>
            <a:ext cx="698925" cy="684657"/>
            <a:chOff x="0" y="3785672"/>
            <a:chExt cx="698925" cy="684657"/>
          </a:xfrm>
        </p:grpSpPr>
        <p:sp>
          <p:nvSpPr>
            <p:cNvPr id="152" name="Google Shape;152;g1f101420651_2_100"/>
            <p:cNvSpPr/>
            <p:nvPr/>
          </p:nvSpPr>
          <p:spPr>
            <a:xfrm rot="-5400000">
              <a:off x="0" y="3785672"/>
              <a:ext cx="544800" cy="544800"/>
            </a:xfrm>
            <a:prstGeom prst="diagStripe">
              <a:avLst>
                <a:gd fmla="val 50000" name="adj"/>
              </a:avLst>
            </a:prstGeom>
            <a:solidFill>
              <a:schemeClr val="lt1">
                <a:alpha val="8235"/>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g1f101420651_2_100"/>
            <p:cNvSpPr/>
            <p:nvPr/>
          </p:nvSpPr>
          <p:spPr>
            <a:xfrm flipH="1">
              <a:off x="154125" y="3925529"/>
              <a:ext cx="544800" cy="544800"/>
            </a:xfrm>
            <a:prstGeom prst="diagStripe">
              <a:avLst>
                <a:gd fmla="val 50000" name="adj"/>
              </a:avLst>
            </a:prstGeom>
            <a:solidFill>
              <a:schemeClr val="lt1">
                <a:alpha val="8235"/>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54" name="Google Shape;154;g1f101420651_2_100"/>
          <p:cNvSpPr txBox="1"/>
          <p:nvPr>
            <p:ph idx="1" type="body"/>
          </p:nvPr>
        </p:nvSpPr>
        <p:spPr>
          <a:xfrm>
            <a:off x="812725" y="4305375"/>
            <a:ext cx="6936000" cy="5238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300"/>
              <a:buNone/>
              <a:defRPr/>
            </a:lvl1pPr>
          </a:lstStyle>
          <a:p/>
        </p:txBody>
      </p:sp>
      <p:sp>
        <p:nvSpPr>
          <p:cNvPr id="155" name="Google Shape;155;g1f101420651_2_10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56" name="Shape 156"/>
        <p:cNvGrpSpPr/>
        <p:nvPr/>
      </p:nvGrpSpPr>
      <p:grpSpPr>
        <a:xfrm>
          <a:off x="0" y="0"/>
          <a:ext cx="0" cy="0"/>
          <a:chOff x="0" y="0"/>
          <a:chExt cx="0" cy="0"/>
        </a:xfrm>
      </p:grpSpPr>
      <p:grpSp>
        <p:nvGrpSpPr>
          <p:cNvPr id="157" name="Google Shape;157;g1f101420651_2_106"/>
          <p:cNvGrpSpPr/>
          <p:nvPr/>
        </p:nvGrpSpPr>
        <p:grpSpPr>
          <a:xfrm>
            <a:off x="4406400" y="0"/>
            <a:ext cx="4737600" cy="5143065"/>
            <a:chOff x="4406400" y="0"/>
            <a:chExt cx="4737600" cy="5143065"/>
          </a:xfrm>
        </p:grpSpPr>
        <p:sp>
          <p:nvSpPr>
            <p:cNvPr id="158" name="Google Shape;158;g1f101420651_2_106"/>
            <p:cNvSpPr/>
            <p:nvPr/>
          </p:nvSpPr>
          <p:spPr>
            <a:xfrm rot="5400000">
              <a:off x="4408200" y="-1800"/>
              <a:ext cx="4734000" cy="4737600"/>
            </a:xfrm>
            <a:prstGeom prst="diagStripe">
              <a:avLst>
                <a:gd fmla="val 49469" name="adj"/>
              </a:avLst>
            </a:prstGeom>
            <a:solidFill>
              <a:schemeClr val="lt1">
                <a:alpha val="196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 name="Google Shape;159;g1f101420651_2_106"/>
            <p:cNvSpPr/>
            <p:nvPr/>
          </p:nvSpPr>
          <p:spPr>
            <a:xfrm rot="5400000">
              <a:off x="4841125" y="5700"/>
              <a:ext cx="4298100" cy="4286700"/>
            </a:xfrm>
            <a:prstGeom prst="diagStripe">
              <a:avLst>
                <a:gd fmla="val 0" name="adj"/>
              </a:avLst>
            </a:prstGeom>
            <a:solidFill>
              <a:schemeClr val="lt1">
                <a:alpha val="196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 name="Google Shape;160;g1f101420651_2_106"/>
            <p:cNvSpPr/>
            <p:nvPr/>
          </p:nvSpPr>
          <p:spPr>
            <a:xfrm rot="-5400000">
              <a:off x="5618399" y="1236468"/>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 name="Google Shape;161;g1f101420651_2_106"/>
            <p:cNvSpPr/>
            <p:nvPr/>
          </p:nvSpPr>
          <p:spPr>
            <a:xfrm flipH="1">
              <a:off x="5849857" y="1443956"/>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 name="Google Shape;162;g1f101420651_2_106"/>
            <p:cNvSpPr/>
            <p:nvPr/>
          </p:nvSpPr>
          <p:spPr>
            <a:xfrm rot="-5400000">
              <a:off x="5987081" y="2469465"/>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g1f101420651_2_106"/>
            <p:cNvSpPr/>
            <p:nvPr/>
          </p:nvSpPr>
          <p:spPr>
            <a:xfrm flipH="1">
              <a:off x="6222115" y="2676953"/>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g1f101420651_2_106"/>
            <p:cNvSpPr/>
            <p:nvPr/>
          </p:nvSpPr>
          <p:spPr>
            <a:xfrm rot="-5400000">
              <a:off x="6675341" y="1862018"/>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g1f101420651_2_106"/>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 name="Google Shape;166;g1f101420651_2_106"/>
            <p:cNvSpPr/>
            <p:nvPr/>
          </p:nvSpPr>
          <p:spPr>
            <a:xfrm rot="-5400000">
              <a:off x="6861141" y="2477810"/>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 name="Google Shape;167;g1f101420651_2_106"/>
            <p:cNvSpPr/>
            <p:nvPr/>
          </p:nvSpPr>
          <p:spPr>
            <a:xfrm flipH="1">
              <a:off x="7965266" y="2692963"/>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 name="Google Shape;168;g1f101420651_2_106"/>
            <p:cNvSpPr/>
            <p:nvPr/>
          </p:nvSpPr>
          <p:spPr>
            <a:xfrm flipH="1">
              <a:off x="8145082" y="3308755"/>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 name="Google Shape;169;g1f101420651_2_106"/>
            <p:cNvSpPr/>
            <p:nvPr/>
          </p:nvSpPr>
          <p:spPr>
            <a:xfrm rot="-5400000">
              <a:off x="7047599" y="3095015"/>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 name="Google Shape;170;g1f101420651_2_106"/>
            <p:cNvSpPr/>
            <p:nvPr/>
          </p:nvSpPr>
          <p:spPr>
            <a:xfrm flipH="1">
              <a:off x="7276649" y="3302502"/>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 name="Google Shape;171;g1f101420651_2_106"/>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g1f101420651_2_106"/>
            <p:cNvSpPr/>
            <p:nvPr/>
          </p:nvSpPr>
          <p:spPr>
            <a:xfrm flipH="1">
              <a:off x="7462448" y="3918294"/>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 name="Google Shape;173;g1f101420651_2_106"/>
            <p:cNvSpPr/>
            <p:nvPr/>
          </p:nvSpPr>
          <p:spPr>
            <a:xfrm rot="-5400000">
              <a:off x="8102491" y="3718473"/>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 name="Google Shape;174;g1f101420651_2_106"/>
            <p:cNvSpPr/>
            <p:nvPr/>
          </p:nvSpPr>
          <p:spPr>
            <a:xfrm flipH="1">
              <a:off x="8334533" y="3925960"/>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 name="Google Shape;175;g1f101420651_2_106"/>
            <p:cNvSpPr/>
            <p:nvPr/>
          </p:nvSpPr>
          <p:spPr>
            <a:xfrm rot="-5400000">
              <a:off x="8288290" y="4334265"/>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76" name="Google Shape;176;g1f101420651_2_106"/>
          <p:cNvSpPr txBox="1"/>
          <p:nvPr>
            <p:ph hasCustomPrompt="1" type="title"/>
          </p:nvPr>
        </p:nvSpPr>
        <p:spPr>
          <a:xfrm>
            <a:off x="823850" y="1284675"/>
            <a:ext cx="4776000" cy="13008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8000"/>
              <a:buNone/>
              <a:defRPr sz="8000"/>
            </a:lvl1pPr>
            <a:lvl2pPr lvl="1" algn="l">
              <a:lnSpc>
                <a:spcPct val="100000"/>
              </a:lnSpc>
              <a:spcBef>
                <a:spcPts val="0"/>
              </a:spcBef>
              <a:spcAft>
                <a:spcPts val="0"/>
              </a:spcAft>
              <a:buSzPts val="8000"/>
              <a:buNone/>
              <a:defRPr sz="8000"/>
            </a:lvl2pPr>
            <a:lvl3pPr lvl="2" algn="l">
              <a:lnSpc>
                <a:spcPct val="100000"/>
              </a:lnSpc>
              <a:spcBef>
                <a:spcPts val="0"/>
              </a:spcBef>
              <a:spcAft>
                <a:spcPts val="0"/>
              </a:spcAft>
              <a:buSzPts val="8000"/>
              <a:buNone/>
              <a:defRPr sz="8000"/>
            </a:lvl3pPr>
            <a:lvl4pPr lvl="3" algn="l">
              <a:lnSpc>
                <a:spcPct val="100000"/>
              </a:lnSpc>
              <a:spcBef>
                <a:spcPts val="0"/>
              </a:spcBef>
              <a:spcAft>
                <a:spcPts val="0"/>
              </a:spcAft>
              <a:buSzPts val="8000"/>
              <a:buNone/>
              <a:defRPr sz="8000"/>
            </a:lvl4pPr>
            <a:lvl5pPr lvl="4" algn="l">
              <a:lnSpc>
                <a:spcPct val="100000"/>
              </a:lnSpc>
              <a:spcBef>
                <a:spcPts val="0"/>
              </a:spcBef>
              <a:spcAft>
                <a:spcPts val="0"/>
              </a:spcAft>
              <a:buSzPts val="8000"/>
              <a:buNone/>
              <a:defRPr sz="8000"/>
            </a:lvl5pPr>
            <a:lvl6pPr lvl="5" algn="l">
              <a:lnSpc>
                <a:spcPct val="100000"/>
              </a:lnSpc>
              <a:spcBef>
                <a:spcPts val="0"/>
              </a:spcBef>
              <a:spcAft>
                <a:spcPts val="0"/>
              </a:spcAft>
              <a:buSzPts val="8000"/>
              <a:buNone/>
              <a:defRPr sz="8000"/>
            </a:lvl6pPr>
            <a:lvl7pPr lvl="6" algn="l">
              <a:lnSpc>
                <a:spcPct val="100000"/>
              </a:lnSpc>
              <a:spcBef>
                <a:spcPts val="0"/>
              </a:spcBef>
              <a:spcAft>
                <a:spcPts val="0"/>
              </a:spcAft>
              <a:buSzPts val="8000"/>
              <a:buNone/>
              <a:defRPr sz="8000"/>
            </a:lvl7pPr>
            <a:lvl8pPr lvl="7" algn="l">
              <a:lnSpc>
                <a:spcPct val="100000"/>
              </a:lnSpc>
              <a:spcBef>
                <a:spcPts val="0"/>
              </a:spcBef>
              <a:spcAft>
                <a:spcPts val="0"/>
              </a:spcAft>
              <a:buSzPts val="8000"/>
              <a:buNone/>
              <a:defRPr sz="8000"/>
            </a:lvl8pPr>
            <a:lvl9pPr lvl="8" algn="l">
              <a:lnSpc>
                <a:spcPct val="100000"/>
              </a:lnSpc>
              <a:spcBef>
                <a:spcPts val="0"/>
              </a:spcBef>
              <a:spcAft>
                <a:spcPts val="0"/>
              </a:spcAft>
              <a:buSzPts val="8000"/>
              <a:buNone/>
              <a:defRPr sz="8000"/>
            </a:lvl9pPr>
          </a:lstStyle>
          <a:p>
            <a:r>
              <a:t>xx%</a:t>
            </a:r>
          </a:p>
        </p:txBody>
      </p:sp>
      <p:sp>
        <p:nvSpPr>
          <p:cNvPr id="177" name="Google Shape;177;g1f101420651_2_106"/>
          <p:cNvSpPr txBox="1"/>
          <p:nvPr>
            <p:ph idx="1" type="body"/>
          </p:nvPr>
        </p:nvSpPr>
        <p:spPr>
          <a:xfrm>
            <a:off x="823850" y="2643124"/>
            <a:ext cx="4776000" cy="12189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178" name="Google Shape;178;g1f101420651_2_10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79" name="Shape 179"/>
        <p:cNvGrpSpPr/>
        <p:nvPr/>
      </p:nvGrpSpPr>
      <p:grpSpPr>
        <a:xfrm>
          <a:off x="0" y="0"/>
          <a:ext cx="0" cy="0"/>
          <a:chOff x="0" y="0"/>
          <a:chExt cx="0" cy="0"/>
        </a:xfrm>
      </p:grpSpPr>
      <p:sp>
        <p:nvSpPr>
          <p:cNvPr id="180" name="Google Shape;180;g1f101420651_2_12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185" name="Shape 185"/>
        <p:cNvGrpSpPr/>
        <p:nvPr/>
      </p:nvGrpSpPr>
      <p:grpSpPr>
        <a:xfrm>
          <a:off x="0" y="0"/>
          <a:ext cx="0" cy="0"/>
          <a:chOff x="0" y="0"/>
          <a:chExt cx="0" cy="0"/>
        </a:xfrm>
      </p:grpSpPr>
      <p:sp>
        <p:nvSpPr>
          <p:cNvPr id="186" name="Google Shape;186;g1f101420651_2_262"/>
          <p:cNvSpPr txBox="1"/>
          <p:nvPr>
            <p:ph type="title"/>
          </p:nvPr>
        </p:nvSpPr>
        <p:spPr>
          <a:xfrm>
            <a:off x="802386" y="363474"/>
            <a:ext cx="7543800" cy="1206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SzPts val="1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87" name="Google Shape;187;g1f101420651_2_262"/>
          <p:cNvSpPr txBox="1"/>
          <p:nvPr>
            <p:ph idx="1" type="body"/>
          </p:nvPr>
        </p:nvSpPr>
        <p:spPr>
          <a:xfrm>
            <a:off x="802386" y="1591056"/>
            <a:ext cx="7543800" cy="3038100"/>
          </a:xfrm>
          <a:prstGeom prst="rect">
            <a:avLst/>
          </a:prstGeom>
          <a:noFill/>
          <a:ln>
            <a:noFill/>
          </a:ln>
        </p:spPr>
        <p:txBody>
          <a:bodyPr anchorCtr="0" anchor="t" bIns="45700" lIns="91425" spcFirstLastPara="1" rIns="91425" wrap="square" tIns="45700">
            <a:normAutofit/>
          </a:bodyPr>
          <a:lstStyle>
            <a:lvl1pPr indent="-325755" lvl="0" marL="457200" algn="l">
              <a:lnSpc>
                <a:spcPct val="90000"/>
              </a:lnSpc>
              <a:spcBef>
                <a:spcPts val="900"/>
              </a:spcBef>
              <a:spcAft>
                <a:spcPts val="0"/>
              </a:spcAft>
              <a:buSzPts val="1530"/>
              <a:buChar char="●"/>
              <a:defRPr/>
            </a:lvl1pPr>
            <a:lvl2pPr indent="-325755" lvl="1" marL="914400" algn="l">
              <a:lnSpc>
                <a:spcPct val="90000"/>
              </a:lnSpc>
              <a:spcBef>
                <a:spcPts val="1200"/>
              </a:spcBef>
              <a:spcAft>
                <a:spcPts val="0"/>
              </a:spcAft>
              <a:buSzPts val="1530"/>
              <a:buChar char="○"/>
              <a:defRPr/>
            </a:lvl2pPr>
            <a:lvl3pPr indent="-325755" lvl="2" marL="1371600" algn="l">
              <a:lnSpc>
                <a:spcPct val="90000"/>
              </a:lnSpc>
              <a:spcBef>
                <a:spcPts val="300"/>
              </a:spcBef>
              <a:spcAft>
                <a:spcPts val="0"/>
              </a:spcAft>
              <a:buSzPts val="1530"/>
              <a:buChar char="■"/>
              <a:defRPr/>
            </a:lvl3pPr>
            <a:lvl4pPr indent="-325755" lvl="3" marL="1828800" algn="l">
              <a:lnSpc>
                <a:spcPct val="90000"/>
              </a:lnSpc>
              <a:spcBef>
                <a:spcPts val="300"/>
              </a:spcBef>
              <a:spcAft>
                <a:spcPts val="0"/>
              </a:spcAft>
              <a:buSzPts val="1530"/>
              <a:buChar char="●"/>
              <a:defRPr/>
            </a:lvl4pPr>
            <a:lvl5pPr indent="-325754" lvl="4" marL="2286000" algn="l">
              <a:lnSpc>
                <a:spcPct val="90000"/>
              </a:lnSpc>
              <a:spcBef>
                <a:spcPts val="300"/>
              </a:spcBef>
              <a:spcAft>
                <a:spcPts val="0"/>
              </a:spcAft>
              <a:buSzPts val="1530"/>
              <a:buChar char="○"/>
              <a:defRPr/>
            </a:lvl5pPr>
            <a:lvl6pPr indent="-325754" lvl="5" marL="2743200" algn="l">
              <a:lnSpc>
                <a:spcPct val="90000"/>
              </a:lnSpc>
              <a:spcBef>
                <a:spcPts val="300"/>
              </a:spcBef>
              <a:spcAft>
                <a:spcPts val="0"/>
              </a:spcAft>
              <a:buSzPts val="1530"/>
              <a:buChar char="■"/>
              <a:defRPr/>
            </a:lvl6pPr>
            <a:lvl7pPr indent="-325754" lvl="6" marL="3200400" algn="l">
              <a:lnSpc>
                <a:spcPct val="90000"/>
              </a:lnSpc>
              <a:spcBef>
                <a:spcPts val="300"/>
              </a:spcBef>
              <a:spcAft>
                <a:spcPts val="0"/>
              </a:spcAft>
              <a:buSzPts val="1530"/>
              <a:buChar char="●"/>
              <a:defRPr/>
            </a:lvl7pPr>
            <a:lvl8pPr indent="-325754" lvl="7" marL="3657600" algn="l">
              <a:lnSpc>
                <a:spcPct val="90000"/>
              </a:lnSpc>
              <a:spcBef>
                <a:spcPts val="300"/>
              </a:spcBef>
              <a:spcAft>
                <a:spcPts val="0"/>
              </a:spcAft>
              <a:buSzPts val="1530"/>
              <a:buChar char="○"/>
              <a:defRPr/>
            </a:lvl8pPr>
            <a:lvl9pPr indent="-325754" lvl="8" marL="4114800" algn="l">
              <a:lnSpc>
                <a:spcPct val="90000"/>
              </a:lnSpc>
              <a:spcBef>
                <a:spcPts val="300"/>
              </a:spcBef>
              <a:spcAft>
                <a:spcPts val="150"/>
              </a:spcAft>
              <a:buSzPts val="1530"/>
              <a:buChar char="■"/>
              <a:defRPr/>
            </a:lvl9pPr>
          </a:lstStyle>
          <a:p/>
        </p:txBody>
      </p:sp>
      <p:sp>
        <p:nvSpPr>
          <p:cNvPr id="188" name="Google Shape;188;g1f101420651_2_262"/>
          <p:cNvSpPr txBox="1"/>
          <p:nvPr>
            <p:ph idx="10" type="dt"/>
          </p:nvPr>
        </p:nvSpPr>
        <p:spPr>
          <a:xfrm>
            <a:off x="5973318" y="4704588"/>
            <a:ext cx="2455200" cy="273900"/>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89" name="Google Shape;189;g1f101420651_2_262"/>
          <p:cNvSpPr txBox="1"/>
          <p:nvPr>
            <p:ph idx="11" type="ftr"/>
          </p:nvPr>
        </p:nvSpPr>
        <p:spPr>
          <a:xfrm>
            <a:off x="816102" y="4704588"/>
            <a:ext cx="4745700" cy="2739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90" name="Google Shape;190;g1f101420651_2_262"/>
          <p:cNvSpPr txBox="1"/>
          <p:nvPr>
            <p:ph idx="12" type="sldNum"/>
          </p:nvPr>
        </p:nvSpPr>
        <p:spPr>
          <a:xfrm>
            <a:off x="8483346" y="4704588"/>
            <a:ext cx="480000" cy="273900"/>
          </a:xfrm>
          <a:prstGeom prst="rect">
            <a:avLst/>
          </a:prstGeom>
          <a:noFill/>
          <a:ln>
            <a:noFill/>
          </a:ln>
        </p:spPr>
        <p:txBody>
          <a:bodyPr anchorCtr="0" anchor="ctr" bIns="45700" lIns="91425" spcFirstLastPara="1" rIns="91425" wrap="square" tIns="45700">
            <a:normAutofit/>
          </a:bodyPr>
          <a:lstStyle>
            <a:lvl1pPr indent="0" lvl="0" marL="0" marR="0" algn="r">
              <a:lnSpc>
                <a:spcPct val="100000"/>
              </a:lnSpc>
              <a:spcBef>
                <a:spcPts val="0"/>
              </a:spcBef>
              <a:spcAft>
                <a:spcPts val="0"/>
              </a:spcAft>
              <a:buClr>
                <a:srgbClr val="FFFFFF"/>
              </a:buClr>
              <a:buSzPts val="1000"/>
              <a:buFont typeface="Rockwel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FFFFFF"/>
              </a:buClr>
              <a:buSzPts val="1000"/>
              <a:buFont typeface="Rockwel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FFFFFF"/>
              </a:buClr>
              <a:buSzPts val="1000"/>
              <a:buFont typeface="Rockwel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FFFFFF"/>
              </a:buClr>
              <a:buSzPts val="1000"/>
              <a:buFont typeface="Rockwel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FFFFFF"/>
              </a:buClr>
              <a:buSzPts val="1000"/>
              <a:buFont typeface="Rockwel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FFFFFF"/>
              </a:buClr>
              <a:buSzPts val="1000"/>
              <a:buFont typeface="Rockwel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FFFFFF"/>
              </a:buClr>
              <a:buSzPts val="1000"/>
              <a:buFont typeface="Rockwel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FFFFFF"/>
              </a:buClr>
              <a:buSzPts val="1000"/>
              <a:buFont typeface="Rockwel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FFFFFF"/>
              </a:buClr>
              <a:buSzPts val="1000"/>
              <a:buFont typeface="Rockwel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91" name="Shape 191"/>
        <p:cNvGrpSpPr/>
        <p:nvPr/>
      </p:nvGrpSpPr>
      <p:grpSpPr>
        <a:xfrm>
          <a:off x="0" y="0"/>
          <a:ext cx="0" cy="0"/>
          <a:chOff x="0" y="0"/>
          <a:chExt cx="0" cy="0"/>
        </a:xfrm>
      </p:grpSpPr>
      <p:sp>
        <p:nvSpPr>
          <p:cNvPr id="192" name="Google Shape;192;g1f101420651_2_26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3" name="Shape 193"/>
        <p:cNvGrpSpPr/>
        <p:nvPr/>
      </p:nvGrpSpPr>
      <p:grpSpPr>
        <a:xfrm>
          <a:off x="0" y="0"/>
          <a:ext cx="0" cy="0"/>
          <a:chOff x="0" y="0"/>
          <a:chExt cx="0" cy="0"/>
        </a:xfrm>
      </p:grpSpPr>
      <p:sp>
        <p:nvSpPr>
          <p:cNvPr id="194" name="Google Shape;194;g1f101420651_2_141"/>
          <p:cNvSpPr/>
          <p:nvPr/>
        </p:nvSpPr>
        <p:spPr>
          <a:xfrm rot="5400000">
            <a:off x="7500300" y="505"/>
            <a:ext cx="1643700" cy="1643700"/>
          </a:xfrm>
          <a:prstGeom prst="diagStripe">
            <a:avLst>
              <a:gd fmla="val 0" name="adj"/>
            </a:avLst>
          </a:prstGeom>
          <a:solidFill>
            <a:schemeClr val="lt1">
              <a:alpha val="196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95" name="Google Shape;195;g1f101420651_2_141"/>
          <p:cNvGrpSpPr/>
          <p:nvPr/>
        </p:nvGrpSpPr>
        <p:grpSpPr>
          <a:xfrm>
            <a:off x="0" y="490"/>
            <a:ext cx="5153705" cy="5134399"/>
            <a:chOff x="0" y="75"/>
            <a:chExt cx="5153705" cy="5152950"/>
          </a:xfrm>
        </p:grpSpPr>
        <p:sp>
          <p:nvSpPr>
            <p:cNvPr id="196" name="Google Shape;196;g1f101420651_2_141"/>
            <p:cNvSpPr/>
            <p:nvPr/>
          </p:nvSpPr>
          <p:spPr>
            <a:xfrm rot="-5400000">
              <a:off x="455" y="-225"/>
              <a:ext cx="5152800" cy="5153700"/>
            </a:xfrm>
            <a:prstGeom prst="diagStripe">
              <a:avLst>
                <a:gd fmla="val 50000" name="adj"/>
              </a:avLst>
            </a:prstGeom>
            <a:solidFill>
              <a:schemeClr val="lt1">
                <a:alpha val="196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g1f101420651_2_141"/>
            <p:cNvSpPr/>
            <p:nvPr/>
          </p:nvSpPr>
          <p:spPr>
            <a:xfrm rot="-5400000">
              <a:off x="150" y="1145825"/>
              <a:ext cx="3996600" cy="3996900"/>
            </a:xfrm>
            <a:prstGeom prst="diagStripe">
              <a:avLst>
                <a:gd fmla="val 58774" name="adj"/>
              </a:avLst>
            </a:prstGeom>
            <a:solidFill>
              <a:schemeClr val="lt1">
                <a:alpha val="196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 name="Google Shape;198;g1f101420651_2_141"/>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 name="Google Shape;199;g1f101420651_2_141"/>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00" name="Google Shape;200;g1f101420651_2_141"/>
          <p:cNvSpPr txBox="1"/>
          <p:nvPr>
            <p:ph type="ctrTitle"/>
          </p:nvPr>
        </p:nvSpPr>
        <p:spPr>
          <a:xfrm>
            <a:off x="3537150" y="1578400"/>
            <a:ext cx="5017500" cy="15789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4000"/>
              <a:buNone/>
              <a:defRPr sz="4000"/>
            </a:lvl1pPr>
            <a:lvl2pPr lvl="1" algn="l">
              <a:lnSpc>
                <a:spcPct val="100000"/>
              </a:lnSpc>
              <a:spcBef>
                <a:spcPts val="0"/>
              </a:spcBef>
              <a:spcAft>
                <a:spcPts val="0"/>
              </a:spcAft>
              <a:buSzPts val="4000"/>
              <a:buNone/>
              <a:defRPr sz="4000"/>
            </a:lvl2pPr>
            <a:lvl3pPr lvl="2" algn="l">
              <a:lnSpc>
                <a:spcPct val="100000"/>
              </a:lnSpc>
              <a:spcBef>
                <a:spcPts val="0"/>
              </a:spcBef>
              <a:spcAft>
                <a:spcPts val="0"/>
              </a:spcAft>
              <a:buSzPts val="4000"/>
              <a:buNone/>
              <a:defRPr sz="4000"/>
            </a:lvl3pPr>
            <a:lvl4pPr lvl="3" algn="l">
              <a:lnSpc>
                <a:spcPct val="100000"/>
              </a:lnSpc>
              <a:spcBef>
                <a:spcPts val="0"/>
              </a:spcBef>
              <a:spcAft>
                <a:spcPts val="0"/>
              </a:spcAft>
              <a:buSzPts val="4000"/>
              <a:buNone/>
              <a:defRPr sz="4000"/>
            </a:lvl4pPr>
            <a:lvl5pPr lvl="4" algn="l">
              <a:lnSpc>
                <a:spcPct val="100000"/>
              </a:lnSpc>
              <a:spcBef>
                <a:spcPts val="0"/>
              </a:spcBef>
              <a:spcAft>
                <a:spcPts val="0"/>
              </a:spcAft>
              <a:buSzPts val="4000"/>
              <a:buNone/>
              <a:defRPr sz="4000"/>
            </a:lvl5pPr>
            <a:lvl6pPr lvl="5" algn="l">
              <a:lnSpc>
                <a:spcPct val="100000"/>
              </a:lnSpc>
              <a:spcBef>
                <a:spcPts val="0"/>
              </a:spcBef>
              <a:spcAft>
                <a:spcPts val="0"/>
              </a:spcAft>
              <a:buSzPts val="4000"/>
              <a:buNone/>
              <a:defRPr sz="4000"/>
            </a:lvl6pPr>
            <a:lvl7pPr lvl="6" algn="l">
              <a:lnSpc>
                <a:spcPct val="100000"/>
              </a:lnSpc>
              <a:spcBef>
                <a:spcPts val="0"/>
              </a:spcBef>
              <a:spcAft>
                <a:spcPts val="0"/>
              </a:spcAft>
              <a:buSzPts val="4000"/>
              <a:buNone/>
              <a:defRPr sz="4000"/>
            </a:lvl7pPr>
            <a:lvl8pPr lvl="7" algn="l">
              <a:lnSpc>
                <a:spcPct val="100000"/>
              </a:lnSpc>
              <a:spcBef>
                <a:spcPts val="0"/>
              </a:spcBef>
              <a:spcAft>
                <a:spcPts val="0"/>
              </a:spcAft>
              <a:buSzPts val="4000"/>
              <a:buNone/>
              <a:defRPr sz="4000"/>
            </a:lvl8pPr>
            <a:lvl9pPr lvl="8" algn="l">
              <a:lnSpc>
                <a:spcPct val="100000"/>
              </a:lnSpc>
              <a:spcBef>
                <a:spcPts val="0"/>
              </a:spcBef>
              <a:spcAft>
                <a:spcPts val="0"/>
              </a:spcAft>
              <a:buSzPts val="4000"/>
              <a:buNone/>
              <a:defRPr sz="4000"/>
            </a:lvl9pPr>
          </a:lstStyle>
          <a:p/>
        </p:txBody>
      </p:sp>
      <p:sp>
        <p:nvSpPr>
          <p:cNvPr id="201" name="Google Shape;201;g1f101420651_2_141"/>
          <p:cNvSpPr txBox="1"/>
          <p:nvPr>
            <p:ph idx="1" type="subTitle"/>
          </p:nvPr>
        </p:nvSpPr>
        <p:spPr>
          <a:xfrm>
            <a:off x="5083950" y="3924925"/>
            <a:ext cx="3470700" cy="506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300"/>
              <a:buNone/>
              <a:defRPr/>
            </a:lvl1pPr>
            <a:lvl2pPr lvl="1" algn="l">
              <a:lnSpc>
                <a:spcPct val="100000"/>
              </a:lnSpc>
              <a:spcBef>
                <a:spcPts val="0"/>
              </a:spcBef>
              <a:spcAft>
                <a:spcPts val="0"/>
              </a:spcAft>
              <a:buSzPts val="1300"/>
              <a:buNone/>
              <a:defRPr sz="1300"/>
            </a:lvl2pPr>
            <a:lvl3pPr lvl="2" algn="l">
              <a:lnSpc>
                <a:spcPct val="100000"/>
              </a:lnSpc>
              <a:spcBef>
                <a:spcPts val="0"/>
              </a:spcBef>
              <a:spcAft>
                <a:spcPts val="0"/>
              </a:spcAft>
              <a:buSzPts val="1300"/>
              <a:buNone/>
              <a:defRPr sz="1300"/>
            </a:lvl3pPr>
            <a:lvl4pPr lvl="3" algn="l">
              <a:lnSpc>
                <a:spcPct val="100000"/>
              </a:lnSpc>
              <a:spcBef>
                <a:spcPts val="0"/>
              </a:spcBef>
              <a:spcAft>
                <a:spcPts val="0"/>
              </a:spcAft>
              <a:buSzPts val="1300"/>
              <a:buNone/>
              <a:defRPr sz="1300"/>
            </a:lvl4pPr>
            <a:lvl5pPr lvl="4" algn="l">
              <a:lnSpc>
                <a:spcPct val="100000"/>
              </a:lnSpc>
              <a:spcBef>
                <a:spcPts val="0"/>
              </a:spcBef>
              <a:spcAft>
                <a:spcPts val="0"/>
              </a:spcAft>
              <a:buSzPts val="1300"/>
              <a:buNone/>
              <a:defRPr sz="1300"/>
            </a:lvl5pPr>
            <a:lvl6pPr lvl="5" algn="l">
              <a:lnSpc>
                <a:spcPct val="100000"/>
              </a:lnSpc>
              <a:spcBef>
                <a:spcPts val="0"/>
              </a:spcBef>
              <a:spcAft>
                <a:spcPts val="0"/>
              </a:spcAft>
              <a:buSzPts val="1300"/>
              <a:buNone/>
              <a:defRPr sz="1300"/>
            </a:lvl6pPr>
            <a:lvl7pPr lvl="6" algn="l">
              <a:lnSpc>
                <a:spcPct val="100000"/>
              </a:lnSpc>
              <a:spcBef>
                <a:spcPts val="0"/>
              </a:spcBef>
              <a:spcAft>
                <a:spcPts val="0"/>
              </a:spcAft>
              <a:buSzPts val="1300"/>
              <a:buNone/>
              <a:defRPr sz="1300"/>
            </a:lvl7pPr>
            <a:lvl8pPr lvl="7" algn="l">
              <a:lnSpc>
                <a:spcPct val="100000"/>
              </a:lnSpc>
              <a:spcBef>
                <a:spcPts val="0"/>
              </a:spcBef>
              <a:spcAft>
                <a:spcPts val="0"/>
              </a:spcAft>
              <a:buSzPts val="1300"/>
              <a:buNone/>
              <a:defRPr sz="1300"/>
            </a:lvl8pPr>
            <a:lvl9pPr lvl="8" algn="l">
              <a:lnSpc>
                <a:spcPct val="100000"/>
              </a:lnSpc>
              <a:spcBef>
                <a:spcPts val="0"/>
              </a:spcBef>
              <a:spcAft>
                <a:spcPts val="0"/>
              </a:spcAft>
              <a:buSzPts val="1300"/>
              <a:buNone/>
              <a:defRPr sz="1300"/>
            </a:lvl9pPr>
          </a:lstStyle>
          <a:p/>
        </p:txBody>
      </p:sp>
      <p:sp>
        <p:nvSpPr>
          <p:cNvPr id="202" name="Google Shape;202;g1f101420651_2_14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03" name="Shape 203"/>
        <p:cNvGrpSpPr/>
        <p:nvPr/>
      </p:nvGrpSpPr>
      <p:grpSpPr>
        <a:xfrm>
          <a:off x="0" y="0"/>
          <a:ext cx="0" cy="0"/>
          <a:chOff x="0" y="0"/>
          <a:chExt cx="0" cy="0"/>
        </a:xfrm>
      </p:grpSpPr>
      <p:grpSp>
        <p:nvGrpSpPr>
          <p:cNvPr id="204" name="Google Shape;204;g1f101420651_2_151"/>
          <p:cNvGrpSpPr/>
          <p:nvPr/>
        </p:nvGrpSpPr>
        <p:grpSpPr>
          <a:xfrm>
            <a:off x="4406400" y="0"/>
            <a:ext cx="4737600" cy="5143065"/>
            <a:chOff x="4406400" y="0"/>
            <a:chExt cx="4737600" cy="5143065"/>
          </a:xfrm>
        </p:grpSpPr>
        <p:sp>
          <p:nvSpPr>
            <p:cNvPr id="205" name="Google Shape;205;g1f101420651_2_151"/>
            <p:cNvSpPr/>
            <p:nvPr/>
          </p:nvSpPr>
          <p:spPr>
            <a:xfrm rot="5400000">
              <a:off x="4408200" y="-1800"/>
              <a:ext cx="4734000" cy="4737600"/>
            </a:xfrm>
            <a:prstGeom prst="diagStripe">
              <a:avLst>
                <a:gd fmla="val 49469" name="adj"/>
              </a:avLst>
            </a:prstGeom>
            <a:solidFill>
              <a:schemeClr val="lt1">
                <a:alpha val="235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 name="Google Shape;206;g1f101420651_2_151"/>
            <p:cNvSpPr/>
            <p:nvPr/>
          </p:nvSpPr>
          <p:spPr>
            <a:xfrm rot="5400000">
              <a:off x="4841125" y="5700"/>
              <a:ext cx="4298100" cy="4286700"/>
            </a:xfrm>
            <a:prstGeom prst="diagStripe">
              <a:avLst>
                <a:gd fmla="val 0" name="adj"/>
              </a:avLst>
            </a:prstGeom>
            <a:solidFill>
              <a:schemeClr val="lt1">
                <a:alpha val="235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 name="Google Shape;207;g1f101420651_2_151"/>
            <p:cNvSpPr/>
            <p:nvPr/>
          </p:nvSpPr>
          <p:spPr>
            <a:xfrm rot="-5400000">
              <a:off x="5618399" y="1236468"/>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 name="Google Shape;208;g1f101420651_2_151"/>
            <p:cNvSpPr/>
            <p:nvPr/>
          </p:nvSpPr>
          <p:spPr>
            <a:xfrm flipH="1">
              <a:off x="5849857" y="1443956"/>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 name="Google Shape;209;g1f101420651_2_151"/>
            <p:cNvSpPr/>
            <p:nvPr/>
          </p:nvSpPr>
          <p:spPr>
            <a:xfrm rot="-5400000">
              <a:off x="5987081" y="2469465"/>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 name="Google Shape;210;g1f101420651_2_151"/>
            <p:cNvSpPr/>
            <p:nvPr/>
          </p:nvSpPr>
          <p:spPr>
            <a:xfrm flipH="1">
              <a:off x="6222115" y="2676953"/>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 name="Google Shape;211;g1f101420651_2_151"/>
            <p:cNvSpPr/>
            <p:nvPr/>
          </p:nvSpPr>
          <p:spPr>
            <a:xfrm rot="-5400000">
              <a:off x="6675341" y="1862018"/>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 name="Google Shape;212;g1f101420651_2_15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 name="Google Shape;213;g1f101420651_2_151"/>
            <p:cNvSpPr/>
            <p:nvPr/>
          </p:nvSpPr>
          <p:spPr>
            <a:xfrm rot="-5400000">
              <a:off x="6861141" y="2477810"/>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 name="Google Shape;214;g1f101420651_2_151"/>
            <p:cNvSpPr/>
            <p:nvPr/>
          </p:nvSpPr>
          <p:spPr>
            <a:xfrm flipH="1">
              <a:off x="7965266" y="2692963"/>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 name="Google Shape;215;g1f101420651_2_151"/>
            <p:cNvSpPr/>
            <p:nvPr/>
          </p:nvSpPr>
          <p:spPr>
            <a:xfrm flipH="1">
              <a:off x="8145082" y="3308755"/>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 name="Google Shape;216;g1f101420651_2_151"/>
            <p:cNvSpPr/>
            <p:nvPr/>
          </p:nvSpPr>
          <p:spPr>
            <a:xfrm rot="-5400000">
              <a:off x="7047599" y="3095015"/>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 name="Google Shape;217;g1f101420651_2_151"/>
            <p:cNvSpPr/>
            <p:nvPr/>
          </p:nvSpPr>
          <p:spPr>
            <a:xfrm flipH="1">
              <a:off x="7276649" y="3302502"/>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 name="Google Shape;218;g1f101420651_2_15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 name="Google Shape;219;g1f101420651_2_151"/>
            <p:cNvSpPr/>
            <p:nvPr/>
          </p:nvSpPr>
          <p:spPr>
            <a:xfrm flipH="1">
              <a:off x="7462448" y="3918294"/>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 name="Google Shape;220;g1f101420651_2_151"/>
            <p:cNvSpPr/>
            <p:nvPr/>
          </p:nvSpPr>
          <p:spPr>
            <a:xfrm rot="-5400000">
              <a:off x="8102491" y="3718473"/>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 name="Google Shape;221;g1f101420651_2_151"/>
            <p:cNvSpPr/>
            <p:nvPr/>
          </p:nvSpPr>
          <p:spPr>
            <a:xfrm flipH="1">
              <a:off x="8334533" y="3925960"/>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 name="Google Shape;222;g1f101420651_2_151"/>
            <p:cNvSpPr/>
            <p:nvPr/>
          </p:nvSpPr>
          <p:spPr>
            <a:xfrm rot="-5400000">
              <a:off x="8288290" y="4334265"/>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23" name="Google Shape;223;g1f101420651_2_151"/>
          <p:cNvSpPr txBox="1"/>
          <p:nvPr>
            <p:ph type="title"/>
          </p:nvPr>
        </p:nvSpPr>
        <p:spPr>
          <a:xfrm>
            <a:off x="823850" y="2053000"/>
            <a:ext cx="4587000" cy="11487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4" name="Google Shape;224;g1f101420651_2_1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25" name="Shape 225"/>
        <p:cNvGrpSpPr/>
        <p:nvPr/>
      </p:nvGrpSpPr>
      <p:grpSpPr>
        <a:xfrm>
          <a:off x="0" y="0"/>
          <a:ext cx="0" cy="0"/>
          <a:chOff x="0" y="0"/>
          <a:chExt cx="0" cy="0"/>
        </a:xfrm>
      </p:grpSpPr>
      <p:grpSp>
        <p:nvGrpSpPr>
          <p:cNvPr id="226" name="Google Shape;226;g1f101420651_2_173"/>
          <p:cNvGrpSpPr/>
          <p:nvPr/>
        </p:nvGrpSpPr>
        <p:grpSpPr>
          <a:xfrm>
            <a:off x="0" y="381001"/>
            <a:ext cx="1037850" cy="1016288"/>
            <a:chOff x="0" y="381001"/>
            <a:chExt cx="1037850" cy="1016288"/>
          </a:xfrm>
        </p:grpSpPr>
        <p:sp>
          <p:nvSpPr>
            <p:cNvPr id="227" name="Google Shape;227;g1f101420651_2_173"/>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 name="Google Shape;228;g1f101420651_2_173"/>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29" name="Google Shape;229;g1f101420651_2_173"/>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230" name="Google Shape;230;g1f101420651_2_173"/>
          <p:cNvSpPr txBox="1"/>
          <p:nvPr>
            <p:ph idx="1" type="body"/>
          </p:nvPr>
        </p:nvSpPr>
        <p:spPr>
          <a:xfrm>
            <a:off x="1297500" y="1567550"/>
            <a:ext cx="7038900" cy="29112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231" name="Google Shape;231;g1f101420651_2_17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2" name="Shape 232"/>
        <p:cNvGrpSpPr/>
        <p:nvPr/>
      </p:nvGrpSpPr>
      <p:grpSpPr>
        <a:xfrm>
          <a:off x="0" y="0"/>
          <a:ext cx="0" cy="0"/>
          <a:chOff x="0" y="0"/>
          <a:chExt cx="0" cy="0"/>
        </a:xfrm>
      </p:grpSpPr>
      <p:grpSp>
        <p:nvGrpSpPr>
          <p:cNvPr id="233" name="Google Shape;233;g1f101420651_2_180"/>
          <p:cNvGrpSpPr/>
          <p:nvPr/>
        </p:nvGrpSpPr>
        <p:grpSpPr>
          <a:xfrm>
            <a:off x="0" y="381001"/>
            <a:ext cx="1037850" cy="1016288"/>
            <a:chOff x="0" y="381001"/>
            <a:chExt cx="1037850" cy="1016288"/>
          </a:xfrm>
        </p:grpSpPr>
        <p:sp>
          <p:nvSpPr>
            <p:cNvPr id="234" name="Google Shape;234;g1f101420651_2_180"/>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 name="Google Shape;235;g1f101420651_2_180"/>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36" name="Google Shape;236;g1f101420651_2_180"/>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237" name="Google Shape;237;g1f101420651_2_180"/>
          <p:cNvSpPr txBox="1"/>
          <p:nvPr>
            <p:ph idx="1" type="body"/>
          </p:nvPr>
        </p:nvSpPr>
        <p:spPr>
          <a:xfrm>
            <a:off x="1297500" y="1567550"/>
            <a:ext cx="3403200" cy="29112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238" name="Google Shape;238;g1f101420651_2_180"/>
          <p:cNvSpPr txBox="1"/>
          <p:nvPr>
            <p:ph idx="2" type="body"/>
          </p:nvPr>
        </p:nvSpPr>
        <p:spPr>
          <a:xfrm>
            <a:off x="4933221" y="1567550"/>
            <a:ext cx="3403200" cy="29112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239" name="Google Shape;239;g1f101420651_2_18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40" name="Shape 240"/>
        <p:cNvGrpSpPr/>
        <p:nvPr/>
      </p:nvGrpSpPr>
      <p:grpSpPr>
        <a:xfrm>
          <a:off x="0" y="0"/>
          <a:ext cx="0" cy="0"/>
          <a:chOff x="0" y="0"/>
          <a:chExt cx="0" cy="0"/>
        </a:xfrm>
      </p:grpSpPr>
      <p:grpSp>
        <p:nvGrpSpPr>
          <p:cNvPr id="241" name="Google Shape;241;g1f101420651_2_188"/>
          <p:cNvGrpSpPr/>
          <p:nvPr/>
        </p:nvGrpSpPr>
        <p:grpSpPr>
          <a:xfrm>
            <a:off x="0" y="381001"/>
            <a:ext cx="1037850" cy="1016288"/>
            <a:chOff x="0" y="381001"/>
            <a:chExt cx="1037850" cy="1016288"/>
          </a:xfrm>
        </p:grpSpPr>
        <p:sp>
          <p:nvSpPr>
            <p:cNvPr id="242" name="Google Shape;242;g1f101420651_2_188"/>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 name="Google Shape;243;g1f101420651_2_188"/>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44" name="Google Shape;244;g1f101420651_2_188"/>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245" name="Google Shape;245;g1f101420651_2_18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46" name="Shape 246"/>
        <p:cNvGrpSpPr/>
        <p:nvPr/>
      </p:nvGrpSpPr>
      <p:grpSpPr>
        <a:xfrm>
          <a:off x="0" y="0"/>
          <a:ext cx="0" cy="0"/>
          <a:chOff x="0" y="0"/>
          <a:chExt cx="0" cy="0"/>
        </a:xfrm>
      </p:grpSpPr>
      <p:grpSp>
        <p:nvGrpSpPr>
          <p:cNvPr id="247" name="Google Shape;247;g1f101420651_2_194"/>
          <p:cNvGrpSpPr/>
          <p:nvPr/>
        </p:nvGrpSpPr>
        <p:grpSpPr>
          <a:xfrm>
            <a:off x="0" y="381001"/>
            <a:ext cx="1037850" cy="1016288"/>
            <a:chOff x="0" y="381001"/>
            <a:chExt cx="1037850" cy="1016288"/>
          </a:xfrm>
        </p:grpSpPr>
        <p:sp>
          <p:nvSpPr>
            <p:cNvPr id="248" name="Google Shape;248;g1f101420651_2_19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 name="Google Shape;249;g1f101420651_2_19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50" name="Google Shape;250;g1f101420651_2_194"/>
          <p:cNvSpPr txBox="1"/>
          <p:nvPr>
            <p:ph type="title"/>
          </p:nvPr>
        </p:nvSpPr>
        <p:spPr>
          <a:xfrm>
            <a:off x="1297500" y="393750"/>
            <a:ext cx="3798900" cy="1493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251" name="Google Shape;251;g1f101420651_2_194"/>
          <p:cNvSpPr txBox="1"/>
          <p:nvPr>
            <p:ph idx="1" type="body"/>
          </p:nvPr>
        </p:nvSpPr>
        <p:spPr>
          <a:xfrm>
            <a:off x="1297500" y="1972550"/>
            <a:ext cx="3798900" cy="24159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252" name="Google Shape;252;g1f101420651_2_19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53" name="Shape 253"/>
        <p:cNvGrpSpPr/>
        <p:nvPr/>
      </p:nvGrpSpPr>
      <p:grpSpPr>
        <a:xfrm>
          <a:off x="0" y="0"/>
          <a:ext cx="0" cy="0"/>
          <a:chOff x="0" y="0"/>
          <a:chExt cx="0" cy="0"/>
        </a:xfrm>
      </p:grpSpPr>
      <p:grpSp>
        <p:nvGrpSpPr>
          <p:cNvPr id="254" name="Google Shape;254;g1f101420651_2_201"/>
          <p:cNvGrpSpPr/>
          <p:nvPr/>
        </p:nvGrpSpPr>
        <p:grpSpPr>
          <a:xfrm>
            <a:off x="4406400" y="0"/>
            <a:ext cx="4737600" cy="5143500"/>
            <a:chOff x="4406400" y="0"/>
            <a:chExt cx="4737600" cy="5143500"/>
          </a:xfrm>
        </p:grpSpPr>
        <p:sp>
          <p:nvSpPr>
            <p:cNvPr id="255" name="Google Shape;255;g1f101420651_2_201"/>
            <p:cNvSpPr/>
            <p:nvPr/>
          </p:nvSpPr>
          <p:spPr>
            <a:xfrm rot="5400000">
              <a:off x="4407900" y="-1500"/>
              <a:ext cx="4734600" cy="4737600"/>
            </a:xfrm>
            <a:prstGeom prst="diagStripe">
              <a:avLst>
                <a:gd fmla="val 49469" name="adj"/>
              </a:avLst>
            </a:prstGeom>
            <a:solidFill>
              <a:schemeClr val="lt1">
                <a:alpha val="235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 name="Google Shape;256;g1f101420651_2_201"/>
            <p:cNvSpPr/>
            <p:nvPr/>
          </p:nvSpPr>
          <p:spPr>
            <a:xfrm rot="5400000">
              <a:off x="4840825" y="6000"/>
              <a:ext cx="4298700" cy="4286700"/>
            </a:xfrm>
            <a:prstGeom prst="diagStripe">
              <a:avLst>
                <a:gd fmla="val 0" name="adj"/>
              </a:avLst>
            </a:prstGeom>
            <a:solidFill>
              <a:schemeClr val="lt1">
                <a:alpha val="235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 name="Google Shape;257;g1f101420651_2_201"/>
            <p:cNvSpPr/>
            <p:nvPr/>
          </p:nvSpPr>
          <p:spPr>
            <a:xfrm rot="-5400000">
              <a:off x="5618399" y="1236641"/>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 name="Google Shape;258;g1f101420651_2_201"/>
            <p:cNvSpPr/>
            <p:nvPr/>
          </p:nvSpPr>
          <p:spPr>
            <a:xfrm flipH="1">
              <a:off x="5849857" y="1444078"/>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 name="Google Shape;259;g1f101420651_2_201"/>
            <p:cNvSpPr/>
            <p:nvPr/>
          </p:nvSpPr>
          <p:spPr>
            <a:xfrm rot="-5400000">
              <a:off x="5987081" y="2469743"/>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 name="Google Shape;260;g1f101420651_2_201"/>
            <p:cNvSpPr/>
            <p:nvPr/>
          </p:nvSpPr>
          <p:spPr>
            <a:xfrm flipH="1">
              <a:off x="6222115" y="2677179"/>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 name="Google Shape;261;g1f101420651_2_201"/>
            <p:cNvSpPr/>
            <p:nvPr/>
          </p:nvSpPr>
          <p:spPr>
            <a:xfrm rot="-5400000">
              <a:off x="6675341" y="1862244"/>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 name="Google Shape;262;g1f101420651_2_201"/>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 name="Google Shape;263;g1f101420651_2_201"/>
            <p:cNvSpPr/>
            <p:nvPr/>
          </p:nvSpPr>
          <p:spPr>
            <a:xfrm rot="-5400000">
              <a:off x="6861141" y="2478088"/>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 name="Google Shape;264;g1f101420651_2_201"/>
            <p:cNvSpPr/>
            <p:nvPr/>
          </p:nvSpPr>
          <p:spPr>
            <a:xfrm flipH="1">
              <a:off x="7965266" y="2693191"/>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 name="Google Shape;265;g1f101420651_2_201"/>
            <p:cNvSpPr/>
            <p:nvPr/>
          </p:nvSpPr>
          <p:spPr>
            <a:xfrm flipH="1">
              <a:off x="8145082" y="3309036"/>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 name="Google Shape;266;g1f101420651_2_201"/>
            <p:cNvSpPr/>
            <p:nvPr/>
          </p:nvSpPr>
          <p:spPr>
            <a:xfrm rot="-5400000">
              <a:off x="7047599" y="3095345"/>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 name="Google Shape;267;g1f101420651_2_201"/>
            <p:cNvSpPr/>
            <p:nvPr/>
          </p:nvSpPr>
          <p:spPr>
            <a:xfrm flipH="1">
              <a:off x="7276649" y="3302781"/>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 name="Google Shape;268;g1f101420651_2_201"/>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 name="Google Shape;269;g1f101420651_2_201"/>
            <p:cNvSpPr/>
            <p:nvPr/>
          </p:nvSpPr>
          <p:spPr>
            <a:xfrm flipH="1">
              <a:off x="7462448" y="3918625"/>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 name="Google Shape;270;g1f101420651_2_201"/>
            <p:cNvSpPr/>
            <p:nvPr/>
          </p:nvSpPr>
          <p:spPr>
            <a:xfrm rot="-5400000">
              <a:off x="8102491" y="3718856"/>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 name="Google Shape;271;g1f101420651_2_201"/>
            <p:cNvSpPr/>
            <p:nvPr/>
          </p:nvSpPr>
          <p:spPr>
            <a:xfrm flipH="1">
              <a:off x="8334533" y="3926292"/>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 name="Google Shape;272;g1f101420651_2_201"/>
            <p:cNvSpPr/>
            <p:nvPr/>
          </p:nvSpPr>
          <p:spPr>
            <a:xfrm rot="-5400000">
              <a:off x="8288290" y="4334700"/>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73" name="Google Shape;273;g1f101420651_2_201"/>
          <p:cNvSpPr txBox="1"/>
          <p:nvPr>
            <p:ph type="title"/>
          </p:nvPr>
        </p:nvSpPr>
        <p:spPr>
          <a:xfrm>
            <a:off x="823850" y="866775"/>
            <a:ext cx="4587000" cy="35211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4" name="Google Shape;274;g1f101420651_2_20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75" name="Shape 275"/>
        <p:cNvGrpSpPr/>
        <p:nvPr/>
      </p:nvGrpSpPr>
      <p:grpSpPr>
        <a:xfrm>
          <a:off x="0" y="0"/>
          <a:ext cx="0" cy="0"/>
          <a:chOff x="0" y="0"/>
          <a:chExt cx="0" cy="0"/>
        </a:xfrm>
      </p:grpSpPr>
      <p:grpSp>
        <p:nvGrpSpPr>
          <p:cNvPr id="276" name="Google Shape;276;g1f101420651_2_223"/>
          <p:cNvGrpSpPr/>
          <p:nvPr/>
        </p:nvGrpSpPr>
        <p:grpSpPr>
          <a:xfrm>
            <a:off x="0" y="381001"/>
            <a:ext cx="1037850" cy="1016288"/>
            <a:chOff x="0" y="381001"/>
            <a:chExt cx="1037850" cy="1016288"/>
          </a:xfrm>
        </p:grpSpPr>
        <p:sp>
          <p:nvSpPr>
            <p:cNvPr id="277" name="Google Shape;277;g1f101420651_2_223"/>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 name="Google Shape;278;g1f101420651_2_223"/>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79" name="Google Shape;279;g1f101420651_2_223"/>
          <p:cNvSpPr txBox="1"/>
          <p:nvPr>
            <p:ph type="title"/>
          </p:nvPr>
        </p:nvSpPr>
        <p:spPr>
          <a:xfrm>
            <a:off x="1297500" y="1658325"/>
            <a:ext cx="3036300" cy="1751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280" name="Google Shape;280;g1f101420651_2_223"/>
          <p:cNvSpPr txBox="1"/>
          <p:nvPr>
            <p:ph idx="1" type="subTitle"/>
          </p:nvPr>
        </p:nvSpPr>
        <p:spPr>
          <a:xfrm>
            <a:off x="1297500" y="3538000"/>
            <a:ext cx="3036300" cy="506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300"/>
              <a:buNone/>
              <a:defRPr/>
            </a:lvl1pPr>
            <a:lvl2pPr lvl="1" algn="l">
              <a:lnSpc>
                <a:spcPct val="100000"/>
              </a:lnSpc>
              <a:spcBef>
                <a:spcPts val="0"/>
              </a:spcBef>
              <a:spcAft>
                <a:spcPts val="0"/>
              </a:spcAft>
              <a:buSzPts val="1300"/>
              <a:buNone/>
              <a:defRPr sz="1300"/>
            </a:lvl2pPr>
            <a:lvl3pPr lvl="2" algn="l">
              <a:lnSpc>
                <a:spcPct val="100000"/>
              </a:lnSpc>
              <a:spcBef>
                <a:spcPts val="0"/>
              </a:spcBef>
              <a:spcAft>
                <a:spcPts val="0"/>
              </a:spcAft>
              <a:buSzPts val="1300"/>
              <a:buNone/>
              <a:defRPr sz="1300"/>
            </a:lvl3pPr>
            <a:lvl4pPr lvl="3" algn="l">
              <a:lnSpc>
                <a:spcPct val="100000"/>
              </a:lnSpc>
              <a:spcBef>
                <a:spcPts val="0"/>
              </a:spcBef>
              <a:spcAft>
                <a:spcPts val="0"/>
              </a:spcAft>
              <a:buSzPts val="1300"/>
              <a:buNone/>
              <a:defRPr sz="1300"/>
            </a:lvl4pPr>
            <a:lvl5pPr lvl="4" algn="l">
              <a:lnSpc>
                <a:spcPct val="100000"/>
              </a:lnSpc>
              <a:spcBef>
                <a:spcPts val="0"/>
              </a:spcBef>
              <a:spcAft>
                <a:spcPts val="0"/>
              </a:spcAft>
              <a:buSzPts val="1300"/>
              <a:buNone/>
              <a:defRPr sz="1300"/>
            </a:lvl5pPr>
            <a:lvl6pPr lvl="5" algn="l">
              <a:lnSpc>
                <a:spcPct val="100000"/>
              </a:lnSpc>
              <a:spcBef>
                <a:spcPts val="0"/>
              </a:spcBef>
              <a:spcAft>
                <a:spcPts val="0"/>
              </a:spcAft>
              <a:buSzPts val="1300"/>
              <a:buNone/>
              <a:defRPr sz="1300"/>
            </a:lvl6pPr>
            <a:lvl7pPr lvl="6" algn="l">
              <a:lnSpc>
                <a:spcPct val="100000"/>
              </a:lnSpc>
              <a:spcBef>
                <a:spcPts val="0"/>
              </a:spcBef>
              <a:spcAft>
                <a:spcPts val="0"/>
              </a:spcAft>
              <a:buSzPts val="1300"/>
              <a:buNone/>
              <a:defRPr sz="1300"/>
            </a:lvl7pPr>
            <a:lvl8pPr lvl="7" algn="l">
              <a:lnSpc>
                <a:spcPct val="100000"/>
              </a:lnSpc>
              <a:spcBef>
                <a:spcPts val="0"/>
              </a:spcBef>
              <a:spcAft>
                <a:spcPts val="0"/>
              </a:spcAft>
              <a:buSzPts val="1300"/>
              <a:buNone/>
              <a:defRPr sz="1300"/>
            </a:lvl8pPr>
            <a:lvl9pPr lvl="8" algn="l">
              <a:lnSpc>
                <a:spcPct val="100000"/>
              </a:lnSpc>
              <a:spcBef>
                <a:spcPts val="0"/>
              </a:spcBef>
              <a:spcAft>
                <a:spcPts val="0"/>
              </a:spcAft>
              <a:buSzPts val="1300"/>
              <a:buNone/>
              <a:defRPr sz="1300"/>
            </a:lvl9pPr>
          </a:lstStyle>
          <a:p/>
        </p:txBody>
      </p:sp>
      <p:sp>
        <p:nvSpPr>
          <p:cNvPr id="281" name="Google Shape;281;g1f101420651_2_223"/>
          <p:cNvSpPr txBox="1"/>
          <p:nvPr>
            <p:ph idx="2" type="body"/>
          </p:nvPr>
        </p:nvSpPr>
        <p:spPr>
          <a:xfrm>
            <a:off x="4648200" y="1696600"/>
            <a:ext cx="3676800" cy="23475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282" name="Google Shape;282;g1f101420651_2_2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83" name="Shape 283"/>
        <p:cNvGrpSpPr/>
        <p:nvPr/>
      </p:nvGrpSpPr>
      <p:grpSpPr>
        <a:xfrm>
          <a:off x="0" y="0"/>
          <a:ext cx="0" cy="0"/>
          <a:chOff x="0" y="0"/>
          <a:chExt cx="0" cy="0"/>
        </a:xfrm>
      </p:grpSpPr>
      <p:grpSp>
        <p:nvGrpSpPr>
          <p:cNvPr id="284" name="Google Shape;284;g1f101420651_2_231"/>
          <p:cNvGrpSpPr/>
          <p:nvPr/>
        </p:nvGrpSpPr>
        <p:grpSpPr>
          <a:xfrm>
            <a:off x="0" y="4128572"/>
            <a:ext cx="698925" cy="684657"/>
            <a:chOff x="0" y="3785672"/>
            <a:chExt cx="698925" cy="684657"/>
          </a:xfrm>
        </p:grpSpPr>
        <p:sp>
          <p:nvSpPr>
            <p:cNvPr id="285" name="Google Shape;285;g1f101420651_2_231"/>
            <p:cNvSpPr/>
            <p:nvPr/>
          </p:nvSpPr>
          <p:spPr>
            <a:xfrm rot="-5400000">
              <a:off x="0" y="3785672"/>
              <a:ext cx="544800" cy="544800"/>
            </a:xfrm>
            <a:prstGeom prst="diagStripe">
              <a:avLst>
                <a:gd fmla="val 50000" name="adj"/>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 name="Google Shape;286;g1f101420651_2_231"/>
            <p:cNvSpPr/>
            <p:nvPr/>
          </p:nvSpPr>
          <p:spPr>
            <a:xfrm flipH="1">
              <a:off x="154125" y="3925529"/>
              <a:ext cx="544800" cy="544800"/>
            </a:xfrm>
            <a:prstGeom prst="diagStripe">
              <a:avLst>
                <a:gd fmla="val 50000" name="adj"/>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87" name="Google Shape;287;g1f101420651_2_231"/>
          <p:cNvSpPr txBox="1"/>
          <p:nvPr>
            <p:ph idx="1" type="body"/>
          </p:nvPr>
        </p:nvSpPr>
        <p:spPr>
          <a:xfrm>
            <a:off x="812725" y="4305375"/>
            <a:ext cx="6936000" cy="5238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300"/>
              <a:buNone/>
              <a:defRPr/>
            </a:lvl1pPr>
          </a:lstStyle>
          <a:p/>
        </p:txBody>
      </p:sp>
      <p:sp>
        <p:nvSpPr>
          <p:cNvPr id="288" name="Google Shape;288;g1f101420651_2_23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289" name="Shape 289"/>
        <p:cNvGrpSpPr/>
        <p:nvPr/>
      </p:nvGrpSpPr>
      <p:grpSpPr>
        <a:xfrm>
          <a:off x="0" y="0"/>
          <a:ext cx="0" cy="0"/>
          <a:chOff x="0" y="0"/>
          <a:chExt cx="0" cy="0"/>
        </a:xfrm>
      </p:grpSpPr>
      <p:grpSp>
        <p:nvGrpSpPr>
          <p:cNvPr id="290" name="Google Shape;290;g1f101420651_2_237"/>
          <p:cNvGrpSpPr/>
          <p:nvPr/>
        </p:nvGrpSpPr>
        <p:grpSpPr>
          <a:xfrm>
            <a:off x="4406400" y="0"/>
            <a:ext cx="4737600" cy="5143065"/>
            <a:chOff x="4406400" y="0"/>
            <a:chExt cx="4737600" cy="5143065"/>
          </a:xfrm>
        </p:grpSpPr>
        <p:sp>
          <p:nvSpPr>
            <p:cNvPr id="291" name="Google Shape;291;g1f101420651_2_237"/>
            <p:cNvSpPr/>
            <p:nvPr/>
          </p:nvSpPr>
          <p:spPr>
            <a:xfrm rot="5400000">
              <a:off x="4408200" y="-1800"/>
              <a:ext cx="4734000" cy="4737600"/>
            </a:xfrm>
            <a:prstGeom prst="diagStripe">
              <a:avLst>
                <a:gd fmla="val 49469" name="adj"/>
              </a:avLst>
            </a:prstGeom>
            <a:solidFill>
              <a:schemeClr val="lt1">
                <a:alpha val="235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 name="Google Shape;292;g1f101420651_2_237"/>
            <p:cNvSpPr/>
            <p:nvPr/>
          </p:nvSpPr>
          <p:spPr>
            <a:xfrm rot="5400000">
              <a:off x="4841125" y="5700"/>
              <a:ext cx="4298100" cy="4286700"/>
            </a:xfrm>
            <a:prstGeom prst="diagStripe">
              <a:avLst>
                <a:gd fmla="val 0" name="adj"/>
              </a:avLst>
            </a:prstGeom>
            <a:solidFill>
              <a:schemeClr val="lt1">
                <a:alpha val="235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 name="Google Shape;293;g1f101420651_2_237"/>
            <p:cNvSpPr/>
            <p:nvPr/>
          </p:nvSpPr>
          <p:spPr>
            <a:xfrm rot="-5400000">
              <a:off x="5618399" y="1236468"/>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4" name="Google Shape;294;g1f101420651_2_237"/>
            <p:cNvSpPr/>
            <p:nvPr/>
          </p:nvSpPr>
          <p:spPr>
            <a:xfrm flipH="1">
              <a:off x="5849857" y="1443956"/>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 name="Google Shape;295;g1f101420651_2_237"/>
            <p:cNvSpPr/>
            <p:nvPr/>
          </p:nvSpPr>
          <p:spPr>
            <a:xfrm rot="-5400000">
              <a:off x="5987081" y="2469465"/>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 name="Google Shape;296;g1f101420651_2_237"/>
            <p:cNvSpPr/>
            <p:nvPr/>
          </p:nvSpPr>
          <p:spPr>
            <a:xfrm flipH="1">
              <a:off x="6222115" y="2676953"/>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 name="Google Shape;297;g1f101420651_2_237"/>
            <p:cNvSpPr/>
            <p:nvPr/>
          </p:nvSpPr>
          <p:spPr>
            <a:xfrm rot="-5400000">
              <a:off x="6675341" y="1862018"/>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 name="Google Shape;298;g1f101420651_2_237"/>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 name="Google Shape;299;g1f101420651_2_237"/>
            <p:cNvSpPr/>
            <p:nvPr/>
          </p:nvSpPr>
          <p:spPr>
            <a:xfrm rot="-5400000">
              <a:off x="6861141" y="2477810"/>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 name="Google Shape;300;g1f101420651_2_237"/>
            <p:cNvSpPr/>
            <p:nvPr/>
          </p:nvSpPr>
          <p:spPr>
            <a:xfrm flipH="1">
              <a:off x="7965266" y="2692963"/>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 name="Google Shape;301;g1f101420651_2_237"/>
            <p:cNvSpPr/>
            <p:nvPr/>
          </p:nvSpPr>
          <p:spPr>
            <a:xfrm flipH="1">
              <a:off x="8145082" y="3308755"/>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 name="Google Shape;302;g1f101420651_2_237"/>
            <p:cNvSpPr/>
            <p:nvPr/>
          </p:nvSpPr>
          <p:spPr>
            <a:xfrm rot="-5400000">
              <a:off x="7047599" y="3095015"/>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 name="Google Shape;303;g1f101420651_2_237"/>
            <p:cNvSpPr/>
            <p:nvPr/>
          </p:nvSpPr>
          <p:spPr>
            <a:xfrm flipH="1">
              <a:off x="7276649" y="3302502"/>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 name="Google Shape;304;g1f101420651_2_237"/>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 name="Google Shape;305;g1f101420651_2_237"/>
            <p:cNvSpPr/>
            <p:nvPr/>
          </p:nvSpPr>
          <p:spPr>
            <a:xfrm flipH="1">
              <a:off x="7462448" y="3918294"/>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 name="Google Shape;306;g1f101420651_2_237"/>
            <p:cNvSpPr/>
            <p:nvPr/>
          </p:nvSpPr>
          <p:spPr>
            <a:xfrm rot="-5400000">
              <a:off x="8102491" y="3718473"/>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 name="Google Shape;307;g1f101420651_2_237"/>
            <p:cNvSpPr/>
            <p:nvPr/>
          </p:nvSpPr>
          <p:spPr>
            <a:xfrm flipH="1">
              <a:off x="8334533" y="3925960"/>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8" name="Google Shape;308;g1f101420651_2_237"/>
            <p:cNvSpPr/>
            <p:nvPr/>
          </p:nvSpPr>
          <p:spPr>
            <a:xfrm rot="-5400000">
              <a:off x="8288290" y="4334265"/>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09" name="Google Shape;309;g1f101420651_2_237"/>
          <p:cNvSpPr txBox="1"/>
          <p:nvPr>
            <p:ph hasCustomPrompt="1" type="title"/>
          </p:nvPr>
        </p:nvSpPr>
        <p:spPr>
          <a:xfrm>
            <a:off x="823850" y="1284675"/>
            <a:ext cx="4776000" cy="13008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8000"/>
              <a:buNone/>
              <a:defRPr sz="8000"/>
            </a:lvl1pPr>
            <a:lvl2pPr lvl="1" algn="l">
              <a:lnSpc>
                <a:spcPct val="100000"/>
              </a:lnSpc>
              <a:spcBef>
                <a:spcPts val="0"/>
              </a:spcBef>
              <a:spcAft>
                <a:spcPts val="0"/>
              </a:spcAft>
              <a:buSzPts val="8000"/>
              <a:buNone/>
              <a:defRPr sz="8000"/>
            </a:lvl2pPr>
            <a:lvl3pPr lvl="2" algn="l">
              <a:lnSpc>
                <a:spcPct val="100000"/>
              </a:lnSpc>
              <a:spcBef>
                <a:spcPts val="0"/>
              </a:spcBef>
              <a:spcAft>
                <a:spcPts val="0"/>
              </a:spcAft>
              <a:buSzPts val="8000"/>
              <a:buNone/>
              <a:defRPr sz="8000"/>
            </a:lvl3pPr>
            <a:lvl4pPr lvl="3" algn="l">
              <a:lnSpc>
                <a:spcPct val="100000"/>
              </a:lnSpc>
              <a:spcBef>
                <a:spcPts val="0"/>
              </a:spcBef>
              <a:spcAft>
                <a:spcPts val="0"/>
              </a:spcAft>
              <a:buSzPts val="8000"/>
              <a:buNone/>
              <a:defRPr sz="8000"/>
            </a:lvl4pPr>
            <a:lvl5pPr lvl="4" algn="l">
              <a:lnSpc>
                <a:spcPct val="100000"/>
              </a:lnSpc>
              <a:spcBef>
                <a:spcPts val="0"/>
              </a:spcBef>
              <a:spcAft>
                <a:spcPts val="0"/>
              </a:spcAft>
              <a:buSzPts val="8000"/>
              <a:buNone/>
              <a:defRPr sz="8000"/>
            </a:lvl5pPr>
            <a:lvl6pPr lvl="5" algn="l">
              <a:lnSpc>
                <a:spcPct val="100000"/>
              </a:lnSpc>
              <a:spcBef>
                <a:spcPts val="0"/>
              </a:spcBef>
              <a:spcAft>
                <a:spcPts val="0"/>
              </a:spcAft>
              <a:buSzPts val="8000"/>
              <a:buNone/>
              <a:defRPr sz="8000"/>
            </a:lvl6pPr>
            <a:lvl7pPr lvl="6" algn="l">
              <a:lnSpc>
                <a:spcPct val="100000"/>
              </a:lnSpc>
              <a:spcBef>
                <a:spcPts val="0"/>
              </a:spcBef>
              <a:spcAft>
                <a:spcPts val="0"/>
              </a:spcAft>
              <a:buSzPts val="8000"/>
              <a:buNone/>
              <a:defRPr sz="8000"/>
            </a:lvl7pPr>
            <a:lvl8pPr lvl="7" algn="l">
              <a:lnSpc>
                <a:spcPct val="100000"/>
              </a:lnSpc>
              <a:spcBef>
                <a:spcPts val="0"/>
              </a:spcBef>
              <a:spcAft>
                <a:spcPts val="0"/>
              </a:spcAft>
              <a:buSzPts val="8000"/>
              <a:buNone/>
              <a:defRPr sz="8000"/>
            </a:lvl8pPr>
            <a:lvl9pPr lvl="8" algn="l">
              <a:lnSpc>
                <a:spcPct val="100000"/>
              </a:lnSpc>
              <a:spcBef>
                <a:spcPts val="0"/>
              </a:spcBef>
              <a:spcAft>
                <a:spcPts val="0"/>
              </a:spcAft>
              <a:buSzPts val="8000"/>
              <a:buNone/>
              <a:defRPr sz="8000"/>
            </a:lvl9pPr>
          </a:lstStyle>
          <a:p>
            <a:r>
              <a:t>xx%</a:t>
            </a:r>
          </a:p>
        </p:txBody>
      </p:sp>
      <p:sp>
        <p:nvSpPr>
          <p:cNvPr id="310" name="Google Shape;310;g1f101420651_2_237"/>
          <p:cNvSpPr txBox="1"/>
          <p:nvPr>
            <p:ph idx="1" type="body"/>
          </p:nvPr>
        </p:nvSpPr>
        <p:spPr>
          <a:xfrm>
            <a:off x="823850" y="2643124"/>
            <a:ext cx="4776000" cy="12189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311" name="Google Shape;311;g1f101420651_2_2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316" name="Shape 316"/>
        <p:cNvGrpSpPr/>
        <p:nvPr/>
      </p:nvGrpSpPr>
      <p:grpSpPr>
        <a:xfrm>
          <a:off x="0" y="0"/>
          <a:ext cx="0" cy="0"/>
          <a:chOff x="0" y="0"/>
          <a:chExt cx="0" cy="0"/>
        </a:xfrm>
      </p:grpSpPr>
      <p:sp>
        <p:nvSpPr>
          <p:cNvPr id="317" name="Google Shape;317;g1f101420651_3_49"/>
          <p:cNvSpPr txBox="1"/>
          <p:nvPr>
            <p:ph type="title"/>
          </p:nvPr>
        </p:nvSpPr>
        <p:spPr>
          <a:xfrm>
            <a:off x="802386" y="363474"/>
            <a:ext cx="7543800" cy="1206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SzPts val="1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18" name="Google Shape;318;g1f101420651_3_49"/>
          <p:cNvSpPr txBox="1"/>
          <p:nvPr>
            <p:ph idx="1" type="body"/>
          </p:nvPr>
        </p:nvSpPr>
        <p:spPr>
          <a:xfrm>
            <a:off x="802386" y="1591056"/>
            <a:ext cx="7543800" cy="3038100"/>
          </a:xfrm>
          <a:prstGeom prst="rect">
            <a:avLst/>
          </a:prstGeom>
          <a:noFill/>
          <a:ln>
            <a:noFill/>
          </a:ln>
        </p:spPr>
        <p:txBody>
          <a:bodyPr anchorCtr="0" anchor="t" bIns="45700" lIns="91425" spcFirstLastPara="1" rIns="91425" wrap="square" tIns="45700">
            <a:normAutofit/>
          </a:bodyPr>
          <a:lstStyle>
            <a:lvl1pPr indent="-325755" lvl="0" marL="457200" algn="l">
              <a:lnSpc>
                <a:spcPct val="90000"/>
              </a:lnSpc>
              <a:spcBef>
                <a:spcPts val="900"/>
              </a:spcBef>
              <a:spcAft>
                <a:spcPts val="0"/>
              </a:spcAft>
              <a:buSzPts val="1530"/>
              <a:buChar char="●"/>
              <a:defRPr/>
            </a:lvl1pPr>
            <a:lvl2pPr indent="-325755" lvl="1" marL="914400" algn="l">
              <a:lnSpc>
                <a:spcPct val="90000"/>
              </a:lnSpc>
              <a:spcBef>
                <a:spcPts val="1200"/>
              </a:spcBef>
              <a:spcAft>
                <a:spcPts val="0"/>
              </a:spcAft>
              <a:buSzPts val="1530"/>
              <a:buChar char="○"/>
              <a:defRPr/>
            </a:lvl2pPr>
            <a:lvl3pPr indent="-325755" lvl="2" marL="1371600" algn="l">
              <a:lnSpc>
                <a:spcPct val="90000"/>
              </a:lnSpc>
              <a:spcBef>
                <a:spcPts val="300"/>
              </a:spcBef>
              <a:spcAft>
                <a:spcPts val="0"/>
              </a:spcAft>
              <a:buSzPts val="1530"/>
              <a:buChar char="■"/>
              <a:defRPr/>
            </a:lvl3pPr>
            <a:lvl4pPr indent="-325755" lvl="3" marL="1828800" algn="l">
              <a:lnSpc>
                <a:spcPct val="90000"/>
              </a:lnSpc>
              <a:spcBef>
                <a:spcPts val="300"/>
              </a:spcBef>
              <a:spcAft>
                <a:spcPts val="0"/>
              </a:spcAft>
              <a:buSzPts val="1530"/>
              <a:buChar char="●"/>
              <a:defRPr/>
            </a:lvl4pPr>
            <a:lvl5pPr indent="-325754" lvl="4" marL="2286000" algn="l">
              <a:lnSpc>
                <a:spcPct val="90000"/>
              </a:lnSpc>
              <a:spcBef>
                <a:spcPts val="300"/>
              </a:spcBef>
              <a:spcAft>
                <a:spcPts val="0"/>
              </a:spcAft>
              <a:buSzPts val="1530"/>
              <a:buChar char="○"/>
              <a:defRPr/>
            </a:lvl5pPr>
            <a:lvl6pPr indent="-325754" lvl="5" marL="2743200" algn="l">
              <a:lnSpc>
                <a:spcPct val="90000"/>
              </a:lnSpc>
              <a:spcBef>
                <a:spcPts val="300"/>
              </a:spcBef>
              <a:spcAft>
                <a:spcPts val="0"/>
              </a:spcAft>
              <a:buSzPts val="1530"/>
              <a:buChar char="■"/>
              <a:defRPr/>
            </a:lvl6pPr>
            <a:lvl7pPr indent="-325754" lvl="6" marL="3200400" algn="l">
              <a:lnSpc>
                <a:spcPct val="90000"/>
              </a:lnSpc>
              <a:spcBef>
                <a:spcPts val="300"/>
              </a:spcBef>
              <a:spcAft>
                <a:spcPts val="0"/>
              </a:spcAft>
              <a:buSzPts val="1530"/>
              <a:buChar char="●"/>
              <a:defRPr/>
            </a:lvl7pPr>
            <a:lvl8pPr indent="-325754" lvl="7" marL="3657600" algn="l">
              <a:lnSpc>
                <a:spcPct val="90000"/>
              </a:lnSpc>
              <a:spcBef>
                <a:spcPts val="300"/>
              </a:spcBef>
              <a:spcAft>
                <a:spcPts val="0"/>
              </a:spcAft>
              <a:buSzPts val="1530"/>
              <a:buChar char="○"/>
              <a:defRPr/>
            </a:lvl8pPr>
            <a:lvl9pPr indent="-325754" lvl="8" marL="4114800" algn="l">
              <a:lnSpc>
                <a:spcPct val="90000"/>
              </a:lnSpc>
              <a:spcBef>
                <a:spcPts val="300"/>
              </a:spcBef>
              <a:spcAft>
                <a:spcPts val="150"/>
              </a:spcAft>
              <a:buSzPts val="1530"/>
              <a:buChar char="■"/>
              <a:defRPr/>
            </a:lvl9pPr>
          </a:lstStyle>
          <a:p/>
        </p:txBody>
      </p:sp>
      <p:sp>
        <p:nvSpPr>
          <p:cNvPr id="319" name="Google Shape;319;g1f101420651_3_49"/>
          <p:cNvSpPr txBox="1"/>
          <p:nvPr>
            <p:ph idx="10" type="dt"/>
          </p:nvPr>
        </p:nvSpPr>
        <p:spPr>
          <a:xfrm>
            <a:off x="5973318" y="4704588"/>
            <a:ext cx="2455200" cy="273900"/>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320" name="Google Shape;320;g1f101420651_3_49"/>
          <p:cNvSpPr txBox="1"/>
          <p:nvPr>
            <p:ph idx="11" type="ftr"/>
          </p:nvPr>
        </p:nvSpPr>
        <p:spPr>
          <a:xfrm>
            <a:off x="816102" y="4704588"/>
            <a:ext cx="4745700" cy="2739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321" name="Google Shape;321;g1f101420651_3_49"/>
          <p:cNvSpPr txBox="1"/>
          <p:nvPr>
            <p:ph idx="12" type="sldNum"/>
          </p:nvPr>
        </p:nvSpPr>
        <p:spPr>
          <a:xfrm>
            <a:off x="8483346" y="4704588"/>
            <a:ext cx="480000" cy="273900"/>
          </a:xfrm>
          <a:prstGeom prst="rect">
            <a:avLst/>
          </a:prstGeom>
          <a:noFill/>
          <a:ln>
            <a:noFill/>
          </a:ln>
        </p:spPr>
        <p:txBody>
          <a:bodyPr anchorCtr="0" anchor="ctr" bIns="45700" lIns="91425" spcFirstLastPara="1" rIns="91425" wrap="square" tIns="45700">
            <a:normAutofit/>
          </a:bodyPr>
          <a:lstStyle>
            <a:lvl1pPr indent="0" lvl="0" marL="0" marR="0" algn="r">
              <a:lnSpc>
                <a:spcPct val="100000"/>
              </a:lnSpc>
              <a:spcBef>
                <a:spcPts val="0"/>
              </a:spcBef>
              <a:spcAft>
                <a:spcPts val="0"/>
              </a:spcAft>
              <a:buClr>
                <a:srgbClr val="FFFFFF"/>
              </a:buClr>
              <a:buSzPts val="1000"/>
              <a:buFont typeface="Rockwel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FFFFFF"/>
              </a:buClr>
              <a:buSzPts val="1000"/>
              <a:buFont typeface="Rockwel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FFFFFF"/>
              </a:buClr>
              <a:buSzPts val="1000"/>
              <a:buFont typeface="Rockwel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FFFFFF"/>
              </a:buClr>
              <a:buSzPts val="1000"/>
              <a:buFont typeface="Rockwel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FFFFFF"/>
              </a:buClr>
              <a:buSzPts val="1000"/>
              <a:buFont typeface="Rockwel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FFFFFF"/>
              </a:buClr>
              <a:buSzPts val="1000"/>
              <a:buFont typeface="Rockwel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FFFFFF"/>
              </a:buClr>
              <a:buSzPts val="1000"/>
              <a:buFont typeface="Rockwel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FFFFFF"/>
              </a:buClr>
              <a:buSzPts val="1000"/>
              <a:buFont typeface="Rockwel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FFFFFF"/>
              </a:buClr>
              <a:buSzPts val="1000"/>
              <a:buFont typeface="Rockwel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22" name="Shape 322"/>
        <p:cNvGrpSpPr/>
        <p:nvPr/>
      </p:nvGrpSpPr>
      <p:grpSpPr>
        <a:xfrm>
          <a:off x="0" y="0"/>
          <a:ext cx="0" cy="0"/>
          <a:chOff x="0" y="0"/>
          <a:chExt cx="0" cy="0"/>
        </a:xfrm>
      </p:grpSpPr>
      <p:sp>
        <p:nvSpPr>
          <p:cNvPr id="323" name="Google Shape;323;p31"/>
          <p:cNvSpPr txBox="1"/>
          <p:nvPr>
            <p:ph type="title"/>
          </p:nvPr>
        </p:nvSpPr>
        <p:spPr>
          <a:xfrm>
            <a:off x="311700" y="445025"/>
            <a:ext cx="8520600" cy="572700"/>
          </a:xfrm>
          <a:prstGeom prst="rect">
            <a:avLst/>
          </a:prstGeom>
          <a:noFill/>
          <a:ln>
            <a:noFill/>
          </a:ln>
        </p:spPr>
        <p:txBody>
          <a:bodyPr anchorCtr="0" anchor="t" bIns="68575" lIns="68575" spcFirstLastPara="1" rIns="68575" wrap="square" tIns="68575">
            <a:normAutofit/>
          </a:bodyPr>
          <a:lstStyle>
            <a:lvl1pPr lvl="0" algn="l">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p:txBody>
      </p:sp>
      <p:sp>
        <p:nvSpPr>
          <p:cNvPr id="324" name="Google Shape;324;p31"/>
          <p:cNvSpPr txBox="1"/>
          <p:nvPr>
            <p:ph idx="1" type="body"/>
          </p:nvPr>
        </p:nvSpPr>
        <p:spPr>
          <a:xfrm>
            <a:off x="311700" y="1152475"/>
            <a:ext cx="8520600" cy="3416400"/>
          </a:xfrm>
          <a:prstGeom prst="rect">
            <a:avLst/>
          </a:prstGeom>
          <a:noFill/>
          <a:ln>
            <a:noFill/>
          </a:ln>
        </p:spPr>
        <p:txBody>
          <a:bodyPr anchorCtr="0" anchor="t" bIns="68575" lIns="68575" spcFirstLastPara="1" rIns="68575" wrap="square" tIns="68575">
            <a:normAutofit/>
          </a:bodyPr>
          <a:lstStyle>
            <a:lvl1pPr indent="-317500" lvl="0" marL="457200" algn="l">
              <a:lnSpc>
                <a:spcPct val="115000"/>
              </a:lnSpc>
              <a:spcBef>
                <a:spcPts val="0"/>
              </a:spcBef>
              <a:spcAft>
                <a:spcPts val="0"/>
              </a:spcAft>
              <a:buSzPts val="14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325" name="Google Shape;325;p31"/>
          <p:cNvSpPr txBox="1"/>
          <p:nvPr>
            <p:ph idx="12" type="sldNum"/>
          </p:nvPr>
        </p:nvSpPr>
        <p:spPr>
          <a:xfrm>
            <a:off x="8472458" y="4663217"/>
            <a:ext cx="548700" cy="393600"/>
          </a:xfrm>
          <a:prstGeom prst="rect">
            <a:avLst/>
          </a:prstGeom>
          <a:noFill/>
          <a:ln>
            <a:noFill/>
          </a:ln>
        </p:spPr>
        <p:txBody>
          <a:bodyPr anchorCtr="0" anchor="ctr" bIns="68575" lIns="68575" spcFirstLastPara="1" rIns="68575" wrap="square" tIns="68575">
            <a:normAutofit/>
          </a:bodyPr>
          <a:lstStyle>
            <a:lvl1pPr indent="0" lvl="0"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26" name="Shape 326"/>
        <p:cNvGrpSpPr/>
        <p:nvPr/>
      </p:nvGrpSpPr>
      <p:grpSpPr>
        <a:xfrm>
          <a:off x="0" y="0"/>
          <a:ext cx="0" cy="0"/>
          <a:chOff x="0" y="0"/>
          <a:chExt cx="0" cy="0"/>
        </a:xfrm>
      </p:grpSpPr>
      <p:sp>
        <p:nvSpPr>
          <p:cNvPr id="327" name="Google Shape;327;p47"/>
          <p:cNvSpPr txBox="1"/>
          <p:nvPr>
            <p:ph type="ctrTitle"/>
          </p:nvPr>
        </p:nvSpPr>
        <p:spPr>
          <a:xfrm>
            <a:off x="311708" y="744575"/>
            <a:ext cx="8520600" cy="2052600"/>
          </a:xfrm>
          <a:prstGeom prst="rect">
            <a:avLst/>
          </a:prstGeom>
          <a:noFill/>
          <a:ln>
            <a:noFill/>
          </a:ln>
        </p:spPr>
        <p:txBody>
          <a:bodyPr anchorCtr="0" anchor="b" bIns="68575" lIns="68575" spcFirstLastPara="1" rIns="68575" wrap="square" tIns="68575">
            <a:normAutofit/>
          </a:bodyPr>
          <a:lstStyle>
            <a:lvl1pPr lvl="0" algn="ctr">
              <a:lnSpc>
                <a:spcPct val="100000"/>
              </a:lnSpc>
              <a:spcBef>
                <a:spcPts val="0"/>
              </a:spcBef>
              <a:spcAft>
                <a:spcPts val="0"/>
              </a:spcAft>
              <a:buSzPts val="3900"/>
              <a:buNone/>
              <a:defRPr sz="5200"/>
            </a:lvl1pPr>
            <a:lvl2pPr lvl="1" algn="ctr">
              <a:lnSpc>
                <a:spcPct val="100000"/>
              </a:lnSpc>
              <a:spcBef>
                <a:spcPts val="0"/>
              </a:spcBef>
              <a:spcAft>
                <a:spcPts val="0"/>
              </a:spcAft>
              <a:buSzPts val="3900"/>
              <a:buNone/>
              <a:defRPr sz="5200"/>
            </a:lvl2pPr>
            <a:lvl3pPr lvl="2" algn="ctr">
              <a:lnSpc>
                <a:spcPct val="100000"/>
              </a:lnSpc>
              <a:spcBef>
                <a:spcPts val="0"/>
              </a:spcBef>
              <a:spcAft>
                <a:spcPts val="0"/>
              </a:spcAft>
              <a:buSzPts val="3900"/>
              <a:buNone/>
              <a:defRPr sz="5200"/>
            </a:lvl3pPr>
            <a:lvl4pPr lvl="3" algn="ctr">
              <a:lnSpc>
                <a:spcPct val="100000"/>
              </a:lnSpc>
              <a:spcBef>
                <a:spcPts val="0"/>
              </a:spcBef>
              <a:spcAft>
                <a:spcPts val="0"/>
              </a:spcAft>
              <a:buSzPts val="3900"/>
              <a:buNone/>
              <a:defRPr sz="5200"/>
            </a:lvl4pPr>
            <a:lvl5pPr lvl="4" algn="ctr">
              <a:lnSpc>
                <a:spcPct val="100000"/>
              </a:lnSpc>
              <a:spcBef>
                <a:spcPts val="0"/>
              </a:spcBef>
              <a:spcAft>
                <a:spcPts val="0"/>
              </a:spcAft>
              <a:buSzPts val="3900"/>
              <a:buNone/>
              <a:defRPr sz="5200"/>
            </a:lvl5pPr>
            <a:lvl6pPr lvl="5" algn="ctr">
              <a:lnSpc>
                <a:spcPct val="100000"/>
              </a:lnSpc>
              <a:spcBef>
                <a:spcPts val="0"/>
              </a:spcBef>
              <a:spcAft>
                <a:spcPts val="0"/>
              </a:spcAft>
              <a:buSzPts val="3900"/>
              <a:buNone/>
              <a:defRPr sz="5200"/>
            </a:lvl6pPr>
            <a:lvl7pPr lvl="6" algn="ctr">
              <a:lnSpc>
                <a:spcPct val="100000"/>
              </a:lnSpc>
              <a:spcBef>
                <a:spcPts val="0"/>
              </a:spcBef>
              <a:spcAft>
                <a:spcPts val="0"/>
              </a:spcAft>
              <a:buSzPts val="3900"/>
              <a:buNone/>
              <a:defRPr sz="5200"/>
            </a:lvl7pPr>
            <a:lvl8pPr lvl="7" algn="ctr">
              <a:lnSpc>
                <a:spcPct val="100000"/>
              </a:lnSpc>
              <a:spcBef>
                <a:spcPts val="0"/>
              </a:spcBef>
              <a:spcAft>
                <a:spcPts val="0"/>
              </a:spcAft>
              <a:buSzPts val="3900"/>
              <a:buNone/>
              <a:defRPr sz="5200"/>
            </a:lvl8pPr>
            <a:lvl9pPr lvl="8" algn="ctr">
              <a:lnSpc>
                <a:spcPct val="100000"/>
              </a:lnSpc>
              <a:spcBef>
                <a:spcPts val="0"/>
              </a:spcBef>
              <a:spcAft>
                <a:spcPts val="0"/>
              </a:spcAft>
              <a:buSzPts val="3900"/>
              <a:buNone/>
              <a:defRPr sz="5200"/>
            </a:lvl9pPr>
          </a:lstStyle>
          <a:p/>
        </p:txBody>
      </p:sp>
      <p:sp>
        <p:nvSpPr>
          <p:cNvPr id="328" name="Google Shape;328;p47"/>
          <p:cNvSpPr txBox="1"/>
          <p:nvPr>
            <p:ph idx="1" type="subTitle"/>
          </p:nvPr>
        </p:nvSpPr>
        <p:spPr>
          <a:xfrm>
            <a:off x="311700" y="2834125"/>
            <a:ext cx="8520600" cy="792600"/>
          </a:xfrm>
          <a:prstGeom prst="rect">
            <a:avLst/>
          </a:prstGeom>
          <a:noFill/>
          <a:ln>
            <a:noFill/>
          </a:ln>
        </p:spPr>
        <p:txBody>
          <a:bodyPr anchorCtr="0" anchor="t" bIns="68575" lIns="68575" spcFirstLastPara="1" rIns="68575" wrap="square" tIns="68575">
            <a:normAutofit/>
          </a:bodyPr>
          <a:lstStyle>
            <a:lvl1pPr lvl="0" algn="ctr">
              <a:lnSpc>
                <a:spcPct val="100000"/>
              </a:lnSpc>
              <a:spcBef>
                <a:spcPts val="0"/>
              </a:spcBef>
              <a:spcAft>
                <a:spcPts val="0"/>
              </a:spcAft>
              <a:buSzPts val="2100"/>
              <a:buNone/>
              <a:defRPr sz="2800"/>
            </a:lvl1pPr>
            <a:lvl2pPr lvl="1" algn="ctr">
              <a:lnSpc>
                <a:spcPct val="100000"/>
              </a:lnSpc>
              <a:spcBef>
                <a:spcPts val="0"/>
              </a:spcBef>
              <a:spcAft>
                <a:spcPts val="0"/>
              </a:spcAft>
              <a:buSzPts val="2100"/>
              <a:buNone/>
              <a:defRPr sz="2800"/>
            </a:lvl2pPr>
            <a:lvl3pPr lvl="2" algn="ctr">
              <a:lnSpc>
                <a:spcPct val="100000"/>
              </a:lnSpc>
              <a:spcBef>
                <a:spcPts val="0"/>
              </a:spcBef>
              <a:spcAft>
                <a:spcPts val="0"/>
              </a:spcAft>
              <a:buSzPts val="2100"/>
              <a:buNone/>
              <a:defRPr sz="2800"/>
            </a:lvl3pPr>
            <a:lvl4pPr lvl="3" algn="ctr">
              <a:lnSpc>
                <a:spcPct val="100000"/>
              </a:lnSpc>
              <a:spcBef>
                <a:spcPts val="0"/>
              </a:spcBef>
              <a:spcAft>
                <a:spcPts val="0"/>
              </a:spcAft>
              <a:buSzPts val="2100"/>
              <a:buNone/>
              <a:defRPr sz="2800"/>
            </a:lvl4pPr>
            <a:lvl5pPr lvl="4" algn="ctr">
              <a:lnSpc>
                <a:spcPct val="100000"/>
              </a:lnSpc>
              <a:spcBef>
                <a:spcPts val="0"/>
              </a:spcBef>
              <a:spcAft>
                <a:spcPts val="0"/>
              </a:spcAft>
              <a:buSzPts val="2100"/>
              <a:buNone/>
              <a:defRPr sz="2800"/>
            </a:lvl5pPr>
            <a:lvl6pPr lvl="5" algn="ctr">
              <a:lnSpc>
                <a:spcPct val="100000"/>
              </a:lnSpc>
              <a:spcBef>
                <a:spcPts val="0"/>
              </a:spcBef>
              <a:spcAft>
                <a:spcPts val="0"/>
              </a:spcAft>
              <a:buSzPts val="2100"/>
              <a:buNone/>
              <a:defRPr sz="2800"/>
            </a:lvl6pPr>
            <a:lvl7pPr lvl="6" algn="ctr">
              <a:lnSpc>
                <a:spcPct val="100000"/>
              </a:lnSpc>
              <a:spcBef>
                <a:spcPts val="0"/>
              </a:spcBef>
              <a:spcAft>
                <a:spcPts val="0"/>
              </a:spcAft>
              <a:buSzPts val="2100"/>
              <a:buNone/>
              <a:defRPr sz="2800"/>
            </a:lvl7pPr>
            <a:lvl8pPr lvl="7" algn="ctr">
              <a:lnSpc>
                <a:spcPct val="100000"/>
              </a:lnSpc>
              <a:spcBef>
                <a:spcPts val="0"/>
              </a:spcBef>
              <a:spcAft>
                <a:spcPts val="0"/>
              </a:spcAft>
              <a:buSzPts val="2100"/>
              <a:buNone/>
              <a:defRPr sz="2800"/>
            </a:lvl8pPr>
            <a:lvl9pPr lvl="8" algn="ctr">
              <a:lnSpc>
                <a:spcPct val="100000"/>
              </a:lnSpc>
              <a:spcBef>
                <a:spcPts val="0"/>
              </a:spcBef>
              <a:spcAft>
                <a:spcPts val="0"/>
              </a:spcAft>
              <a:buSzPts val="2100"/>
              <a:buNone/>
              <a:defRPr sz="2800"/>
            </a:lvl9pPr>
          </a:lstStyle>
          <a:p/>
        </p:txBody>
      </p:sp>
      <p:sp>
        <p:nvSpPr>
          <p:cNvPr id="329" name="Google Shape;329;p47"/>
          <p:cNvSpPr txBox="1"/>
          <p:nvPr>
            <p:ph idx="12" type="sldNum"/>
          </p:nvPr>
        </p:nvSpPr>
        <p:spPr>
          <a:xfrm>
            <a:off x="8472458" y="4663217"/>
            <a:ext cx="548700" cy="393600"/>
          </a:xfrm>
          <a:prstGeom prst="rect">
            <a:avLst/>
          </a:prstGeom>
          <a:noFill/>
          <a:ln>
            <a:noFill/>
          </a:ln>
        </p:spPr>
        <p:txBody>
          <a:bodyPr anchorCtr="0" anchor="ctr" bIns="68575" lIns="68575" spcFirstLastPara="1" rIns="68575" wrap="square" tIns="68575">
            <a:normAutofit/>
          </a:bodyPr>
          <a:lstStyle>
            <a:lvl1pPr indent="0" lvl="0"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30" name="Shape 330"/>
        <p:cNvGrpSpPr/>
        <p:nvPr/>
      </p:nvGrpSpPr>
      <p:grpSpPr>
        <a:xfrm>
          <a:off x="0" y="0"/>
          <a:ext cx="0" cy="0"/>
          <a:chOff x="0" y="0"/>
          <a:chExt cx="0" cy="0"/>
        </a:xfrm>
      </p:grpSpPr>
      <p:sp>
        <p:nvSpPr>
          <p:cNvPr id="331" name="Google Shape;331;p48"/>
          <p:cNvSpPr txBox="1"/>
          <p:nvPr>
            <p:ph type="title"/>
          </p:nvPr>
        </p:nvSpPr>
        <p:spPr>
          <a:xfrm>
            <a:off x="311700" y="2150850"/>
            <a:ext cx="8520600" cy="841800"/>
          </a:xfrm>
          <a:prstGeom prst="rect">
            <a:avLst/>
          </a:prstGeom>
          <a:noFill/>
          <a:ln>
            <a:noFill/>
          </a:ln>
        </p:spPr>
        <p:txBody>
          <a:bodyPr anchorCtr="0" anchor="ctr" bIns="68575" lIns="68575" spcFirstLastPara="1" rIns="68575" wrap="square" tIns="68575">
            <a:normAutofit/>
          </a:bodyPr>
          <a:lstStyle>
            <a:lvl1pPr lvl="0" algn="ctr">
              <a:lnSpc>
                <a:spcPct val="100000"/>
              </a:lnSpc>
              <a:spcBef>
                <a:spcPts val="0"/>
              </a:spcBef>
              <a:spcAft>
                <a:spcPts val="0"/>
              </a:spcAft>
              <a:buSzPts val="2700"/>
              <a:buNone/>
              <a:defRPr sz="3600"/>
            </a:lvl1pPr>
            <a:lvl2pPr lvl="1" algn="ctr">
              <a:lnSpc>
                <a:spcPct val="100000"/>
              </a:lnSpc>
              <a:spcBef>
                <a:spcPts val="0"/>
              </a:spcBef>
              <a:spcAft>
                <a:spcPts val="0"/>
              </a:spcAft>
              <a:buSzPts val="2700"/>
              <a:buNone/>
              <a:defRPr sz="3600"/>
            </a:lvl2pPr>
            <a:lvl3pPr lvl="2" algn="ctr">
              <a:lnSpc>
                <a:spcPct val="100000"/>
              </a:lnSpc>
              <a:spcBef>
                <a:spcPts val="0"/>
              </a:spcBef>
              <a:spcAft>
                <a:spcPts val="0"/>
              </a:spcAft>
              <a:buSzPts val="2700"/>
              <a:buNone/>
              <a:defRPr sz="3600"/>
            </a:lvl3pPr>
            <a:lvl4pPr lvl="3" algn="ctr">
              <a:lnSpc>
                <a:spcPct val="100000"/>
              </a:lnSpc>
              <a:spcBef>
                <a:spcPts val="0"/>
              </a:spcBef>
              <a:spcAft>
                <a:spcPts val="0"/>
              </a:spcAft>
              <a:buSzPts val="2700"/>
              <a:buNone/>
              <a:defRPr sz="3600"/>
            </a:lvl4pPr>
            <a:lvl5pPr lvl="4" algn="ctr">
              <a:lnSpc>
                <a:spcPct val="100000"/>
              </a:lnSpc>
              <a:spcBef>
                <a:spcPts val="0"/>
              </a:spcBef>
              <a:spcAft>
                <a:spcPts val="0"/>
              </a:spcAft>
              <a:buSzPts val="2700"/>
              <a:buNone/>
              <a:defRPr sz="3600"/>
            </a:lvl5pPr>
            <a:lvl6pPr lvl="5" algn="ctr">
              <a:lnSpc>
                <a:spcPct val="100000"/>
              </a:lnSpc>
              <a:spcBef>
                <a:spcPts val="0"/>
              </a:spcBef>
              <a:spcAft>
                <a:spcPts val="0"/>
              </a:spcAft>
              <a:buSzPts val="2700"/>
              <a:buNone/>
              <a:defRPr sz="3600"/>
            </a:lvl6pPr>
            <a:lvl7pPr lvl="6" algn="ctr">
              <a:lnSpc>
                <a:spcPct val="100000"/>
              </a:lnSpc>
              <a:spcBef>
                <a:spcPts val="0"/>
              </a:spcBef>
              <a:spcAft>
                <a:spcPts val="0"/>
              </a:spcAft>
              <a:buSzPts val="2700"/>
              <a:buNone/>
              <a:defRPr sz="3600"/>
            </a:lvl7pPr>
            <a:lvl8pPr lvl="7" algn="ctr">
              <a:lnSpc>
                <a:spcPct val="100000"/>
              </a:lnSpc>
              <a:spcBef>
                <a:spcPts val="0"/>
              </a:spcBef>
              <a:spcAft>
                <a:spcPts val="0"/>
              </a:spcAft>
              <a:buSzPts val="2700"/>
              <a:buNone/>
              <a:defRPr sz="3600"/>
            </a:lvl8pPr>
            <a:lvl9pPr lvl="8" algn="ctr">
              <a:lnSpc>
                <a:spcPct val="100000"/>
              </a:lnSpc>
              <a:spcBef>
                <a:spcPts val="0"/>
              </a:spcBef>
              <a:spcAft>
                <a:spcPts val="0"/>
              </a:spcAft>
              <a:buSzPts val="2700"/>
              <a:buNone/>
              <a:defRPr sz="3600"/>
            </a:lvl9pPr>
          </a:lstStyle>
          <a:p/>
        </p:txBody>
      </p:sp>
      <p:sp>
        <p:nvSpPr>
          <p:cNvPr id="332" name="Google Shape;332;p48"/>
          <p:cNvSpPr txBox="1"/>
          <p:nvPr>
            <p:ph idx="12" type="sldNum"/>
          </p:nvPr>
        </p:nvSpPr>
        <p:spPr>
          <a:xfrm>
            <a:off x="8472458" y="4663217"/>
            <a:ext cx="548700" cy="393600"/>
          </a:xfrm>
          <a:prstGeom prst="rect">
            <a:avLst/>
          </a:prstGeom>
          <a:noFill/>
          <a:ln>
            <a:noFill/>
          </a:ln>
        </p:spPr>
        <p:txBody>
          <a:bodyPr anchorCtr="0" anchor="ctr" bIns="68575" lIns="68575" spcFirstLastPara="1" rIns="68575" wrap="square" tIns="68575">
            <a:normAutofit/>
          </a:bodyPr>
          <a:lstStyle>
            <a:lvl1pPr indent="0" lvl="0"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33" name="Shape 333"/>
        <p:cNvGrpSpPr/>
        <p:nvPr/>
      </p:nvGrpSpPr>
      <p:grpSpPr>
        <a:xfrm>
          <a:off x="0" y="0"/>
          <a:ext cx="0" cy="0"/>
          <a:chOff x="0" y="0"/>
          <a:chExt cx="0" cy="0"/>
        </a:xfrm>
      </p:grpSpPr>
      <p:sp>
        <p:nvSpPr>
          <p:cNvPr id="334" name="Google Shape;334;p49"/>
          <p:cNvSpPr txBox="1"/>
          <p:nvPr>
            <p:ph type="title"/>
          </p:nvPr>
        </p:nvSpPr>
        <p:spPr>
          <a:xfrm>
            <a:off x="311700" y="445025"/>
            <a:ext cx="8520600" cy="572700"/>
          </a:xfrm>
          <a:prstGeom prst="rect">
            <a:avLst/>
          </a:prstGeom>
          <a:noFill/>
          <a:ln>
            <a:noFill/>
          </a:ln>
        </p:spPr>
        <p:txBody>
          <a:bodyPr anchorCtr="0" anchor="t" bIns="68575" lIns="68575" spcFirstLastPara="1" rIns="68575" wrap="square" tIns="68575">
            <a:normAutofit/>
          </a:bodyPr>
          <a:lstStyle>
            <a:lvl1pPr lvl="0" algn="l">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p:txBody>
      </p:sp>
      <p:sp>
        <p:nvSpPr>
          <p:cNvPr id="335" name="Google Shape;335;p49"/>
          <p:cNvSpPr txBox="1"/>
          <p:nvPr>
            <p:ph idx="1" type="body"/>
          </p:nvPr>
        </p:nvSpPr>
        <p:spPr>
          <a:xfrm>
            <a:off x="311700" y="1152475"/>
            <a:ext cx="3999900" cy="3416400"/>
          </a:xfrm>
          <a:prstGeom prst="rect">
            <a:avLst/>
          </a:prstGeom>
          <a:noFill/>
          <a:ln>
            <a:noFill/>
          </a:ln>
        </p:spPr>
        <p:txBody>
          <a:bodyPr anchorCtr="0" anchor="t" bIns="68575" lIns="68575" spcFirstLastPara="1" rIns="68575" wrap="square" tIns="68575">
            <a:normAutofit/>
          </a:bodyPr>
          <a:lstStyle>
            <a:lvl1pPr indent="-298450" lvl="0" marL="457200" algn="l">
              <a:lnSpc>
                <a:spcPct val="115000"/>
              </a:lnSpc>
              <a:spcBef>
                <a:spcPts val="0"/>
              </a:spcBef>
              <a:spcAft>
                <a:spcPts val="0"/>
              </a:spcAft>
              <a:buSzPts val="1100"/>
              <a:buChar char="●"/>
              <a:defRPr sz="1400"/>
            </a:lvl1pPr>
            <a:lvl2pPr indent="-285750" lvl="1" marL="914400" algn="l">
              <a:lnSpc>
                <a:spcPct val="115000"/>
              </a:lnSpc>
              <a:spcBef>
                <a:spcPts val="0"/>
              </a:spcBef>
              <a:spcAft>
                <a:spcPts val="0"/>
              </a:spcAft>
              <a:buSzPts val="900"/>
              <a:buChar char="○"/>
              <a:defRPr sz="1200"/>
            </a:lvl2pPr>
            <a:lvl3pPr indent="-285750" lvl="2" marL="1371600" algn="l">
              <a:lnSpc>
                <a:spcPct val="115000"/>
              </a:lnSpc>
              <a:spcBef>
                <a:spcPts val="0"/>
              </a:spcBef>
              <a:spcAft>
                <a:spcPts val="0"/>
              </a:spcAft>
              <a:buSzPts val="900"/>
              <a:buChar char="■"/>
              <a:defRPr sz="1200"/>
            </a:lvl3pPr>
            <a:lvl4pPr indent="-285750" lvl="3" marL="1828800" algn="l">
              <a:lnSpc>
                <a:spcPct val="115000"/>
              </a:lnSpc>
              <a:spcBef>
                <a:spcPts val="0"/>
              </a:spcBef>
              <a:spcAft>
                <a:spcPts val="0"/>
              </a:spcAft>
              <a:buSzPts val="900"/>
              <a:buChar char="●"/>
              <a:defRPr sz="1200"/>
            </a:lvl4pPr>
            <a:lvl5pPr indent="-285750" lvl="4" marL="2286000" algn="l">
              <a:lnSpc>
                <a:spcPct val="115000"/>
              </a:lnSpc>
              <a:spcBef>
                <a:spcPts val="0"/>
              </a:spcBef>
              <a:spcAft>
                <a:spcPts val="0"/>
              </a:spcAft>
              <a:buSzPts val="900"/>
              <a:buChar char="○"/>
              <a:defRPr sz="1200"/>
            </a:lvl5pPr>
            <a:lvl6pPr indent="-285750" lvl="5" marL="2743200" algn="l">
              <a:lnSpc>
                <a:spcPct val="115000"/>
              </a:lnSpc>
              <a:spcBef>
                <a:spcPts val="0"/>
              </a:spcBef>
              <a:spcAft>
                <a:spcPts val="0"/>
              </a:spcAft>
              <a:buSzPts val="900"/>
              <a:buChar char="■"/>
              <a:defRPr sz="1200"/>
            </a:lvl6pPr>
            <a:lvl7pPr indent="-285750" lvl="6" marL="3200400" algn="l">
              <a:lnSpc>
                <a:spcPct val="115000"/>
              </a:lnSpc>
              <a:spcBef>
                <a:spcPts val="0"/>
              </a:spcBef>
              <a:spcAft>
                <a:spcPts val="0"/>
              </a:spcAft>
              <a:buSzPts val="900"/>
              <a:buChar char="●"/>
              <a:defRPr sz="1200"/>
            </a:lvl7pPr>
            <a:lvl8pPr indent="-285750" lvl="7" marL="3657600" algn="l">
              <a:lnSpc>
                <a:spcPct val="115000"/>
              </a:lnSpc>
              <a:spcBef>
                <a:spcPts val="0"/>
              </a:spcBef>
              <a:spcAft>
                <a:spcPts val="0"/>
              </a:spcAft>
              <a:buSzPts val="900"/>
              <a:buChar char="○"/>
              <a:defRPr sz="1200"/>
            </a:lvl8pPr>
            <a:lvl9pPr indent="-285750" lvl="8" marL="4114800" algn="l">
              <a:lnSpc>
                <a:spcPct val="115000"/>
              </a:lnSpc>
              <a:spcBef>
                <a:spcPts val="0"/>
              </a:spcBef>
              <a:spcAft>
                <a:spcPts val="0"/>
              </a:spcAft>
              <a:buSzPts val="900"/>
              <a:buChar char="■"/>
              <a:defRPr sz="1200"/>
            </a:lvl9pPr>
          </a:lstStyle>
          <a:p/>
        </p:txBody>
      </p:sp>
      <p:sp>
        <p:nvSpPr>
          <p:cNvPr id="336" name="Google Shape;336;p49"/>
          <p:cNvSpPr txBox="1"/>
          <p:nvPr>
            <p:ph idx="2" type="body"/>
          </p:nvPr>
        </p:nvSpPr>
        <p:spPr>
          <a:xfrm>
            <a:off x="4832400" y="1152475"/>
            <a:ext cx="3999900" cy="3416400"/>
          </a:xfrm>
          <a:prstGeom prst="rect">
            <a:avLst/>
          </a:prstGeom>
          <a:noFill/>
          <a:ln>
            <a:noFill/>
          </a:ln>
        </p:spPr>
        <p:txBody>
          <a:bodyPr anchorCtr="0" anchor="t" bIns="68575" lIns="68575" spcFirstLastPara="1" rIns="68575" wrap="square" tIns="68575">
            <a:normAutofit/>
          </a:bodyPr>
          <a:lstStyle>
            <a:lvl1pPr indent="-298450" lvl="0" marL="457200" algn="l">
              <a:lnSpc>
                <a:spcPct val="115000"/>
              </a:lnSpc>
              <a:spcBef>
                <a:spcPts val="0"/>
              </a:spcBef>
              <a:spcAft>
                <a:spcPts val="0"/>
              </a:spcAft>
              <a:buSzPts val="1100"/>
              <a:buChar char="●"/>
              <a:defRPr sz="1400"/>
            </a:lvl1pPr>
            <a:lvl2pPr indent="-285750" lvl="1" marL="914400" algn="l">
              <a:lnSpc>
                <a:spcPct val="115000"/>
              </a:lnSpc>
              <a:spcBef>
                <a:spcPts val="0"/>
              </a:spcBef>
              <a:spcAft>
                <a:spcPts val="0"/>
              </a:spcAft>
              <a:buSzPts val="900"/>
              <a:buChar char="○"/>
              <a:defRPr sz="1200"/>
            </a:lvl2pPr>
            <a:lvl3pPr indent="-285750" lvl="2" marL="1371600" algn="l">
              <a:lnSpc>
                <a:spcPct val="115000"/>
              </a:lnSpc>
              <a:spcBef>
                <a:spcPts val="0"/>
              </a:spcBef>
              <a:spcAft>
                <a:spcPts val="0"/>
              </a:spcAft>
              <a:buSzPts val="900"/>
              <a:buChar char="■"/>
              <a:defRPr sz="1200"/>
            </a:lvl3pPr>
            <a:lvl4pPr indent="-285750" lvl="3" marL="1828800" algn="l">
              <a:lnSpc>
                <a:spcPct val="115000"/>
              </a:lnSpc>
              <a:spcBef>
                <a:spcPts val="0"/>
              </a:spcBef>
              <a:spcAft>
                <a:spcPts val="0"/>
              </a:spcAft>
              <a:buSzPts val="900"/>
              <a:buChar char="●"/>
              <a:defRPr sz="1200"/>
            </a:lvl4pPr>
            <a:lvl5pPr indent="-285750" lvl="4" marL="2286000" algn="l">
              <a:lnSpc>
                <a:spcPct val="115000"/>
              </a:lnSpc>
              <a:spcBef>
                <a:spcPts val="0"/>
              </a:spcBef>
              <a:spcAft>
                <a:spcPts val="0"/>
              </a:spcAft>
              <a:buSzPts val="900"/>
              <a:buChar char="○"/>
              <a:defRPr sz="1200"/>
            </a:lvl5pPr>
            <a:lvl6pPr indent="-285750" lvl="5" marL="2743200" algn="l">
              <a:lnSpc>
                <a:spcPct val="115000"/>
              </a:lnSpc>
              <a:spcBef>
                <a:spcPts val="0"/>
              </a:spcBef>
              <a:spcAft>
                <a:spcPts val="0"/>
              </a:spcAft>
              <a:buSzPts val="900"/>
              <a:buChar char="■"/>
              <a:defRPr sz="1200"/>
            </a:lvl6pPr>
            <a:lvl7pPr indent="-285750" lvl="6" marL="3200400" algn="l">
              <a:lnSpc>
                <a:spcPct val="115000"/>
              </a:lnSpc>
              <a:spcBef>
                <a:spcPts val="0"/>
              </a:spcBef>
              <a:spcAft>
                <a:spcPts val="0"/>
              </a:spcAft>
              <a:buSzPts val="900"/>
              <a:buChar char="●"/>
              <a:defRPr sz="1200"/>
            </a:lvl7pPr>
            <a:lvl8pPr indent="-285750" lvl="7" marL="3657600" algn="l">
              <a:lnSpc>
                <a:spcPct val="115000"/>
              </a:lnSpc>
              <a:spcBef>
                <a:spcPts val="0"/>
              </a:spcBef>
              <a:spcAft>
                <a:spcPts val="0"/>
              </a:spcAft>
              <a:buSzPts val="900"/>
              <a:buChar char="○"/>
              <a:defRPr sz="1200"/>
            </a:lvl8pPr>
            <a:lvl9pPr indent="-285750" lvl="8" marL="4114800" algn="l">
              <a:lnSpc>
                <a:spcPct val="115000"/>
              </a:lnSpc>
              <a:spcBef>
                <a:spcPts val="0"/>
              </a:spcBef>
              <a:spcAft>
                <a:spcPts val="0"/>
              </a:spcAft>
              <a:buSzPts val="900"/>
              <a:buChar char="■"/>
              <a:defRPr sz="1200"/>
            </a:lvl9pPr>
          </a:lstStyle>
          <a:p/>
        </p:txBody>
      </p:sp>
      <p:sp>
        <p:nvSpPr>
          <p:cNvPr id="337" name="Google Shape;337;p49"/>
          <p:cNvSpPr txBox="1"/>
          <p:nvPr>
            <p:ph idx="12" type="sldNum"/>
          </p:nvPr>
        </p:nvSpPr>
        <p:spPr>
          <a:xfrm>
            <a:off x="8472458" y="4663217"/>
            <a:ext cx="548700" cy="393600"/>
          </a:xfrm>
          <a:prstGeom prst="rect">
            <a:avLst/>
          </a:prstGeom>
          <a:noFill/>
          <a:ln>
            <a:noFill/>
          </a:ln>
        </p:spPr>
        <p:txBody>
          <a:bodyPr anchorCtr="0" anchor="ctr" bIns="68575" lIns="68575" spcFirstLastPara="1" rIns="68575" wrap="square" tIns="68575">
            <a:normAutofit/>
          </a:bodyPr>
          <a:lstStyle>
            <a:lvl1pPr indent="0" lvl="0"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38" name="Shape 338"/>
        <p:cNvGrpSpPr/>
        <p:nvPr/>
      </p:nvGrpSpPr>
      <p:grpSpPr>
        <a:xfrm>
          <a:off x="0" y="0"/>
          <a:ext cx="0" cy="0"/>
          <a:chOff x="0" y="0"/>
          <a:chExt cx="0" cy="0"/>
        </a:xfrm>
      </p:grpSpPr>
      <p:sp>
        <p:nvSpPr>
          <p:cNvPr id="339" name="Google Shape;339;p50"/>
          <p:cNvSpPr txBox="1"/>
          <p:nvPr>
            <p:ph type="title"/>
          </p:nvPr>
        </p:nvSpPr>
        <p:spPr>
          <a:xfrm>
            <a:off x="311700" y="445025"/>
            <a:ext cx="8520600" cy="572700"/>
          </a:xfrm>
          <a:prstGeom prst="rect">
            <a:avLst/>
          </a:prstGeom>
          <a:noFill/>
          <a:ln>
            <a:noFill/>
          </a:ln>
        </p:spPr>
        <p:txBody>
          <a:bodyPr anchorCtr="0" anchor="t" bIns="68575" lIns="68575" spcFirstLastPara="1" rIns="68575" wrap="square" tIns="68575">
            <a:normAutofit/>
          </a:bodyPr>
          <a:lstStyle>
            <a:lvl1pPr lvl="0" algn="l">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p:txBody>
      </p:sp>
      <p:sp>
        <p:nvSpPr>
          <p:cNvPr id="340" name="Google Shape;340;p50"/>
          <p:cNvSpPr txBox="1"/>
          <p:nvPr>
            <p:ph idx="12" type="sldNum"/>
          </p:nvPr>
        </p:nvSpPr>
        <p:spPr>
          <a:xfrm>
            <a:off x="8472458" y="4663217"/>
            <a:ext cx="548700" cy="393600"/>
          </a:xfrm>
          <a:prstGeom prst="rect">
            <a:avLst/>
          </a:prstGeom>
          <a:noFill/>
          <a:ln>
            <a:noFill/>
          </a:ln>
        </p:spPr>
        <p:txBody>
          <a:bodyPr anchorCtr="0" anchor="ctr" bIns="68575" lIns="68575" spcFirstLastPara="1" rIns="68575" wrap="square" tIns="68575">
            <a:normAutofit/>
          </a:bodyPr>
          <a:lstStyle>
            <a:lvl1pPr indent="0" lvl="0"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341" name="Shape 341"/>
        <p:cNvGrpSpPr/>
        <p:nvPr/>
      </p:nvGrpSpPr>
      <p:grpSpPr>
        <a:xfrm>
          <a:off x="0" y="0"/>
          <a:ext cx="0" cy="0"/>
          <a:chOff x="0" y="0"/>
          <a:chExt cx="0" cy="0"/>
        </a:xfrm>
      </p:grpSpPr>
      <p:sp>
        <p:nvSpPr>
          <p:cNvPr id="342" name="Google Shape;342;p51"/>
          <p:cNvSpPr txBox="1"/>
          <p:nvPr>
            <p:ph type="title"/>
          </p:nvPr>
        </p:nvSpPr>
        <p:spPr>
          <a:xfrm>
            <a:off x="311700" y="555600"/>
            <a:ext cx="2808000" cy="755700"/>
          </a:xfrm>
          <a:prstGeom prst="rect">
            <a:avLst/>
          </a:prstGeom>
          <a:noFill/>
          <a:ln>
            <a:noFill/>
          </a:ln>
        </p:spPr>
        <p:txBody>
          <a:bodyPr anchorCtr="0" anchor="b" bIns="68575" lIns="68575" spcFirstLastPara="1" rIns="68575" wrap="square" tIns="68575">
            <a:normAutofit/>
          </a:bodyPr>
          <a:lstStyle>
            <a:lvl1pPr lvl="0" algn="l">
              <a:lnSpc>
                <a:spcPct val="100000"/>
              </a:lnSpc>
              <a:spcBef>
                <a:spcPts val="0"/>
              </a:spcBef>
              <a:spcAft>
                <a:spcPts val="0"/>
              </a:spcAft>
              <a:buSzPts val="1800"/>
              <a:buNone/>
              <a:defRPr sz="2400"/>
            </a:lvl1pPr>
            <a:lvl2pPr lvl="1" algn="l">
              <a:lnSpc>
                <a:spcPct val="100000"/>
              </a:lnSpc>
              <a:spcBef>
                <a:spcPts val="0"/>
              </a:spcBef>
              <a:spcAft>
                <a:spcPts val="0"/>
              </a:spcAft>
              <a:buSzPts val="1800"/>
              <a:buNone/>
              <a:defRPr sz="2400"/>
            </a:lvl2pPr>
            <a:lvl3pPr lvl="2" algn="l">
              <a:lnSpc>
                <a:spcPct val="100000"/>
              </a:lnSpc>
              <a:spcBef>
                <a:spcPts val="0"/>
              </a:spcBef>
              <a:spcAft>
                <a:spcPts val="0"/>
              </a:spcAft>
              <a:buSzPts val="1800"/>
              <a:buNone/>
              <a:defRPr sz="2400"/>
            </a:lvl3pPr>
            <a:lvl4pPr lvl="3" algn="l">
              <a:lnSpc>
                <a:spcPct val="100000"/>
              </a:lnSpc>
              <a:spcBef>
                <a:spcPts val="0"/>
              </a:spcBef>
              <a:spcAft>
                <a:spcPts val="0"/>
              </a:spcAft>
              <a:buSzPts val="1800"/>
              <a:buNone/>
              <a:defRPr sz="2400"/>
            </a:lvl4pPr>
            <a:lvl5pPr lvl="4" algn="l">
              <a:lnSpc>
                <a:spcPct val="100000"/>
              </a:lnSpc>
              <a:spcBef>
                <a:spcPts val="0"/>
              </a:spcBef>
              <a:spcAft>
                <a:spcPts val="0"/>
              </a:spcAft>
              <a:buSzPts val="1800"/>
              <a:buNone/>
              <a:defRPr sz="2400"/>
            </a:lvl5pPr>
            <a:lvl6pPr lvl="5" algn="l">
              <a:lnSpc>
                <a:spcPct val="100000"/>
              </a:lnSpc>
              <a:spcBef>
                <a:spcPts val="0"/>
              </a:spcBef>
              <a:spcAft>
                <a:spcPts val="0"/>
              </a:spcAft>
              <a:buSzPts val="1800"/>
              <a:buNone/>
              <a:defRPr sz="2400"/>
            </a:lvl6pPr>
            <a:lvl7pPr lvl="6" algn="l">
              <a:lnSpc>
                <a:spcPct val="100000"/>
              </a:lnSpc>
              <a:spcBef>
                <a:spcPts val="0"/>
              </a:spcBef>
              <a:spcAft>
                <a:spcPts val="0"/>
              </a:spcAft>
              <a:buSzPts val="1800"/>
              <a:buNone/>
              <a:defRPr sz="2400"/>
            </a:lvl7pPr>
            <a:lvl8pPr lvl="7" algn="l">
              <a:lnSpc>
                <a:spcPct val="100000"/>
              </a:lnSpc>
              <a:spcBef>
                <a:spcPts val="0"/>
              </a:spcBef>
              <a:spcAft>
                <a:spcPts val="0"/>
              </a:spcAft>
              <a:buSzPts val="1800"/>
              <a:buNone/>
              <a:defRPr sz="2400"/>
            </a:lvl8pPr>
            <a:lvl9pPr lvl="8" algn="l">
              <a:lnSpc>
                <a:spcPct val="100000"/>
              </a:lnSpc>
              <a:spcBef>
                <a:spcPts val="0"/>
              </a:spcBef>
              <a:spcAft>
                <a:spcPts val="0"/>
              </a:spcAft>
              <a:buSzPts val="1800"/>
              <a:buNone/>
              <a:defRPr sz="2400"/>
            </a:lvl9pPr>
          </a:lstStyle>
          <a:p/>
        </p:txBody>
      </p:sp>
      <p:sp>
        <p:nvSpPr>
          <p:cNvPr id="343" name="Google Shape;343;p51"/>
          <p:cNvSpPr txBox="1"/>
          <p:nvPr>
            <p:ph idx="1" type="body"/>
          </p:nvPr>
        </p:nvSpPr>
        <p:spPr>
          <a:xfrm>
            <a:off x="311700" y="1389600"/>
            <a:ext cx="2808000" cy="3179400"/>
          </a:xfrm>
          <a:prstGeom prst="rect">
            <a:avLst/>
          </a:prstGeom>
          <a:noFill/>
          <a:ln>
            <a:noFill/>
          </a:ln>
        </p:spPr>
        <p:txBody>
          <a:bodyPr anchorCtr="0" anchor="t" bIns="68575" lIns="68575" spcFirstLastPara="1" rIns="68575" wrap="square" tIns="68575">
            <a:normAutofit/>
          </a:bodyPr>
          <a:lstStyle>
            <a:lvl1pPr indent="-285750" lvl="0" marL="457200" algn="l">
              <a:lnSpc>
                <a:spcPct val="115000"/>
              </a:lnSpc>
              <a:spcBef>
                <a:spcPts val="0"/>
              </a:spcBef>
              <a:spcAft>
                <a:spcPts val="0"/>
              </a:spcAft>
              <a:buSzPts val="900"/>
              <a:buChar char="●"/>
              <a:defRPr sz="1200"/>
            </a:lvl1pPr>
            <a:lvl2pPr indent="-285750" lvl="1" marL="914400" algn="l">
              <a:lnSpc>
                <a:spcPct val="115000"/>
              </a:lnSpc>
              <a:spcBef>
                <a:spcPts val="0"/>
              </a:spcBef>
              <a:spcAft>
                <a:spcPts val="0"/>
              </a:spcAft>
              <a:buSzPts val="900"/>
              <a:buChar char="○"/>
              <a:defRPr sz="1200"/>
            </a:lvl2pPr>
            <a:lvl3pPr indent="-285750" lvl="2" marL="1371600" algn="l">
              <a:lnSpc>
                <a:spcPct val="115000"/>
              </a:lnSpc>
              <a:spcBef>
                <a:spcPts val="0"/>
              </a:spcBef>
              <a:spcAft>
                <a:spcPts val="0"/>
              </a:spcAft>
              <a:buSzPts val="900"/>
              <a:buChar char="■"/>
              <a:defRPr sz="1200"/>
            </a:lvl3pPr>
            <a:lvl4pPr indent="-285750" lvl="3" marL="1828800" algn="l">
              <a:lnSpc>
                <a:spcPct val="115000"/>
              </a:lnSpc>
              <a:spcBef>
                <a:spcPts val="0"/>
              </a:spcBef>
              <a:spcAft>
                <a:spcPts val="0"/>
              </a:spcAft>
              <a:buSzPts val="900"/>
              <a:buChar char="●"/>
              <a:defRPr sz="1200"/>
            </a:lvl4pPr>
            <a:lvl5pPr indent="-285750" lvl="4" marL="2286000" algn="l">
              <a:lnSpc>
                <a:spcPct val="115000"/>
              </a:lnSpc>
              <a:spcBef>
                <a:spcPts val="0"/>
              </a:spcBef>
              <a:spcAft>
                <a:spcPts val="0"/>
              </a:spcAft>
              <a:buSzPts val="900"/>
              <a:buChar char="○"/>
              <a:defRPr sz="1200"/>
            </a:lvl5pPr>
            <a:lvl6pPr indent="-285750" lvl="5" marL="2743200" algn="l">
              <a:lnSpc>
                <a:spcPct val="115000"/>
              </a:lnSpc>
              <a:spcBef>
                <a:spcPts val="0"/>
              </a:spcBef>
              <a:spcAft>
                <a:spcPts val="0"/>
              </a:spcAft>
              <a:buSzPts val="900"/>
              <a:buChar char="■"/>
              <a:defRPr sz="1200"/>
            </a:lvl6pPr>
            <a:lvl7pPr indent="-285750" lvl="6" marL="3200400" algn="l">
              <a:lnSpc>
                <a:spcPct val="115000"/>
              </a:lnSpc>
              <a:spcBef>
                <a:spcPts val="0"/>
              </a:spcBef>
              <a:spcAft>
                <a:spcPts val="0"/>
              </a:spcAft>
              <a:buSzPts val="900"/>
              <a:buChar char="●"/>
              <a:defRPr sz="1200"/>
            </a:lvl7pPr>
            <a:lvl8pPr indent="-285750" lvl="7" marL="3657600" algn="l">
              <a:lnSpc>
                <a:spcPct val="115000"/>
              </a:lnSpc>
              <a:spcBef>
                <a:spcPts val="0"/>
              </a:spcBef>
              <a:spcAft>
                <a:spcPts val="0"/>
              </a:spcAft>
              <a:buSzPts val="900"/>
              <a:buChar char="○"/>
              <a:defRPr sz="1200"/>
            </a:lvl8pPr>
            <a:lvl9pPr indent="-285750" lvl="8" marL="4114800" algn="l">
              <a:lnSpc>
                <a:spcPct val="115000"/>
              </a:lnSpc>
              <a:spcBef>
                <a:spcPts val="0"/>
              </a:spcBef>
              <a:spcAft>
                <a:spcPts val="0"/>
              </a:spcAft>
              <a:buSzPts val="900"/>
              <a:buChar char="■"/>
              <a:defRPr sz="1200"/>
            </a:lvl9pPr>
          </a:lstStyle>
          <a:p/>
        </p:txBody>
      </p:sp>
      <p:sp>
        <p:nvSpPr>
          <p:cNvPr id="344" name="Google Shape;344;p51"/>
          <p:cNvSpPr txBox="1"/>
          <p:nvPr>
            <p:ph idx="12" type="sldNum"/>
          </p:nvPr>
        </p:nvSpPr>
        <p:spPr>
          <a:xfrm>
            <a:off x="8472458" y="4663217"/>
            <a:ext cx="548700" cy="393600"/>
          </a:xfrm>
          <a:prstGeom prst="rect">
            <a:avLst/>
          </a:prstGeom>
          <a:noFill/>
          <a:ln>
            <a:noFill/>
          </a:ln>
        </p:spPr>
        <p:txBody>
          <a:bodyPr anchorCtr="0" anchor="ctr" bIns="68575" lIns="68575" spcFirstLastPara="1" rIns="68575" wrap="square" tIns="68575">
            <a:normAutofit/>
          </a:bodyPr>
          <a:lstStyle>
            <a:lvl1pPr indent="0" lvl="0"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345" name="Shape 345"/>
        <p:cNvGrpSpPr/>
        <p:nvPr/>
      </p:nvGrpSpPr>
      <p:grpSpPr>
        <a:xfrm>
          <a:off x="0" y="0"/>
          <a:ext cx="0" cy="0"/>
          <a:chOff x="0" y="0"/>
          <a:chExt cx="0" cy="0"/>
        </a:xfrm>
      </p:grpSpPr>
      <p:sp>
        <p:nvSpPr>
          <p:cNvPr id="346" name="Google Shape;346;p52"/>
          <p:cNvSpPr txBox="1"/>
          <p:nvPr>
            <p:ph type="title"/>
          </p:nvPr>
        </p:nvSpPr>
        <p:spPr>
          <a:xfrm>
            <a:off x="490250" y="450150"/>
            <a:ext cx="6367800" cy="4090800"/>
          </a:xfrm>
          <a:prstGeom prst="rect">
            <a:avLst/>
          </a:prstGeom>
          <a:noFill/>
          <a:ln>
            <a:noFill/>
          </a:ln>
        </p:spPr>
        <p:txBody>
          <a:bodyPr anchorCtr="0" anchor="ctr" bIns="68575" lIns="68575" spcFirstLastPara="1" rIns="68575" wrap="square" tIns="68575">
            <a:normAutofit/>
          </a:bodyPr>
          <a:lstStyle>
            <a:lvl1pPr lvl="0" algn="l">
              <a:lnSpc>
                <a:spcPct val="100000"/>
              </a:lnSpc>
              <a:spcBef>
                <a:spcPts val="0"/>
              </a:spcBef>
              <a:spcAft>
                <a:spcPts val="0"/>
              </a:spcAft>
              <a:buSzPts val="3600"/>
              <a:buNone/>
              <a:defRPr sz="4800"/>
            </a:lvl1pPr>
            <a:lvl2pPr lvl="1" algn="l">
              <a:lnSpc>
                <a:spcPct val="100000"/>
              </a:lnSpc>
              <a:spcBef>
                <a:spcPts val="0"/>
              </a:spcBef>
              <a:spcAft>
                <a:spcPts val="0"/>
              </a:spcAft>
              <a:buSzPts val="3600"/>
              <a:buNone/>
              <a:defRPr sz="4800"/>
            </a:lvl2pPr>
            <a:lvl3pPr lvl="2" algn="l">
              <a:lnSpc>
                <a:spcPct val="100000"/>
              </a:lnSpc>
              <a:spcBef>
                <a:spcPts val="0"/>
              </a:spcBef>
              <a:spcAft>
                <a:spcPts val="0"/>
              </a:spcAft>
              <a:buSzPts val="3600"/>
              <a:buNone/>
              <a:defRPr sz="4800"/>
            </a:lvl3pPr>
            <a:lvl4pPr lvl="3" algn="l">
              <a:lnSpc>
                <a:spcPct val="100000"/>
              </a:lnSpc>
              <a:spcBef>
                <a:spcPts val="0"/>
              </a:spcBef>
              <a:spcAft>
                <a:spcPts val="0"/>
              </a:spcAft>
              <a:buSzPts val="3600"/>
              <a:buNone/>
              <a:defRPr sz="4800"/>
            </a:lvl4pPr>
            <a:lvl5pPr lvl="4" algn="l">
              <a:lnSpc>
                <a:spcPct val="100000"/>
              </a:lnSpc>
              <a:spcBef>
                <a:spcPts val="0"/>
              </a:spcBef>
              <a:spcAft>
                <a:spcPts val="0"/>
              </a:spcAft>
              <a:buSzPts val="3600"/>
              <a:buNone/>
              <a:defRPr sz="4800"/>
            </a:lvl5pPr>
            <a:lvl6pPr lvl="5" algn="l">
              <a:lnSpc>
                <a:spcPct val="100000"/>
              </a:lnSpc>
              <a:spcBef>
                <a:spcPts val="0"/>
              </a:spcBef>
              <a:spcAft>
                <a:spcPts val="0"/>
              </a:spcAft>
              <a:buSzPts val="3600"/>
              <a:buNone/>
              <a:defRPr sz="4800"/>
            </a:lvl6pPr>
            <a:lvl7pPr lvl="6" algn="l">
              <a:lnSpc>
                <a:spcPct val="100000"/>
              </a:lnSpc>
              <a:spcBef>
                <a:spcPts val="0"/>
              </a:spcBef>
              <a:spcAft>
                <a:spcPts val="0"/>
              </a:spcAft>
              <a:buSzPts val="3600"/>
              <a:buNone/>
              <a:defRPr sz="4800"/>
            </a:lvl7pPr>
            <a:lvl8pPr lvl="7" algn="l">
              <a:lnSpc>
                <a:spcPct val="100000"/>
              </a:lnSpc>
              <a:spcBef>
                <a:spcPts val="0"/>
              </a:spcBef>
              <a:spcAft>
                <a:spcPts val="0"/>
              </a:spcAft>
              <a:buSzPts val="3600"/>
              <a:buNone/>
              <a:defRPr sz="4800"/>
            </a:lvl8pPr>
            <a:lvl9pPr lvl="8" algn="l">
              <a:lnSpc>
                <a:spcPct val="100000"/>
              </a:lnSpc>
              <a:spcBef>
                <a:spcPts val="0"/>
              </a:spcBef>
              <a:spcAft>
                <a:spcPts val="0"/>
              </a:spcAft>
              <a:buSzPts val="3600"/>
              <a:buNone/>
              <a:defRPr sz="4800"/>
            </a:lvl9pPr>
          </a:lstStyle>
          <a:p/>
        </p:txBody>
      </p:sp>
      <p:sp>
        <p:nvSpPr>
          <p:cNvPr id="347" name="Google Shape;347;p52"/>
          <p:cNvSpPr txBox="1"/>
          <p:nvPr>
            <p:ph idx="12" type="sldNum"/>
          </p:nvPr>
        </p:nvSpPr>
        <p:spPr>
          <a:xfrm>
            <a:off x="8472458" y="4663217"/>
            <a:ext cx="548700" cy="393600"/>
          </a:xfrm>
          <a:prstGeom prst="rect">
            <a:avLst/>
          </a:prstGeom>
          <a:noFill/>
          <a:ln>
            <a:noFill/>
          </a:ln>
        </p:spPr>
        <p:txBody>
          <a:bodyPr anchorCtr="0" anchor="ctr" bIns="68575" lIns="68575" spcFirstLastPara="1" rIns="68575" wrap="square" tIns="68575">
            <a:normAutofit/>
          </a:bodyPr>
          <a:lstStyle>
            <a:lvl1pPr indent="0" lvl="0"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348" name="Shape 348"/>
        <p:cNvGrpSpPr/>
        <p:nvPr/>
      </p:nvGrpSpPr>
      <p:grpSpPr>
        <a:xfrm>
          <a:off x="0" y="0"/>
          <a:ext cx="0" cy="0"/>
          <a:chOff x="0" y="0"/>
          <a:chExt cx="0" cy="0"/>
        </a:xfrm>
      </p:grpSpPr>
      <p:sp>
        <p:nvSpPr>
          <p:cNvPr id="349" name="Google Shape;349;p53"/>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50" name="Google Shape;350;p53"/>
          <p:cNvSpPr txBox="1"/>
          <p:nvPr>
            <p:ph type="title"/>
          </p:nvPr>
        </p:nvSpPr>
        <p:spPr>
          <a:xfrm>
            <a:off x="265500" y="1233175"/>
            <a:ext cx="4045200" cy="1482300"/>
          </a:xfrm>
          <a:prstGeom prst="rect">
            <a:avLst/>
          </a:prstGeom>
          <a:noFill/>
          <a:ln>
            <a:noFill/>
          </a:ln>
        </p:spPr>
        <p:txBody>
          <a:bodyPr anchorCtr="0" anchor="b" bIns="68575" lIns="68575" spcFirstLastPara="1" rIns="68575" wrap="square" tIns="68575">
            <a:normAutofit/>
          </a:bodyPr>
          <a:lstStyle>
            <a:lvl1pPr lvl="0" algn="ctr">
              <a:lnSpc>
                <a:spcPct val="100000"/>
              </a:lnSpc>
              <a:spcBef>
                <a:spcPts val="0"/>
              </a:spcBef>
              <a:spcAft>
                <a:spcPts val="0"/>
              </a:spcAft>
              <a:buSzPts val="3200"/>
              <a:buNone/>
              <a:defRPr sz="4200"/>
            </a:lvl1pPr>
            <a:lvl2pPr lvl="1" algn="ctr">
              <a:lnSpc>
                <a:spcPct val="100000"/>
              </a:lnSpc>
              <a:spcBef>
                <a:spcPts val="0"/>
              </a:spcBef>
              <a:spcAft>
                <a:spcPts val="0"/>
              </a:spcAft>
              <a:buSzPts val="3200"/>
              <a:buNone/>
              <a:defRPr sz="4200"/>
            </a:lvl2pPr>
            <a:lvl3pPr lvl="2" algn="ctr">
              <a:lnSpc>
                <a:spcPct val="100000"/>
              </a:lnSpc>
              <a:spcBef>
                <a:spcPts val="0"/>
              </a:spcBef>
              <a:spcAft>
                <a:spcPts val="0"/>
              </a:spcAft>
              <a:buSzPts val="3200"/>
              <a:buNone/>
              <a:defRPr sz="4200"/>
            </a:lvl3pPr>
            <a:lvl4pPr lvl="3" algn="ctr">
              <a:lnSpc>
                <a:spcPct val="100000"/>
              </a:lnSpc>
              <a:spcBef>
                <a:spcPts val="0"/>
              </a:spcBef>
              <a:spcAft>
                <a:spcPts val="0"/>
              </a:spcAft>
              <a:buSzPts val="3200"/>
              <a:buNone/>
              <a:defRPr sz="4200"/>
            </a:lvl4pPr>
            <a:lvl5pPr lvl="4" algn="ctr">
              <a:lnSpc>
                <a:spcPct val="100000"/>
              </a:lnSpc>
              <a:spcBef>
                <a:spcPts val="0"/>
              </a:spcBef>
              <a:spcAft>
                <a:spcPts val="0"/>
              </a:spcAft>
              <a:buSzPts val="3200"/>
              <a:buNone/>
              <a:defRPr sz="4200"/>
            </a:lvl5pPr>
            <a:lvl6pPr lvl="5" algn="ctr">
              <a:lnSpc>
                <a:spcPct val="100000"/>
              </a:lnSpc>
              <a:spcBef>
                <a:spcPts val="0"/>
              </a:spcBef>
              <a:spcAft>
                <a:spcPts val="0"/>
              </a:spcAft>
              <a:buSzPts val="3200"/>
              <a:buNone/>
              <a:defRPr sz="4200"/>
            </a:lvl6pPr>
            <a:lvl7pPr lvl="6" algn="ctr">
              <a:lnSpc>
                <a:spcPct val="100000"/>
              </a:lnSpc>
              <a:spcBef>
                <a:spcPts val="0"/>
              </a:spcBef>
              <a:spcAft>
                <a:spcPts val="0"/>
              </a:spcAft>
              <a:buSzPts val="3200"/>
              <a:buNone/>
              <a:defRPr sz="4200"/>
            </a:lvl7pPr>
            <a:lvl8pPr lvl="7" algn="ctr">
              <a:lnSpc>
                <a:spcPct val="100000"/>
              </a:lnSpc>
              <a:spcBef>
                <a:spcPts val="0"/>
              </a:spcBef>
              <a:spcAft>
                <a:spcPts val="0"/>
              </a:spcAft>
              <a:buSzPts val="3200"/>
              <a:buNone/>
              <a:defRPr sz="4200"/>
            </a:lvl8pPr>
            <a:lvl9pPr lvl="8" algn="ctr">
              <a:lnSpc>
                <a:spcPct val="100000"/>
              </a:lnSpc>
              <a:spcBef>
                <a:spcPts val="0"/>
              </a:spcBef>
              <a:spcAft>
                <a:spcPts val="0"/>
              </a:spcAft>
              <a:buSzPts val="3200"/>
              <a:buNone/>
              <a:defRPr sz="4200"/>
            </a:lvl9pPr>
          </a:lstStyle>
          <a:p/>
        </p:txBody>
      </p:sp>
      <p:sp>
        <p:nvSpPr>
          <p:cNvPr id="351" name="Google Shape;351;p53"/>
          <p:cNvSpPr txBox="1"/>
          <p:nvPr>
            <p:ph idx="1" type="subTitle"/>
          </p:nvPr>
        </p:nvSpPr>
        <p:spPr>
          <a:xfrm>
            <a:off x="265500" y="2803075"/>
            <a:ext cx="4045200" cy="1235100"/>
          </a:xfrm>
          <a:prstGeom prst="rect">
            <a:avLst/>
          </a:prstGeom>
          <a:noFill/>
          <a:ln>
            <a:noFill/>
          </a:ln>
        </p:spPr>
        <p:txBody>
          <a:bodyPr anchorCtr="0" anchor="t" bIns="68575" lIns="68575" spcFirstLastPara="1" rIns="68575" wrap="square" tIns="68575">
            <a:normAutofit/>
          </a:bodyPr>
          <a:lstStyle>
            <a:lvl1pPr lvl="0" algn="ctr">
              <a:lnSpc>
                <a:spcPct val="100000"/>
              </a:lnSpc>
              <a:spcBef>
                <a:spcPts val="0"/>
              </a:spcBef>
              <a:spcAft>
                <a:spcPts val="0"/>
              </a:spcAft>
              <a:buSzPts val="1600"/>
              <a:buNone/>
              <a:defRPr sz="2100"/>
            </a:lvl1pPr>
            <a:lvl2pPr lvl="1" algn="ctr">
              <a:lnSpc>
                <a:spcPct val="100000"/>
              </a:lnSpc>
              <a:spcBef>
                <a:spcPts val="0"/>
              </a:spcBef>
              <a:spcAft>
                <a:spcPts val="0"/>
              </a:spcAft>
              <a:buSzPts val="1600"/>
              <a:buNone/>
              <a:defRPr sz="2100"/>
            </a:lvl2pPr>
            <a:lvl3pPr lvl="2" algn="ctr">
              <a:lnSpc>
                <a:spcPct val="100000"/>
              </a:lnSpc>
              <a:spcBef>
                <a:spcPts val="0"/>
              </a:spcBef>
              <a:spcAft>
                <a:spcPts val="0"/>
              </a:spcAft>
              <a:buSzPts val="1600"/>
              <a:buNone/>
              <a:defRPr sz="2100"/>
            </a:lvl3pPr>
            <a:lvl4pPr lvl="3" algn="ctr">
              <a:lnSpc>
                <a:spcPct val="100000"/>
              </a:lnSpc>
              <a:spcBef>
                <a:spcPts val="0"/>
              </a:spcBef>
              <a:spcAft>
                <a:spcPts val="0"/>
              </a:spcAft>
              <a:buSzPts val="1600"/>
              <a:buNone/>
              <a:defRPr sz="2100"/>
            </a:lvl4pPr>
            <a:lvl5pPr lvl="4" algn="ctr">
              <a:lnSpc>
                <a:spcPct val="100000"/>
              </a:lnSpc>
              <a:spcBef>
                <a:spcPts val="0"/>
              </a:spcBef>
              <a:spcAft>
                <a:spcPts val="0"/>
              </a:spcAft>
              <a:buSzPts val="1600"/>
              <a:buNone/>
              <a:defRPr sz="2100"/>
            </a:lvl5pPr>
            <a:lvl6pPr lvl="5" algn="ctr">
              <a:lnSpc>
                <a:spcPct val="100000"/>
              </a:lnSpc>
              <a:spcBef>
                <a:spcPts val="0"/>
              </a:spcBef>
              <a:spcAft>
                <a:spcPts val="0"/>
              </a:spcAft>
              <a:buSzPts val="1600"/>
              <a:buNone/>
              <a:defRPr sz="2100"/>
            </a:lvl6pPr>
            <a:lvl7pPr lvl="6" algn="ctr">
              <a:lnSpc>
                <a:spcPct val="100000"/>
              </a:lnSpc>
              <a:spcBef>
                <a:spcPts val="0"/>
              </a:spcBef>
              <a:spcAft>
                <a:spcPts val="0"/>
              </a:spcAft>
              <a:buSzPts val="1600"/>
              <a:buNone/>
              <a:defRPr sz="2100"/>
            </a:lvl7pPr>
            <a:lvl8pPr lvl="7" algn="ctr">
              <a:lnSpc>
                <a:spcPct val="100000"/>
              </a:lnSpc>
              <a:spcBef>
                <a:spcPts val="0"/>
              </a:spcBef>
              <a:spcAft>
                <a:spcPts val="0"/>
              </a:spcAft>
              <a:buSzPts val="1600"/>
              <a:buNone/>
              <a:defRPr sz="2100"/>
            </a:lvl8pPr>
            <a:lvl9pPr lvl="8" algn="ctr">
              <a:lnSpc>
                <a:spcPct val="100000"/>
              </a:lnSpc>
              <a:spcBef>
                <a:spcPts val="0"/>
              </a:spcBef>
              <a:spcAft>
                <a:spcPts val="0"/>
              </a:spcAft>
              <a:buSzPts val="1600"/>
              <a:buNone/>
              <a:defRPr sz="2100"/>
            </a:lvl9pPr>
          </a:lstStyle>
          <a:p/>
        </p:txBody>
      </p:sp>
      <p:sp>
        <p:nvSpPr>
          <p:cNvPr id="352" name="Google Shape;352;p53"/>
          <p:cNvSpPr txBox="1"/>
          <p:nvPr>
            <p:ph idx="2" type="body"/>
          </p:nvPr>
        </p:nvSpPr>
        <p:spPr>
          <a:xfrm>
            <a:off x="4939500" y="724075"/>
            <a:ext cx="3837000" cy="3695100"/>
          </a:xfrm>
          <a:prstGeom prst="rect">
            <a:avLst/>
          </a:prstGeom>
          <a:noFill/>
          <a:ln>
            <a:noFill/>
          </a:ln>
        </p:spPr>
        <p:txBody>
          <a:bodyPr anchorCtr="0" anchor="ctr" bIns="68575" lIns="68575" spcFirstLastPara="1" rIns="68575" wrap="square" tIns="68575">
            <a:normAutofit/>
          </a:bodyPr>
          <a:lstStyle>
            <a:lvl1pPr indent="-317500" lvl="0" marL="457200" algn="l">
              <a:lnSpc>
                <a:spcPct val="115000"/>
              </a:lnSpc>
              <a:spcBef>
                <a:spcPts val="0"/>
              </a:spcBef>
              <a:spcAft>
                <a:spcPts val="0"/>
              </a:spcAft>
              <a:buSzPts val="14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353" name="Google Shape;353;p53"/>
          <p:cNvSpPr txBox="1"/>
          <p:nvPr>
            <p:ph idx="12" type="sldNum"/>
          </p:nvPr>
        </p:nvSpPr>
        <p:spPr>
          <a:xfrm>
            <a:off x="8472458" y="4663217"/>
            <a:ext cx="548700" cy="393600"/>
          </a:xfrm>
          <a:prstGeom prst="rect">
            <a:avLst/>
          </a:prstGeom>
          <a:noFill/>
          <a:ln>
            <a:noFill/>
          </a:ln>
        </p:spPr>
        <p:txBody>
          <a:bodyPr anchorCtr="0" anchor="ctr" bIns="68575" lIns="68575" spcFirstLastPara="1" rIns="68575" wrap="square" tIns="68575">
            <a:normAutofit/>
          </a:bodyPr>
          <a:lstStyle>
            <a:lvl1pPr indent="0" lvl="0"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354" name="Shape 354"/>
        <p:cNvGrpSpPr/>
        <p:nvPr/>
      </p:nvGrpSpPr>
      <p:grpSpPr>
        <a:xfrm>
          <a:off x="0" y="0"/>
          <a:ext cx="0" cy="0"/>
          <a:chOff x="0" y="0"/>
          <a:chExt cx="0" cy="0"/>
        </a:xfrm>
      </p:grpSpPr>
      <p:sp>
        <p:nvSpPr>
          <p:cNvPr id="355" name="Google Shape;355;p54"/>
          <p:cNvSpPr txBox="1"/>
          <p:nvPr>
            <p:ph idx="1" type="body"/>
          </p:nvPr>
        </p:nvSpPr>
        <p:spPr>
          <a:xfrm>
            <a:off x="311700" y="4230575"/>
            <a:ext cx="5998800" cy="605100"/>
          </a:xfrm>
          <a:prstGeom prst="rect">
            <a:avLst/>
          </a:prstGeom>
          <a:noFill/>
          <a:ln>
            <a:noFill/>
          </a:ln>
        </p:spPr>
        <p:txBody>
          <a:bodyPr anchorCtr="0" anchor="ctr" bIns="68575" lIns="68575" spcFirstLastPara="1" rIns="68575" wrap="square" tIns="68575">
            <a:normAutofit/>
          </a:bodyPr>
          <a:lstStyle>
            <a:lvl1pPr indent="-228600" lvl="0" marL="457200" algn="l">
              <a:lnSpc>
                <a:spcPct val="100000"/>
              </a:lnSpc>
              <a:spcBef>
                <a:spcPts val="0"/>
              </a:spcBef>
              <a:spcAft>
                <a:spcPts val="0"/>
              </a:spcAft>
              <a:buSzPts val="1400"/>
              <a:buNone/>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356" name="Google Shape;356;p54"/>
          <p:cNvSpPr txBox="1"/>
          <p:nvPr>
            <p:ph idx="12" type="sldNum"/>
          </p:nvPr>
        </p:nvSpPr>
        <p:spPr>
          <a:xfrm>
            <a:off x="8472458" y="4663217"/>
            <a:ext cx="548700" cy="393600"/>
          </a:xfrm>
          <a:prstGeom prst="rect">
            <a:avLst/>
          </a:prstGeom>
          <a:noFill/>
          <a:ln>
            <a:noFill/>
          </a:ln>
        </p:spPr>
        <p:txBody>
          <a:bodyPr anchorCtr="0" anchor="ctr" bIns="68575" lIns="68575" spcFirstLastPara="1" rIns="68575" wrap="square" tIns="68575">
            <a:normAutofit/>
          </a:bodyPr>
          <a:lstStyle>
            <a:lvl1pPr indent="0" lvl="0"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357" name="Shape 357"/>
        <p:cNvGrpSpPr/>
        <p:nvPr/>
      </p:nvGrpSpPr>
      <p:grpSpPr>
        <a:xfrm>
          <a:off x="0" y="0"/>
          <a:ext cx="0" cy="0"/>
          <a:chOff x="0" y="0"/>
          <a:chExt cx="0" cy="0"/>
        </a:xfrm>
      </p:grpSpPr>
      <p:sp>
        <p:nvSpPr>
          <p:cNvPr id="358" name="Google Shape;358;p55"/>
          <p:cNvSpPr txBox="1"/>
          <p:nvPr>
            <p:ph type="title"/>
          </p:nvPr>
        </p:nvSpPr>
        <p:spPr>
          <a:xfrm>
            <a:off x="311700" y="1106125"/>
            <a:ext cx="8520600" cy="1963500"/>
          </a:xfrm>
          <a:prstGeom prst="rect">
            <a:avLst/>
          </a:prstGeom>
          <a:noFill/>
          <a:ln>
            <a:noFill/>
          </a:ln>
        </p:spPr>
        <p:txBody>
          <a:bodyPr anchorCtr="0" anchor="b" bIns="68575" lIns="68575" spcFirstLastPara="1" rIns="68575" wrap="square" tIns="68575">
            <a:normAutofit/>
          </a:bodyPr>
          <a:lstStyle>
            <a:lvl1pPr lvl="0" algn="ctr">
              <a:lnSpc>
                <a:spcPct val="100000"/>
              </a:lnSpc>
              <a:spcBef>
                <a:spcPts val="0"/>
              </a:spcBef>
              <a:spcAft>
                <a:spcPts val="0"/>
              </a:spcAft>
              <a:buSzPts val="9000"/>
              <a:buNone/>
              <a:defRPr sz="12000"/>
            </a:lvl1pPr>
            <a:lvl2pPr lvl="1" algn="ctr">
              <a:lnSpc>
                <a:spcPct val="100000"/>
              </a:lnSpc>
              <a:spcBef>
                <a:spcPts val="0"/>
              </a:spcBef>
              <a:spcAft>
                <a:spcPts val="0"/>
              </a:spcAft>
              <a:buSzPts val="9000"/>
              <a:buNone/>
              <a:defRPr sz="12000"/>
            </a:lvl2pPr>
            <a:lvl3pPr lvl="2" algn="ctr">
              <a:lnSpc>
                <a:spcPct val="100000"/>
              </a:lnSpc>
              <a:spcBef>
                <a:spcPts val="0"/>
              </a:spcBef>
              <a:spcAft>
                <a:spcPts val="0"/>
              </a:spcAft>
              <a:buSzPts val="9000"/>
              <a:buNone/>
              <a:defRPr sz="12000"/>
            </a:lvl3pPr>
            <a:lvl4pPr lvl="3" algn="ctr">
              <a:lnSpc>
                <a:spcPct val="100000"/>
              </a:lnSpc>
              <a:spcBef>
                <a:spcPts val="0"/>
              </a:spcBef>
              <a:spcAft>
                <a:spcPts val="0"/>
              </a:spcAft>
              <a:buSzPts val="9000"/>
              <a:buNone/>
              <a:defRPr sz="12000"/>
            </a:lvl4pPr>
            <a:lvl5pPr lvl="4" algn="ctr">
              <a:lnSpc>
                <a:spcPct val="100000"/>
              </a:lnSpc>
              <a:spcBef>
                <a:spcPts val="0"/>
              </a:spcBef>
              <a:spcAft>
                <a:spcPts val="0"/>
              </a:spcAft>
              <a:buSzPts val="9000"/>
              <a:buNone/>
              <a:defRPr sz="12000"/>
            </a:lvl5pPr>
            <a:lvl6pPr lvl="5" algn="ctr">
              <a:lnSpc>
                <a:spcPct val="100000"/>
              </a:lnSpc>
              <a:spcBef>
                <a:spcPts val="0"/>
              </a:spcBef>
              <a:spcAft>
                <a:spcPts val="0"/>
              </a:spcAft>
              <a:buSzPts val="9000"/>
              <a:buNone/>
              <a:defRPr sz="12000"/>
            </a:lvl6pPr>
            <a:lvl7pPr lvl="6" algn="ctr">
              <a:lnSpc>
                <a:spcPct val="100000"/>
              </a:lnSpc>
              <a:spcBef>
                <a:spcPts val="0"/>
              </a:spcBef>
              <a:spcAft>
                <a:spcPts val="0"/>
              </a:spcAft>
              <a:buSzPts val="9000"/>
              <a:buNone/>
              <a:defRPr sz="12000"/>
            </a:lvl7pPr>
            <a:lvl8pPr lvl="7" algn="ctr">
              <a:lnSpc>
                <a:spcPct val="100000"/>
              </a:lnSpc>
              <a:spcBef>
                <a:spcPts val="0"/>
              </a:spcBef>
              <a:spcAft>
                <a:spcPts val="0"/>
              </a:spcAft>
              <a:buSzPts val="9000"/>
              <a:buNone/>
              <a:defRPr sz="12000"/>
            </a:lvl8pPr>
            <a:lvl9pPr lvl="8" algn="ctr">
              <a:lnSpc>
                <a:spcPct val="100000"/>
              </a:lnSpc>
              <a:spcBef>
                <a:spcPts val="0"/>
              </a:spcBef>
              <a:spcAft>
                <a:spcPts val="0"/>
              </a:spcAft>
              <a:buSzPts val="9000"/>
              <a:buNone/>
              <a:defRPr sz="12000"/>
            </a:lvl9pPr>
          </a:lstStyle>
          <a:p/>
        </p:txBody>
      </p:sp>
      <p:sp>
        <p:nvSpPr>
          <p:cNvPr id="359" name="Google Shape;359;p55"/>
          <p:cNvSpPr txBox="1"/>
          <p:nvPr>
            <p:ph idx="1" type="body"/>
          </p:nvPr>
        </p:nvSpPr>
        <p:spPr>
          <a:xfrm>
            <a:off x="311700" y="3152225"/>
            <a:ext cx="8520600" cy="1300800"/>
          </a:xfrm>
          <a:prstGeom prst="rect">
            <a:avLst/>
          </a:prstGeom>
          <a:noFill/>
          <a:ln>
            <a:noFill/>
          </a:ln>
        </p:spPr>
        <p:txBody>
          <a:bodyPr anchorCtr="0" anchor="t" bIns="68575" lIns="68575" spcFirstLastPara="1" rIns="68575" wrap="square" tIns="68575">
            <a:normAutofit/>
          </a:bodyPr>
          <a:lstStyle>
            <a:lvl1pPr indent="-317500" lvl="0" marL="457200" algn="ctr">
              <a:lnSpc>
                <a:spcPct val="115000"/>
              </a:lnSpc>
              <a:spcBef>
                <a:spcPts val="0"/>
              </a:spcBef>
              <a:spcAft>
                <a:spcPts val="0"/>
              </a:spcAft>
              <a:buSzPts val="1400"/>
              <a:buChar char="●"/>
              <a:defRPr/>
            </a:lvl1pPr>
            <a:lvl2pPr indent="-298450" lvl="1" marL="914400" algn="ctr">
              <a:lnSpc>
                <a:spcPct val="115000"/>
              </a:lnSpc>
              <a:spcBef>
                <a:spcPts val="0"/>
              </a:spcBef>
              <a:spcAft>
                <a:spcPts val="0"/>
              </a:spcAft>
              <a:buSzPts val="1100"/>
              <a:buChar char="○"/>
              <a:defRPr/>
            </a:lvl2pPr>
            <a:lvl3pPr indent="-298450" lvl="2" marL="1371600" algn="ctr">
              <a:lnSpc>
                <a:spcPct val="115000"/>
              </a:lnSpc>
              <a:spcBef>
                <a:spcPts val="0"/>
              </a:spcBef>
              <a:spcAft>
                <a:spcPts val="0"/>
              </a:spcAft>
              <a:buSzPts val="1100"/>
              <a:buChar char="■"/>
              <a:defRPr/>
            </a:lvl3pPr>
            <a:lvl4pPr indent="-298450" lvl="3" marL="1828800" algn="ctr">
              <a:lnSpc>
                <a:spcPct val="115000"/>
              </a:lnSpc>
              <a:spcBef>
                <a:spcPts val="0"/>
              </a:spcBef>
              <a:spcAft>
                <a:spcPts val="0"/>
              </a:spcAft>
              <a:buSzPts val="1100"/>
              <a:buChar char="●"/>
              <a:defRPr/>
            </a:lvl4pPr>
            <a:lvl5pPr indent="-298450" lvl="4" marL="2286000" algn="ctr">
              <a:lnSpc>
                <a:spcPct val="115000"/>
              </a:lnSpc>
              <a:spcBef>
                <a:spcPts val="0"/>
              </a:spcBef>
              <a:spcAft>
                <a:spcPts val="0"/>
              </a:spcAft>
              <a:buSzPts val="1100"/>
              <a:buChar char="○"/>
              <a:defRPr/>
            </a:lvl5pPr>
            <a:lvl6pPr indent="-298450" lvl="5" marL="2743200" algn="ctr">
              <a:lnSpc>
                <a:spcPct val="115000"/>
              </a:lnSpc>
              <a:spcBef>
                <a:spcPts val="0"/>
              </a:spcBef>
              <a:spcAft>
                <a:spcPts val="0"/>
              </a:spcAft>
              <a:buSzPts val="1100"/>
              <a:buChar char="■"/>
              <a:defRPr/>
            </a:lvl6pPr>
            <a:lvl7pPr indent="-298450" lvl="6" marL="3200400" algn="ctr">
              <a:lnSpc>
                <a:spcPct val="115000"/>
              </a:lnSpc>
              <a:spcBef>
                <a:spcPts val="0"/>
              </a:spcBef>
              <a:spcAft>
                <a:spcPts val="0"/>
              </a:spcAft>
              <a:buSzPts val="1100"/>
              <a:buChar char="●"/>
              <a:defRPr/>
            </a:lvl7pPr>
            <a:lvl8pPr indent="-298450" lvl="7" marL="3657600" algn="ctr">
              <a:lnSpc>
                <a:spcPct val="115000"/>
              </a:lnSpc>
              <a:spcBef>
                <a:spcPts val="0"/>
              </a:spcBef>
              <a:spcAft>
                <a:spcPts val="0"/>
              </a:spcAft>
              <a:buSzPts val="1100"/>
              <a:buChar char="○"/>
              <a:defRPr/>
            </a:lvl8pPr>
            <a:lvl9pPr indent="-298450" lvl="8" marL="4114800" algn="ctr">
              <a:lnSpc>
                <a:spcPct val="115000"/>
              </a:lnSpc>
              <a:spcBef>
                <a:spcPts val="0"/>
              </a:spcBef>
              <a:spcAft>
                <a:spcPts val="0"/>
              </a:spcAft>
              <a:buSzPts val="1100"/>
              <a:buChar char="■"/>
              <a:defRPr/>
            </a:lvl9pPr>
          </a:lstStyle>
          <a:p/>
        </p:txBody>
      </p:sp>
      <p:sp>
        <p:nvSpPr>
          <p:cNvPr id="360" name="Google Shape;360;p55"/>
          <p:cNvSpPr txBox="1"/>
          <p:nvPr>
            <p:ph idx="12" type="sldNum"/>
          </p:nvPr>
        </p:nvSpPr>
        <p:spPr>
          <a:xfrm>
            <a:off x="8472458" y="4663217"/>
            <a:ext cx="548700" cy="393600"/>
          </a:xfrm>
          <a:prstGeom prst="rect">
            <a:avLst/>
          </a:prstGeom>
          <a:noFill/>
          <a:ln>
            <a:noFill/>
          </a:ln>
        </p:spPr>
        <p:txBody>
          <a:bodyPr anchorCtr="0" anchor="ctr" bIns="68575" lIns="68575" spcFirstLastPara="1" rIns="68575" wrap="square" tIns="68575">
            <a:normAutofit/>
          </a:bodyPr>
          <a:lstStyle>
            <a:lvl1pPr indent="0" lvl="0"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61" name="Shape 361"/>
        <p:cNvGrpSpPr/>
        <p:nvPr/>
      </p:nvGrpSpPr>
      <p:grpSpPr>
        <a:xfrm>
          <a:off x="0" y="0"/>
          <a:ext cx="0" cy="0"/>
          <a:chOff x="0" y="0"/>
          <a:chExt cx="0" cy="0"/>
        </a:xfrm>
      </p:grpSpPr>
      <p:sp>
        <p:nvSpPr>
          <p:cNvPr id="362" name="Google Shape;362;p56"/>
          <p:cNvSpPr txBox="1"/>
          <p:nvPr>
            <p:ph idx="12" type="sldNum"/>
          </p:nvPr>
        </p:nvSpPr>
        <p:spPr>
          <a:xfrm>
            <a:off x="8472458" y="4663217"/>
            <a:ext cx="548700" cy="393600"/>
          </a:xfrm>
          <a:prstGeom prst="rect">
            <a:avLst/>
          </a:prstGeom>
          <a:noFill/>
          <a:ln>
            <a:noFill/>
          </a:ln>
        </p:spPr>
        <p:txBody>
          <a:bodyPr anchorCtr="0" anchor="ctr" bIns="68575" lIns="68575" spcFirstLastPara="1" rIns="68575" wrap="square" tIns="68575">
            <a:normAutofit/>
          </a:bodyPr>
          <a:lstStyle>
            <a:lvl1pPr indent="0" lvl="0"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67" name="Shape 367"/>
        <p:cNvGrpSpPr/>
        <p:nvPr/>
      </p:nvGrpSpPr>
      <p:grpSpPr>
        <a:xfrm>
          <a:off x="0" y="0"/>
          <a:ext cx="0" cy="0"/>
          <a:chOff x="0" y="0"/>
          <a:chExt cx="0" cy="0"/>
        </a:xfrm>
      </p:grpSpPr>
      <p:sp>
        <p:nvSpPr>
          <p:cNvPr id="368" name="Google Shape;368;g2d52878b4a1_2_52"/>
          <p:cNvSpPr/>
          <p:nvPr/>
        </p:nvSpPr>
        <p:spPr>
          <a:xfrm rot="5400000">
            <a:off x="7500300" y="505"/>
            <a:ext cx="1643700" cy="1643700"/>
          </a:xfrm>
          <a:prstGeom prst="diagStripe">
            <a:avLst>
              <a:gd fmla="val 0" name="adj"/>
            </a:avLst>
          </a:prstGeom>
          <a:solidFill>
            <a:schemeClr val="lt1">
              <a:alpha val="78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69" name="Google Shape;369;g2d52878b4a1_2_52"/>
          <p:cNvGrpSpPr/>
          <p:nvPr/>
        </p:nvGrpSpPr>
        <p:grpSpPr>
          <a:xfrm>
            <a:off x="0" y="490"/>
            <a:ext cx="5153705" cy="5134399"/>
            <a:chOff x="0" y="75"/>
            <a:chExt cx="5153705" cy="5152950"/>
          </a:xfrm>
        </p:grpSpPr>
        <p:sp>
          <p:nvSpPr>
            <p:cNvPr id="370" name="Google Shape;370;g2d52878b4a1_2_52"/>
            <p:cNvSpPr/>
            <p:nvPr/>
          </p:nvSpPr>
          <p:spPr>
            <a:xfrm rot="-5400000">
              <a:off x="455" y="-225"/>
              <a:ext cx="5152800" cy="5153700"/>
            </a:xfrm>
            <a:prstGeom prst="diagStripe">
              <a:avLst>
                <a:gd fmla="val 50000" name="adj"/>
              </a:avLst>
            </a:prstGeom>
            <a:solidFill>
              <a:schemeClr val="lt1">
                <a:alpha val="78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1" name="Google Shape;371;g2d52878b4a1_2_52"/>
            <p:cNvSpPr/>
            <p:nvPr/>
          </p:nvSpPr>
          <p:spPr>
            <a:xfrm rot="-5400000">
              <a:off x="150" y="1145825"/>
              <a:ext cx="3996600" cy="3996900"/>
            </a:xfrm>
            <a:prstGeom prst="diagStripe">
              <a:avLst>
                <a:gd fmla="val 58774" name="adj"/>
              </a:avLst>
            </a:prstGeom>
            <a:solidFill>
              <a:schemeClr val="lt1">
                <a:alpha val="78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2" name="Google Shape;372;g2d52878b4a1_2_5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3" name="Google Shape;373;g2d52878b4a1_2_5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74" name="Google Shape;374;g2d52878b4a1_2_52"/>
          <p:cNvSpPr txBox="1"/>
          <p:nvPr>
            <p:ph type="ctrTitle"/>
          </p:nvPr>
        </p:nvSpPr>
        <p:spPr>
          <a:xfrm>
            <a:off x="3537150" y="1578400"/>
            <a:ext cx="5017500" cy="15789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4000"/>
              <a:buNone/>
              <a:defRPr sz="4000"/>
            </a:lvl1pPr>
            <a:lvl2pPr lvl="1" algn="l">
              <a:lnSpc>
                <a:spcPct val="100000"/>
              </a:lnSpc>
              <a:spcBef>
                <a:spcPts val="0"/>
              </a:spcBef>
              <a:spcAft>
                <a:spcPts val="0"/>
              </a:spcAft>
              <a:buSzPts val="4000"/>
              <a:buNone/>
              <a:defRPr sz="4000"/>
            </a:lvl2pPr>
            <a:lvl3pPr lvl="2" algn="l">
              <a:lnSpc>
                <a:spcPct val="100000"/>
              </a:lnSpc>
              <a:spcBef>
                <a:spcPts val="0"/>
              </a:spcBef>
              <a:spcAft>
                <a:spcPts val="0"/>
              </a:spcAft>
              <a:buSzPts val="4000"/>
              <a:buNone/>
              <a:defRPr sz="4000"/>
            </a:lvl3pPr>
            <a:lvl4pPr lvl="3" algn="l">
              <a:lnSpc>
                <a:spcPct val="100000"/>
              </a:lnSpc>
              <a:spcBef>
                <a:spcPts val="0"/>
              </a:spcBef>
              <a:spcAft>
                <a:spcPts val="0"/>
              </a:spcAft>
              <a:buSzPts val="4000"/>
              <a:buNone/>
              <a:defRPr sz="4000"/>
            </a:lvl4pPr>
            <a:lvl5pPr lvl="4" algn="l">
              <a:lnSpc>
                <a:spcPct val="100000"/>
              </a:lnSpc>
              <a:spcBef>
                <a:spcPts val="0"/>
              </a:spcBef>
              <a:spcAft>
                <a:spcPts val="0"/>
              </a:spcAft>
              <a:buSzPts val="4000"/>
              <a:buNone/>
              <a:defRPr sz="4000"/>
            </a:lvl5pPr>
            <a:lvl6pPr lvl="5" algn="l">
              <a:lnSpc>
                <a:spcPct val="100000"/>
              </a:lnSpc>
              <a:spcBef>
                <a:spcPts val="0"/>
              </a:spcBef>
              <a:spcAft>
                <a:spcPts val="0"/>
              </a:spcAft>
              <a:buSzPts val="4000"/>
              <a:buNone/>
              <a:defRPr sz="4000"/>
            </a:lvl6pPr>
            <a:lvl7pPr lvl="6" algn="l">
              <a:lnSpc>
                <a:spcPct val="100000"/>
              </a:lnSpc>
              <a:spcBef>
                <a:spcPts val="0"/>
              </a:spcBef>
              <a:spcAft>
                <a:spcPts val="0"/>
              </a:spcAft>
              <a:buSzPts val="4000"/>
              <a:buNone/>
              <a:defRPr sz="4000"/>
            </a:lvl7pPr>
            <a:lvl8pPr lvl="7" algn="l">
              <a:lnSpc>
                <a:spcPct val="100000"/>
              </a:lnSpc>
              <a:spcBef>
                <a:spcPts val="0"/>
              </a:spcBef>
              <a:spcAft>
                <a:spcPts val="0"/>
              </a:spcAft>
              <a:buSzPts val="4000"/>
              <a:buNone/>
              <a:defRPr sz="4000"/>
            </a:lvl8pPr>
            <a:lvl9pPr lvl="8" algn="l">
              <a:lnSpc>
                <a:spcPct val="100000"/>
              </a:lnSpc>
              <a:spcBef>
                <a:spcPts val="0"/>
              </a:spcBef>
              <a:spcAft>
                <a:spcPts val="0"/>
              </a:spcAft>
              <a:buSzPts val="4000"/>
              <a:buNone/>
              <a:defRPr sz="4000"/>
            </a:lvl9pPr>
          </a:lstStyle>
          <a:p/>
        </p:txBody>
      </p:sp>
      <p:sp>
        <p:nvSpPr>
          <p:cNvPr id="375" name="Google Shape;375;g2d52878b4a1_2_52"/>
          <p:cNvSpPr txBox="1"/>
          <p:nvPr>
            <p:ph idx="1" type="subTitle"/>
          </p:nvPr>
        </p:nvSpPr>
        <p:spPr>
          <a:xfrm>
            <a:off x="5083950" y="3924925"/>
            <a:ext cx="3470700" cy="506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300"/>
              <a:buNone/>
              <a:defRPr/>
            </a:lvl1pPr>
            <a:lvl2pPr lvl="1" algn="l">
              <a:lnSpc>
                <a:spcPct val="100000"/>
              </a:lnSpc>
              <a:spcBef>
                <a:spcPts val="0"/>
              </a:spcBef>
              <a:spcAft>
                <a:spcPts val="0"/>
              </a:spcAft>
              <a:buSzPts val="1300"/>
              <a:buNone/>
              <a:defRPr sz="1300"/>
            </a:lvl2pPr>
            <a:lvl3pPr lvl="2" algn="l">
              <a:lnSpc>
                <a:spcPct val="100000"/>
              </a:lnSpc>
              <a:spcBef>
                <a:spcPts val="0"/>
              </a:spcBef>
              <a:spcAft>
                <a:spcPts val="0"/>
              </a:spcAft>
              <a:buSzPts val="1300"/>
              <a:buNone/>
              <a:defRPr sz="1300"/>
            </a:lvl3pPr>
            <a:lvl4pPr lvl="3" algn="l">
              <a:lnSpc>
                <a:spcPct val="100000"/>
              </a:lnSpc>
              <a:spcBef>
                <a:spcPts val="0"/>
              </a:spcBef>
              <a:spcAft>
                <a:spcPts val="0"/>
              </a:spcAft>
              <a:buSzPts val="1300"/>
              <a:buNone/>
              <a:defRPr sz="1300"/>
            </a:lvl4pPr>
            <a:lvl5pPr lvl="4" algn="l">
              <a:lnSpc>
                <a:spcPct val="100000"/>
              </a:lnSpc>
              <a:spcBef>
                <a:spcPts val="0"/>
              </a:spcBef>
              <a:spcAft>
                <a:spcPts val="0"/>
              </a:spcAft>
              <a:buSzPts val="1300"/>
              <a:buNone/>
              <a:defRPr sz="1300"/>
            </a:lvl5pPr>
            <a:lvl6pPr lvl="5" algn="l">
              <a:lnSpc>
                <a:spcPct val="100000"/>
              </a:lnSpc>
              <a:spcBef>
                <a:spcPts val="0"/>
              </a:spcBef>
              <a:spcAft>
                <a:spcPts val="0"/>
              </a:spcAft>
              <a:buSzPts val="1300"/>
              <a:buNone/>
              <a:defRPr sz="1300"/>
            </a:lvl6pPr>
            <a:lvl7pPr lvl="6" algn="l">
              <a:lnSpc>
                <a:spcPct val="100000"/>
              </a:lnSpc>
              <a:spcBef>
                <a:spcPts val="0"/>
              </a:spcBef>
              <a:spcAft>
                <a:spcPts val="0"/>
              </a:spcAft>
              <a:buSzPts val="1300"/>
              <a:buNone/>
              <a:defRPr sz="1300"/>
            </a:lvl7pPr>
            <a:lvl8pPr lvl="7" algn="l">
              <a:lnSpc>
                <a:spcPct val="100000"/>
              </a:lnSpc>
              <a:spcBef>
                <a:spcPts val="0"/>
              </a:spcBef>
              <a:spcAft>
                <a:spcPts val="0"/>
              </a:spcAft>
              <a:buSzPts val="1300"/>
              <a:buNone/>
              <a:defRPr sz="1300"/>
            </a:lvl8pPr>
            <a:lvl9pPr lvl="8" algn="l">
              <a:lnSpc>
                <a:spcPct val="100000"/>
              </a:lnSpc>
              <a:spcBef>
                <a:spcPts val="0"/>
              </a:spcBef>
              <a:spcAft>
                <a:spcPts val="0"/>
              </a:spcAft>
              <a:buSzPts val="1300"/>
              <a:buNone/>
              <a:defRPr sz="1300"/>
            </a:lvl9pPr>
          </a:lstStyle>
          <a:p/>
        </p:txBody>
      </p:sp>
      <p:sp>
        <p:nvSpPr>
          <p:cNvPr id="376" name="Google Shape;376;g2d52878b4a1_2_5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77" name="Shape 377"/>
        <p:cNvGrpSpPr/>
        <p:nvPr/>
      </p:nvGrpSpPr>
      <p:grpSpPr>
        <a:xfrm>
          <a:off x="0" y="0"/>
          <a:ext cx="0" cy="0"/>
          <a:chOff x="0" y="0"/>
          <a:chExt cx="0" cy="0"/>
        </a:xfrm>
      </p:grpSpPr>
      <p:grpSp>
        <p:nvGrpSpPr>
          <p:cNvPr id="378" name="Google Shape;378;g2d52878b4a1_2_45"/>
          <p:cNvGrpSpPr/>
          <p:nvPr/>
        </p:nvGrpSpPr>
        <p:grpSpPr>
          <a:xfrm>
            <a:off x="0" y="381001"/>
            <a:ext cx="1037850" cy="1016288"/>
            <a:chOff x="0" y="381001"/>
            <a:chExt cx="1037850" cy="1016288"/>
          </a:xfrm>
        </p:grpSpPr>
        <p:sp>
          <p:nvSpPr>
            <p:cNvPr id="379" name="Google Shape;379;g2d52878b4a1_2_4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0" name="Google Shape;380;g2d52878b4a1_2_4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81" name="Google Shape;381;g2d52878b4a1_2_45"/>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82" name="Google Shape;382;g2d52878b4a1_2_45"/>
          <p:cNvSpPr txBox="1"/>
          <p:nvPr>
            <p:ph idx="1" type="body"/>
          </p:nvPr>
        </p:nvSpPr>
        <p:spPr>
          <a:xfrm>
            <a:off x="1297500" y="1567550"/>
            <a:ext cx="7038900" cy="29112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383" name="Google Shape;383;g2d52878b4a1_2_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384" name="Shape 384"/>
        <p:cNvGrpSpPr/>
        <p:nvPr/>
      </p:nvGrpSpPr>
      <p:grpSpPr>
        <a:xfrm>
          <a:off x="0" y="0"/>
          <a:ext cx="0" cy="0"/>
          <a:chOff x="0" y="0"/>
          <a:chExt cx="0" cy="0"/>
        </a:xfrm>
      </p:grpSpPr>
      <p:sp>
        <p:nvSpPr>
          <p:cNvPr id="385" name="Google Shape;385;g2d52878b4a1_2_62"/>
          <p:cNvSpPr txBox="1"/>
          <p:nvPr>
            <p:ph type="title"/>
          </p:nvPr>
        </p:nvSpPr>
        <p:spPr>
          <a:xfrm>
            <a:off x="802386" y="363474"/>
            <a:ext cx="7543800" cy="1206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SzPts val="1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86" name="Google Shape;386;g2d52878b4a1_2_62"/>
          <p:cNvSpPr txBox="1"/>
          <p:nvPr>
            <p:ph idx="1" type="body"/>
          </p:nvPr>
        </p:nvSpPr>
        <p:spPr>
          <a:xfrm>
            <a:off x="802386" y="1591056"/>
            <a:ext cx="7543800" cy="3038100"/>
          </a:xfrm>
          <a:prstGeom prst="rect">
            <a:avLst/>
          </a:prstGeom>
          <a:noFill/>
          <a:ln>
            <a:noFill/>
          </a:ln>
        </p:spPr>
        <p:txBody>
          <a:bodyPr anchorCtr="0" anchor="t" bIns="45700" lIns="91425" spcFirstLastPara="1" rIns="91425" wrap="square" tIns="45700">
            <a:normAutofit/>
          </a:bodyPr>
          <a:lstStyle>
            <a:lvl1pPr indent="-325755" lvl="0" marL="457200" algn="l">
              <a:lnSpc>
                <a:spcPct val="90000"/>
              </a:lnSpc>
              <a:spcBef>
                <a:spcPts val="900"/>
              </a:spcBef>
              <a:spcAft>
                <a:spcPts val="0"/>
              </a:spcAft>
              <a:buSzPts val="1530"/>
              <a:buChar char="●"/>
              <a:defRPr/>
            </a:lvl1pPr>
            <a:lvl2pPr indent="-325755" lvl="1" marL="914400" algn="l">
              <a:lnSpc>
                <a:spcPct val="90000"/>
              </a:lnSpc>
              <a:spcBef>
                <a:spcPts val="1200"/>
              </a:spcBef>
              <a:spcAft>
                <a:spcPts val="0"/>
              </a:spcAft>
              <a:buSzPts val="1530"/>
              <a:buChar char="○"/>
              <a:defRPr/>
            </a:lvl2pPr>
            <a:lvl3pPr indent="-325755" lvl="2" marL="1371600" algn="l">
              <a:lnSpc>
                <a:spcPct val="90000"/>
              </a:lnSpc>
              <a:spcBef>
                <a:spcPts val="300"/>
              </a:spcBef>
              <a:spcAft>
                <a:spcPts val="0"/>
              </a:spcAft>
              <a:buSzPts val="1530"/>
              <a:buChar char="■"/>
              <a:defRPr/>
            </a:lvl3pPr>
            <a:lvl4pPr indent="-325755" lvl="3" marL="1828800" algn="l">
              <a:lnSpc>
                <a:spcPct val="90000"/>
              </a:lnSpc>
              <a:spcBef>
                <a:spcPts val="300"/>
              </a:spcBef>
              <a:spcAft>
                <a:spcPts val="0"/>
              </a:spcAft>
              <a:buSzPts val="1530"/>
              <a:buChar char="●"/>
              <a:defRPr/>
            </a:lvl4pPr>
            <a:lvl5pPr indent="-325754" lvl="4" marL="2286000" algn="l">
              <a:lnSpc>
                <a:spcPct val="90000"/>
              </a:lnSpc>
              <a:spcBef>
                <a:spcPts val="300"/>
              </a:spcBef>
              <a:spcAft>
                <a:spcPts val="0"/>
              </a:spcAft>
              <a:buSzPts val="1530"/>
              <a:buChar char="○"/>
              <a:defRPr/>
            </a:lvl5pPr>
            <a:lvl6pPr indent="-325754" lvl="5" marL="2743200" algn="l">
              <a:lnSpc>
                <a:spcPct val="90000"/>
              </a:lnSpc>
              <a:spcBef>
                <a:spcPts val="300"/>
              </a:spcBef>
              <a:spcAft>
                <a:spcPts val="0"/>
              </a:spcAft>
              <a:buSzPts val="1530"/>
              <a:buChar char="■"/>
              <a:defRPr/>
            </a:lvl6pPr>
            <a:lvl7pPr indent="-325754" lvl="6" marL="3200400" algn="l">
              <a:lnSpc>
                <a:spcPct val="90000"/>
              </a:lnSpc>
              <a:spcBef>
                <a:spcPts val="300"/>
              </a:spcBef>
              <a:spcAft>
                <a:spcPts val="0"/>
              </a:spcAft>
              <a:buSzPts val="1530"/>
              <a:buChar char="●"/>
              <a:defRPr/>
            </a:lvl7pPr>
            <a:lvl8pPr indent="-325754" lvl="7" marL="3657600" algn="l">
              <a:lnSpc>
                <a:spcPct val="90000"/>
              </a:lnSpc>
              <a:spcBef>
                <a:spcPts val="300"/>
              </a:spcBef>
              <a:spcAft>
                <a:spcPts val="0"/>
              </a:spcAft>
              <a:buSzPts val="1530"/>
              <a:buChar char="○"/>
              <a:defRPr/>
            </a:lvl8pPr>
            <a:lvl9pPr indent="-325754" lvl="8" marL="4114800" algn="l">
              <a:lnSpc>
                <a:spcPct val="90000"/>
              </a:lnSpc>
              <a:spcBef>
                <a:spcPts val="300"/>
              </a:spcBef>
              <a:spcAft>
                <a:spcPts val="150"/>
              </a:spcAft>
              <a:buSzPts val="1530"/>
              <a:buChar char="■"/>
              <a:defRPr/>
            </a:lvl9pPr>
          </a:lstStyle>
          <a:p/>
        </p:txBody>
      </p:sp>
      <p:sp>
        <p:nvSpPr>
          <p:cNvPr id="387" name="Google Shape;387;g2d52878b4a1_2_62"/>
          <p:cNvSpPr txBox="1"/>
          <p:nvPr>
            <p:ph idx="10" type="dt"/>
          </p:nvPr>
        </p:nvSpPr>
        <p:spPr>
          <a:xfrm>
            <a:off x="5973318" y="4704588"/>
            <a:ext cx="2455200" cy="273900"/>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388" name="Google Shape;388;g2d52878b4a1_2_62"/>
          <p:cNvSpPr txBox="1"/>
          <p:nvPr>
            <p:ph idx="11" type="ftr"/>
          </p:nvPr>
        </p:nvSpPr>
        <p:spPr>
          <a:xfrm>
            <a:off x="816102" y="4704588"/>
            <a:ext cx="4745700" cy="2739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389" name="Google Shape;389;g2d52878b4a1_2_62"/>
          <p:cNvSpPr txBox="1"/>
          <p:nvPr>
            <p:ph idx="12" type="sldNum"/>
          </p:nvPr>
        </p:nvSpPr>
        <p:spPr>
          <a:xfrm>
            <a:off x="8483346" y="4704588"/>
            <a:ext cx="480000" cy="273900"/>
          </a:xfrm>
          <a:prstGeom prst="rect">
            <a:avLst/>
          </a:prstGeom>
          <a:noFill/>
          <a:ln>
            <a:noFill/>
          </a:ln>
        </p:spPr>
        <p:txBody>
          <a:bodyPr anchorCtr="0" anchor="ctr" bIns="45700" lIns="91425" spcFirstLastPara="1" rIns="91425" wrap="square" tIns="45700">
            <a:normAutofit/>
          </a:bodyPr>
          <a:lstStyle>
            <a:lvl1pPr indent="0" lvl="0" marL="0" marR="0" algn="r">
              <a:lnSpc>
                <a:spcPct val="100000"/>
              </a:lnSpc>
              <a:spcBef>
                <a:spcPts val="0"/>
              </a:spcBef>
              <a:spcAft>
                <a:spcPts val="0"/>
              </a:spcAft>
              <a:buClr>
                <a:srgbClr val="FFFFFF"/>
              </a:buClr>
              <a:buSzPts val="1000"/>
              <a:buFont typeface="Rockwel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FFFFFF"/>
              </a:buClr>
              <a:buSzPts val="1000"/>
              <a:buFont typeface="Rockwel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FFFFFF"/>
              </a:buClr>
              <a:buSzPts val="1000"/>
              <a:buFont typeface="Rockwel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FFFFFF"/>
              </a:buClr>
              <a:buSzPts val="1000"/>
              <a:buFont typeface="Rockwel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FFFFFF"/>
              </a:buClr>
              <a:buSzPts val="1000"/>
              <a:buFont typeface="Rockwel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FFFFFF"/>
              </a:buClr>
              <a:buSzPts val="1000"/>
              <a:buFont typeface="Rockwel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FFFFFF"/>
              </a:buClr>
              <a:buSzPts val="1000"/>
              <a:buFont typeface="Rockwel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FFFFFF"/>
              </a:buClr>
              <a:buSzPts val="1000"/>
              <a:buFont typeface="Rockwel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FFFFFF"/>
              </a:buClr>
              <a:buSzPts val="1000"/>
              <a:buFont typeface="Rockwel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90" name="Shape 390"/>
        <p:cNvGrpSpPr/>
        <p:nvPr/>
      </p:nvGrpSpPr>
      <p:grpSpPr>
        <a:xfrm>
          <a:off x="0" y="0"/>
          <a:ext cx="0" cy="0"/>
          <a:chOff x="0" y="0"/>
          <a:chExt cx="0" cy="0"/>
        </a:xfrm>
      </p:grpSpPr>
      <p:grpSp>
        <p:nvGrpSpPr>
          <p:cNvPr id="391" name="Google Shape;391;g2d52878b4a1_2_68"/>
          <p:cNvGrpSpPr/>
          <p:nvPr/>
        </p:nvGrpSpPr>
        <p:grpSpPr>
          <a:xfrm>
            <a:off x="4406400" y="0"/>
            <a:ext cx="4737600" cy="5143065"/>
            <a:chOff x="4406400" y="0"/>
            <a:chExt cx="4737600" cy="5143065"/>
          </a:xfrm>
        </p:grpSpPr>
        <p:sp>
          <p:nvSpPr>
            <p:cNvPr id="392" name="Google Shape;392;g2d52878b4a1_2_68"/>
            <p:cNvSpPr/>
            <p:nvPr/>
          </p:nvSpPr>
          <p:spPr>
            <a:xfrm rot="5400000">
              <a:off x="4408200" y="-1800"/>
              <a:ext cx="4734000" cy="4737600"/>
            </a:xfrm>
            <a:prstGeom prst="diagStripe">
              <a:avLst>
                <a:gd fmla="val 49469" name="adj"/>
              </a:avLst>
            </a:prstGeom>
            <a:solidFill>
              <a:schemeClr val="lt1">
                <a:alpha val="117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3" name="Google Shape;393;g2d52878b4a1_2_68"/>
            <p:cNvSpPr/>
            <p:nvPr/>
          </p:nvSpPr>
          <p:spPr>
            <a:xfrm rot="5400000">
              <a:off x="4841125" y="5700"/>
              <a:ext cx="4298100" cy="4286700"/>
            </a:xfrm>
            <a:prstGeom prst="diagStripe">
              <a:avLst>
                <a:gd fmla="val 0" name="adj"/>
              </a:avLst>
            </a:prstGeom>
            <a:solidFill>
              <a:schemeClr val="lt1">
                <a:alpha val="117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4" name="Google Shape;394;g2d52878b4a1_2_68"/>
            <p:cNvSpPr/>
            <p:nvPr/>
          </p:nvSpPr>
          <p:spPr>
            <a:xfrm rot="-5400000">
              <a:off x="5618399" y="1236468"/>
              <a:ext cx="808800" cy="808800"/>
            </a:xfrm>
            <a:prstGeom prst="diagStripe">
              <a:avLst>
                <a:gd fmla="val 50000" name="adj"/>
              </a:avLst>
            </a:prstGeom>
            <a:solidFill>
              <a:schemeClr val="lt1">
                <a:alpha val="509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5" name="Google Shape;395;g2d52878b4a1_2_68"/>
            <p:cNvSpPr/>
            <p:nvPr/>
          </p:nvSpPr>
          <p:spPr>
            <a:xfrm flipH="1">
              <a:off x="5849857" y="1443956"/>
              <a:ext cx="808800" cy="808800"/>
            </a:xfrm>
            <a:prstGeom prst="diagStripe">
              <a:avLst>
                <a:gd fmla="val 50000" name="adj"/>
              </a:avLst>
            </a:prstGeom>
            <a:solidFill>
              <a:schemeClr val="lt1">
                <a:alpha val="509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6" name="Google Shape;396;g2d52878b4a1_2_68"/>
            <p:cNvSpPr/>
            <p:nvPr/>
          </p:nvSpPr>
          <p:spPr>
            <a:xfrm rot="-5400000">
              <a:off x="5987081" y="2469465"/>
              <a:ext cx="808800" cy="808800"/>
            </a:xfrm>
            <a:prstGeom prst="diagStripe">
              <a:avLst>
                <a:gd fmla="val 50000" name="adj"/>
              </a:avLst>
            </a:prstGeom>
            <a:solidFill>
              <a:schemeClr val="lt1">
                <a:alpha val="509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7" name="Google Shape;397;g2d52878b4a1_2_68"/>
            <p:cNvSpPr/>
            <p:nvPr/>
          </p:nvSpPr>
          <p:spPr>
            <a:xfrm flipH="1">
              <a:off x="6222115" y="2676953"/>
              <a:ext cx="808800" cy="808800"/>
            </a:xfrm>
            <a:prstGeom prst="diagStripe">
              <a:avLst>
                <a:gd fmla="val 50000" name="adj"/>
              </a:avLst>
            </a:prstGeom>
            <a:solidFill>
              <a:schemeClr val="lt1">
                <a:alpha val="509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8" name="Google Shape;398;g2d52878b4a1_2_68"/>
            <p:cNvSpPr/>
            <p:nvPr/>
          </p:nvSpPr>
          <p:spPr>
            <a:xfrm rot="-5400000">
              <a:off x="6675341" y="1862018"/>
              <a:ext cx="808800" cy="808800"/>
            </a:xfrm>
            <a:prstGeom prst="diagStripe">
              <a:avLst>
                <a:gd fmla="val 50000" name="adj"/>
              </a:avLst>
            </a:prstGeom>
            <a:solidFill>
              <a:schemeClr val="lt1">
                <a:alpha val="509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9" name="Google Shape;399;g2d52878b4a1_2_68"/>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0" name="Google Shape;400;g2d52878b4a1_2_68"/>
            <p:cNvSpPr/>
            <p:nvPr/>
          </p:nvSpPr>
          <p:spPr>
            <a:xfrm rot="-5400000">
              <a:off x="6861141" y="2477810"/>
              <a:ext cx="808800" cy="808800"/>
            </a:xfrm>
            <a:prstGeom prst="diagStripe">
              <a:avLst>
                <a:gd fmla="val 50000" name="adj"/>
              </a:avLst>
            </a:prstGeom>
            <a:solidFill>
              <a:schemeClr val="lt1">
                <a:alpha val="509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1" name="Google Shape;401;g2d52878b4a1_2_68"/>
            <p:cNvSpPr/>
            <p:nvPr/>
          </p:nvSpPr>
          <p:spPr>
            <a:xfrm flipH="1">
              <a:off x="7965266" y="2692963"/>
              <a:ext cx="808800" cy="808800"/>
            </a:xfrm>
            <a:prstGeom prst="diagStripe">
              <a:avLst>
                <a:gd fmla="val 50000" name="adj"/>
              </a:avLst>
            </a:prstGeom>
            <a:solidFill>
              <a:schemeClr val="lt1">
                <a:alpha val="509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2" name="Google Shape;402;g2d52878b4a1_2_68"/>
            <p:cNvSpPr/>
            <p:nvPr/>
          </p:nvSpPr>
          <p:spPr>
            <a:xfrm flipH="1">
              <a:off x="8145082" y="3308755"/>
              <a:ext cx="808800" cy="808800"/>
            </a:xfrm>
            <a:prstGeom prst="diagStripe">
              <a:avLst>
                <a:gd fmla="val 50000" name="adj"/>
              </a:avLst>
            </a:prstGeom>
            <a:solidFill>
              <a:schemeClr val="lt1">
                <a:alpha val="509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3" name="Google Shape;403;g2d52878b4a1_2_68"/>
            <p:cNvSpPr/>
            <p:nvPr/>
          </p:nvSpPr>
          <p:spPr>
            <a:xfrm rot="-5400000">
              <a:off x="7047599" y="3095015"/>
              <a:ext cx="808800" cy="808800"/>
            </a:xfrm>
            <a:prstGeom prst="diagStripe">
              <a:avLst>
                <a:gd fmla="val 50000" name="adj"/>
              </a:avLst>
            </a:prstGeom>
            <a:solidFill>
              <a:schemeClr val="lt1">
                <a:alpha val="509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4" name="Google Shape;404;g2d52878b4a1_2_68"/>
            <p:cNvSpPr/>
            <p:nvPr/>
          </p:nvSpPr>
          <p:spPr>
            <a:xfrm flipH="1">
              <a:off x="7276649" y="3302502"/>
              <a:ext cx="808800" cy="808800"/>
            </a:xfrm>
            <a:prstGeom prst="diagStripe">
              <a:avLst>
                <a:gd fmla="val 50000" name="adj"/>
              </a:avLst>
            </a:prstGeom>
            <a:solidFill>
              <a:schemeClr val="lt1">
                <a:alpha val="509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5" name="Google Shape;405;g2d52878b4a1_2_68"/>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6" name="Google Shape;406;g2d52878b4a1_2_68"/>
            <p:cNvSpPr/>
            <p:nvPr/>
          </p:nvSpPr>
          <p:spPr>
            <a:xfrm flipH="1">
              <a:off x="7462448" y="3918294"/>
              <a:ext cx="808800" cy="808800"/>
            </a:xfrm>
            <a:prstGeom prst="diagStripe">
              <a:avLst>
                <a:gd fmla="val 50000" name="adj"/>
              </a:avLst>
            </a:prstGeom>
            <a:solidFill>
              <a:schemeClr val="lt1">
                <a:alpha val="509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7" name="Google Shape;407;g2d52878b4a1_2_68"/>
            <p:cNvSpPr/>
            <p:nvPr/>
          </p:nvSpPr>
          <p:spPr>
            <a:xfrm rot="-5400000">
              <a:off x="8102491" y="3718473"/>
              <a:ext cx="808800" cy="808800"/>
            </a:xfrm>
            <a:prstGeom prst="diagStripe">
              <a:avLst>
                <a:gd fmla="val 50000" name="adj"/>
              </a:avLst>
            </a:prstGeom>
            <a:solidFill>
              <a:schemeClr val="lt1">
                <a:alpha val="509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8" name="Google Shape;408;g2d52878b4a1_2_68"/>
            <p:cNvSpPr/>
            <p:nvPr/>
          </p:nvSpPr>
          <p:spPr>
            <a:xfrm flipH="1">
              <a:off x="8334533" y="3925960"/>
              <a:ext cx="808800" cy="808800"/>
            </a:xfrm>
            <a:prstGeom prst="diagStripe">
              <a:avLst>
                <a:gd fmla="val 50000" name="adj"/>
              </a:avLst>
            </a:prstGeom>
            <a:solidFill>
              <a:schemeClr val="lt1">
                <a:alpha val="509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9" name="Google Shape;409;g2d52878b4a1_2_68"/>
            <p:cNvSpPr/>
            <p:nvPr/>
          </p:nvSpPr>
          <p:spPr>
            <a:xfrm rot="-5400000">
              <a:off x="8288290" y="4334265"/>
              <a:ext cx="808800" cy="808800"/>
            </a:xfrm>
            <a:prstGeom prst="diagStripe">
              <a:avLst>
                <a:gd fmla="val 50000" name="adj"/>
              </a:avLst>
            </a:prstGeom>
            <a:solidFill>
              <a:schemeClr val="lt1">
                <a:alpha val="509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10" name="Google Shape;410;g2d52878b4a1_2_68"/>
          <p:cNvSpPr txBox="1"/>
          <p:nvPr>
            <p:ph type="title"/>
          </p:nvPr>
        </p:nvSpPr>
        <p:spPr>
          <a:xfrm>
            <a:off x="823850" y="2053000"/>
            <a:ext cx="4587000" cy="11487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11" name="Google Shape;411;g2d52878b4a1_2_6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12" name="Shape 412"/>
        <p:cNvGrpSpPr/>
        <p:nvPr/>
      </p:nvGrpSpPr>
      <p:grpSpPr>
        <a:xfrm>
          <a:off x="0" y="0"/>
          <a:ext cx="0" cy="0"/>
          <a:chOff x="0" y="0"/>
          <a:chExt cx="0" cy="0"/>
        </a:xfrm>
      </p:grpSpPr>
      <p:grpSp>
        <p:nvGrpSpPr>
          <p:cNvPr id="413" name="Google Shape;413;g2d52878b4a1_2_90"/>
          <p:cNvGrpSpPr/>
          <p:nvPr/>
        </p:nvGrpSpPr>
        <p:grpSpPr>
          <a:xfrm>
            <a:off x="0" y="381001"/>
            <a:ext cx="1037850" cy="1016288"/>
            <a:chOff x="0" y="381001"/>
            <a:chExt cx="1037850" cy="1016288"/>
          </a:xfrm>
        </p:grpSpPr>
        <p:sp>
          <p:nvSpPr>
            <p:cNvPr id="414" name="Google Shape;414;g2d52878b4a1_2_90"/>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5" name="Google Shape;415;g2d52878b4a1_2_90"/>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16" name="Google Shape;416;g2d52878b4a1_2_90"/>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417" name="Google Shape;417;g2d52878b4a1_2_90"/>
          <p:cNvSpPr txBox="1"/>
          <p:nvPr>
            <p:ph idx="1" type="body"/>
          </p:nvPr>
        </p:nvSpPr>
        <p:spPr>
          <a:xfrm>
            <a:off x="1297500" y="1567550"/>
            <a:ext cx="3403200" cy="29112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418" name="Google Shape;418;g2d52878b4a1_2_90"/>
          <p:cNvSpPr txBox="1"/>
          <p:nvPr>
            <p:ph idx="2" type="body"/>
          </p:nvPr>
        </p:nvSpPr>
        <p:spPr>
          <a:xfrm>
            <a:off x="4933221" y="1567550"/>
            <a:ext cx="3403200" cy="29112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419" name="Google Shape;419;g2d52878b4a1_2_9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20" name="Shape 420"/>
        <p:cNvGrpSpPr/>
        <p:nvPr/>
      </p:nvGrpSpPr>
      <p:grpSpPr>
        <a:xfrm>
          <a:off x="0" y="0"/>
          <a:ext cx="0" cy="0"/>
          <a:chOff x="0" y="0"/>
          <a:chExt cx="0" cy="0"/>
        </a:xfrm>
      </p:grpSpPr>
      <p:grpSp>
        <p:nvGrpSpPr>
          <p:cNvPr id="421" name="Google Shape;421;g2d52878b4a1_2_98"/>
          <p:cNvGrpSpPr/>
          <p:nvPr/>
        </p:nvGrpSpPr>
        <p:grpSpPr>
          <a:xfrm>
            <a:off x="0" y="381001"/>
            <a:ext cx="1037850" cy="1016288"/>
            <a:chOff x="0" y="381001"/>
            <a:chExt cx="1037850" cy="1016288"/>
          </a:xfrm>
        </p:grpSpPr>
        <p:sp>
          <p:nvSpPr>
            <p:cNvPr id="422" name="Google Shape;422;g2d52878b4a1_2_98"/>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3" name="Google Shape;423;g2d52878b4a1_2_98"/>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24" name="Google Shape;424;g2d52878b4a1_2_98"/>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425" name="Google Shape;425;g2d52878b4a1_2_9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26" name="Shape 426"/>
        <p:cNvGrpSpPr/>
        <p:nvPr/>
      </p:nvGrpSpPr>
      <p:grpSpPr>
        <a:xfrm>
          <a:off x="0" y="0"/>
          <a:ext cx="0" cy="0"/>
          <a:chOff x="0" y="0"/>
          <a:chExt cx="0" cy="0"/>
        </a:xfrm>
      </p:grpSpPr>
      <p:grpSp>
        <p:nvGrpSpPr>
          <p:cNvPr id="427" name="Google Shape;427;g2d52878b4a1_2_104"/>
          <p:cNvGrpSpPr/>
          <p:nvPr/>
        </p:nvGrpSpPr>
        <p:grpSpPr>
          <a:xfrm>
            <a:off x="0" y="381001"/>
            <a:ext cx="1037850" cy="1016288"/>
            <a:chOff x="0" y="381001"/>
            <a:chExt cx="1037850" cy="1016288"/>
          </a:xfrm>
        </p:grpSpPr>
        <p:sp>
          <p:nvSpPr>
            <p:cNvPr id="428" name="Google Shape;428;g2d52878b4a1_2_10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9" name="Google Shape;429;g2d52878b4a1_2_10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30" name="Google Shape;430;g2d52878b4a1_2_104"/>
          <p:cNvSpPr txBox="1"/>
          <p:nvPr>
            <p:ph type="title"/>
          </p:nvPr>
        </p:nvSpPr>
        <p:spPr>
          <a:xfrm>
            <a:off x="1297500" y="393750"/>
            <a:ext cx="3798900" cy="1493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431" name="Google Shape;431;g2d52878b4a1_2_104"/>
          <p:cNvSpPr txBox="1"/>
          <p:nvPr>
            <p:ph idx="1" type="body"/>
          </p:nvPr>
        </p:nvSpPr>
        <p:spPr>
          <a:xfrm>
            <a:off x="1297500" y="1972550"/>
            <a:ext cx="3798900" cy="24159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432" name="Google Shape;432;g2d52878b4a1_2_10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33" name="Shape 433"/>
        <p:cNvGrpSpPr/>
        <p:nvPr/>
      </p:nvGrpSpPr>
      <p:grpSpPr>
        <a:xfrm>
          <a:off x="0" y="0"/>
          <a:ext cx="0" cy="0"/>
          <a:chOff x="0" y="0"/>
          <a:chExt cx="0" cy="0"/>
        </a:xfrm>
      </p:grpSpPr>
      <p:grpSp>
        <p:nvGrpSpPr>
          <p:cNvPr id="434" name="Google Shape;434;g2d52878b4a1_2_111"/>
          <p:cNvGrpSpPr/>
          <p:nvPr/>
        </p:nvGrpSpPr>
        <p:grpSpPr>
          <a:xfrm>
            <a:off x="4406400" y="0"/>
            <a:ext cx="4737600" cy="5143500"/>
            <a:chOff x="4406400" y="0"/>
            <a:chExt cx="4737600" cy="5143500"/>
          </a:xfrm>
        </p:grpSpPr>
        <p:sp>
          <p:nvSpPr>
            <p:cNvPr id="435" name="Google Shape;435;g2d52878b4a1_2_111"/>
            <p:cNvSpPr/>
            <p:nvPr/>
          </p:nvSpPr>
          <p:spPr>
            <a:xfrm rot="5400000">
              <a:off x="4407900" y="-1500"/>
              <a:ext cx="4734600" cy="4737600"/>
            </a:xfrm>
            <a:prstGeom prst="diagStripe">
              <a:avLst>
                <a:gd fmla="val 49469" name="adj"/>
              </a:avLst>
            </a:prstGeom>
            <a:solidFill>
              <a:schemeClr val="lt1">
                <a:alpha val="117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6" name="Google Shape;436;g2d52878b4a1_2_111"/>
            <p:cNvSpPr/>
            <p:nvPr/>
          </p:nvSpPr>
          <p:spPr>
            <a:xfrm rot="5400000">
              <a:off x="4840825" y="6000"/>
              <a:ext cx="4298700" cy="4286700"/>
            </a:xfrm>
            <a:prstGeom prst="diagStripe">
              <a:avLst>
                <a:gd fmla="val 0" name="adj"/>
              </a:avLst>
            </a:prstGeom>
            <a:solidFill>
              <a:schemeClr val="lt1">
                <a:alpha val="117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7" name="Google Shape;437;g2d52878b4a1_2_111"/>
            <p:cNvSpPr/>
            <p:nvPr/>
          </p:nvSpPr>
          <p:spPr>
            <a:xfrm rot="-5400000">
              <a:off x="5618399" y="1236641"/>
              <a:ext cx="808800" cy="808800"/>
            </a:xfrm>
            <a:prstGeom prst="diagStripe">
              <a:avLst>
                <a:gd fmla="val 50000" name="adj"/>
              </a:avLst>
            </a:prstGeom>
            <a:solidFill>
              <a:schemeClr val="lt1">
                <a:alpha val="509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8" name="Google Shape;438;g2d52878b4a1_2_111"/>
            <p:cNvSpPr/>
            <p:nvPr/>
          </p:nvSpPr>
          <p:spPr>
            <a:xfrm flipH="1">
              <a:off x="5849857" y="1444078"/>
              <a:ext cx="808800" cy="808800"/>
            </a:xfrm>
            <a:prstGeom prst="diagStripe">
              <a:avLst>
                <a:gd fmla="val 50000" name="adj"/>
              </a:avLst>
            </a:prstGeom>
            <a:solidFill>
              <a:schemeClr val="lt1">
                <a:alpha val="509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9" name="Google Shape;439;g2d52878b4a1_2_111"/>
            <p:cNvSpPr/>
            <p:nvPr/>
          </p:nvSpPr>
          <p:spPr>
            <a:xfrm rot="-5400000">
              <a:off x="5987081" y="2469743"/>
              <a:ext cx="808800" cy="808800"/>
            </a:xfrm>
            <a:prstGeom prst="diagStripe">
              <a:avLst>
                <a:gd fmla="val 50000" name="adj"/>
              </a:avLst>
            </a:prstGeom>
            <a:solidFill>
              <a:schemeClr val="lt1">
                <a:alpha val="509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0" name="Google Shape;440;g2d52878b4a1_2_111"/>
            <p:cNvSpPr/>
            <p:nvPr/>
          </p:nvSpPr>
          <p:spPr>
            <a:xfrm flipH="1">
              <a:off x="6222115" y="2677179"/>
              <a:ext cx="808800" cy="808800"/>
            </a:xfrm>
            <a:prstGeom prst="diagStripe">
              <a:avLst>
                <a:gd fmla="val 50000" name="adj"/>
              </a:avLst>
            </a:prstGeom>
            <a:solidFill>
              <a:schemeClr val="lt1">
                <a:alpha val="509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1" name="Google Shape;441;g2d52878b4a1_2_111"/>
            <p:cNvSpPr/>
            <p:nvPr/>
          </p:nvSpPr>
          <p:spPr>
            <a:xfrm rot="-5400000">
              <a:off x="6675341" y="1862244"/>
              <a:ext cx="808800" cy="808800"/>
            </a:xfrm>
            <a:prstGeom prst="diagStripe">
              <a:avLst>
                <a:gd fmla="val 50000" name="adj"/>
              </a:avLst>
            </a:prstGeom>
            <a:solidFill>
              <a:schemeClr val="lt1">
                <a:alpha val="509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2" name="Google Shape;442;g2d52878b4a1_2_111"/>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3" name="Google Shape;443;g2d52878b4a1_2_111"/>
            <p:cNvSpPr/>
            <p:nvPr/>
          </p:nvSpPr>
          <p:spPr>
            <a:xfrm rot="-5400000">
              <a:off x="6861141" y="2478088"/>
              <a:ext cx="808800" cy="808800"/>
            </a:xfrm>
            <a:prstGeom prst="diagStripe">
              <a:avLst>
                <a:gd fmla="val 50000" name="adj"/>
              </a:avLst>
            </a:prstGeom>
            <a:solidFill>
              <a:schemeClr val="lt1">
                <a:alpha val="509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4" name="Google Shape;444;g2d52878b4a1_2_111"/>
            <p:cNvSpPr/>
            <p:nvPr/>
          </p:nvSpPr>
          <p:spPr>
            <a:xfrm flipH="1">
              <a:off x="7965266" y="2693191"/>
              <a:ext cx="808800" cy="808800"/>
            </a:xfrm>
            <a:prstGeom prst="diagStripe">
              <a:avLst>
                <a:gd fmla="val 50000" name="adj"/>
              </a:avLst>
            </a:prstGeom>
            <a:solidFill>
              <a:schemeClr val="lt1">
                <a:alpha val="509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5" name="Google Shape;445;g2d52878b4a1_2_111"/>
            <p:cNvSpPr/>
            <p:nvPr/>
          </p:nvSpPr>
          <p:spPr>
            <a:xfrm flipH="1">
              <a:off x="8145082" y="3309036"/>
              <a:ext cx="808800" cy="808800"/>
            </a:xfrm>
            <a:prstGeom prst="diagStripe">
              <a:avLst>
                <a:gd fmla="val 50000" name="adj"/>
              </a:avLst>
            </a:prstGeom>
            <a:solidFill>
              <a:schemeClr val="lt1">
                <a:alpha val="509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6" name="Google Shape;446;g2d52878b4a1_2_111"/>
            <p:cNvSpPr/>
            <p:nvPr/>
          </p:nvSpPr>
          <p:spPr>
            <a:xfrm rot="-5400000">
              <a:off x="7047599" y="3095345"/>
              <a:ext cx="808800" cy="808800"/>
            </a:xfrm>
            <a:prstGeom prst="diagStripe">
              <a:avLst>
                <a:gd fmla="val 50000" name="adj"/>
              </a:avLst>
            </a:prstGeom>
            <a:solidFill>
              <a:schemeClr val="lt1">
                <a:alpha val="509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7" name="Google Shape;447;g2d52878b4a1_2_111"/>
            <p:cNvSpPr/>
            <p:nvPr/>
          </p:nvSpPr>
          <p:spPr>
            <a:xfrm flipH="1">
              <a:off x="7276649" y="3302781"/>
              <a:ext cx="808800" cy="808800"/>
            </a:xfrm>
            <a:prstGeom prst="diagStripe">
              <a:avLst>
                <a:gd fmla="val 50000" name="adj"/>
              </a:avLst>
            </a:prstGeom>
            <a:solidFill>
              <a:schemeClr val="lt1">
                <a:alpha val="509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8" name="Google Shape;448;g2d52878b4a1_2_111"/>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9" name="Google Shape;449;g2d52878b4a1_2_111"/>
            <p:cNvSpPr/>
            <p:nvPr/>
          </p:nvSpPr>
          <p:spPr>
            <a:xfrm flipH="1">
              <a:off x="7462448" y="3918625"/>
              <a:ext cx="808800" cy="808800"/>
            </a:xfrm>
            <a:prstGeom prst="diagStripe">
              <a:avLst>
                <a:gd fmla="val 50000" name="adj"/>
              </a:avLst>
            </a:prstGeom>
            <a:solidFill>
              <a:schemeClr val="lt1">
                <a:alpha val="509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0" name="Google Shape;450;g2d52878b4a1_2_111"/>
            <p:cNvSpPr/>
            <p:nvPr/>
          </p:nvSpPr>
          <p:spPr>
            <a:xfrm rot="-5400000">
              <a:off x="8102491" y="3718856"/>
              <a:ext cx="808800" cy="808800"/>
            </a:xfrm>
            <a:prstGeom prst="diagStripe">
              <a:avLst>
                <a:gd fmla="val 50000" name="adj"/>
              </a:avLst>
            </a:prstGeom>
            <a:solidFill>
              <a:schemeClr val="lt1">
                <a:alpha val="509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1" name="Google Shape;451;g2d52878b4a1_2_111"/>
            <p:cNvSpPr/>
            <p:nvPr/>
          </p:nvSpPr>
          <p:spPr>
            <a:xfrm flipH="1">
              <a:off x="8334533" y="3926292"/>
              <a:ext cx="808800" cy="808800"/>
            </a:xfrm>
            <a:prstGeom prst="diagStripe">
              <a:avLst>
                <a:gd fmla="val 50000" name="adj"/>
              </a:avLst>
            </a:prstGeom>
            <a:solidFill>
              <a:schemeClr val="lt1">
                <a:alpha val="509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2" name="Google Shape;452;g2d52878b4a1_2_111"/>
            <p:cNvSpPr/>
            <p:nvPr/>
          </p:nvSpPr>
          <p:spPr>
            <a:xfrm rot="-5400000">
              <a:off x="8288290" y="4334700"/>
              <a:ext cx="808800" cy="808800"/>
            </a:xfrm>
            <a:prstGeom prst="diagStripe">
              <a:avLst>
                <a:gd fmla="val 50000" name="adj"/>
              </a:avLst>
            </a:prstGeom>
            <a:solidFill>
              <a:schemeClr val="lt1">
                <a:alpha val="509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53" name="Google Shape;453;g2d52878b4a1_2_111"/>
          <p:cNvSpPr txBox="1"/>
          <p:nvPr>
            <p:ph type="title"/>
          </p:nvPr>
        </p:nvSpPr>
        <p:spPr>
          <a:xfrm>
            <a:off x="823850" y="866775"/>
            <a:ext cx="4587000" cy="35211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54" name="Google Shape;454;g2d52878b4a1_2_1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5" name="Shape 455"/>
        <p:cNvGrpSpPr/>
        <p:nvPr/>
      </p:nvGrpSpPr>
      <p:grpSpPr>
        <a:xfrm>
          <a:off x="0" y="0"/>
          <a:ext cx="0" cy="0"/>
          <a:chOff x="0" y="0"/>
          <a:chExt cx="0" cy="0"/>
        </a:xfrm>
      </p:grpSpPr>
      <p:grpSp>
        <p:nvGrpSpPr>
          <p:cNvPr id="456" name="Google Shape;456;g2d52878b4a1_2_133"/>
          <p:cNvGrpSpPr/>
          <p:nvPr/>
        </p:nvGrpSpPr>
        <p:grpSpPr>
          <a:xfrm>
            <a:off x="0" y="381001"/>
            <a:ext cx="1037850" cy="1016288"/>
            <a:chOff x="0" y="381001"/>
            <a:chExt cx="1037850" cy="1016288"/>
          </a:xfrm>
        </p:grpSpPr>
        <p:sp>
          <p:nvSpPr>
            <p:cNvPr id="457" name="Google Shape;457;g2d52878b4a1_2_133"/>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8" name="Google Shape;458;g2d52878b4a1_2_133"/>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59" name="Google Shape;459;g2d52878b4a1_2_133"/>
          <p:cNvSpPr txBox="1"/>
          <p:nvPr>
            <p:ph type="title"/>
          </p:nvPr>
        </p:nvSpPr>
        <p:spPr>
          <a:xfrm>
            <a:off x="1297500" y="1658325"/>
            <a:ext cx="3036300" cy="1751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460" name="Google Shape;460;g2d52878b4a1_2_133"/>
          <p:cNvSpPr txBox="1"/>
          <p:nvPr>
            <p:ph idx="1" type="subTitle"/>
          </p:nvPr>
        </p:nvSpPr>
        <p:spPr>
          <a:xfrm>
            <a:off x="1297500" y="3538000"/>
            <a:ext cx="3036300" cy="506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300"/>
              <a:buNone/>
              <a:defRPr/>
            </a:lvl1pPr>
            <a:lvl2pPr lvl="1" algn="l">
              <a:lnSpc>
                <a:spcPct val="100000"/>
              </a:lnSpc>
              <a:spcBef>
                <a:spcPts val="0"/>
              </a:spcBef>
              <a:spcAft>
                <a:spcPts val="0"/>
              </a:spcAft>
              <a:buSzPts val="1300"/>
              <a:buNone/>
              <a:defRPr sz="1300"/>
            </a:lvl2pPr>
            <a:lvl3pPr lvl="2" algn="l">
              <a:lnSpc>
                <a:spcPct val="100000"/>
              </a:lnSpc>
              <a:spcBef>
                <a:spcPts val="0"/>
              </a:spcBef>
              <a:spcAft>
                <a:spcPts val="0"/>
              </a:spcAft>
              <a:buSzPts val="1300"/>
              <a:buNone/>
              <a:defRPr sz="1300"/>
            </a:lvl3pPr>
            <a:lvl4pPr lvl="3" algn="l">
              <a:lnSpc>
                <a:spcPct val="100000"/>
              </a:lnSpc>
              <a:spcBef>
                <a:spcPts val="0"/>
              </a:spcBef>
              <a:spcAft>
                <a:spcPts val="0"/>
              </a:spcAft>
              <a:buSzPts val="1300"/>
              <a:buNone/>
              <a:defRPr sz="1300"/>
            </a:lvl4pPr>
            <a:lvl5pPr lvl="4" algn="l">
              <a:lnSpc>
                <a:spcPct val="100000"/>
              </a:lnSpc>
              <a:spcBef>
                <a:spcPts val="0"/>
              </a:spcBef>
              <a:spcAft>
                <a:spcPts val="0"/>
              </a:spcAft>
              <a:buSzPts val="1300"/>
              <a:buNone/>
              <a:defRPr sz="1300"/>
            </a:lvl5pPr>
            <a:lvl6pPr lvl="5" algn="l">
              <a:lnSpc>
                <a:spcPct val="100000"/>
              </a:lnSpc>
              <a:spcBef>
                <a:spcPts val="0"/>
              </a:spcBef>
              <a:spcAft>
                <a:spcPts val="0"/>
              </a:spcAft>
              <a:buSzPts val="1300"/>
              <a:buNone/>
              <a:defRPr sz="1300"/>
            </a:lvl6pPr>
            <a:lvl7pPr lvl="6" algn="l">
              <a:lnSpc>
                <a:spcPct val="100000"/>
              </a:lnSpc>
              <a:spcBef>
                <a:spcPts val="0"/>
              </a:spcBef>
              <a:spcAft>
                <a:spcPts val="0"/>
              </a:spcAft>
              <a:buSzPts val="1300"/>
              <a:buNone/>
              <a:defRPr sz="1300"/>
            </a:lvl7pPr>
            <a:lvl8pPr lvl="7" algn="l">
              <a:lnSpc>
                <a:spcPct val="100000"/>
              </a:lnSpc>
              <a:spcBef>
                <a:spcPts val="0"/>
              </a:spcBef>
              <a:spcAft>
                <a:spcPts val="0"/>
              </a:spcAft>
              <a:buSzPts val="1300"/>
              <a:buNone/>
              <a:defRPr sz="1300"/>
            </a:lvl8pPr>
            <a:lvl9pPr lvl="8" algn="l">
              <a:lnSpc>
                <a:spcPct val="100000"/>
              </a:lnSpc>
              <a:spcBef>
                <a:spcPts val="0"/>
              </a:spcBef>
              <a:spcAft>
                <a:spcPts val="0"/>
              </a:spcAft>
              <a:buSzPts val="1300"/>
              <a:buNone/>
              <a:defRPr sz="1300"/>
            </a:lvl9pPr>
          </a:lstStyle>
          <a:p/>
        </p:txBody>
      </p:sp>
      <p:sp>
        <p:nvSpPr>
          <p:cNvPr id="461" name="Google Shape;461;g2d52878b4a1_2_133"/>
          <p:cNvSpPr txBox="1"/>
          <p:nvPr>
            <p:ph idx="2" type="body"/>
          </p:nvPr>
        </p:nvSpPr>
        <p:spPr>
          <a:xfrm>
            <a:off x="4648200" y="1696600"/>
            <a:ext cx="3676800" cy="23475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462" name="Google Shape;462;g2d52878b4a1_2_1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3" name="Shape 463"/>
        <p:cNvGrpSpPr/>
        <p:nvPr/>
      </p:nvGrpSpPr>
      <p:grpSpPr>
        <a:xfrm>
          <a:off x="0" y="0"/>
          <a:ext cx="0" cy="0"/>
          <a:chOff x="0" y="0"/>
          <a:chExt cx="0" cy="0"/>
        </a:xfrm>
      </p:grpSpPr>
      <p:grpSp>
        <p:nvGrpSpPr>
          <p:cNvPr id="464" name="Google Shape;464;g2d52878b4a1_2_141"/>
          <p:cNvGrpSpPr/>
          <p:nvPr/>
        </p:nvGrpSpPr>
        <p:grpSpPr>
          <a:xfrm>
            <a:off x="0" y="4128572"/>
            <a:ext cx="698925" cy="684657"/>
            <a:chOff x="0" y="3785672"/>
            <a:chExt cx="698925" cy="684657"/>
          </a:xfrm>
        </p:grpSpPr>
        <p:sp>
          <p:nvSpPr>
            <p:cNvPr id="465" name="Google Shape;465;g2d52878b4a1_2_141"/>
            <p:cNvSpPr/>
            <p:nvPr/>
          </p:nvSpPr>
          <p:spPr>
            <a:xfrm rot="-5400000">
              <a:off x="0" y="3785672"/>
              <a:ext cx="544800" cy="544800"/>
            </a:xfrm>
            <a:prstGeom prst="diagStripe">
              <a:avLst>
                <a:gd fmla="val 50000" name="adj"/>
              </a:avLst>
            </a:prstGeom>
            <a:solidFill>
              <a:schemeClr val="lt1">
                <a:alpha val="745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6" name="Google Shape;466;g2d52878b4a1_2_141"/>
            <p:cNvSpPr/>
            <p:nvPr/>
          </p:nvSpPr>
          <p:spPr>
            <a:xfrm flipH="1">
              <a:off x="154125" y="3925529"/>
              <a:ext cx="544800" cy="544800"/>
            </a:xfrm>
            <a:prstGeom prst="diagStripe">
              <a:avLst>
                <a:gd fmla="val 50000" name="adj"/>
              </a:avLst>
            </a:prstGeom>
            <a:solidFill>
              <a:schemeClr val="lt1">
                <a:alpha val="745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67" name="Google Shape;467;g2d52878b4a1_2_141"/>
          <p:cNvSpPr txBox="1"/>
          <p:nvPr>
            <p:ph idx="1" type="body"/>
          </p:nvPr>
        </p:nvSpPr>
        <p:spPr>
          <a:xfrm>
            <a:off x="812725" y="4305375"/>
            <a:ext cx="6936000" cy="5238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300"/>
              <a:buNone/>
              <a:defRPr/>
            </a:lvl1pPr>
          </a:lstStyle>
          <a:p/>
        </p:txBody>
      </p:sp>
      <p:sp>
        <p:nvSpPr>
          <p:cNvPr id="468" name="Google Shape;468;g2d52878b4a1_2_14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9" name="Shape 469"/>
        <p:cNvGrpSpPr/>
        <p:nvPr/>
      </p:nvGrpSpPr>
      <p:grpSpPr>
        <a:xfrm>
          <a:off x="0" y="0"/>
          <a:ext cx="0" cy="0"/>
          <a:chOff x="0" y="0"/>
          <a:chExt cx="0" cy="0"/>
        </a:xfrm>
      </p:grpSpPr>
      <p:grpSp>
        <p:nvGrpSpPr>
          <p:cNvPr id="470" name="Google Shape;470;g2d52878b4a1_2_147"/>
          <p:cNvGrpSpPr/>
          <p:nvPr/>
        </p:nvGrpSpPr>
        <p:grpSpPr>
          <a:xfrm>
            <a:off x="4406400" y="0"/>
            <a:ext cx="4737600" cy="5143065"/>
            <a:chOff x="4406400" y="0"/>
            <a:chExt cx="4737600" cy="5143065"/>
          </a:xfrm>
        </p:grpSpPr>
        <p:sp>
          <p:nvSpPr>
            <p:cNvPr id="471" name="Google Shape;471;g2d52878b4a1_2_147"/>
            <p:cNvSpPr/>
            <p:nvPr/>
          </p:nvSpPr>
          <p:spPr>
            <a:xfrm rot="5400000">
              <a:off x="4408200" y="-1800"/>
              <a:ext cx="4734000" cy="4737600"/>
            </a:xfrm>
            <a:prstGeom prst="diagStripe">
              <a:avLst>
                <a:gd fmla="val 49469" name="adj"/>
              </a:avLst>
            </a:prstGeom>
            <a:solidFill>
              <a:schemeClr val="lt1">
                <a:alpha val="117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2" name="Google Shape;472;g2d52878b4a1_2_147"/>
            <p:cNvSpPr/>
            <p:nvPr/>
          </p:nvSpPr>
          <p:spPr>
            <a:xfrm rot="5400000">
              <a:off x="4841125" y="5700"/>
              <a:ext cx="4298100" cy="4286700"/>
            </a:xfrm>
            <a:prstGeom prst="diagStripe">
              <a:avLst>
                <a:gd fmla="val 0" name="adj"/>
              </a:avLst>
            </a:prstGeom>
            <a:solidFill>
              <a:schemeClr val="lt1">
                <a:alpha val="117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3" name="Google Shape;473;g2d52878b4a1_2_147"/>
            <p:cNvSpPr/>
            <p:nvPr/>
          </p:nvSpPr>
          <p:spPr>
            <a:xfrm rot="-5400000">
              <a:off x="5618399" y="1236468"/>
              <a:ext cx="808800" cy="808800"/>
            </a:xfrm>
            <a:prstGeom prst="diagStripe">
              <a:avLst>
                <a:gd fmla="val 50000" name="adj"/>
              </a:avLst>
            </a:prstGeom>
            <a:solidFill>
              <a:schemeClr val="lt1">
                <a:alpha val="509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4" name="Google Shape;474;g2d52878b4a1_2_147"/>
            <p:cNvSpPr/>
            <p:nvPr/>
          </p:nvSpPr>
          <p:spPr>
            <a:xfrm flipH="1">
              <a:off x="5849857" y="1443956"/>
              <a:ext cx="808800" cy="808800"/>
            </a:xfrm>
            <a:prstGeom prst="diagStripe">
              <a:avLst>
                <a:gd fmla="val 50000" name="adj"/>
              </a:avLst>
            </a:prstGeom>
            <a:solidFill>
              <a:schemeClr val="lt1">
                <a:alpha val="509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5" name="Google Shape;475;g2d52878b4a1_2_147"/>
            <p:cNvSpPr/>
            <p:nvPr/>
          </p:nvSpPr>
          <p:spPr>
            <a:xfrm rot="-5400000">
              <a:off x="5987081" y="2469465"/>
              <a:ext cx="808800" cy="808800"/>
            </a:xfrm>
            <a:prstGeom prst="diagStripe">
              <a:avLst>
                <a:gd fmla="val 50000" name="adj"/>
              </a:avLst>
            </a:prstGeom>
            <a:solidFill>
              <a:schemeClr val="lt1">
                <a:alpha val="509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6" name="Google Shape;476;g2d52878b4a1_2_147"/>
            <p:cNvSpPr/>
            <p:nvPr/>
          </p:nvSpPr>
          <p:spPr>
            <a:xfrm flipH="1">
              <a:off x="6222115" y="2676953"/>
              <a:ext cx="808800" cy="808800"/>
            </a:xfrm>
            <a:prstGeom prst="diagStripe">
              <a:avLst>
                <a:gd fmla="val 50000" name="adj"/>
              </a:avLst>
            </a:prstGeom>
            <a:solidFill>
              <a:schemeClr val="lt1">
                <a:alpha val="509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7" name="Google Shape;477;g2d52878b4a1_2_147"/>
            <p:cNvSpPr/>
            <p:nvPr/>
          </p:nvSpPr>
          <p:spPr>
            <a:xfrm rot="-5400000">
              <a:off x="6675341" y="1862018"/>
              <a:ext cx="808800" cy="808800"/>
            </a:xfrm>
            <a:prstGeom prst="diagStripe">
              <a:avLst>
                <a:gd fmla="val 50000" name="adj"/>
              </a:avLst>
            </a:prstGeom>
            <a:solidFill>
              <a:schemeClr val="lt1">
                <a:alpha val="509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8" name="Google Shape;478;g2d52878b4a1_2_147"/>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9" name="Google Shape;479;g2d52878b4a1_2_147"/>
            <p:cNvSpPr/>
            <p:nvPr/>
          </p:nvSpPr>
          <p:spPr>
            <a:xfrm rot="-5400000">
              <a:off x="6861141" y="2477810"/>
              <a:ext cx="808800" cy="808800"/>
            </a:xfrm>
            <a:prstGeom prst="diagStripe">
              <a:avLst>
                <a:gd fmla="val 50000" name="adj"/>
              </a:avLst>
            </a:prstGeom>
            <a:solidFill>
              <a:schemeClr val="lt1">
                <a:alpha val="509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0" name="Google Shape;480;g2d52878b4a1_2_147"/>
            <p:cNvSpPr/>
            <p:nvPr/>
          </p:nvSpPr>
          <p:spPr>
            <a:xfrm flipH="1">
              <a:off x="7965266" y="2692963"/>
              <a:ext cx="808800" cy="808800"/>
            </a:xfrm>
            <a:prstGeom prst="diagStripe">
              <a:avLst>
                <a:gd fmla="val 50000" name="adj"/>
              </a:avLst>
            </a:prstGeom>
            <a:solidFill>
              <a:schemeClr val="lt1">
                <a:alpha val="509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1" name="Google Shape;481;g2d52878b4a1_2_147"/>
            <p:cNvSpPr/>
            <p:nvPr/>
          </p:nvSpPr>
          <p:spPr>
            <a:xfrm flipH="1">
              <a:off x="8145082" y="3308755"/>
              <a:ext cx="808800" cy="808800"/>
            </a:xfrm>
            <a:prstGeom prst="diagStripe">
              <a:avLst>
                <a:gd fmla="val 50000" name="adj"/>
              </a:avLst>
            </a:prstGeom>
            <a:solidFill>
              <a:schemeClr val="lt1">
                <a:alpha val="509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2" name="Google Shape;482;g2d52878b4a1_2_147"/>
            <p:cNvSpPr/>
            <p:nvPr/>
          </p:nvSpPr>
          <p:spPr>
            <a:xfrm rot="-5400000">
              <a:off x="7047599" y="3095015"/>
              <a:ext cx="808800" cy="808800"/>
            </a:xfrm>
            <a:prstGeom prst="diagStripe">
              <a:avLst>
                <a:gd fmla="val 50000" name="adj"/>
              </a:avLst>
            </a:prstGeom>
            <a:solidFill>
              <a:schemeClr val="lt1">
                <a:alpha val="509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3" name="Google Shape;483;g2d52878b4a1_2_147"/>
            <p:cNvSpPr/>
            <p:nvPr/>
          </p:nvSpPr>
          <p:spPr>
            <a:xfrm flipH="1">
              <a:off x="7276649" y="3302502"/>
              <a:ext cx="808800" cy="808800"/>
            </a:xfrm>
            <a:prstGeom prst="diagStripe">
              <a:avLst>
                <a:gd fmla="val 50000" name="adj"/>
              </a:avLst>
            </a:prstGeom>
            <a:solidFill>
              <a:schemeClr val="lt1">
                <a:alpha val="509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4" name="Google Shape;484;g2d52878b4a1_2_147"/>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5" name="Google Shape;485;g2d52878b4a1_2_147"/>
            <p:cNvSpPr/>
            <p:nvPr/>
          </p:nvSpPr>
          <p:spPr>
            <a:xfrm flipH="1">
              <a:off x="7462448" y="3918294"/>
              <a:ext cx="808800" cy="808800"/>
            </a:xfrm>
            <a:prstGeom prst="diagStripe">
              <a:avLst>
                <a:gd fmla="val 50000" name="adj"/>
              </a:avLst>
            </a:prstGeom>
            <a:solidFill>
              <a:schemeClr val="lt1">
                <a:alpha val="509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6" name="Google Shape;486;g2d52878b4a1_2_147"/>
            <p:cNvSpPr/>
            <p:nvPr/>
          </p:nvSpPr>
          <p:spPr>
            <a:xfrm rot="-5400000">
              <a:off x="8102491" y="3718473"/>
              <a:ext cx="808800" cy="808800"/>
            </a:xfrm>
            <a:prstGeom prst="diagStripe">
              <a:avLst>
                <a:gd fmla="val 50000" name="adj"/>
              </a:avLst>
            </a:prstGeom>
            <a:solidFill>
              <a:schemeClr val="lt1">
                <a:alpha val="509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7" name="Google Shape;487;g2d52878b4a1_2_147"/>
            <p:cNvSpPr/>
            <p:nvPr/>
          </p:nvSpPr>
          <p:spPr>
            <a:xfrm flipH="1">
              <a:off x="8334533" y="3925960"/>
              <a:ext cx="808800" cy="808800"/>
            </a:xfrm>
            <a:prstGeom prst="diagStripe">
              <a:avLst>
                <a:gd fmla="val 50000" name="adj"/>
              </a:avLst>
            </a:prstGeom>
            <a:solidFill>
              <a:schemeClr val="lt1">
                <a:alpha val="509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8" name="Google Shape;488;g2d52878b4a1_2_147"/>
            <p:cNvSpPr/>
            <p:nvPr/>
          </p:nvSpPr>
          <p:spPr>
            <a:xfrm rot="-5400000">
              <a:off x="8288290" y="4334265"/>
              <a:ext cx="808800" cy="808800"/>
            </a:xfrm>
            <a:prstGeom prst="diagStripe">
              <a:avLst>
                <a:gd fmla="val 50000" name="adj"/>
              </a:avLst>
            </a:prstGeom>
            <a:solidFill>
              <a:schemeClr val="lt1">
                <a:alpha val="509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89" name="Google Shape;489;g2d52878b4a1_2_147"/>
          <p:cNvSpPr txBox="1"/>
          <p:nvPr>
            <p:ph hasCustomPrompt="1" type="title"/>
          </p:nvPr>
        </p:nvSpPr>
        <p:spPr>
          <a:xfrm>
            <a:off x="823850" y="1284675"/>
            <a:ext cx="4776000" cy="13008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8000"/>
              <a:buNone/>
              <a:defRPr sz="8000"/>
            </a:lvl1pPr>
            <a:lvl2pPr lvl="1" algn="l">
              <a:lnSpc>
                <a:spcPct val="100000"/>
              </a:lnSpc>
              <a:spcBef>
                <a:spcPts val="0"/>
              </a:spcBef>
              <a:spcAft>
                <a:spcPts val="0"/>
              </a:spcAft>
              <a:buSzPts val="8000"/>
              <a:buNone/>
              <a:defRPr sz="8000"/>
            </a:lvl2pPr>
            <a:lvl3pPr lvl="2" algn="l">
              <a:lnSpc>
                <a:spcPct val="100000"/>
              </a:lnSpc>
              <a:spcBef>
                <a:spcPts val="0"/>
              </a:spcBef>
              <a:spcAft>
                <a:spcPts val="0"/>
              </a:spcAft>
              <a:buSzPts val="8000"/>
              <a:buNone/>
              <a:defRPr sz="8000"/>
            </a:lvl3pPr>
            <a:lvl4pPr lvl="3" algn="l">
              <a:lnSpc>
                <a:spcPct val="100000"/>
              </a:lnSpc>
              <a:spcBef>
                <a:spcPts val="0"/>
              </a:spcBef>
              <a:spcAft>
                <a:spcPts val="0"/>
              </a:spcAft>
              <a:buSzPts val="8000"/>
              <a:buNone/>
              <a:defRPr sz="8000"/>
            </a:lvl4pPr>
            <a:lvl5pPr lvl="4" algn="l">
              <a:lnSpc>
                <a:spcPct val="100000"/>
              </a:lnSpc>
              <a:spcBef>
                <a:spcPts val="0"/>
              </a:spcBef>
              <a:spcAft>
                <a:spcPts val="0"/>
              </a:spcAft>
              <a:buSzPts val="8000"/>
              <a:buNone/>
              <a:defRPr sz="8000"/>
            </a:lvl5pPr>
            <a:lvl6pPr lvl="5" algn="l">
              <a:lnSpc>
                <a:spcPct val="100000"/>
              </a:lnSpc>
              <a:spcBef>
                <a:spcPts val="0"/>
              </a:spcBef>
              <a:spcAft>
                <a:spcPts val="0"/>
              </a:spcAft>
              <a:buSzPts val="8000"/>
              <a:buNone/>
              <a:defRPr sz="8000"/>
            </a:lvl6pPr>
            <a:lvl7pPr lvl="6" algn="l">
              <a:lnSpc>
                <a:spcPct val="100000"/>
              </a:lnSpc>
              <a:spcBef>
                <a:spcPts val="0"/>
              </a:spcBef>
              <a:spcAft>
                <a:spcPts val="0"/>
              </a:spcAft>
              <a:buSzPts val="8000"/>
              <a:buNone/>
              <a:defRPr sz="8000"/>
            </a:lvl7pPr>
            <a:lvl8pPr lvl="7" algn="l">
              <a:lnSpc>
                <a:spcPct val="100000"/>
              </a:lnSpc>
              <a:spcBef>
                <a:spcPts val="0"/>
              </a:spcBef>
              <a:spcAft>
                <a:spcPts val="0"/>
              </a:spcAft>
              <a:buSzPts val="8000"/>
              <a:buNone/>
              <a:defRPr sz="8000"/>
            </a:lvl8pPr>
            <a:lvl9pPr lvl="8" algn="l">
              <a:lnSpc>
                <a:spcPct val="100000"/>
              </a:lnSpc>
              <a:spcBef>
                <a:spcPts val="0"/>
              </a:spcBef>
              <a:spcAft>
                <a:spcPts val="0"/>
              </a:spcAft>
              <a:buSzPts val="8000"/>
              <a:buNone/>
              <a:defRPr sz="8000"/>
            </a:lvl9pPr>
          </a:lstStyle>
          <a:p>
            <a:r>
              <a:t>xx%</a:t>
            </a:r>
          </a:p>
        </p:txBody>
      </p:sp>
      <p:sp>
        <p:nvSpPr>
          <p:cNvPr id="490" name="Google Shape;490;g2d52878b4a1_2_147"/>
          <p:cNvSpPr txBox="1"/>
          <p:nvPr>
            <p:ph idx="1" type="body"/>
          </p:nvPr>
        </p:nvSpPr>
        <p:spPr>
          <a:xfrm>
            <a:off x="823850" y="2643124"/>
            <a:ext cx="4776000" cy="12189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491" name="Google Shape;491;g2d52878b4a1_2_14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92" name="Shape 492"/>
        <p:cNvGrpSpPr/>
        <p:nvPr/>
      </p:nvGrpSpPr>
      <p:grpSpPr>
        <a:xfrm>
          <a:off x="0" y="0"/>
          <a:ext cx="0" cy="0"/>
          <a:chOff x="0" y="0"/>
          <a:chExt cx="0" cy="0"/>
        </a:xfrm>
      </p:grpSpPr>
      <p:sp>
        <p:nvSpPr>
          <p:cNvPr id="493" name="Google Shape;493;g2d52878b4a1_2_17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498" name="Shape 498"/>
        <p:cNvGrpSpPr/>
        <p:nvPr/>
      </p:nvGrpSpPr>
      <p:grpSpPr>
        <a:xfrm>
          <a:off x="0" y="0"/>
          <a:ext cx="0" cy="0"/>
          <a:chOff x="0" y="0"/>
          <a:chExt cx="0" cy="0"/>
        </a:xfrm>
      </p:grpSpPr>
      <p:sp>
        <p:nvSpPr>
          <p:cNvPr id="499" name="Google Shape;499;g2d52878b4a1_2_185"/>
          <p:cNvSpPr txBox="1"/>
          <p:nvPr>
            <p:ph type="title"/>
          </p:nvPr>
        </p:nvSpPr>
        <p:spPr>
          <a:xfrm>
            <a:off x="802386" y="363474"/>
            <a:ext cx="7543800" cy="1206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SzPts val="1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00" name="Google Shape;500;g2d52878b4a1_2_185"/>
          <p:cNvSpPr txBox="1"/>
          <p:nvPr>
            <p:ph idx="1" type="body"/>
          </p:nvPr>
        </p:nvSpPr>
        <p:spPr>
          <a:xfrm>
            <a:off x="802386" y="1591056"/>
            <a:ext cx="7543800" cy="3038100"/>
          </a:xfrm>
          <a:prstGeom prst="rect">
            <a:avLst/>
          </a:prstGeom>
          <a:noFill/>
          <a:ln>
            <a:noFill/>
          </a:ln>
        </p:spPr>
        <p:txBody>
          <a:bodyPr anchorCtr="0" anchor="t" bIns="45700" lIns="91425" spcFirstLastPara="1" rIns="91425" wrap="square" tIns="45700">
            <a:normAutofit/>
          </a:bodyPr>
          <a:lstStyle>
            <a:lvl1pPr indent="-325755" lvl="0" marL="457200" algn="l">
              <a:lnSpc>
                <a:spcPct val="90000"/>
              </a:lnSpc>
              <a:spcBef>
                <a:spcPts val="900"/>
              </a:spcBef>
              <a:spcAft>
                <a:spcPts val="0"/>
              </a:spcAft>
              <a:buSzPts val="1530"/>
              <a:buChar char="●"/>
              <a:defRPr/>
            </a:lvl1pPr>
            <a:lvl2pPr indent="-325755" lvl="1" marL="914400" algn="l">
              <a:lnSpc>
                <a:spcPct val="90000"/>
              </a:lnSpc>
              <a:spcBef>
                <a:spcPts val="1200"/>
              </a:spcBef>
              <a:spcAft>
                <a:spcPts val="0"/>
              </a:spcAft>
              <a:buSzPts val="1530"/>
              <a:buChar char="○"/>
              <a:defRPr/>
            </a:lvl2pPr>
            <a:lvl3pPr indent="-325755" lvl="2" marL="1371600" algn="l">
              <a:lnSpc>
                <a:spcPct val="90000"/>
              </a:lnSpc>
              <a:spcBef>
                <a:spcPts val="300"/>
              </a:spcBef>
              <a:spcAft>
                <a:spcPts val="0"/>
              </a:spcAft>
              <a:buSzPts val="1530"/>
              <a:buChar char="■"/>
              <a:defRPr/>
            </a:lvl3pPr>
            <a:lvl4pPr indent="-325755" lvl="3" marL="1828800" algn="l">
              <a:lnSpc>
                <a:spcPct val="90000"/>
              </a:lnSpc>
              <a:spcBef>
                <a:spcPts val="300"/>
              </a:spcBef>
              <a:spcAft>
                <a:spcPts val="0"/>
              </a:spcAft>
              <a:buSzPts val="1530"/>
              <a:buChar char="●"/>
              <a:defRPr/>
            </a:lvl4pPr>
            <a:lvl5pPr indent="-325754" lvl="4" marL="2286000" algn="l">
              <a:lnSpc>
                <a:spcPct val="90000"/>
              </a:lnSpc>
              <a:spcBef>
                <a:spcPts val="300"/>
              </a:spcBef>
              <a:spcAft>
                <a:spcPts val="0"/>
              </a:spcAft>
              <a:buSzPts val="1530"/>
              <a:buChar char="○"/>
              <a:defRPr/>
            </a:lvl5pPr>
            <a:lvl6pPr indent="-325754" lvl="5" marL="2743200" algn="l">
              <a:lnSpc>
                <a:spcPct val="90000"/>
              </a:lnSpc>
              <a:spcBef>
                <a:spcPts val="300"/>
              </a:spcBef>
              <a:spcAft>
                <a:spcPts val="0"/>
              </a:spcAft>
              <a:buSzPts val="1530"/>
              <a:buChar char="■"/>
              <a:defRPr/>
            </a:lvl6pPr>
            <a:lvl7pPr indent="-325754" lvl="6" marL="3200400" algn="l">
              <a:lnSpc>
                <a:spcPct val="90000"/>
              </a:lnSpc>
              <a:spcBef>
                <a:spcPts val="300"/>
              </a:spcBef>
              <a:spcAft>
                <a:spcPts val="0"/>
              </a:spcAft>
              <a:buSzPts val="1530"/>
              <a:buChar char="●"/>
              <a:defRPr/>
            </a:lvl7pPr>
            <a:lvl8pPr indent="-325754" lvl="7" marL="3657600" algn="l">
              <a:lnSpc>
                <a:spcPct val="90000"/>
              </a:lnSpc>
              <a:spcBef>
                <a:spcPts val="300"/>
              </a:spcBef>
              <a:spcAft>
                <a:spcPts val="0"/>
              </a:spcAft>
              <a:buSzPts val="1530"/>
              <a:buChar char="○"/>
              <a:defRPr/>
            </a:lvl8pPr>
            <a:lvl9pPr indent="-325754" lvl="8" marL="4114800" algn="l">
              <a:lnSpc>
                <a:spcPct val="90000"/>
              </a:lnSpc>
              <a:spcBef>
                <a:spcPts val="300"/>
              </a:spcBef>
              <a:spcAft>
                <a:spcPts val="150"/>
              </a:spcAft>
              <a:buSzPts val="1530"/>
              <a:buChar char="■"/>
              <a:defRPr/>
            </a:lvl9pPr>
          </a:lstStyle>
          <a:p/>
        </p:txBody>
      </p:sp>
      <p:sp>
        <p:nvSpPr>
          <p:cNvPr id="501" name="Google Shape;501;g2d52878b4a1_2_185"/>
          <p:cNvSpPr txBox="1"/>
          <p:nvPr>
            <p:ph idx="10" type="dt"/>
          </p:nvPr>
        </p:nvSpPr>
        <p:spPr>
          <a:xfrm>
            <a:off x="5973318" y="4704588"/>
            <a:ext cx="2455200" cy="273900"/>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502" name="Google Shape;502;g2d52878b4a1_2_185"/>
          <p:cNvSpPr txBox="1"/>
          <p:nvPr>
            <p:ph idx="11" type="ftr"/>
          </p:nvPr>
        </p:nvSpPr>
        <p:spPr>
          <a:xfrm>
            <a:off x="816102" y="4704588"/>
            <a:ext cx="4745700" cy="2739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503" name="Google Shape;503;g2d52878b4a1_2_185"/>
          <p:cNvSpPr txBox="1"/>
          <p:nvPr>
            <p:ph idx="12" type="sldNum"/>
          </p:nvPr>
        </p:nvSpPr>
        <p:spPr>
          <a:xfrm>
            <a:off x="8483346" y="4704588"/>
            <a:ext cx="480000" cy="273900"/>
          </a:xfrm>
          <a:prstGeom prst="rect">
            <a:avLst/>
          </a:prstGeom>
          <a:noFill/>
          <a:ln>
            <a:noFill/>
          </a:ln>
        </p:spPr>
        <p:txBody>
          <a:bodyPr anchorCtr="0" anchor="ctr" bIns="45700" lIns="91425" spcFirstLastPara="1" rIns="91425" wrap="square" tIns="45700">
            <a:normAutofit/>
          </a:bodyPr>
          <a:lstStyle>
            <a:lvl1pPr indent="0" lvl="0" marL="0" marR="0" algn="r">
              <a:lnSpc>
                <a:spcPct val="100000"/>
              </a:lnSpc>
              <a:spcBef>
                <a:spcPts val="0"/>
              </a:spcBef>
              <a:spcAft>
                <a:spcPts val="0"/>
              </a:spcAft>
              <a:buClr>
                <a:srgbClr val="FFFFFF"/>
              </a:buClr>
              <a:buSzPts val="1000"/>
              <a:buFont typeface="Rockwel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FFFFFF"/>
              </a:buClr>
              <a:buSzPts val="1000"/>
              <a:buFont typeface="Rockwel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FFFFFF"/>
              </a:buClr>
              <a:buSzPts val="1000"/>
              <a:buFont typeface="Rockwel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FFFFFF"/>
              </a:buClr>
              <a:buSzPts val="1000"/>
              <a:buFont typeface="Rockwel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FFFFFF"/>
              </a:buClr>
              <a:buSzPts val="1000"/>
              <a:buFont typeface="Rockwel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FFFFFF"/>
              </a:buClr>
              <a:buSzPts val="1000"/>
              <a:buFont typeface="Rockwel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FFFFFF"/>
              </a:buClr>
              <a:buSzPts val="1000"/>
              <a:buFont typeface="Rockwel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FFFFFF"/>
              </a:buClr>
              <a:buSzPts val="1000"/>
              <a:buFont typeface="Rockwel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FFFFFF"/>
              </a:buClr>
              <a:buSzPts val="1000"/>
              <a:buFont typeface="Rockwel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4" name="Shape 504"/>
        <p:cNvGrpSpPr/>
        <p:nvPr/>
      </p:nvGrpSpPr>
      <p:grpSpPr>
        <a:xfrm>
          <a:off x="0" y="0"/>
          <a:ext cx="0" cy="0"/>
          <a:chOff x="0" y="0"/>
          <a:chExt cx="0" cy="0"/>
        </a:xfrm>
      </p:grpSpPr>
      <p:sp>
        <p:nvSpPr>
          <p:cNvPr id="505" name="Google Shape;505;g2d52878b4a1_2_18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06" name="Shape 506"/>
        <p:cNvGrpSpPr/>
        <p:nvPr/>
      </p:nvGrpSpPr>
      <p:grpSpPr>
        <a:xfrm>
          <a:off x="0" y="0"/>
          <a:ext cx="0" cy="0"/>
          <a:chOff x="0" y="0"/>
          <a:chExt cx="0" cy="0"/>
        </a:xfrm>
      </p:grpSpPr>
      <p:grpSp>
        <p:nvGrpSpPr>
          <p:cNvPr id="507" name="Google Shape;507;g2d52878b4a1_2_191"/>
          <p:cNvGrpSpPr/>
          <p:nvPr/>
        </p:nvGrpSpPr>
        <p:grpSpPr>
          <a:xfrm>
            <a:off x="0" y="381001"/>
            <a:ext cx="1037850" cy="1016288"/>
            <a:chOff x="0" y="381001"/>
            <a:chExt cx="1037850" cy="1016288"/>
          </a:xfrm>
        </p:grpSpPr>
        <p:sp>
          <p:nvSpPr>
            <p:cNvPr id="508" name="Google Shape;508;g2d52878b4a1_2_191"/>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9" name="Google Shape;509;g2d52878b4a1_2_191"/>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10" name="Google Shape;510;g2d52878b4a1_2_191"/>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511" name="Google Shape;511;g2d52878b4a1_2_191"/>
          <p:cNvSpPr txBox="1"/>
          <p:nvPr>
            <p:ph idx="1" type="body"/>
          </p:nvPr>
        </p:nvSpPr>
        <p:spPr>
          <a:xfrm>
            <a:off x="1297500" y="1567550"/>
            <a:ext cx="7038900" cy="29112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512" name="Google Shape;512;g2d52878b4a1_2_19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13" name="Shape 513"/>
        <p:cNvGrpSpPr/>
        <p:nvPr/>
      </p:nvGrpSpPr>
      <p:grpSpPr>
        <a:xfrm>
          <a:off x="0" y="0"/>
          <a:ext cx="0" cy="0"/>
          <a:chOff x="0" y="0"/>
          <a:chExt cx="0" cy="0"/>
        </a:xfrm>
      </p:grpSpPr>
      <p:sp>
        <p:nvSpPr>
          <p:cNvPr id="514" name="Google Shape;514;g2d52878b4a1_2_198"/>
          <p:cNvSpPr/>
          <p:nvPr/>
        </p:nvSpPr>
        <p:spPr>
          <a:xfrm rot="5400000">
            <a:off x="7500300" y="505"/>
            <a:ext cx="1643700" cy="1643700"/>
          </a:xfrm>
          <a:prstGeom prst="diagStripe">
            <a:avLst>
              <a:gd fmla="val 0" name="adj"/>
            </a:avLst>
          </a:prstGeom>
          <a:solidFill>
            <a:schemeClr val="lt1">
              <a:alpha val="117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15" name="Google Shape;515;g2d52878b4a1_2_198"/>
          <p:cNvGrpSpPr/>
          <p:nvPr/>
        </p:nvGrpSpPr>
        <p:grpSpPr>
          <a:xfrm>
            <a:off x="0" y="490"/>
            <a:ext cx="5153705" cy="5134399"/>
            <a:chOff x="0" y="75"/>
            <a:chExt cx="5153705" cy="5152950"/>
          </a:xfrm>
        </p:grpSpPr>
        <p:sp>
          <p:nvSpPr>
            <p:cNvPr id="516" name="Google Shape;516;g2d52878b4a1_2_198"/>
            <p:cNvSpPr/>
            <p:nvPr/>
          </p:nvSpPr>
          <p:spPr>
            <a:xfrm rot="-5400000">
              <a:off x="455" y="-225"/>
              <a:ext cx="5152800" cy="5153700"/>
            </a:xfrm>
            <a:prstGeom prst="diagStripe">
              <a:avLst>
                <a:gd fmla="val 50000" name="adj"/>
              </a:avLst>
            </a:prstGeom>
            <a:solidFill>
              <a:schemeClr val="lt1">
                <a:alpha val="117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7" name="Google Shape;517;g2d52878b4a1_2_198"/>
            <p:cNvSpPr/>
            <p:nvPr/>
          </p:nvSpPr>
          <p:spPr>
            <a:xfrm rot="-5400000">
              <a:off x="150" y="1145825"/>
              <a:ext cx="3996600" cy="3996900"/>
            </a:xfrm>
            <a:prstGeom prst="diagStripe">
              <a:avLst>
                <a:gd fmla="val 58774" name="adj"/>
              </a:avLst>
            </a:prstGeom>
            <a:solidFill>
              <a:schemeClr val="lt1">
                <a:alpha val="117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8" name="Google Shape;518;g2d52878b4a1_2_198"/>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9" name="Google Shape;519;g2d52878b4a1_2_198"/>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20" name="Google Shape;520;g2d52878b4a1_2_198"/>
          <p:cNvSpPr txBox="1"/>
          <p:nvPr>
            <p:ph type="ctrTitle"/>
          </p:nvPr>
        </p:nvSpPr>
        <p:spPr>
          <a:xfrm>
            <a:off x="3537150" y="1578400"/>
            <a:ext cx="5017500" cy="15789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4000"/>
              <a:buNone/>
              <a:defRPr sz="4000"/>
            </a:lvl1pPr>
            <a:lvl2pPr lvl="1" algn="l">
              <a:lnSpc>
                <a:spcPct val="100000"/>
              </a:lnSpc>
              <a:spcBef>
                <a:spcPts val="0"/>
              </a:spcBef>
              <a:spcAft>
                <a:spcPts val="0"/>
              </a:spcAft>
              <a:buSzPts val="4000"/>
              <a:buNone/>
              <a:defRPr sz="4000"/>
            </a:lvl2pPr>
            <a:lvl3pPr lvl="2" algn="l">
              <a:lnSpc>
                <a:spcPct val="100000"/>
              </a:lnSpc>
              <a:spcBef>
                <a:spcPts val="0"/>
              </a:spcBef>
              <a:spcAft>
                <a:spcPts val="0"/>
              </a:spcAft>
              <a:buSzPts val="4000"/>
              <a:buNone/>
              <a:defRPr sz="4000"/>
            </a:lvl3pPr>
            <a:lvl4pPr lvl="3" algn="l">
              <a:lnSpc>
                <a:spcPct val="100000"/>
              </a:lnSpc>
              <a:spcBef>
                <a:spcPts val="0"/>
              </a:spcBef>
              <a:spcAft>
                <a:spcPts val="0"/>
              </a:spcAft>
              <a:buSzPts val="4000"/>
              <a:buNone/>
              <a:defRPr sz="4000"/>
            </a:lvl4pPr>
            <a:lvl5pPr lvl="4" algn="l">
              <a:lnSpc>
                <a:spcPct val="100000"/>
              </a:lnSpc>
              <a:spcBef>
                <a:spcPts val="0"/>
              </a:spcBef>
              <a:spcAft>
                <a:spcPts val="0"/>
              </a:spcAft>
              <a:buSzPts val="4000"/>
              <a:buNone/>
              <a:defRPr sz="4000"/>
            </a:lvl5pPr>
            <a:lvl6pPr lvl="5" algn="l">
              <a:lnSpc>
                <a:spcPct val="100000"/>
              </a:lnSpc>
              <a:spcBef>
                <a:spcPts val="0"/>
              </a:spcBef>
              <a:spcAft>
                <a:spcPts val="0"/>
              </a:spcAft>
              <a:buSzPts val="4000"/>
              <a:buNone/>
              <a:defRPr sz="4000"/>
            </a:lvl6pPr>
            <a:lvl7pPr lvl="6" algn="l">
              <a:lnSpc>
                <a:spcPct val="100000"/>
              </a:lnSpc>
              <a:spcBef>
                <a:spcPts val="0"/>
              </a:spcBef>
              <a:spcAft>
                <a:spcPts val="0"/>
              </a:spcAft>
              <a:buSzPts val="4000"/>
              <a:buNone/>
              <a:defRPr sz="4000"/>
            </a:lvl7pPr>
            <a:lvl8pPr lvl="7" algn="l">
              <a:lnSpc>
                <a:spcPct val="100000"/>
              </a:lnSpc>
              <a:spcBef>
                <a:spcPts val="0"/>
              </a:spcBef>
              <a:spcAft>
                <a:spcPts val="0"/>
              </a:spcAft>
              <a:buSzPts val="4000"/>
              <a:buNone/>
              <a:defRPr sz="4000"/>
            </a:lvl8pPr>
            <a:lvl9pPr lvl="8" algn="l">
              <a:lnSpc>
                <a:spcPct val="100000"/>
              </a:lnSpc>
              <a:spcBef>
                <a:spcPts val="0"/>
              </a:spcBef>
              <a:spcAft>
                <a:spcPts val="0"/>
              </a:spcAft>
              <a:buSzPts val="4000"/>
              <a:buNone/>
              <a:defRPr sz="4000"/>
            </a:lvl9pPr>
          </a:lstStyle>
          <a:p/>
        </p:txBody>
      </p:sp>
      <p:sp>
        <p:nvSpPr>
          <p:cNvPr id="521" name="Google Shape;521;g2d52878b4a1_2_198"/>
          <p:cNvSpPr txBox="1"/>
          <p:nvPr>
            <p:ph idx="1" type="subTitle"/>
          </p:nvPr>
        </p:nvSpPr>
        <p:spPr>
          <a:xfrm>
            <a:off x="5083950" y="3924925"/>
            <a:ext cx="3470700" cy="506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300"/>
              <a:buNone/>
              <a:defRPr/>
            </a:lvl1pPr>
            <a:lvl2pPr lvl="1" algn="l">
              <a:lnSpc>
                <a:spcPct val="100000"/>
              </a:lnSpc>
              <a:spcBef>
                <a:spcPts val="0"/>
              </a:spcBef>
              <a:spcAft>
                <a:spcPts val="0"/>
              </a:spcAft>
              <a:buSzPts val="1300"/>
              <a:buNone/>
              <a:defRPr sz="1300"/>
            </a:lvl2pPr>
            <a:lvl3pPr lvl="2" algn="l">
              <a:lnSpc>
                <a:spcPct val="100000"/>
              </a:lnSpc>
              <a:spcBef>
                <a:spcPts val="0"/>
              </a:spcBef>
              <a:spcAft>
                <a:spcPts val="0"/>
              </a:spcAft>
              <a:buSzPts val="1300"/>
              <a:buNone/>
              <a:defRPr sz="1300"/>
            </a:lvl3pPr>
            <a:lvl4pPr lvl="3" algn="l">
              <a:lnSpc>
                <a:spcPct val="100000"/>
              </a:lnSpc>
              <a:spcBef>
                <a:spcPts val="0"/>
              </a:spcBef>
              <a:spcAft>
                <a:spcPts val="0"/>
              </a:spcAft>
              <a:buSzPts val="1300"/>
              <a:buNone/>
              <a:defRPr sz="1300"/>
            </a:lvl4pPr>
            <a:lvl5pPr lvl="4" algn="l">
              <a:lnSpc>
                <a:spcPct val="100000"/>
              </a:lnSpc>
              <a:spcBef>
                <a:spcPts val="0"/>
              </a:spcBef>
              <a:spcAft>
                <a:spcPts val="0"/>
              </a:spcAft>
              <a:buSzPts val="1300"/>
              <a:buNone/>
              <a:defRPr sz="1300"/>
            </a:lvl5pPr>
            <a:lvl6pPr lvl="5" algn="l">
              <a:lnSpc>
                <a:spcPct val="100000"/>
              </a:lnSpc>
              <a:spcBef>
                <a:spcPts val="0"/>
              </a:spcBef>
              <a:spcAft>
                <a:spcPts val="0"/>
              </a:spcAft>
              <a:buSzPts val="1300"/>
              <a:buNone/>
              <a:defRPr sz="1300"/>
            </a:lvl6pPr>
            <a:lvl7pPr lvl="6" algn="l">
              <a:lnSpc>
                <a:spcPct val="100000"/>
              </a:lnSpc>
              <a:spcBef>
                <a:spcPts val="0"/>
              </a:spcBef>
              <a:spcAft>
                <a:spcPts val="0"/>
              </a:spcAft>
              <a:buSzPts val="1300"/>
              <a:buNone/>
              <a:defRPr sz="1300"/>
            </a:lvl7pPr>
            <a:lvl8pPr lvl="7" algn="l">
              <a:lnSpc>
                <a:spcPct val="100000"/>
              </a:lnSpc>
              <a:spcBef>
                <a:spcPts val="0"/>
              </a:spcBef>
              <a:spcAft>
                <a:spcPts val="0"/>
              </a:spcAft>
              <a:buSzPts val="1300"/>
              <a:buNone/>
              <a:defRPr sz="1300"/>
            </a:lvl8pPr>
            <a:lvl9pPr lvl="8" algn="l">
              <a:lnSpc>
                <a:spcPct val="100000"/>
              </a:lnSpc>
              <a:spcBef>
                <a:spcPts val="0"/>
              </a:spcBef>
              <a:spcAft>
                <a:spcPts val="0"/>
              </a:spcAft>
              <a:buSzPts val="1300"/>
              <a:buNone/>
              <a:defRPr sz="1300"/>
            </a:lvl9pPr>
          </a:lstStyle>
          <a:p/>
        </p:txBody>
      </p:sp>
      <p:sp>
        <p:nvSpPr>
          <p:cNvPr id="522" name="Google Shape;522;g2d52878b4a1_2_19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23" name="Shape 523"/>
        <p:cNvGrpSpPr/>
        <p:nvPr/>
      </p:nvGrpSpPr>
      <p:grpSpPr>
        <a:xfrm>
          <a:off x="0" y="0"/>
          <a:ext cx="0" cy="0"/>
          <a:chOff x="0" y="0"/>
          <a:chExt cx="0" cy="0"/>
        </a:xfrm>
      </p:grpSpPr>
      <p:grpSp>
        <p:nvGrpSpPr>
          <p:cNvPr id="524" name="Google Shape;524;g2d52878b4a1_2_208"/>
          <p:cNvGrpSpPr/>
          <p:nvPr/>
        </p:nvGrpSpPr>
        <p:grpSpPr>
          <a:xfrm>
            <a:off x="4406400" y="0"/>
            <a:ext cx="4737600" cy="5143065"/>
            <a:chOff x="4406400" y="0"/>
            <a:chExt cx="4737600" cy="5143065"/>
          </a:xfrm>
        </p:grpSpPr>
        <p:sp>
          <p:nvSpPr>
            <p:cNvPr id="525" name="Google Shape;525;g2d52878b4a1_2_208"/>
            <p:cNvSpPr/>
            <p:nvPr/>
          </p:nvSpPr>
          <p:spPr>
            <a:xfrm rot="5400000">
              <a:off x="4408200" y="-1800"/>
              <a:ext cx="4734000" cy="4737600"/>
            </a:xfrm>
            <a:prstGeom prst="diagStripe">
              <a:avLst>
                <a:gd fmla="val 49469" name="adj"/>
              </a:avLst>
            </a:prstGeom>
            <a:solidFill>
              <a:schemeClr val="lt1">
                <a:alpha val="156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6" name="Google Shape;526;g2d52878b4a1_2_208"/>
            <p:cNvSpPr/>
            <p:nvPr/>
          </p:nvSpPr>
          <p:spPr>
            <a:xfrm rot="5400000">
              <a:off x="4841125" y="5700"/>
              <a:ext cx="4298100" cy="4286700"/>
            </a:xfrm>
            <a:prstGeom prst="diagStripe">
              <a:avLst>
                <a:gd fmla="val 0" name="adj"/>
              </a:avLst>
            </a:prstGeom>
            <a:solidFill>
              <a:schemeClr val="lt1">
                <a:alpha val="156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7" name="Google Shape;527;g2d52878b4a1_2_208"/>
            <p:cNvSpPr/>
            <p:nvPr/>
          </p:nvSpPr>
          <p:spPr>
            <a:xfrm rot="-5400000">
              <a:off x="5618399" y="1236468"/>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8" name="Google Shape;528;g2d52878b4a1_2_208"/>
            <p:cNvSpPr/>
            <p:nvPr/>
          </p:nvSpPr>
          <p:spPr>
            <a:xfrm flipH="1">
              <a:off x="5849857" y="1443956"/>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9" name="Google Shape;529;g2d52878b4a1_2_208"/>
            <p:cNvSpPr/>
            <p:nvPr/>
          </p:nvSpPr>
          <p:spPr>
            <a:xfrm rot="-5400000">
              <a:off x="5987081" y="2469465"/>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0" name="Google Shape;530;g2d52878b4a1_2_208"/>
            <p:cNvSpPr/>
            <p:nvPr/>
          </p:nvSpPr>
          <p:spPr>
            <a:xfrm flipH="1">
              <a:off x="6222115" y="2676953"/>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1" name="Google Shape;531;g2d52878b4a1_2_208"/>
            <p:cNvSpPr/>
            <p:nvPr/>
          </p:nvSpPr>
          <p:spPr>
            <a:xfrm rot="-5400000">
              <a:off x="6675341" y="1862018"/>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2" name="Google Shape;532;g2d52878b4a1_2_208"/>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3" name="Google Shape;533;g2d52878b4a1_2_208"/>
            <p:cNvSpPr/>
            <p:nvPr/>
          </p:nvSpPr>
          <p:spPr>
            <a:xfrm rot="-5400000">
              <a:off x="6861141" y="2477810"/>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4" name="Google Shape;534;g2d52878b4a1_2_208"/>
            <p:cNvSpPr/>
            <p:nvPr/>
          </p:nvSpPr>
          <p:spPr>
            <a:xfrm flipH="1">
              <a:off x="7965266" y="2692963"/>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5" name="Google Shape;535;g2d52878b4a1_2_208"/>
            <p:cNvSpPr/>
            <p:nvPr/>
          </p:nvSpPr>
          <p:spPr>
            <a:xfrm flipH="1">
              <a:off x="8145082" y="3308755"/>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6" name="Google Shape;536;g2d52878b4a1_2_208"/>
            <p:cNvSpPr/>
            <p:nvPr/>
          </p:nvSpPr>
          <p:spPr>
            <a:xfrm rot="-5400000">
              <a:off x="7047599" y="3095015"/>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7" name="Google Shape;537;g2d52878b4a1_2_208"/>
            <p:cNvSpPr/>
            <p:nvPr/>
          </p:nvSpPr>
          <p:spPr>
            <a:xfrm flipH="1">
              <a:off x="7276649" y="3302502"/>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8" name="Google Shape;538;g2d52878b4a1_2_208"/>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9" name="Google Shape;539;g2d52878b4a1_2_208"/>
            <p:cNvSpPr/>
            <p:nvPr/>
          </p:nvSpPr>
          <p:spPr>
            <a:xfrm flipH="1">
              <a:off x="7462448" y="3918294"/>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0" name="Google Shape;540;g2d52878b4a1_2_208"/>
            <p:cNvSpPr/>
            <p:nvPr/>
          </p:nvSpPr>
          <p:spPr>
            <a:xfrm rot="-5400000">
              <a:off x="8102491" y="3718473"/>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1" name="Google Shape;541;g2d52878b4a1_2_208"/>
            <p:cNvSpPr/>
            <p:nvPr/>
          </p:nvSpPr>
          <p:spPr>
            <a:xfrm flipH="1">
              <a:off x="8334533" y="3925960"/>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2" name="Google Shape;542;g2d52878b4a1_2_208"/>
            <p:cNvSpPr/>
            <p:nvPr/>
          </p:nvSpPr>
          <p:spPr>
            <a:xfrm rot="-5400000">
              <a:off x="8288290" y="4334265"/>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43" name="Google Shape;543;g2d52878b4a1_2_208"/>
          <p:cNvSpPr txBox="1"/>
          <p:nvPr>
            <p:ph type="title"/>
          </p:nvPr>
        </p:nvSpPr>
        <p:spPr>
          <a:xfrm>
            <a:off x="823850" y="2053000"/>
            <a:ext cx="4587000" cy="11487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44" name="Google Shape;544;g2d52878b4a1_2_20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545" name="Shape 545"/>
        <p:cNvGrpSpPr/>
        <p:nvPr/>
      </p:nvGrpSpPr>
      <p:grpSpPr>
        <a:xfrm>
          <a:off x="0" y="0"/>
          <a:ext cx="0" cy="0"/>
          <a:chOff x="0" y="0"/>
          <a:chExt cx="0" cy="0"/>
        </a:xfrm>
      </p:grpSpPr>
      <p:grpSp>
        <p:nvGrpSpPr>
          <p:cNvPr id="546" name="Google Shape;546;g2d52878b4a1_2_230"/>
          <p:cNvGrpSpPr/>
          <p:nvPr/>
        </p:nvGrpSpPr>
        <p:grpSpPr>
          <a:xfrm>
            <a:off x="0" y="381001"/>
            <a:ext cx="1037850" cy="1016288"/>
            <a:chOff x="0" y="381001"/>
            <a:chExt cx="1037850" cy="1016288"/>
          </a:xfrm>
        </p:grpSpPr>
        <p:sp>
          <p:nvSpPr>
            <p:cNvPr id="547" name="Google Shape;547;g2d52878b4a1_2_230"/>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8" name="Google Shape;548;g2d52878b4a1_2_230"/>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49" name="Google Shape;549;g2d52878b4a1_2_230"/>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550" name="Google Shape;550;g2d52878b4a1_2_230"/>
          <p:cNvSpPr txBox="1"/>
          <p:nvPr>
            <p:ph idx="1" type="body"/>
          </p:nvPr>
        </p:nvSpPr>
        <p:spPr>
          <a:xfrm>
            <a:off x="1297500" y="1567550"/>
            <a:ext cx="3403200" cy="29112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551" name="Google Shape;551;g2d52878b4a1_2_230"/>
          <p:cNvSpPr txBox="1"/>
          <p:nvPr>
            <p:ph idx="2" type="body"/>
          </p:nvPr>
        </p:nvSpPr>
        <p:spPr>
          <a:xfrm>
            <a:off x="4933221" y="1567550"/>
            <a:ext cx="3403200" cy="29112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552" name="Google Shape;552;g2d52878b4a1_2_23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53" name="Shape 553"/>
        <p:cNvGrpSpPr/>
        <p:nvPr/>
      </p:nvGrpSpPr>
      <p:grpSpPr>
        <a:xfrm>
          <a:off x="0" y="0"/>
          <a:ext cx="0" cy="0"/>
          <a:chOff x="0" y="0"/>
          <a:chExt cx="0" cy="0"/>
        </a:xfrm>
      </p:grpSpPr>
      <p:grpSp>
        <p:nvGrpSpPr>
          <p:cNvPr id="554" name="Google Shape;554;g2d52878b4a1_2_238"/>
          <p:cNvGrpSpPr/>
          <p:nvPr/>
        </p:nvGrpSpPr>
        <p:grpSpPr>
          <a:xfrm>
            <a:off x="0" y="381001"/>
            <a:ext cx="1037850" cy="1016288"/>
            <a:chOff x="0" y="381001"/>
            <a:chExt cx="1037850" cy="1016288"/>
          </a:xfrm>
        </p:grpSpPr>
        <p:sp>
          <p:nvSpPr>
            <p:cNvPr id="555" name="Google Shape;555;g2d52878b4a1_2_238"/>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6" name="Google Shape;556;g2d52878b4a1_2_238"/>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57" name="Google Shape;557;g2d52878b4a1_2_238"/>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558" name="Google Shape;558;g2d52878b4a1_2_23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559" name="Shape 559"/>
        <p:cNvGrpSpPr/>
        <p:nvPr/>
      </p:nvGrpSpPr>
      <p:grpSpPr>
        <a:xfrm>
          <a:off x="0" y="0"/>
          <a:ext cx="0" cy="0"/>
          <a:chOff x="0" y="0"/>
          <a:chExt cx="0" cy="0"/>
        </a:xfrm>
      </p:grpSpPr>
      <p:grpSp>
        <p:nvGrpSpPr>
          <p:cNvPr id="560" name="Google Shape;560;g2d52878b4a1_2_244"/>
          <p:cNvGrpSpPr/>
          <p:nvPr/>
        </p:nvGrpSpPr>
        <p:grpSpPr>
          <a:xfrm>
            <a:off x="0" y="381001"/>
            <a:ext cx="1037850" cy="1016288"/>
            <a:chOff x="0" y="381001"/>
            <a:chExt cx="1037850" cy="1016288"/>
          </a:xfrm>
        </p:grpSpPr>
        <p:sp>
          <p:nvSpPr>
            <p:cNvPr id="561" name="Google Shape;561;g2d52878b4a1_2_24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2" name="Google Shape;562;g2d52878b4a1_2_24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63" name="Google Shape;563;g2d52878b4a1_2_244"/>
          <p:cNvSpPr txBox="1"/>
          <p:nvPr>
            <p:ph type="title"/>
          </p:nvPr>
        </p:nvSpPr>
        <p:spPr>
          <a:xfrm>
            <a:off x="1297500" y="393750"/>
            <a:ext cx="3798900" cy="1493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564" name="Google Shape;564;g2d52878b4a1_2_244"/>
          <p:cNvSpPr txBox="1"/>
          <p:nvPr>
            <p:ph idx="1" type="body"/>
          </p:nvPr>
        </p:nvSpPr>
        <p:spPr>
          <a:xfrm>
            <a:off x="1297500" y="1972550"/>
            <a:ext cx="3798900" cy="24159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565" name="Google Shape;565;g2d52878b4a1_2_24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566" name="Shape 566"/>
        <p:cNvGrpSpPr/>
        <p:nvPr/>
      </p:nvGrpSpPr>
      <p:grpSpPr>
        <a:xfrm>
          <a:off x="0" y="0"/>
          <a:ext cx="0" cy="0"/>
          <a:chOff x="0" y="0"/>
          <a:chExt cx="0" cy="0"/>
        </a:xfrm>
      </p:grpSpPr>
      <p:grpSp>
        <p:nvGrpSpPr>
          <p:cNvPr id="567" name="Google Shape;567;g2d52878b4a1_2_251"/>
          <p:cNvGrpSpPr/>
          <p:nvPr/>
        </p:nvGrpSpPr>
        <p:grpSpPr>
          <a:xfrm>
            <a:off x="4406400" y="0"/>
            <a:ext cx="4737600" cy="5143500"/>
            <a:chOff x="4406400" y="0"/>
            <a:chExt cx="4737600" cy="5143500"/>
          </a:xfrm>
        </p:grpSpPr>
        <p:sp>
          <p:nvSpPr>
            <p:cNvPr id="568" name="Google Shape;568;g2d52878b4a1_2_251"/>
            <p:cNvSpPr/>
            <p:nvPr/>
          </p:nvSpPr>
          <p:spPr>
            <a:xfrm rot="5400000">
              <a:off x="4407900" y="-1500"/>
              <a:ext cx="4734600" cy="4737600"/>
            </a:xfrm>
            <a:prstGeom prst="diagStripe">
              <a:avLst>
                <a:gd fmla="val 49469" name="adj"/>
              </a:avLst>
            </a:prstGeom>
            <a:solidFill>
              <a:schemeClr val="lt1">
                <a:alpha val="156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9" name="Google Shape;569;g2d52878b4a1_2_251"/>
            <p:cNvSpPr/>
            <p:nvPr/>
          </p:nvSpPr>
          <p:spPr>
            <a:xfrm rot="5400000">
              <a:off x="4840825" y="6000"/>
              <a:ext cx="4298700" cy="4286700"/>
            </a:xfrm>
            <a:prstGeom prst="diagStripe">
              <a:avLst>
                <a:gd fmla="val 0" name="adj"/>
              </a:avLst>
            </a:prstGeom>
            <a:solidFill>
              <a:schemeClr val="lt1">
                <a:alpha val="156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0" name="Google Shape;570;g2d52878b4a1_2_251"/>
            <p:cNvSpPr/>
            <p:nvPr/>
          </p:nvSpPr>
          <p:spPr>
            <a:xfrm rot="-5400000">
              <a:off x="5618399" y="1236641"/>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1" name="Google Shape;571;g2d52878b4a1_2_251"/>
            <p:cNvSpPr/>
            <p:nvPr/>
          </p:nvSpPr>
          <p:spPr>
            <a:xfrm flipH="1">
              <a:off x="5849857" y="1444078"/>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2" name="Google Shape;572;g2d52878b4a1_2_251"/>
            <p:cNvSpPr/>
            <p:nvPr/>
          </p:nvSpPr>
          <p:spPr>
            <a:xfrm rot="-5400000">
              <a:off x="5987081" y="2469743"/>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3" name="Google Shape;573;g2d52878b4a1_2_251"/>
            <p:cNvSpPr/>
            <p:nvPr/>
          </p:nvSpPr>
          <p:spPr>
            <a:xfrm flipH="1">
              <a:off x="6222115" y="2677179"/>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4" name="Google Shape;574;g2d52878b4a1_2_251"/>
            <p:cNvSpPr/>
            <p:nvPr/>
          </p:nvSpPr>
          <p:spPr>
            <a:xfrm rot="-5400000">
              <a:off x="6675341" y="1862244"/>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5" name="Google Shape;575;g2d52878b4a1_2_251"/>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6" name="Google Shape;576;g2d52878b4a1_2_251"/>
            <p:cNvSpPr/>
            <p:nvPr/>
          </p:nvSpPr>
          <p:spPr>
            <a:xfrm rot="-5400000">
              <a:off x="6861141" y="2478088"/>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7" name="Google Shape;577;g2d52878b4a1_2_251"/>
            <p:cNvSpPr/>
            <p:nvPr/>
          </p:nvSpPr>
          <p:spPr>
            <a:xfrm flipH="1">
              <a:off x="7965266" y="2693191"/>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8" name="Google Shape;578;g2d52878b4a1_2_251"/>
            <p:cNvSpPr/>
            <p:nvPr/>
          </p:nvSpPr>
          <p:spPr>
            <a:xfrm flipH="1">
              <a:off x="8145082" y="3309036"/>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9" name="Google Shape;579;g2d52878b4a1_2_251"/>
            <p:cNvSpPr/>
            <p:nvPr/>
          </p:nvSpPr>
          <p:spPr>
            <a:xfrm rot="-5400000">
              <a:off x="7047599" y="3095345"/>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0" name="Google Shape;580;g2d52878b4a1_2_251"/>
            <p:cNvSpPr/>
            <p:nvPr/>
          </p:nvSpPr>
          <p:spPr>
            <a:xfrm flipH="1">
              <a:off x="7276649" y="3302781"/>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1" name="Google Shape;581;g2d52878b4a1_2_251"/>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2" name="Google Shape;582;g2d52878b4a1_2_251"/>
            <p:cNvSpPr/>
            <p:nvPr/>
          </p:nvSpPr>
          <p:spPr>
            <a:xfrm flipH="1">
              <a:off x="7462448" y="3918625"/>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3" name="Google Shape;583;g2d52878b4a1_2_251"/>
            <p:cNvSpPr/>
            <p:nvPr/>
          </p:nvSpPr>
          <p:spPr>
            <a:xfrm rot="-5400000">
              <a:off x="8102491" y="3718856"/>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4" name="Google Shape;584;g2d52878b4a1_2_251"/>
            <p:cNvSpPr/>
            <p:nvPr/>
          </p:nvSpPr>
          <p:spPr>
            <a:xfrm flipH="1">
              <a:off x="8334533" y="3926292"/>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5" name="Google Shape;585;g2d52878b4a1_2_251"/>
            <p:cNvSpPr/>
            <p:nvPr/>
          </p:nvSpPr>
          <p:spPr>
            <a:xfrm rot="-5400000">
              <a:off x="8288290" y="4334700"/>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86" name="Google Shape;586;g2d52878b4a1_2_251"/>
          <p:cNvSpPr txBox="1"/>
          <p:nvPr>
            <p:ph type="title"/>
          </p:nvPr>
        </p:nvSpPr>
        <p:spPr>
          <a:xfrm>
            <a:off x="823850" y="866775"/>
            <a:ext cx="4587000" cy="35211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87" name="Google Shape;587;g2d52878b4a1_2_2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88" name="Shape 588"/>
        <p:cNvGrpSpPr/>
        <p:nvPr/>
      </p:nvGrpSpPr>
      <p:grpSpPr>
        <a:xfrm>
          <a:off x="0" y="0"/>
          <a:ext cx="0" cy="0"/>
          <a:chOff x="0" y="0"/>
          <a:chExt cx="0" cy="0"/>
        </a:xfrm>
      </p:grpSpPr>
      <p:grpSp>
        <p:nvGrpSpPr>
          <p:cNvPr id="589" name="Google Shape;589;g2d52878b4a1_2_273"/>
          <p:cNvGrpSpPr/>
          <p:nvPr/>
        </p:nvGrpSpPr>
        <p:grpSpPr>
          <a:xfrm>
            <a:off x="0" y="381001"/>
            <a:ext cx="1037850" cy="1016288"/>
            <a:chOff x="0" y="381001"/>
            <a:chExt cx="1037850" cy="1016288"/>
          </a:xfrm>
        </p:grpSpPr>
        <p:sp>
          <p:nvSpPr>
            <p:cNvPr id="590" name="Google Shape;590;g2d52878b4a1_2_273"/>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1" name="Google Shape;591;g2d52878b4a1_2_273"/>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92" name="Google Shape;592;g2d52878b4a1_2_273"/>
          <p:cNvSpPr txBox="1"/>
          <p:nvPr>
            <p:ph type="title"/>
          </p:nvPr>
        </p:nvSpPr>
        <p:spPr>
          <a:xfrm>
            <a:off x="1297500" y="1658325"/>
            <a:ext cx="3036300" cy="1751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593" name="Google Shape;593;g2d52878b4a1_2_273"/>
          <p:cNvSpPr txBox="1"/>
          <p:nvPr>
            <p:ph idx="1" type="subTitle"/>
          </p:nvPr>
        </p:nvSpPr>
        <p:spPr>
          <a:xfrm>
            <a:off x="1297500" y="3538000"/>
            <a:ext cx="3036300" cy="506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300"/>
              <a:buNone/>
              <a:defRPr/>
            </a:lvl1pPr>
            <a:lvl2pPr lvl="1" algn="l">
              <a:lnSpc>
                <a:spcPct val="100000"/>
              </a:lnSpc>
              <a:spcBef>
                <a:spcPts val="0"/>
              </a:spcBef>
              <a:spcAft>
                <a:spcPts val="0"/>
              </a:spcAft>
              <a:buSzPts val="1300"/>
              <a:buNone/>
              <a:defRPr sz="1300"/>
            </a:lvl2pPr>
            <a:lvl3pPr lvl="2" algn="l">
              <a:lnSpc>
                <a:spcPct val="100000"/>
              </a:lnSpc>
              <a:spcBef>
                <a:spcPts val="0"/>
              </a:spcBef>
              <a:spcAft>
                <a:spcPts val="0"/>
              </a:spcAft>
              <a:buSzPts val="1300"/>
              <a:buNone/>
              <a:defRPr sz="1300"/>
            </a:lvl3pPr>
            <a:lvl4pPr lvl="3" algn="l">
              <a:lnSpc>
                <a:spcPct val="100000"/>
              </a:lnSpc>
              <a:spcBef>
                <a:spcPts val="0"/>
              </a:spcBef>
              <a:spcAft>
                <a:spcPts val="0"/>
              </a:spcAft>
              <a:buSzPts val="1300"/>
              <a:buNone/>
              <a:defRPr sz="1300"/>
            </a:lvl4pPr>
            <a:lvl5pPr lvl="4" algn="l">
              <a:lnSpc>
                <a:spcPct val="100000"/>
              </a:lnSpc>
              <a:spcBef>
                <a:spcPts val="0"/>
              </a:spcBef>
              <a:spcAft>
                <a:spcPts val="0"/>
              </a:spcAft>
              <a:buSzPts val="1300"/>
              <a:buNone/>
              <a:defRPr sz="1300"/>
            </a:lvl5pPr>
            <a:lvl6pPr lvl="5" algn="l">
              <a:lnSpc>
                <a:spcPct val="100000"/>
              </a:lnSpc>
              <a:spcBef>
                <a:spcPts val="0"/>
              </a:spcBef>
              <a:spcAft>
                <a:spcPts val="0"/>
              </a:spcAft>
              <a:buSzPts val="1300"/>
              <a:buNone/>
              <a:defRPr sz="1300"/>
            </a:lvl6pPr>
            <a:lvl7pPr lvl="6" algn="l">
              <a:lnSpc>
                <a:spcPct val="100000"/>
              </a:lnSpc>
              <a:spcBef>
                <a:spcPts val="0"/>
              </a:spcBef>
              <a:spcAft>
                <a:spcPts val="0"/>
              </a:spcAft>
              <a:buSzPts val="1300"/>
              <a:buNone/>
              <a:defRPr sz="1300"/>
            </a:lvl7pPr>
            <a:lvl8pPr lvl="7" algn="l">
              <a:lnSpc>
                <a:spcPct val="100000"/>
              </a:lnSpc>
              <a:spcBef>
                <a:spcPts val="0"/>
              </a:spcBef>
              <a:spcAft>
                <a:spcPts val="0"/>
              </a:spcAft>
              <a:buSzPts val="1300"/>
              <a:buNone/>
              <a:defRPr sz="1300"/>
            </a:lvl8pPr>
            <a:lvl9pPr lvl="8" algn="l">
              <a:lnSpc>
                <a:spcPct val="100000"/>
              </a:lnSpc>
              <a:spcBef>
                <a:spcPts val="0"/>
              </a:spcBef>
              <a:spcAft>
                <a:spcPts val="0"/>
              </a:spcAft>
              <a:buSzPts val="1300"/>
              <a:buNone/>
              <a:defRPr sz="1300"/>
            </a:lvl9pPr>
          </a:lstStyle>
          <a:p/>
        </p:txBody>
      </p:sp>
      <p:sp>
        <p:nvSpPr>
          <p:cNvPr id="594" name="Google Shape;594;g2d52878b4a1_2_273"/>
          <p:cNvSpPr txBox="1"/>
          <p:nvPr>
            <p:ph idx="2" type="body"/>
          </p:nvPr>
        </p:nvSpPr>
        <p:spPr>
          <a:xfrm>
            <a:off x="4648200" y="1696600"/>
            <a:ext cx="3676800" cy="23475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595" name="Google Shape;595;g2d52878b4a1_2_27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96" name="Shape 596"/>
        <p:cNvGrpSpPr/>
        <p:nvPr/>
      </p:nvGrpSpPr>
      <p:grpSpPr>
        <a:xfrm>
          <a:off x="0" y="0"/>
          <a:ext cx="0" cy="0"/>
          <a:chOff x="0" y="0"/>
          <a:chExt cx="0" cy="0"/>
        </a:xfrm>
      </p:grpSpPr>
      <p:grpSp>
        <p:nvGrpSpPr>
          <p:cNvPr id="597" name="Google Shape;597;g2d52878b4a1_2_281"/>
          <p:cNvGrpSpPr/>
          <p:nvPr/>
        </p:nvGrpSpPr>
        <p:grpSpPr>
          <a:xfrm>
            <a:off x="0" y="4128572"/>
            <a:ext cx="698925" cy="684657"/>
            <a:chOff x="0" y="3785672"/>
            <a:chExt cx="698925" cy="684657"/>
          </a:xfrm>
        </p:grpSpPr>
        <p:sp>
          <p:nvSpPr>
            <p:cNvPr id="598" name="Google Shape;598;g2d52878b4a1_2_281"/>
            <p:cNvSpPr/>
            <p:nvPr/>
          </p:nvSpPr>
          <p:spPr>
            <a:xfrm rot="-5400000">
              <a:off x="0" y="3785672"/>
              <a:ext cx="544800" cy="544800"/>
            </a:xfrm>
            <a:prstGeom prst="diagStripe">
              <a:avLst>
                <a:gd fmla="val 50000" name="adj"/>
              </a:avLst>
            </a:prstGeom>
            <a:solidFill>
              <a:schemeClr val="lt1">
                <a:alpha val="7843"/>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9" name="Google Shape;599;g2d52878b4a1_2_281"/>
            <p:cNvSpPr/>
            <p:nvPr/>
          </p:nvSpPr>
          <p:spPr>
            <a:xfrm flipH="1">
              <a:off x="154125" y="3925529"/>
              <a:ext cx="544800" cy="544800"/>
            </a:xfrm>
            <a:prstGeom prst="diagStripe">
              <a:avLst>
                <a:gd fmla="val 50000" name="adj"/>
              </a:avLst>
            </a:prstGeom>
            <a:solidFill>
              <a:schemeClr val="lt1">
                <a:alpha val="7843"/>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00" name="Google Shape;600;g2d52878b4a1_2_281"/>
          <p:cNvSpPr txBox="1"/>
          <p:nvPr>
            <p:ph idx="1" type="body"/>
          </p:nvPr>
        </p:nvSpPr>
        <p:spPr>
          <a:xfrm>
            <a:off x="812725" y="4305375"/>
            <a:ext cx="6936000" cy="5238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300"/>
              <a:buNone/>
              <a:defRPr/>
            </a:lvl1pPr>
          </a:lstStyle>
          <a:p/>
        </p:txBody>
      </p:sp>
      <p:sp>
        <p:nvSpPr>
          <p:cNvPr id="601" name="Google Shape;601;g2d52878b4a1_2_28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02" name="Shape 602"/>
        <p:cNvGrpSpPr/>
        <p:nvPr/>
      </p:nvGrpSpPr>
      <p:grpSpPr>
        <a:xfrm>
          <a:off x="0" y="0"/>
          <a:ext cx="0" cy="0"/>
          <a:chOff x="0" y="0"/>
          <a:chExt cx="0" cy="0"/>
        </a:xfrm>
      </p:grpSpPr>
      <p:grpSp>
        <p:nvGrpSpPr>
          <p:cNvPr id="603" name="Google Shape;603;g2d52878b4a1_2_287"/>
          <p:cNvGrpSpPr/>
          <p:nvPr/>
        </p:nvGrpSpPr>
        <p:grpSpPr>
          <a:xfrm>
            <a:off x="4406400" y="0"/>
            <a:ext cx="4737600" cy="5143065"/>
            <a:chOff x="4406400" y="0"/>
            <a:chExt cx="4737600" cy="5143065"/>
          </a:xfrm>
        </p:grpSpPr>
        <p:sp>
          <p:nvSpPr>
            <p:cNvPr id="604" name="Google Shape;604;g2d52878b4a1_2_287"/>
            <p:cNvSpPr/>
            <p:nvPr/>
          </p:nvSpPr>
          <p:spPr>
            <a:xfrm rot="5400000">
              <a:off x="4408200" y="-1800"/>
              <a:ext cx="4734000" cy="4737600"/>
            </a:xfrm>
            <a:prstGeom prst="diagStripe">
              <a:avLst>
                <a:gd fmla="val 49469" name="adj"/>
              </a:avLst>
            </a:prstGeom>
            <a:solidFill>
              <a:schemeClr val="lt1">
                <a:alpha val="156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5" name="Google Shape;605;g2d52878b4a1_2_287"/>
            <p:cNvSpPr/>
            <p:nvPr/>
          </p:nvSpPr>
          <p:spPr>
            <a:xfrm rot="5400000">
              <a:off x="4841125" y="5700"/>
              <a:ext cx="4298100" cy="4286700"/>
            </a:xfrm>
            <a:prstGeom prst="diagStripe">
              <a:avLst>
                <a:gd fmla="val 0" name="adj"/>
              </a:avLst>
            </a:prstGeom>
            <a:solidFill>
              <a:schemeClr val="lt1">
                <a:alpha val="156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6" name="Google Shape;606;g2d52878b4a1_2_287"/>
            <p:cNvSpPr/>
            <p:nvPr/>
          </p:nvSpPr>
          <p:spPr>
            <a:xfrm rot="-5400000">
              <a:off x="5618399" y="1236468"/>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7" name="Google Shape;607;g2d52878b4a1_2_287"/>
            <p:cNvSpPr/>
            <p:nvPr/>
          </p:nvSpPr>
          <p:spPr>
            <a:xfrm flipH="1">
              <a:off x="5849857" y="1443956"/>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8" name="Google Shape;608;g2d52878b4a1_2_287"/>
            <p:cNvSpPr/>
            <p:nvPr/>
          </p:nvSpPr>
          <p:spPr>
            <a:xfrm rot="-5400000">
              <a:off x="5987081" y="2469465"/>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9" name="Google Shape;609;g2d52878b4a1_2_287"/>
            <p:cNvSpPr/>
            <p:nvPr/>
          </p:nvSpPr>
          <p:spPr>
            <a:xfrm flipH="1">
              <a:off x="6222115" y="2676953"/>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0" name="Google Shape;610;g2d52878b4a1_2_287"/>
            <p:cNvSpPr/>
            <p:nvPr/>
          </p:nvSpPr>
          <p:spPr>
            <a:xfrm rot="-5400000">
              <a:off x="6675341" y="1862018"/>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1" name="Google Shape;611;g2d52878b4a1_2_287"/>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2" name="Google Shape;612;g2d52878b4a1_2_287"/>
            <p:cNvSpPr/>
            <p:nvPr/>
          </p:nvSpPr>
          <p:spPr>
            <a:xfrm rot="-5400000">
              <a:off x="6861141" y="2477810"/>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3" name="Google Shape;613;g2d52878b4a1_2_287"/>
            <p:cNvSpPr/>
            <p:nvPr/>
          </p:nvSpPr>
          <p:spPr>
            <a:xfrm flipH="1">
              <a:off x="7965266" y="2692963"/>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4" name="Google Shape;614;g2d52878b4a1_2_287"/>
            <p:cNvSpPr/>
            <p:nvPr/>
          </p:nvSpPr>
          <p:spPr>
            <a:xfrm flipH="1">
              <a:off x="8145082" y="3308755"/>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5" name="Google Shape;615;g2d52878b4a1_2_287"/>
            <p:cNvSpPr/>
            <p:nvPr/>
          </p:nvSpPr>
          <p:spPr>
            <a:xfrm rot="-5400000">
              <a:off x="7047599" y="3095015"/>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6" name="Google Shape;616;g2d52878b4a1_2_287"/>
            <p:cNvSpPr/>
            <p:nvPr/>
          </p:nvSpPr>
          <p:spPr>
            <a:xfrm flipH="1">
              <a:off x="7276649" y="3302502"/>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7" name="Google Shape;617;g2d52878b4a1_2_287"/>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8" name="Google Shape;618;g2d52878b4a1_2_287"/>
            <p:cNvSpPr/>
            <p:nvPr/>
          </p:nvSpPr>
          <p:spPr>
            <a:xfrm flipH="1">
              <a:off x="7462448" y="3918294"/>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9" name="Google Shape;619;g2d52878b4a1_2_287"/>
            <p:cNvSpPr/>
            <p:nvPr/>
          </p:nvSpPr>
          <p:spPr>
            <a:xfrm rot="-5400000">
              <a:off x="8102491" y="3718473"/>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0" name="Google Shape;620;g2d52878b4a1_2_287"/>
            <p:cNvSpPr/>
            <p:nvPr/>
          </p:nvSpPr>
          <p:spPr>
            <a:xfrm flipH="1">
              <a:off x="8334533" y="3925960"/>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1" name="Google Shape;621;g2d52878b4a1_2_287"/>
            <p:cNvSpPr/>
            <p:nvPr/>
          </p:nvSpPr>
          <p:spPr>
            <a:xfrm rot="-5400000">
              <a:off x="8288290" y="4334265"/>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22" name="Google Shape;622;g2d52878b4a1_2_287"/>
          <p:cNvSpPr txBox="1"/>
          <p:nvPr>
            <p:ph hasCustomPrompt="1" type="title"/>
          </p:nvPr>
        </p:nvSpPr>
        <p:spPr>
          <a:xfrm>
            <a:off x="823850" y="1284675"/>
            <a:ext cx="4776000" cy="13008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8000"/>
              <a:buNone/>
              <a:defRPr sz="8000"/>
            </a:lvl1pPr>
            <a:lvl2pPr lvl="1" algn="l">
              <a:lnSpc>
                <a:spcPct val="100000"/>
              </a:lnSpc>
              <a:spcBef>
                <a:spcPts val="0"/>
              </a:spcBef>
              <a:spcAft>
                <a:spcPts val="0"/>
              </a:spcAft>
              <a:buSzPts val="8000"/>
              <a:buNone/>
              <a:defRPr sz="8000"/>
            </a:lvl2pPr>
            <a:lvl3pPr lvl="2" algn="l">
              <a:lnSpc>
                <a:spcPct val="100000"/>
              </a:lnSpc>
              <a:spcBef>
                <a:spcPts val="0"/>
              </a:spcBef>
              <a:spcAft>
                <a:spcPts val="0"/>
              </a:spcAft>
              <a:buSzPts val="8000"/>
              <a:buNone/>
              <a:defRPr sz="8000"/>
            </a:lvl3pPr>
            <a:lvl4pPr lvl="3" algn="l">
              <a:lnSpc>
                <a:spcPct val="100000"/>
              </a:lnSpc>
              <a:spcBef>
                <a:spcPts val="0"/>
              </a:spcBef>
              <a:spcAft>
                <a:spcPts val="0"/>
              </a:spcAft>
              <a:buSzPts val="8000"/>
              <a:buNone/>
              <a:defRPr sz="8000"/>
            </a:lvl4pPr>
            <a:lvl5pPr lvl="4" algn="l">
              <a:lnSpc>
                <a:spcPct val="100000"/>
              </a:lnSpc>
              <a:spcBef>
                <a:spcPts val="0"/>
              </a:spcBef>
              <a:spcAft>
                <a:spcPts val="0"/>
              </a:spcAft>
              <a:buSzPts val="8000"/>
              <a:buNone/>
              <a:defRPr sz="8000"/>
            </a:lvl5pPr>
            <a:lvl6pPr lvl="5" algn="l">
              <a:lnSpc>
                <a:spcPct val="100000"/>
              </a:lnSpc>
              <a:spcBef>
                <a:spcPts val="0"/>
              </a:spcBef>
              <a:spcAft>
                <a:spcPts val="0"/>
              </a:spcAft>
              <a:buSzPts val="8000"/>
              <a:buNone/>
              <a:defRPr sz="8000"/>
            </a:lvl6pPr>
            <a:lvl7pPr lvl="6" algn="l">
              <a:lnSpc>
                <a:spcPct val="100000"/>
              </a:lnSpc>
              <a:spcBef>
                <a:spcPts val="0"/>
              </a:spcBef>
              <a:spcAft>
                <a:spcPts val="0"/>
              </a:spcAft>
              <a:buSzPts val="8000"/>
              <a:buNone/>
              <a:defRPr sz="8000"/>
            </a:lvl7pPr>
            <a:lvl8pPr lvl="7" algn="l">
              <a:lnSpc>
                <a:spcPct val="100000"/>
              </a:lnSpc>
              <a:spcBef>
                <a:spcPts val="0"/>
              </a:spcBef>
              <a:spcAft>
                <a:spcPts val="0"/>
              </a:spcAft>
              <a:buSzPts val="8000"/>
              <a:buNone/>
              <a:defRPr sz="8000"/>
            </a:lvl8pPr>
            <a:lvl9pPr lvl="8" algn="l">
              <a:lnSpc>
                <a:spcPct val="100000"/>
              </a:lnSpc>
              <a:spcBef>
                <a:spcPts val="0"/>
              </a:spcBef>
              <a:spcAft>
                <a:spcPts val="0"/>
              </a:spcAft>
              <a:buSzPts val="8000"/>
              <a:buNone/>
              <a:defRPr sz="8000"/>
            </a:lvl9pPr>
          </a:lstStyle>
          <a:p>
            <a:r>
              <a:t>xx%</a:t>
            </a:r>
          </a:p>
        </p:txBody>
      </p:sp>
      <p:sp>
        <p:nvSpPr>
          <p:cNvPr id="623" name="Google Shape;623;g2d52878b4a1_2_287"/>
          <p:cNvSpPr txBox="1"/>
          <p:nvPr>
            <p:ph idx="1" type="body"/>
          </p:nvPr>
        </p:nvSpPr>
        <p:spPr>
          <a:xfrm>
            <a:off x="823850" y="2643124"/>
            <a:ext cx="4776000" cy="12189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624" name="Google Shape;624;g2d52878b4a1_2_28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theme" Target="../theme/theme3.xml"/><Relationship Id="rId12" Type="http://schemas.openxmlformats.org/officeDocument/2006/relationships/slideLayout" Target="../slideLayouts/slideLayout23.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34.xml"/><Relationship Id="rId10" Type="http://schemas.openxmlformats.org/officeDocument/2006/relationships/slideLayout" Target="../slideLayouts/slideLayout33.xml"/><Relationship Id="rId13" Type="http://schemas.openxmlformats.org/officeDocument/2006/relationships/theme" Target="../theme/theme6.xml"/><Relationship Id="rId12" Type="http://schemas.openxmlformats.org/officeDocument/2006/relationships/slideLayout" Target="../slideLayouts/slideLayout35.xml"/><Relationship Id="rId1" Type="http://schemas.openxmlformats.org/officeDocument/2006/relationships/slideLayout" Target="../slideLayouts/slideLayout24.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9" Type="http://schemas.openxmlformats.org/officeDocument/2006/relationships/slideLayout" Target="../slideLayouts/slideLayout32.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11" Type="http://schemas.openxmlformats.org/officeDocument/2006/relationships/slideLayout" Target="../slideLayouts/slideLayout46.xml"/><Relationship Id="rId10" Type="http://schemas.openxmlformats.org/officeDocument/2006/relationships/slideLayout" Target="../slideLayouts/slideLayout45.xml"/><Relationship Id="rId13" Type="http://schemas.openxmlformats.org/officeDocument/2006/relationships/theme" Target="../theme/theme7.xml"/><Relationship Id="rId12" Type="http://schemas.openxmlformats.org/officeDocument/2006/relationships/slideLayout" Target="../slideLayouts/slideLayout47.xml"/><Relationship Id="rId1" Type="http://schemas.openxmlformats.org/officeDocument/2006/relationships/slideLayout" Target="../slideLayouts/slideLayout36.xml"/><Relationship Id="rId2" Type="http://schemas.openxmlformats.org/officeDocument/2006/relationships/slideLayout" Target="../slideLayouts/slideLayout37.xml"/><Relationship Id="rId3" Type="http://schemas.openxmlformats.org/officeDocument/2006/relationships/slideLayout" Target="../slideLayouts/slideLayout38.xml"/><Relationship Id="rId4" Type="http://schemas.openxmlformats.org/officeDocument/2006/relationships/slideLayout" Target="../slideLayouts/slideLayout39.xml"/><Relationship Id="rId9" Type="http://schemas.openxmlformats.org/officeDocument/2006/relationships/slideLayout" Target="../slideLayouts/slideLayout44.xml"/><Relationship Id="rId5" Type="http://schemas.openxmlformats.org/officeDocument/2006/relationships/slideLayout" Target="../slideLayouts/slideLayout40.xml"/><Relationship Id="rId6" Type="http://schemas.openxmlformats.org/officeDocument/2006/relationships/slideLayout" Target="../slideLayouts/slideLayout41.xml"/><Relationship Id="rId7" Type="http://schemas.openxmlformats.org/officeDocument/2006/relationships/slideLayout" Target="../slideLayouts/slideLayout42.xml"/><Relationship Id="rId8" Type="http://schemas.openxmlformats.org/officeDocument/2006/relationships/slideLayout" Target="../slideLayouts/slideLayout43.xml"/></Relationships>
</file>

<file path=ppt/slideMasters/_rels/slideMaster5.xml.rels><?xml version="1.0" encoding="UTF-8" standalone="yes"?><Relationships xmlns="http://schemas.openxmlformats.org/package/2006/relationships"><Relationship Id="rId11" Type="http://schemas.openxmlformats.org/officeDocument/2006/relationships/slideLayout" Target="../slideLayouts/slideLayout58.xml"/><Relationship Id="rId10" Type="http://schemas.openxmlformats.org/officeDocument/2006/relationships/slideLayout" Target="../slideLayouts/slideLayout57.xml"/><Relationship Id="rId13" Type="http://schemas.openxmlformats.org/officeDocument/2006/relationships/theme" Target="../theme/theme2.xml"/><Relationship Id="rId12" Type="http://schemas.openxmlformats.org/officeDocument/2006/relationships/slideLayout" Target="../slideLayouts/slideLayout59.xml"/><Relationship Id="rId1" Type="http://schemas.openxmlformats.org/officeDocument/2006/relationships/slideLayout" Target="../slideLayouts/slideLayout48.xml"/><Relationship Id="rId2" Type="http://schemas.openxmlformats.org/officeDocument/2006/relationships/slideLayout" Target="../slideLayouts/slideLayout49.xml"/><Relationship Id="rId3" Type="http://schemas.openxmlformats.org/officeDocument/2006/relationships/slideLayout" Target="../slideLayouts/slideLayout50.xml"/><Relationship Id="rId4" Type="http://schemas.openxmlformats.org/officeDocument/2006/relationships/slideLayout" Target="../slideLayouts/slideLayout51.xml"/><Relationship Id="rId9" Type="http://schemas.openxmlformats.org/officeDocument/2006/relationships/slideLayout" Target="../slideLayouts/slideLayout56.xml"/><Relationship Id="rId5" Type="http://schemas.openxmlformats.org/officeDocument/2006/relationships/slideLayout" Target="../slideLayouts/slideLayout52.xml"/><Relationship Id="rId6" Type="http://schemas.openxmlformats.org/officeDocument/2006/relationships/slideLayout" Target="../slideLayouts/slideLayout53.xml"/><Relationship Id="rId7" Type="http://schemas.openxmlformats.org/officeDocument/2006/relationships/slideLayout" Target="../slideLayouts/slideLayout54.xml"/><Relationship Id="rId8" Type="http://schemas.openxmlformats.org/officeDocument/2006/relationships/slideLayout" Target="../slideLayouts/slideLayout55.xml"/></Relationships>
</file>

<file path=ppt/slideMasters/_rels/slideMaster6.xml.rels><?xml version="1.0" encoding="UTF-8" standalone="yes"?><Relationships xmlns="http://schemas.openxmlformats.org/package/2006/relationships"><Relationship Id="rId11" Type="http://schemas.openxmlformats.org/officeDocument/2006/relationships/slideLayout" Target="../slideLayouts/slideLayout70.xml"/><Relationship Id="rId10" Type="http://schemas.openxmlformats.org/officeDocument/2006/relationships/slideLayout" Target="../slideLayouts/slideLayout69.xml"/><Relationship Id="rId13" Type="http://schemas.openxmlformats.org/officeDocument/2006/relationships/theme" Target="../theme/theme5.xml"/><Relationship Id="rId12" Type="http://schemas.openxmlformats.org/officeDocument/2006/relationships/slideLayout" Target="../slideLayouts/slideLayout71.xml"/><Relationship Id="rId1" Type="http://schemas.openxmlformats.org/officeDocument/2006/relationships/slideLayout" Target="../slideLayouts/slideLayout60.xml"/><Relationship Id="rId2" Type="http://schemas.openxmlformats.org/officeDocument/2006/relationships/slideLayout" Target="../slideLayouts/slideLayout61.xml"/><Relationship Id="rId3" Type="http://schemas.openxmlformats.org/officeDocument/2006/relationships/slideLayout" Target="../slideLayouts/slideLayout62.xml"/><Relationship Id="rId4" Type="http://schemas.openxmlformats.org/officeDocument/2006/relationships/slideLayout" Target="../slideLayouts/slideLayout63.xml"/><Relationship Id="rId9" Type="http://schemas.openxmlformats.org/officeDocument/2006/relationships/slideLayout" Target="../slideLayouts/slideLayout68.xml"/><Relationship Id="rId5" Type="http://schemas.openxmlformats.org/officeDocument/2006/relationships/slideLayout" Target="../slideLayouts/slideLayout64.xml"/><Relationship Id="rId6" Type="http://schemas.openxmlformats.org/officeDocument/2006/relationships/slideLayout" Target="../slideLayouts/slideLayout65.xml"/><Relationship Id="rId7" Type="http://schemas.openxmlformats.org/officeDocument/2006/relationships/slideLayout" Target="../slideLayouts/slideLayout66.xml"/><Relationship Id="rId8" Type="http://schemas.openxmlformats.org/officeDocument/2006/relationships/slideLayout" Target="../slideLayouts/slideLayout6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g1f101420651_7_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g1f101420651_7_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g1f101420651_7_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rgbClr val="141414"/>
        </a:solidFill>
      </p:bgPr>
    </p:bg>
    <p:spTree>
      <p:nvGrpSpPr>
        <p:cNvPr id="50" name="Shape 50"/>
        <p:cNvGrpSpPr/>
        <p:nvPr/>
      </p:nvGrpSpPr>
      <p:grpSpPr>
        <a:xfrm>
          <a:off x="0" y="0"/>
          <a:ext cx="0" cy="0"/>
          <a:chOff x="0" y="0"/>
          <a:chExt cx="0" cy="0"/>
        </a:xfrm>
      </p:grpSpPr>
      <p:sp>
        <p:nvSpPr>
          <p:cNvPr id="51" name="Google Shape;51;g1f101420651_2_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1pPr>
            <a:lvl2pPr lvl="1"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2pPr>
            <a:lvl3pPr lvl="2"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3pPr>
            <a:lvl4pPr lvl="3"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4pPr>
            <a:lvl5pPr lvl="4"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5pPr>
            <a:lvl6pPr lvl="5"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6pPr>
            <a:lvl7pPr lvl="6"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7pPr>
            <a:lvl8pPr lvl="7"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8pPr>
            <a:lvl9pPr lvl="8"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9pPr>
          </a:lstStyle>
          <a:p/>
        </p:txBody>
      </p:sp>
      <p:sp>
        <p:nvSpPr>
          <p:cNvPr id="52" name="Google Shape;52;g1f101420651_2_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marR="0" rtl="0" algn="l">
              <a:lnSpc>
                <a:spcPct val="115000"/>
              </a:lnSpc>
              <a:spcBef>
                <a:spcPts val="0"/>
              </a:spcBef>
              <a:spcAft>
                <a:spcPts val="0"/>
              </a:spcAft>
              <a:buClr>
                <a:schemeClr val="lt1"/>
              </a:buClr>
              <a:buSzPts val="1300"/>
              <a:buFont typeface="Lato"/>
              <a:buChar char="●"/>
              <a:defRPr b="0" i="0" sz="1300" u="none" cap="none" strike="noStrike">
                <a:solidFill>
                  <a:schemeClr val="lt1"/>
                </a:solidFill>
                <a:latin typeface="Lato"/>
                <a:ea typeface="Lato"/>
                <a:cs typeface="Lato"/>
                <a:sym typeface="Lato"/>
              </a:defRPr>
            </a:lvl1pPr>
            <a:lvl2pPr indent="-298450" lvl="1" marL="9144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2pPr>
            <a:lvl3pPr indent="-298450" lvl="2" marL="13716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3pPr>
            <a:lvl4pPr indent="-298450" lvl="3" marL="18288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4pPr>
            <a:lvl5pPr indent="-298450" lvl="4" marL="22860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5pPr>
            <a:lvl6pPr indent="-298450" lvl="5" marL="27432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6pPr>
            <a:lvl7pPr indent="-298450" lvl="6" marL="32004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7pPr>
            <a:lvl8pPr indent="-298450" lvl="7" marL="36576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8pPr>
            <a:lvl9pPr indent="-298450" lvl="8" marL="41148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9pPr>
          </a:lstStyle>
          <a:p/>
        </p:txBody>
      </p:sp>
      <p:sp>
        <p:nvSpPr>
          <p:cNvPr id="53" name="Google Shape;53;g1f101420651_2_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rgbClr val="141414"/>
        </a:solidFill>
      </p:bgPr>
    </p:bg>
    <p:spTree>
      <p:nvGrpSpPr>
        <p:cNvPr id="181" name="Shape 181"/>
        <p:cNvGrpSpPr/>
        <p:nvPr/>
      </p:nvGrpSpPr>
      <p:grpSpPr>
        <a:xfrm>
          <a:off x="0" y="0"/>
          <a:ext cx="0" cy="0"/>
          <a:chOff x="0" y="0"/>
          <a:chExt cx="0" cy="0"/>
        </a:xfrm>
      </p:grpSpPr>
      <p:sp>
        <p:nvSpPr>
          <p:cNvPr id="182" name="Google Shape;182;g1f101420651_2_13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1pPr>
            <a:lvl2pPr lvl="1"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2pPr>
            <a:lvl3pPr lvl="2"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3pPr>
            <a:lvl4pPr lvl="3"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4pPr>
            <a:lvl5pPr lvl="4"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5pPr>
            <a:lvl6pPr lvl="5"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6pPr>
            <a:lvl7pPr lvl="6"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7pPr>
            <a:lvl8pPr lvl="7"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8pPr>
            <a:lvl9pPr lvl="8"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9pPr>
          </a:lstStyle>
          <a:p/>
        </p:txBody>
      </p:sp>
      <p:sp>
        <p:nvSpPr>
          <p:cNvPr id="183" name="Google Shape;183;g1f101420651_2_13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marR="0" rtl="0" algn="l">
              <a:lnSpc>
                <a:spcPct val="115000"/>
              </a:lnSpc>
              <a:spcBef>
                <a:spcPts val="0"/>
              </a:spcBef>
              <a:spcAft>
                <a:spcPts val="0"/>
              </a:spcAft>
              <a:buClr>
                <a:schemeClr val="lt1"/>
              </a:buClr>
              <a:buSzPts val="1300"/>
              <a:buFont typeface="Lato"/>
              <a:buChar char="●"/>
              <a:defRPr b="0" i="0" sz="1300" u="none" cap="none" strike="noStrike">
                <a:solidFill>
                  <a:schemeClr val="lt1"/>
                </a:solidFill>
                <a:latin typeface="Lato"/>
                <a:ea typeface="Lato"/>
                <a:cs typeface="Lato"/>
                <a:sym typeface="Lato"/>
              </a:defRPr>
            </a:lvl1pPr>
            <a:lvl2pPr indent="-298450" lvl="1" marL="9144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2pPr>
            <a:lvl3pPr indent="-298450" lvl="2" marL="13716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3pPr>
            <a:lvl4pPr indent="-298450" lvl="3" marL="18288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4pPr>
            <a:lvl5pPr indent="-298450" lvl="4" marL="22860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5pPr>
            <a:lvl6pPr indent="-298450" lvl="5" marL="27432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6pPr>
            <a:lvl7pPr indent="-298450" lvl="6" marL="32004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7pPr>
            <a:lvl8pPr indent="-298450" lvl="7" marL="36576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8pPr>
            <a:lvl9pPr indent="-298450" lvl="8" marL="41148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9pPr>
          </a:lstStyle>
          <a:p/>
        </p:txBody>
      </p:sp>
      <p:sp>
        <p:nvSpPr>
          <p:cNvPr id="184" name="Google Shape;184;g1f101420651_2_1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312" name="Shape 312"/>
        <p:cNvGrpSpPr/>
        <p:nvPr/>
      </p:nvGrpSpPr>
      <p:grpSpPr>
        <a:xfrm>
          <a:off x="0" y="0"/>
          <a:ext cx="0" cy="0"/>
          <a:chOff x="0" y="0"/>
          <a:chExt cx="0" cy="0"/>
        </a:xfrm>
      </p:grpSpPr>
      <p:sp>
        <p:nvSpPr>
          <p:cNvPr id="313" name="Google Shape;313;p30"/>
          <p:cNvSpPr txBox="1"/>
          <p:nvPr>
            <p:ph type="title"/>
          </p:nvPr>
        </p:nvSpPr>
        <p:spPr>
          <a:xfrm>
            <a:off x="311700" y="445025"/>
            <a:ext cx="8520600" cy="572700"/>
          </a:xfrm>
          <a:prstGeom prst="rect">
            <a:avLst/>
          </a:prstGeom>
          <a:noFill/>
          <a:ln>
            <a:noFill/>
          </a:ln>
        </p:spPr>
        <p:txBody>
          <a:bodyPr anchorCtr="0" anchor="t" bIns="68575" lIns="68575" spcFirstLastPara="1" rIns="68575" wrap="square" tIns="68575">
            <a:normAutofit/>
          </a:bodyPr>
          <a:lstStyle>
            <a:lvl1pPr lvl="0" marR="0" rtl="0" algn="l">
              <a:lnSpc>
                <a:spcPct val="100000"/>
              </a:lnSpc>
              <a:spcBef>
                <a:spcPts val="0"/>
              </a:spcBef>
              <a:spcAft>
                <a:spcPts val="0"/>
              </a:spcAft>
              <a:buClr>
                <a:schemeClr val="dk1"/>
              </a:buClr>
              <a:buSzPts val="2100"/>
              <a:buFont typeface="Arial"/>
              <a:buNone/>
              <a:defRPr b="0" i="0" sz="21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100"/>
              <a:buFont typeface="Arial"/>
              <a:buNone/>
              <a:defRPr b="0" i="0" sz="21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100"/>
              <a:buFont typeface="Arial"/>
              <a:buNone/>
              <a:defRPr b="0" i="0" sz="21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100"/>
              <a:buFont typeface="Arial"/>
              <a:buNone/>
              <a:defRPr b="0" i="0" sz="21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100"/>
              <a:buFont typeface="Arial"/>
              <a:buNone/>
              <a:defRPr b="0" i="0" sz="21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100"/>
              <a:buFont typeface="Arial"/>
              <a:buNone/>
              <a:defRPr b="0" i="0" sz="21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100"/>
              <a:buFont typeface="Arial"/>
              <a:buNone/>
              <a:defRPr b="0" i="0" sz="21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100"/>
              <a:buFont typeface="Arial"/>
              <a:buNone/>
              <a:defRPr b="0" i="0" sz="21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100"/>
              <a:buFont typeface="Arial"/>
              <a:buNone/>
              <a:defRPr b="0" i="0" sz="2100" u="none" cap="none" strike="noStrike">
                <a:solidFill>
                  <a:schemeClr val="dk1"/>
                </a:solidFill>
                <a:latin typeface="Arial"/>
                <a:ea typeface="Arial"/>
                <a:cs typeface="Arial"/>
                <a:sym typeface="Arial"/>
              </a:defRPr>
            </a:lvl9pPr>
          </a:lstStyle>
          <a:p/>
        </p:txBody>
      </p:sp>
      <p:sp>
        <p:nvSpPr>
          <p:cNvPr id="314" name="Google Shape;314;p30"/>
          <p:cNvSpPr txBox="1"/>
          <p:nvPr>
            <p:ph idx="1" type="body"/>
          </p:nvPr>
        </p:nvSpPr>
        <p:spPr>
          <a:xfrm>
            <a:off x="311700" y="1152475"/>
            <a:ext cx="8520600" cy="3416400"/>
          </a:xfrm>
          <a:prstGeom prst="rect">
            <a:avLst/>
          </a:prstGeom>
          <a:noFill/>
          <a:ln>
            <a:noFill/>
          </a:ln>
        </p:spPr>
        <p:txBody>
          <a:bodyPr anchorCtr="0" anchor="t" bIns="68575" lIns="68575" spcFirstLastPara="1" rIns="68575" wrap="square" tIns="68575">
            <a:normAutofit/>
          </a:bodyPr>
          <a:lstStyle>
            <a:lvl1pPr indent="-317500" lvl="0" marL="457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1pPr>
            <a:lvl2pPr indent="-298450" lvl="1" marL="914400" marR="0" rtl="0" algn="l">
              <a:lnSpc>
                <a:spcPct val="115000"/>
              </a:lnSpc>
              <a:spcBef>
                <a:spcPts val="0"/>
              </a:spcBef>
              <a:spcAft>
                <a:spcPts val="0"/>
              </a:spcAft>
              <a:buClr>
                <a:schemeClr val="dk2"/>
              </a:buClr>
              <a:buSzPts val="1100"/>
              <a:buFont typeface="Arial"/>
              <a:buChar char="○"/>
              <a:defRPr b="0" i="0" sz="1400" u="none" cap="none" strike="noStrike">
                <a:solidFill>
                  <a:schemeClr val="dk2"/>
                </a:solidFill>
                <a:latin typeface="Arial"/>
                <a:ea typeface="Arial"/>
                <a:cs typeface="Arial"/>
                <a:sym typeface="Arial"/>
              </a:defRPr>
            </a:lvl2pPr>
            <a:lvl3pPr indent="-298450" lvl="2" marL="1371600" marR="0" rtl="0" algn="l">
              <a:lnSpc>
                <a:spcPct val="115000"/>
              </a:lnSpc>
              <a:spcBef>
                <a:spcPts val="0"/>
              </a:spcBef>
              <a:spcAft>
                <a:spcPts val="0"/>
              </a:spcAft>
              <a:buClr>
                <a:schemeClr val="dk2"/>
              </a:buClr>
              <a:buSzPts val="1100"/>
              <a:buFont typeface="Arial"/>
              <a:buChar char="■"/>
              <a:defRPr b="0" i="0" sz="1400" u="none" cap="none" strike="noStrike">
                <a:solidFill>
                  <a:schemeClr val="dk2"/>
                </a:solidFill>
                <a:latin typeface="Arial"/>
                <a:ea typeface="Arial"/>
                <a:cs typeface="Arial"/>
                <a:sym typeface="Arial"/>
              </a:defRPr>
            </a:lvl3pPr>
            <a:lvl4pPr indent="-298450" lvl="3" marL="1828800" marR="0" rtl="0" algn="l">
              <a:lnSpc>
                <a:spcPct val="115000"/>
              </a:lnSpc>
              <a:spcBef>
                <a:spcPts val="0"/>
              </a:spcBef>
              <a:spcAft>
                <a:spcPts val="0"/>
              </a:spcAft>
              <a:buClr>
                <a:schemeClr val="dk2"/>
              </a:buClr>
              <a:buSzPts val="1100"/>
              <a:buFont typeface="Arial"/>
              <a:buChar char="●"/>
              <a:defRPr b="0" i="0" sz="1400" u="none" cap="none" strike="noStrike">
                <a:solidFill>
                  <a:schemeClr val="dk2"/>
                </a:solidFill>
                <a:latin typeface="Arial"/>
                <a:ea typeface="Arial"/>
                <a:cs typeface="Arial"/>
                <a:sym typeface="Arial"/>
              </a:defRPr>
            </a:lvl4pPr>
            <a:lvl5pPr indent="-298450" lvl="4" marL="2286000" marR="0" rtl="0" algn="l">
              <a:lnSpc>
                <a:spcPct val="115000"/>
              </a:lnSpc>
              <a:spcBef>
                <a:spcPts val="0"/>
              </a:spcBef>
              <a:spcAft>
                <a:spcPts val="0"/>
              </a:spcAft>
              <a:buClr>
                <a:schemeClr val="dk2"/>
              </a:buClr>
              <a:buSzPts val="1100"/>
              <a:buFont typeface="Arial"/>
              <a:buChar char="○"/>
              <a:defRPr b="0" i="0" sz="1400" u="none" cap="none" strike="noStrike">
                <a:solidFill>
                  <a:schemeClr val="dk2"/>
                </a:solidFill>
                <a:latin typeface="Arial"/>
                <a:ea typeface="Arial"/>
                <a:cs typeface="Arial"/>
                <a:sym typeface="Arial"/>
              </a:defRPr>
            </a:lvl5pPr>
            <a:lvl6pPr indent="-298450" lvl="5" marL="2743200" marR="0" rtl="0" algn="l">
              <a:lnSpc>
                <a:spcPct val="115000"/>
              </a:lnSpc>
              <a:spcBef>
                <a:spcPts val="0"/>
              </a:spcBef>
              <a:spcAft>
                <a:spcPts val="0"/>
              </a:spcAft>
              <a:buClr>
                <a:schemeClr val="dk2"/>
              </a:buClr>
              <a:buSzPts val="1100"/>
              <a:buFont typeface="Arial"/>
              <a:buChar char="■"/>
              <a:defRPr b="0" i="0" sz="1400" u="none" cap="none" strike="noStrike">
                <a:solidFill>
                  <a:schemeClr val="dk2"/>
                </a:solidFill>
                <a:latin typeface="Arial"/>
                <a:ea typeface="Arial"/>
                <a:cs typeface="Arial"/>
                <a:sym typeface="Arial"/>
              </a:defRPr>
            </a:lvl6pPr>
            <a:lvl7pPr indent="-298450" lvl="6" marL="3200400" marR="0" rtl="0" algn="l">
              <a:lnSpc>
                <a:spcPct val="115000"/>
              </a:lnSpc>
              <a:spcBef>
                <a:spcPts val="0"/>
              </a:spcBef>
              <a:spcAft>
                <a:spcPts val="0"/>
              </a:spcAft>
              <a:buClr>
                <a:schemeClr val="dk2"/>
              </a:buClr>
              <a:buSzPts val="1100"/>
              <a:buFont typeface="Arial"/>
              <a:buChar char="●"/>
              <a:defRPr b="0" i="0" sz="1400" u="none" cap="none" strike="noStrike">
                <a:solidFill>
                  <a:schemeClr val="dk2"/>
                </a:solidFill>
                <a:latin typeface="Arial"/>
                <a:ea typeface="Arial"/>
                <a:cs typeface="Arial"/>
                <a:sym typeface="Arial"/>
              </a:defRPr>
            </a:lvl7pPr>
            <a:lvl8pPr indent="-298450" lvl="7" marL="3657600" marR="0" rtl="0" algn="l">
              <a:lnSpc>
                <a:spcPct val="115000"/>
              </a:lnSpc>
              <a:spcBef>
                <a:spcPts val="0"/>
              </a:spcBef>
              <a:spcAft>
                <a:spcPts val="0"/>
              </a:spcAft>
              <a:buClr>
                <a:schemeClr val="dk2"/>
              </a:buClr>
              <a:buSzPts val="1100"/>
              <a:buFont typeface="Arial"/>
              <a:buChar char="○"/>
              <a:defRPr b="0" i="0" sz="1400" u="none" cap="none" strike="noStrike">
                <a:solidFill>
                  <a:schemeClr val="dk2"/>
                </a:solidFill>
                <a:latin typeface="Arial"/>
                <a:ea typeface="Arial"/>
                <a:cs typeface="Arial"/>
                <a:sym typeface="Arial"/>
              </a:defRPr>
            </a:lvl8pPr>
            <a:lvl9pPr indent="-298450" lvl="8" marL="4114800" marR="0" rtl="0" algn="l">
              <a:lnSpc>
                <a:spcPct val="115000"/>
              </a:lnSpc>
              <a:spcBef>
                <a:spcPts val="0"/>
              </a:spcBef>
              <a:spcAft>
                <a:spcPts val="0"/>
              </a:spcAft>
              <a:buClr>
                <a:schemeClr val="dk2"/>
              </a:buClr>
              <a:buSzPts val="1100"/>
              <a:buFont typeface="Arial"/>
              <a:buChar char="■"/>
              <a:defRPr b="0" i="0" sz="1400" u="none" cap="none" strike="noStrike">
                <a:solidFill>
                  <a:schemeClr val="dk2"/>
                </a:solidFill>
                <a:latin typeface="Arial"/>
                <a:ea typeface="Arial"/>
                <a:cs typeface="Arial"/>
                <a:sym typeface="Arial"/>
              </a:defRPr>
            </a:lvl9pPr>
          </a:lstStyle>
          <a:p/>
        </p:txBody>
      </p:sp>
      <p:sp>
        <p:nvSpPr>
          <p:cNvPr id="315" name="Google Shape;315;p30"/>
          <p:cNvSpPr txBox="1"/>
          <p:nvPr>
            <p:ph idx="12" type="sldNum"/>
          </p:nvPr>
        </p:nvSpPr>
        <p:spPr>
          <a:xfrm>
            <a:off x="8472458" y="4663217"/>
            <a:ext cx="548700" cy="393600"/>
          </a:xfrm>
          <a:prstGeom prst="rect">
            <a:avLst/>
          </a:prstGeom>
          <a:noFill/>
          <a:ln>
            <a:noFill/>
          </a:ln>
        </p:spPr>
        <p:txBody>
          <a:bodyPr anchorCtr="0" anchor="ctr" bIns="68575" lIns="68575" spcFirstLastPara="1" rIns="68575" wrap="square" tIns="68575">
            <a:normAutofit/>
          </a:bodyPr>
          <a:lstStyle>
            <a:lvl1pPr indent="0" lvl="0" marL="0" marR="0" rtl="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rgbClr val="141414"/>
        </a:solidFill>
      </p:bgPr>
    </p:bg>
    <p:spTree>
      <p:nvGrpSpPr>
        <p:cNvPr id="363" name="Shape 363"/>
        <p:cNvGrpSpPr/>
        <p:nvPr/>
      </p:nvGrpSpPr>
      <p:grpSpPr>
        <a:xfrm>
          <a:off x="0" y="0"/>
          <a:ext cx="0" cy="0"/>
          <a:chOff x="0" y="0"/>
          <a:chExt cx="0" cy="0"/>
        </a:xfrm>
      </p:grpSpPr>
      <p:sp>
        <p:nvSpPr>
          <p:cNvPr id="364" name="Google Shape;364;g2d52878b4a1_2_4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1pPr>
            <a:lvl2pPr lvl="1"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2pPr>
            <a:lvl3pPr lvl="2"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3pPr>
            <a:lvl4pPr lvl="3"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4pPr>
            <a:lvl5pPr lvl="4"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5pPr>
            <a:lvl6pPr lvl="5"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6pPr>
            <a:lvl7pPr lvl="6"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7pPr>
            <a:lvl8pPr lvl="7"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8pPr>
            <a:lvl9pPr lvl="8"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9pPr>
          </a:lstStyle>
          <a:p/>
        </p:txBody>
      </p:sp>
      <p:sp>
        <p:nvSpPr>
          <p:cNvPr id="365" name="Google Shape;365;g2d52878b4a1_2_4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marR="0" rtl="0" algn="l">
              <a:lnSpc>
                <a:spcPct val="115000"/>
              </a:lnSpc>
              <a:spcBef>
                <a:spcPts val="0"/>
              </a:spcBef>
              <a:spcAft>
                <a:spcPts val="0"/>
              </a:spcAft>
              <a:buClr>
                <a:schemeClr val="lt1"/>
              </a:buClr>
              <a:buSzPts val="1300"/>
              <a:buFont typeface="Lato"/>
              <a:buChar char="●"/>
              <a:defRPr b="0" i="0" sz="1300" u="none" cap="none" strike="noStrike">
                <a:solidFill>
                  <a:schemeClr val="lt1"/>
                </a:solidFill>
                <a:latin typeface="Lato"/>
                <a:ea typeface="Lato"/>
                <a:cs typeface="Lato"/>
                <a:sym typeface="Lato"/>
              </a:defRPr>
            </a:lvl1pPr>
            <a:lvl2pPr indent="-298450" lvl="1" marL="9144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2pPr>
            <a:lvl3pPr indent="-298450" lvl="2" marL="13716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3pPr>
            <a:lvl4pPr indent="-298450" lvl="3" marL="18288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4pPr>
            <a:lvl5pPr indent="-298450" lvl="4" marL="22860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5pPr>
            <a:lvl6pPr indent="-298450" lvl="5" marL="27432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6pPr>
            <a:lvl7pPr indent="-298450" lvl="6" marL="32004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7pPr>
            <a:lvl8pPr indent="-298450" lvl="7" marL="36576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8pPr>
            <a:lvl9pPr indent="-298450" lvl="8" marL="41148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9pPr>
          </a:lstStyle>
          <a:p/>
        </p:txBody>
      </p:sp>
      <p:sp>
        <p:nvSpPr>
          <p:cNvPr id="366" name="Google Shape;366;g2d52878b4a1_2_4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rgbClr val="141414"/>
        </a:solidFill>
      </p:bgPr>
    </p:bg>
    <p:spTree>
      <p:nvGrpSpPr>
        <p:cNvPr id="494" name="Shape 494"/>
        <p:cNvGrpSpPr/>
        <p:nvPr/>
      </p:nvGrpSpPr>
      <p:grpSpPr>
        <a:xfrm>
          <a:off x="0" y="0"/>
          <a:ext cx="0" cy="0"/>
          <a:chOff x="0" y="0"/>
          <a:chExt cx="0" cy="0"/>
        </a:xfrm>
      </p:grpSpPr>
      <p:sp>
        <p:nvSpPr>
          <p:cNvPr id="495" name="Google Shape;495;g2d52878b4a1_2_17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1pPr>
            <a:lvl2pPr lvl="1"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2pPr>
            <a:lvl3pPr lvl="2"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3pPr>
            <a:lvl4pPr lvl="3"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4pPr>
            <a:lvl5pPr lvl="4"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5pPr>
            <a:lvl6pPr lvl="5"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6pPr>
            <a:lvl7pPr lvl="6"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7pPr>
            <a:lvl8pPr lvl="7"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8pPr>
            <a:lvl9pPr lvl="8"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9pPr>
          </a:lstStyle>
          <a:p/>
        </p:txBody>
      </p:sp>
      <p:sp>
        <p:nvSpPr>
          <p:cNvPr id="496" name="Google Shape;496;g2d52878b4a1_2_17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marR="0" rtl="0" algn="l">
              <a:lnSpc>
                <a:spcPct val="115000"/>
              </a:lnSpc>
              <a:spcBef>
                <a:spcPts val="0"/>
              </a:spcBef>
              <a:spcAft>
                <a:spcPts val="0"/>
              </a:spcAft>
              <a:buClr>
                <a:schemeClr val="lt1"/>
              </a:buClr>
              <a:buSzPts val="1300"/>
              <a:buFont typeface="Lato"/>
              <a:buChar char="●"/>
              <a:defRPr b="0" i="0" sz="1300" u="none" cap="none" strike="noStrike">
                <a:solidFill>
                  <a:schemeClr val="lt1"/>
                </a:solidFill>
                <a:latin typeface="Lato"/>
                <a:ea typeface="Lato"/>
                <a:cs typeface="Lato"/>
                <a:sym typeface="Lato"/>
              </a:defRPr>
            </a:lvl1pPr>
            <a:lvl2pPr indent="-298450" lvl="1" marL="9144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2pPr>
            <a:lvl3pPr indent="-298450" lvl="2" marL="13716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3pPr>
            <a:lvl4pPr indent="-298450" lvl="3" marL="18288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4pPr>
            <a:lvl5pPr indent="-298450" lvl="4" marL="22860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5pPr>
            <a:lvl6pPr indent="-298450" lvl="5" marL="27432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6pPr>
            <a:lvl7pPr indent="-298450" lvl="6" marL="32004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7pPr>
            <a:lvl8pPr indent="-298450" lvl="7" marL="36576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8pPr>
            <a:lvl9pPr indent="-298450" lvl="8" marL="41148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9pPr>
          </a:lstStyle>
          <a:p/>
        </p:txBody>
      </p:sp>
      <p:sp>
        <p:nvSpPr>
          <p:cNvPr id="497" name="Google Shape;497;g2d52878b4a1_2_17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1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1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5.xml"/><Relationship Id="rId3"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8.xml"/><Relationship Id="rId3" Type="http://schemas.openxmlformats.org/officeDocument/2006/relationships/image" Target="../media/image2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 Id="rId3" Type="http://schemas.openxmlformats.org/officeDocument/2006/relationships/image" Target="../media/image5.png"/><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Relationship Id="rId3"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 Id="rId3" Type="http://schemas.openxmlformats.org/officeDocument/2006/relationships/image" Target="../media/image1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5.xml"/><Relationship Id="rId3" Type="http://schemas.openxmlformats.org/officeDocument/2006/relationships/image" Target="../media/image1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26.xml"/><Relationship Id="rId3" Type="http://schemas.openxmlformats.org/officeDocument/2006/relationships/image" Target="../media/image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0.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0.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0.xml"/><Relationship Id="rId2" Type="http://schemas.openxmlformats.org/officeDocument/2006/relationships/notesSlide" Target="../notesSlides/notesSlide29.xml"/><Relationship Id="rId3" Type="http://schemas.openxmlformats.org/officeDocument/2006/relationships/image" Target="../media/image1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0.xml"/><Relationship Id="rId2" Type="http://schemas.openxmlformats.org/officeDocument/2006/relationships/notesSlide" Target="../notesSlides/notesSlide30.xml"/><Relationship Id="rId3" Type="http://schemas.openxmlformats.org/officeDocument/2006/relationships/image" Target="../media/image13.png"/><Relationship Id="rId4" Type="http://schemas.openxmlformats.org/officeDocument/2006/relationships/image" Target="../media/image1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0.xml"/><Relationship Id="rId2" Type="http://schemas.openxmlformats.org/officeDocument/2006/relationships/notesSlide" Target="../notesSlides/notesSlide31.xml"/><Relationship Id="rId3" Type="http://schemas.openxmlformats.org/officeDocument/2006/relationships/image" Target="../media/image1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0.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3.xml"/><Relationship Id="rId3"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8" name="Shape 628"/>
        <p:cNvGrpSpPr/>
        <p:nvPr/>
      </p:nvGrpSpPr>
      <p:grpSpPr>
        <a:xfrm>
          <a:off x="0" y="0"/>
          <a:ext cx="0" cy="0"/>
          <a:chOff x="0" y="0"/>
          <a:chExt cx="0" cy="0"/>
        </a:xfrm>
      </p:grpSpPr>
      <p:pic>
        <p:nvPicPr>
          <p:cNvPr id="629" name="Google Shape;629;g1f101420651_7_45"/>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graphicFrame>
        <p:nvGraphicFramePr>
          <p:cNvPr id="630" name="Google Shape;630;g1f101420651_7_45"/>
          <p:cNvGraphicFramePr/>
          <p:nvPr/>
        </p:nvGraphicFramePr>
        <p:xfrm>
          <a:off x="5328200" y="970025"/>
          <a:ext cx="3000000" cy="3000000"/>
        </p:xfrm>
        <a:graphic>
          <a:graphicData uri="http://schemas.openxmlformats.org/drawingml/2006/table">
            <a:tbl>
              <a:tblPr>
                <a:noFill/>
                <a:tableStyleId>{0A42EE32-FE65-4793-BE92-33E004C390C8}</a:tableStyleId>
              </a:tblPr>
              <a:tblGrid>
                <a:gridCol w="1518200"/>
                <a:gridCol w="2172375"/>
              </a:tblGrid>
              <a:tr h="322450">
                <a:tc>
                  <a:txBody>
                    <a:bodyPr/>
                    <a:lstStyle/>
                    <a:p>
                      <a:pPr indent="0" lvl="0" marL="0" marR="0" rtl="0" algn="l">
                        <a:lnSpc>
                          <a:spcPct val="100000"/>
                        </a:lnSpc>
                        <a:spcBef>
                          <a:spcPts val="0"/>
                        </a:spcBef>
                        <a:spcAft>
                          <a:spcPts val="0"/>
                        </a:spcAft>
                        <a:buClr>
                          <a:srgbClr val="000000"/>
                        </a:buClr>
                        <a:buSzPts val="1420"/>
                        <a:buFont typeface="Arial"/>
                        <a:buNone/>
                      </a:pPr>
                      <a:r>
                        <a:rPr b="1" lang="es" sz="1420" u="none" cap="none" strike="noStrike">
                          <a:solidFill>
                            <a:schemeClr val="dk1"/>
                          </a:solidFill>
                        </a:rPr>
                        <a:t>Día, Fecha:</a:t>
                      </a:r>
                      <a:endParaRPr b="1" sz="142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s" sz="1400" u="none" cap="none" strike="noStrike"/>
                        <a:t>Sábado, 00/00/2025</a:t>
                      </a:r>
                      <a:endParaRPr sz="1400" u="none" cap="none" strike="noStrike"/>
                    </a:p>
                  </a:txBody>
                  <a:tcPr marT="91425" marB="91425" marR="91425" marL="91425"/>
                </a:tc>
              </a:tr>
              <a:tr h="363100">
                <a:tc>
                  <a:txBody>
                    <a:bodyPr/>
                    <a:lstStyle/>
                    <a:p>
                      <a:pPr indent="0" lvl="0" marL="0" marR="0" rtl="0" algn="l">
                        <a:lnSpc>
                          <a:spcPct val="100000"/>
                        </a:lnSpc>
                        <a:spcBef>
                          <a:spcPts val="0"/>
                        </a:spcBef>
                        <a:spcAft>
                          <a:spcPts val="0"/>
                        </a:spcAft>
                        <a:buClr>
                          <a:srgbClr val="000000"/>
                        </a:buClr>
                        <a:buSzPts val="1420"/>
                        <a:buFont typeface="Arial"/>
                        <a:buNone/>
                      </a:pPr>
                      <a:r>
                        <a:rPr b="1" lang="es" sz="1420" u="none" cap="none" strike="noStrike">
                          <a:solidFill>
                            <a:schemeClr val="dk1"/>
                          </a:solidFill>
                        </a:rPr>
                        <a:t>Hora de inicio:</a:t>
                      </a:r>
                      <a:endParaRPr b="1" sz="142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s" sz="1400" u="none" cap="none" strike="noStrike"/>
                        <a:t>00:00</a:t>
                      </a:r>
                      <a:endParaRPr sz="1400" u="none" cap="none" strike="noStrike"/>
                    </a:p>
                  </a:txBody>
                  <a:tcPr marT="91425" marB="91425" marR="91425" marL="91425"/>
                </a:tc>
              </a:tr>
            </a:tbl>
          </a:graphicData>
        </a:graphic>
      </p:graphicFrame>
      <p:sp>
        <p:nvSpPr>
          <p:cNvPr id="631" name="Google Shape;631;g1f101420651_7_45"/>
          <p:cNvSpPr txBox="1"/>
          <p:nvPr/>
        </p:nvSpPr>
        <p:spPr>
          <a:xfrm>
            <a:off x="1440175" y="2258300"/>
            <a:ext cx="5586600" cy="954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0" i="0" lang="es" sz="2500" u="none" cap="none" strike="noStrike">
                <a:solidFill>
                  <a:srgbClr val="000000"/>
                </a:solidFill>
                <a:latin typeface="Arial"/>
                <a:ea typeface="Arial"/>
                <a:cs typeface="Arial"/>
                <a:sym typeface="Arial"/>
              </a:rPr>
              <a:t>Modelación y Simulación 2 </a:t>
            </a:r>
            <a:endParaRPr b="0" i="0" sz="2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500"/>
              <a:buFont typeface="Arial"/>
              <a:buNone/>
            </a:pPr>
            <a:r>
              <a:rPr b="0" i="0" lang="es" sz="2500" u="none" cap="none" strike="noStrike">
                <a:solidFill>
                  <a:srgbClr val="000000"/>
                </a:solidFill>
                <a:latin typeface="Arial"/>
                <a:ea typeface="Arial"/>
                <a:cs typeface="Arial"/>
                <a:sym typeface="Arial"/>
              </a:rPr>
              <a:t>[Sección #]</a:t>
            </a:r>
            <a:endParaRPr b="0" i="0" sz="2500" u="none" cap="none" strike="noStrike">
              <a:solidFill>
                <a:srgbClr val="000000"/>
              </a:solidFill>
              <a:latin typeface="Arial"/>
              <a:ea typeface="Arial"/>
              <a:cs typeface="Arial"/>
              <a:sym typeface="Arial"/>
            </a:endParaRPr>
          </a:p>
        </p:txBody>
      </p:sp>
      <p:sp>
        <p:nvSpPr>
          <p:cNvPr id="632" name="Google Shape;632;g1f101420651_7_45"/>
          <p:cNvSpPr txBox="1"/>
          <p:nvPr/>
        </p:nvSpPr>
        <p:spPr>
          <a:xfrm>
            <a:off x="1778700" y="3212600"/>
            <a:ext cx="55866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000000"/>
                </a:solidFill>
                <a:latin typeface="Arial"/>
                <a:ea typeface="Arial"/>
                <a:cs typeface="Arial"/>
                <a:sym typeface="Arial"/>
              </a:rPr>
              <a:t>Nombre del auxiliar</a:t>
            </a:r>
            <a:endParaRPr b="0" i="0" sz="20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6" name="Shape 636"/>
        <p:cNvGrpSpPr/>
        <p:nvPr/>
      </p:nvGrpSpPr>
      <p:grpSpPr>
        <a:xfrm>
          <a:off x="0" y="0"/>
          <a:ext cx="0" cy="0"/>
          <a:chOff x="0" y="0"/>
          <a:chExt cx="0" cy="0"/>
        </a:xfrm>
      </p:grpSpPr>
      <p:sp>
        <p:nvSpPr>
          <p:cNvPr id="637" name="Google Shape;637;p2"/>
          <p:cNvSpPr txBox="1"/>
          <p:nvPr>
            <p:ph type="title"/>
          </p:nvPr>
        </p:nvSpPr>
        <p:spPr>
          <a:xfrm>
            <a:off x="1297500" y="784850"/>
            <a:ext cx="7038900" cy="78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400"/>
              <a:buNone/>
            </a:pPr>
            <a:r>
              <a:rPr b="1" lang="es">
                <a:solidFill>
                  <a:srgbClr val="6AA84F"/>
                </a:solidFill>
              </a:rPr>
              <a:t>AGENDA DE LA CLASE</a:t>
            </a:r>
            <a:endParaRPr b="1">
              <a:solidFill>
                <a:srgbClr val="6AA84F"/>
              </a:solidFill>
            </a:endParaRPr>
          </a:p>
        </p:txBody>
      </p:sp>
      <p:sp>
        <p:nvSpPr>
          <p:cNvPr id="638" name="Google Shape;638;p2"/>
          <p:cNvSpPr txBox="1"/>
          <p:nvPr>
            <p:ph idx="1" type="body"/>
          </p:nvPr>
        </p:nvSpPr>
        <p:spPr>
          <a:xfrm>
            <a:off x="1297500" y="1567550"/>
            <a:ext cx="7038900" cy="29112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300"/>
              <a:buNone/>
            </a:pPr>
            <a:r>
              <a:t/>
            </a:r>
            <a:endParaRPr sz="2000"/>
          </a:p>
          <a:p>
            <a:pPr indent="-355600" lvl="0" marL="457200" rtl="0" algn="l">
              <a:lnSpc>
                <a:spcPct val="115000"/>
              </a:lnSpc>
              <a:spcBef>
                <a:spcPts val="0"/>
              </a:spcBef>
              <a:spcAft>
                <a:spcPts val="0"/>
              </a:spcAft>
              <a:buSzPts val="2000"/>
              <a:buChar char="●"/>
            </a:pPr>
            <a:r>
              <a:rPr lang="es" sz="2000"/>
              <a:t>Explicación y uso de data tables</a:t>
            </a:r>
            <a:endParaRPr sz="2000"/>
          </a:p>
          <a:p>
            <a:pPr indent="-355600" lvl="0" marL="457200" rtl="0" algn="l">
              <a:lnSpc>
                <a:spcPct val="115000"/>
              </a:lnSpc>
              <a:spcBef>
                <a:spcPts val="0"/>
              </a:spcBef>
              <a:spcAft>
                <a:spcPts val="0"/>
              </a:spcAft>
              <a:buSzPts val="2000"/>
              <a:buChar char="●"/>
            </a:pPr>
            <a:r>
              <a:rPr lang="es" sz="2000"/>
              <a:t>Explicación y uso de rate tables</a:t>
            </a:r>
            <a:endParaRPr sz="2000"/>
          </a:p>
          <a:p>
            <a:pPr indent="-355600" lvl="0" marL="457200" rtl="0" algn="l">
              <a:lnSpc>
                <a:spcPct val="115000"/>
              </a:lnSpc>
              <a:spcBef>
                <a:spcPts val="0"/>
              </a:spcBef>
              <a:spcAft>
                <a:spcPts val="0"/>
              </a:spcAft>
              <a:buSzPts val="2000"/>
              <a:buChar char="●"/>
            </a:pPr>
            <a:r>
              <a:rPr lang="es" sz="2000"/>
              <a:t>Explicación y uso de work schedule</a:t>
            </a:r>
            <a:endParaRPr sz="2000"/>
          </a:p>
          <a:p>
            <a:pPr indent="-355600" lvl="0" marL="457200" rtl="0" algn="l">
              <a:lnSpc>
                <a:spcPct val="115000"/>
              </a:lnSpc>
              <a:spcBef>
                <a:spcPts val="0"/>
              </a:spcBef>
              <a:spcAft>
                <a:spcPts val="0"/>
              </a:spcAft>
              <a:buSzPts val="2000"/>
              <a:buChar char="●"/>
            </a:pPr>
            <a:r>
              <a:rPr lang="es" sz="2000"/>
              <a:t>Explicación y uso de sequence tables</a:t>
            </a:r>
            <a:endParaRPr sz="20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sp>
        <p:nvSpPr>
          <p:cNvPr id="643" name="Google Shape;643;g22033ba46c8_2_0"/>
          <p:cNvSpPr txBox="1"/>
          <p:nvPr>
            <p:ph type="title"/>
          </p:nvPr>
        </p:nvSpPr>
        <p:spPr>
          <a:xfrm>
            <a:off x="800100" y="1779600"/>
            <a:ext cx="7543800" cy="1584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b="1" lang="es" sz="5300">
                <a:solidFill>
                  <a:srgbClr val="74A050"/>
                </a:solidFill>
              </a:rPr>
              <a:t>Modelos basados en datos</a:t>
            </a:r>
            <a:endParaRPr b="1" sz="5300">
              <a:solidFill>
                <a:srgbClr val="74A05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sp>
        <p:nvSpPr>
          <p:cNvPr id="648" name="Google Shape;648;g22033ba46c8_10_0"/>
          <p:cNvSpPr txBox="1"/>
          <p:nvPr>
            <p:ph idx="1" type="body"/>
          </p:nvPr>
        </p:nvSpPr>
        <p:spPr>
          <a:xfrm>
            <a:off x="809123" y="353367"/>
            <a:ext cx="7525800" cy="4436700"/>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SzPts val="1700"/>
              <a:buNone/>
            </a:pPr>
            <a:r>
              <a:rPr b="1" lang="es" sz="2800">
                <a:solidFill>
                  <a:srgbClr val="74A050"/>
                </a:solidFill>
              </a:rPr>
              <a:t>ENTIDADES</a:t>
            </a:r>
            <a:endParaRPr b="1" sz="2100">
              <a:solidFill>
                <a:srgbClr val="74A050"/>
              </a:solidFill>
            </a:endParaRPr>
          </a:p>
          <a:p>
            <a:pPr indent="-40005" lvl="0" marL="137160" rtl="0" algn="l">
              <a:lnSpc>
                <a:spcPct val="90000"/>
              </a:lnSpc>
              <a:spcBef>
                <a:spcPts val="900"/>
              </a:spcBef>
              <a:spcAft>
                <a:spcPts val="0"/>
              </a:spcAft>
              <a:buSzPts val="1530"/>
              <a:buNone/>
            </a:pPr>
            <a:r>
              <a:t/>
            </a:r>
            <a:endParaRPr b="0" i="0" sz="1800" u="none" strike="noStrike">
              <a:latin typeface="Marcellus"/>
              <a:ea typeface="Marcellus"/>
              <a:cs typeface="Marcellus"/>
              <a:sym typeface="Marcellus"/>
            </a:endParaRPr>
          </a:p>
          <a:p>
            <a:pPr indent="-40005" lvl="0" marL="137160" rtl="0" algn="l">
              <a:lnSpc>
                <a:spcPct val="90000"/>
              </a:lnSpc>
              <a:spcBef>
                <a:spcPts val="900"/>
              </a:spcBef>
              <a:spcAft>
                <a:spcPts val="0"/>
              </a:spcAft>
              <a:buSzPts val="1530"/>
              <a:buNone/>
            </a:pPr>
            <a:r>
              <a:t/>
            </a:r>
            <a:endParaRPr sz="1800">
              <a:latin typeface="Marcellus"/>
              <a:ea typeface="Marcellus"/>
              <a:cs typeface="Marcellus"/>
              <a:sym typeface="Marcellus"/>
            </a:endParaRPr>
          </a:p>
          <a:p>
            <a:pPr indent="-137160" lvl="0" marL="137160" rtl="0" algn="l">
              <a:lnSpc>
                <a:spcPct val="90000"/>
              </a:lnSpc>
              <a:spcBef>
                <a:spcPts val="900"/>
              </a:spcBef>
              <a:spcAft>
                <a:spcPts val="0"/>
              </a:spcAft>
              <a:buSzPts val="1530"/>
              <a:buChar char="●"/>
            </a:pPr>
            <a:r>
              <a:rPr b="0" i="0" lang="es" sz="1800" u="none" strike="noStrike">
                <a:latin typeface="Marcellus"/>
                <a:ea typeface="Marcellus"/>
                <a:cs typeface="Marcellus"/>
                <a:sym typeface="Marcellus"/>
              </a:rPr>
              <a:t>Podemos tener diferentes tipos de entidades</a:t>
            </a:r>
            <a:endParaRPr/>
          </a:p>
          <a:p>
            <a:pPr indent="-137160" lvl="0" marL="137160" rtl="0" algn="l">
              <a:lnSpc>
                <a:spcPct val="90000"/>
              </a:lnSpc>
              <a:spcBef>
                <a:spcPts val="900"/>
              </a:spcBef>
              <a:spcAft>
                <a:spcPts val="0"/>
              </a:spcAft>
              <a:buSzPts val="1530"/>
              <a:buChar char="●"/>
            </a:pPr>
            <a:r>
              <a:rPr b="0" i="0" lang="es" sz="1800" u="none" strike="noStrike">
                <a:latin typeface="Marcellus"/>
                <a:ea typeface="Marcellus"/>
                <a:cs typeface="Marcellus"/>
                <a:sym typeface="Marcellus"/>
              </a:rPr>
              <a:t>Definirles una velocidad deseada en el sistema</a:t>
            </a:r>
            <a:endParaRPr/>
          </a:p>
          <a:p>
            <a:pPr indent="-137160" lvl="0" marL="137160" rtl="0" algn="l">
              <a:lnSpc>
                <a:spcPct val="90000"/>
              </a:lnSpc>
              <a:spcBef>
                <a:spcPts val="900"/>
              </a:spcBef>
              <a:spcAft>
                <a:spcPts val="0"/>
              </a:spcAft>
              <a:buSzPts val="1530"/>
              <a:buChar char="●"/>
            </a:pPr>
            <a:r>
              <a:rPr b="0" i="0" lang="es" sz="1800" u="none" strike="noStrike">
                <a:latin typeface="Marcellus"/>
                <a:ea typeface="Marcellus"/>
                <a:cs typeface="Marcellus"/>
                <a:sym typeface="Marcellus"/>
              </a:rPr>
              <a:t>Cantidad máxima en el sistema</a:t>
            </a:r>
            <a:endParaRPr/>
          </a:p>
          <a:p>
            <a:pPr indent="-137160" lvl="0" marL="137160" rtl="0" algn="l">
              <a:lnSpc>
                <a:spcPct val="90000"/>
              </a:lnSpc>
              <a:spcBef>
                <a:spcPts val="900"/>
              </a:spcBef>
              <a:spcAft>
                <a:spcPts val="1200"/>
              </a:spcAft>
              <a:buSzPts val="1530"/>
              <a:buChar char="●"/>
            </a:pPr>
            <a:r>
              <a:rPr b="0" i="0" lang="es" sz="1800" u="none" strike="noStrike">
                <a:latin typeface="Marcellus"/>
                <a:ea typeface="Marcellus"/>
                <a:cs typeface="Marcellus"/>
                <a:sym typeface="Marcellus"/>
              </a:rPr>
              <a:t>Costos</a:t>
            </a:r>
            <a:endParaRPr/>
          </a:p>
        </p:txBody>
      </p:sp>
      <p:pic>
        <p:nvPicPr>
          <p:cNvPr id="649" name="Google Shape;649;g22033ba46c8_10_0"/>
          <p:cNvPicPr preferRelativeResize="0"/>
          <p:nvPr/>
        </p:nvPicPr>
        <p:blipFill rotWithShape="1">
          <a:blip r:embed="rId3">
            <a:alphaModFix/>
          </a:blip>
          <a:srcRect b="0" l="0" r="0" t="0"/>
          <a:stretch/>
        </p:blipFill>
        <p:spPr>
          <a:xfrm>
            <a:off x="5935152" y="753141"/>
            <a:ext cx="1295826" cy="4036992"/>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3" name="Shape 653"/>
        <p:cNvGrpSpPr/>
        <p:nvPr/>
      </p:nvGrpSpPr>
      <p:grpSpPr>
        <a:xfrm>
          <a:off x="0" y="0"/>
          <a:ext cx="0" cy="0"/>
          <a:chOff x="0" y="0"/>
          <a:chExt cx="0" cy="0"/>
        </a:xfrm>
      </p:grpSpPr>
      <p:sp>
        <p:nvSpPr>
          <p:cNvPr id="654" name="Google Shape;654;g22033ba46c8_4_0"/>
          <p:cNvSpPr txBox="1"/>
          <p:nvPr>
            <p:ph idx="1" type="body"/>
          </p:nvPr>
        </p:nvSpPr>
        <p:spPr>
          <a:xfrm>
            <a:off x="809123" y="353367"/>
            <a:ext cx="7525800" cy="4436700"/>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SzPts val="1700"/>
              <a:buNone/>
            </a:pPr>
            <a:r>
              <a:rPr b="1" lang="es" sz="2500">
                <a:solidFill>
                  <a:srgbClr val="74A050"/>
                </a:solidFill>
              </a:rPr>
              <a:t>TASK SEQUENCE</a:t>
            </a:r>
            <a:endParaRPr b="1" sz="2300">
              <a:solidFill>
                <a:srgbClr val="74A050"/>
              </a:solidFill>
              <a:latin typeface="Marcellus"/>
              <a:ea typeface="Marcellus"/>
              <a:cs typeface="Marcellus"/>
              <a:sym typeface="Marcellus"/>
            </a:endParaRPr>
          </a:p>
          <a:p>
            <a:pPr indent="-130810" lvl="0" marL="137160" rtl="0" algn="l">
              <a:lnSpc>
                <a:spcPct val="90000"/>
              </a:lnSpc>
              <a:spcBef>
                <a:spcPts val="900"/>
              </a:spcBef>
              <a:spcAft>
                <a:spcPts val="0"/>
              </a:spcAft>
              <a:buSzPts val="1430"/>
              <a:buChar char="●"/>
            </a:pPr>
            <a:r>
              <a:rPr b="0" i="0" lang="es" sz="1700" u="none" strike="noStrike">
                <a:latin typeface="Marcellus"/>
                <a:ea typeface="Marcellus"/>
                <a:cs typeface="Marcellus"/>
                <a:sym typeface="Marcellus"/>
              </a:rPr>
              <a:t>Process Type	</a:t>
            </a:r>
            <a:endParaRPr sz="1700">
              <a:latin typeface="Marcellus"/>
              <a:ea typeface="Marcellus"/>
              <a:cs typeface="Marcellus"/>
              <a:sym typeface="Marcellus"/>
            </a:endParaRPr>
          </a:p>
          <a:p>
            <a:pPr indent="-137160" lvl="0" marL="137160" rtl="0" algn="l">
              <a:lnSpc>
                <a:spcPct val="90000"/>
              </a:lnSpc>
              <a:spcBef>
                <a:spcPts val="900"/>
              </a:spcBef>
              <a:spcAft>
                <a:spcPts val="0"/>
              </a:spcAft>
              <a:buSzPts val="1403"/>
              <a:buChar char="●"/>
            </a:pPr>
            <a:r>
              <a:rPr b="0" i="0" lang="es" sz="1550" u="none" strike="noStrike">
                <a:latin typeface="Marcellus"/>
                <a:ea typeface="Marcellus"/>
                <a:cs typeface="Marcellus"/>
                <a:sym typeface="Marcellus"/>
              </a:rPr>
              <a:t>Task Sequence: nos sirve para </a:t>
            </a:r>
            <a:r>
              <a:rPr b="0" i="0" lang="es" sz="1700" u="none" strike="noStrike">
                <a:latin typeface="Marcellus"/>
                <a:ea typeface="Marcellus"/>
                <a:cs typeface="Marcellus"/>
                <a:sym typeface="Marcellus"/>
              </a:rPr>
              <a:t>definir tareas con un tiempo de procesamiento y prioridades que realizará el server cuando esté procesando una entidad</a:t>
            </a:r>
            <a:endParaRPr sz="1200"/>
          </a:p>
          <a:p>
            <a:pPr indent="-130810" lvl="0" marL="137160" rtl="0" algn="l">
              <a:lnSpc>
                <a:spcPct val="90000"/>
              </a:lnSpc>
              <a:spcBef>
                <a:spcPts val="900"/>
              </a:spcBef>
              <a:spcAft>
                <a:spcPts val="0"/>
              </a:spcAft>
              <a:buSzPts val="1430"/>
              <a:buChar char="●"/>
            </a:pPr>
            <a:r>
              <a:rPr b="0" i="0" lang="es" sz="1700" u="none" strike="noStrike">
                <a:latin typeface="Marcellus"/>
                <a:ea typeface="Marcellus"/>
                <a:cs typeface="Marcellus"/>
                <a:sym typeface="Marcellus"/>
              </a:rPr>
              <a:t>Puede ser always, condicional o probabilística</a:t>
            </a:r>
            <a:endParaRPr sz="1200"/>
          </a:p>
          <a:p>
            <a:pPr indent="-40005" lvl="0" marL="137160" rtl="0" algn="l">
              <a:lnSpc>
                <a:spcPct val="90000"/>
              </a:lnSpc>
              <a:spcBef>
                <a:spcPts val="900"/>
              </a:spcBef>
              <a:spcAft>
                <a:spcPts val="0"/>
              </a:spcAft>
              <a:buSzPts val="1530"/>
              <a:buNone/>
            </a:pPr>
            <a:r>
              <a:t/>
            </a:r>
            <a:endParaRPr sz="1800">
              <a:latin typeface="Marcellus"/>
              <a:ea typeface="Marcellus"/>
              <a:cs typeface="Marcellus"/>
              <a:sym typeface="Marcellus"/>
            </a:endParaRPr>
          </a:p>
          <a:p>
            <a:pPr indent="-56197" lvl="0" marL="137160" rtl="0" algn="l">
              <a:lnSpc>
                <a:spcPct val="90000"/>
              </a:lnSpc>
              <a:spcBef>
                <a:spcPts val="900"/>
              </a:spcBef>
              <a:spcAft>
                <a:spcPts val="1200"/>
              </a:spcAft>
              <a:buSzPts val="1275"/>
              <a:buNone/>
            </a:pPr>
            <a:r>
              <a:t/>
            </a:r>
            <a:endParaRPr/>
          </a:p>
        </p:txBody>
      </p:sp>
      <p:pic>
        <p:nvPicPr>
          <p:cNvPr id="655" name="Google Shape;655;g22033ba46c8_4_0"/>
          <p:cNvPicPr preferRelativeResize="0"/>
          <p:nvPr/>
        </p:nvPicPr>
        <p:blipFill rotWithShape="1">
          <a:blip r:embed="rId3">
            <a:alphaModFix/>
          </a:blip>
          <a:srcRect b="0" l="0" r="0" t="0"/>
          <a:stretch/>
        </p:blipFill>
        <p:spPr>
          <a:xfrm>
            <a:off x="2425997" y="2411553"/>
            <a:ext cx="4959739" cy="2378512"/>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9" name="Shape 659"/>
        <p:cNvGrpSpPr/>
        <p:nvPr/>
      </p:nvGrpSpPr>
      <p:grpSpPr>
        <a:xfrm>
          <a:off x="0" y="0"/>
          <a:ext cx="0" cy="0"/>
          <a:chOff x="0" y="0"/>
          <a:chExt cx="0" cy="0"/>
        </a:xfrm>
      </p:grpSpPr>
      <p:sp>
        <p:nvSpPr>
          <p:cNvPr id="660" name="Google Shape;660;g22033ba46c8_8_0"/>
          <p:cNvSpPr txBox="1"/>
          <p:nvPr>
            <p:ph idx="1" type="body"/>
          </p:nvPr>
        </p:nvSpPr>
        <p:spPr>
          <a:xfrm>
            <a:off x="672250" y="490247"/>
            <a:ext cx="7525800" cy="6999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SzPts val="1700"/>
              <a:buNone/>
            </a:pPr>
            <a:r>
              <a:rPr b="1" lang="es" sz="2800">
                <a:solidFill>
                  <a:srgbClr val="6AA84F"/>
                </a:solidFill>
              </a:rPr>
              <a:t>Tipos de tareas en una secuencia</a:t>
            </a:r>
            <a:endParaRPr b="1" sz="2800">
              <a:solidFill>
                <a:srgbClr val="6AA84F"/>
              </a:solidFill>
            </a:endParaRPr>
          </a:p>
          <a:p>
            <a:pPr indent="0" lvl="0" marL="0" rtl="0" algn="just">
              <a:lnSpc>
                <a:spcPct val="90000"/>
              </a:lnSpc>
              <a:spcBef>
                <a:spcPts val="0"/>
              </a:spcBef>
              <a:spcAft>
                <a:spcPts val="0"/>
              </a:spcAft>
              <a:buSzPts val="1700"/>
              <a:buNone/>
            </a:pPr>
            <a:r>
              <a:t/>
            </a:r>
            <a:endParaRPr b="1" sz="2800"/>
          </a:p>
          <a:p>
            <a:pPr indent="0" lvl="0" marL="457200" rtl="0" algn="l">
              <a:lnSpc>
                <a:spcPct val="90000"/>
              </a:lnSpc>
              <a:spcBef>
                <a:spcPts val="900"/>
              </a:spcBef>
              <a:spcAft>
                <a:spcPts val="0"/>
              </a:spcAft>
              <a:buSzPts val="1530"/>
              <a:buNone/>
            </a:pPr>
            <a:r>
              <a:t/>
            </a:r>
            <a:endParaRPr b="1" sz="2800">
              <a:latin typeface="Marcellus"/>
              <a:ea typeface="Marcellus"/>
              <a:cs typeface="Marcellus"/>
              <a:sym typeface="Marcellus"/>
            </a:endParaRPr>
          </a:p>
          <a:p>
            <a:pPr indent="0" lvl="0" marL="457200" rtl="0" algn="l">
              <a:lnSpc>
                <a:spcPct val="90000"/>
              </a:lnSpc>
              <a:spcBef>
                <a:spcPts val="900"/>
              </a:spcBef>
              <a:spcAft>
                <a:spcPts val="0"/>
              </a:spcAft>
              <a:buSzPts val="1530"/>
              <a:buNone/>
            </a:pPr>
            <a:r>
              <a:t/>
            </a:r>
            <a:endParaRPr b="1" sz="2800">
              <a:latin typeface="Marcellus"/>
              <a:ea typeface="Marcellus"/>
              <a:cs typeface="Marcellus"/>
              <a:sym typeface="Marcellus"/>
            </a:endParaRPr>
          </a:p>
        </p:txBody>
      </p:sp>
      <p:sp>
        <p:nvSpPr>
          <p:cNvPr id="661" name="Google Shape;661;g22033ba46c8_8_0"/>
          <p:cNvSpPr txBox="1"/>
          <p:nvPr>
            <p:ph idx="1" type="body"/>
          </p:nvPr>
        </p:nvSpPr>
        <p:spPr>
          <a:xfrm>
            <a:off x="800100" y="1463699"/>
            <a:ext cx="7525800" cy="3312900"/>
          </a:xfrm>
          <a:prstGeom prst="rect">
            <a:avLst/>
          </a:prstGeom>
          <a:noFill/>
          <a:ln>
            <a:noFill/>
          </a:ln>
        </p:spPr>
        <p:txBody>
          <a:bodyPr anchorCtr="0" anchor="t" bIns="45700" lIns="91425" spcFirstLastPara="1" rIns="91425" wrap="square" tIns="45700">
            <a:normAutofit/>
          </a:bodyPr>
          <a:lstStyle/>
          <a:p>
            <a:pPr indent="0" lvl="0" marL="914400" rtl="0" algn="just">
              <a:lnSpc>
                <a:spcPct val="90000"/>
              </a:lnSpc>
              <a:spcBef>
                <a:spcPts val="900"/>
              </a:spcBef>
              <a:spcAft>
                <a:spcPts val="0"/>
              </a:spcAft>
              <a:buSzPts val="1530"/>
              <a:buNone/>
            </a:pPr>
            <a:r>
              <a:t/>
            </a:r>
            <a:endParaRPr sz="1908">
              <a:latin typeface="Marcellus"/>
              <a:ea typeface="Marcellus"/>
              <a:cs typeface="Marcellus"/>
              <a:sym typeface="Marcellus"/>
            </a:endParaRPr>
          </a:p>
          <a:p>
            <a:pPr indent="-349765" lvl="0" marL="457200" rtl="0" algn="just">
              <a:lnSpc>
                <a:spcPct val="90000"/>
              </a:lnSpc>
              <a:spcBef>
                <a:spcPts val="900"/>
              </a:spcBef>
              <a:spcAft>
                <a:spcPts val="0"/>
              </a:spcAft>
              <a:buSzPts val="1908"/>
              <a:buFont typeface="Marcellus"/>
              <a:buChar char="●"/>
            </a:pPr>
            <a:r>
              <a:rPr lang="es" sz="1908">
                <a:latin typeface="Marcellus"/>
                <a:ea typeface="Marcellus"/>
                <a:cs typeface="Marcellus"/>
                <a:sym typeface="Marcellus"/>
              </a:rPr>
              <a:t>Always: La tarea será ejecutada todo el tiempo. </a:t>
            </a:r>
            <a:endParaRPr sz="1908">
              <a:latin typeface="Marcellus"/>
              <a:ea typeface="Marcellus"/>
              <a:cs typeface="Marcellus"/>
              <a:sym typeface="Marcellus"/>
            </a:endParaRPr>
          </a:p>
          <a:p>
            <a:pPr indent="0" lvl="0" marL="914400" rtl="0" algn="just">
              <a:lnSpc>
                <a:spcPct val="90000"/>
              </a:lnSpc>
              <a:spcBef>
                <a:spcPts val="900"/>
              </a:spcBef>
              <a:spcAft>
                <a:spcPts val="0"/>
              </a:spcAft>
              <a:buSzPts val="1530"/>
              <a:buNone/>
            </a:pPr>
            <a:r>
              <a:t/>
            </a:r>
            <a:endParaRPr sz="1908">
              <a:latin typeface="Marcellus"/>
              <a:ea typeface="Marcellus"/>
              <a:cs typeface="Marcellus"/>
              <a:sym typeface="Marcellus"/>
            </a:endParaRPr>
          </a:p>
          <a:p>
            <a:pPr indent="-349765" lvl="0" marL="457200" rtl="0" algn="just">
              <a:lnSpc>
                <a:spcPct val="90000"/>
              </a:lnSpc>
              <a:spcBef>
                <a:spcPts val="900"/>
              </a:spcBef>
              <a:spcAft>
                <a:spcPts val="0"/>
              </a:spcAft>
              <a:buSzPts val="1908"/>
              <a:buFont typeface="Marcellus"/>
              <a:buChar char="●"/>
            </a:pPr>
            <a:r>
              <a:rPr lang="es" sz="1908">
                <a:latin typeface="Marcellus"/>
                <a:ea typeface="Marcellus"/>
                <a:cs typeface="Marcellus"/>
                <a:sym typeface="Marcellus"/>
              </a:rPr>
              <a:t>Conditional: La rama se ejecutará condicionalmente en base a la expresión independiente de cualquier otra tarea (es decir, si la expresión se evalúa como verdadera, entonces la rama se ejecutará, de lo contrario se cancelará). </a:t>
            </a:r>
            <a:endParaRPr sz="1800">
              <a:latin typeface="Marcellus"/>
              <a:ea typeface="Marcellus"/>
              <a:cs typeface="Marcellus"/>
              <a:sym typeface="Marcellus"/>
            </a:endParaRPr>
          </a:p>
          <a:p>
            <a:pPr indent="0" lvl="0" marL="457200" rtl="0" algn="l">
              <a:lnSpc>
                <a:spcPct val="90000"/>
              </a:lnSpc>
              <a:spcBef>
                <a:spcPts val="900"/>
              </a:spcBef>
              <a:spcAft>
                <a:spcPts val="0"/>
              </a:spcAft>
              <a:buSzPts val="1530"/>
              <a:buNone/>
            </a:pPr>
            <a:r>
              <a:t/>
            </a:r>
            <a:endParaRPr sz="1800">
              <a:latin typeface="Marcellus"/>
              <a:ea typeface="Marcellus"/>
              <a:cs typeface="Marcellus"/>
              <a:sym typeface="Marcellu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5" name="Shape 665"/>
        <p:cNvGrpSpPr/>
        <p:nvPr/>
      </p:nvGrpSpPr>
      <p:grpSpPr>
        <a:xfrm>
          <a:off x="0" y="0"/>
          <a:ext cx="0" cy="0"/>
          <a:chOff x="0" y="0"/>
          <a:chExt cx="0" cy="0"/>
        </a:xfrm>
      </p:grpSpPr>
      <p:sp>
        <p:nvSpPr>
          <p:cNvPr id="666" name="Google Shape;666;g22033ba46c8_8_6"/>
          <p:cNvSpPr txBox="1"/>
          <p:nvPr>
            <p:ph idx="1" type="body"/>
          </p:nvPr>
        </p:nvSpPr>
        <p:spPr>
          <a:xfrm>
            <a:off x="672250" y="490247"/>
            <a:ext cx="7525800" cy="6999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SzPts val="1700"/>
              <a:buNone/>
            </a:pPr>
            <a:r>
              <a:rPr b="1" lang="es" sz="2800">
                <a:solidFill>
                  <a:srgbClr val="6AA84F"/>
                </a:solidFill>
              </a:rPr>
              <a:t>Tipos de tareas en una secuencia</a:t>
            </a:r>
            <a:endParaRPr b="1" sz="2800">
              <a:solidFill>
                <a:srgbClr val="6AA84F"/>
              </a:solidFill>
            </a:endParaRPr>
          </a:p>
          <a:p>
            <a:pPr indent="0" lvl="0" marL="0" rtl="0" algn="just">
              <a:lnSpc>
                <a:spcPct val="90000"/>
              </a:lnSpc>
              <a:spcBef>
                <a:spcPts val="0"/>
              </a:spcBef>
              <a:spcAft>
                <a:spcPts val="0"/>
              </a:spcAft>
              <a:buSzPts val="1700"/>
              <a:buNone/>
            </a:pPr>
            <a:r>
              <a:t/>
            </a:r>
            <a:endParaRPr b="1" sz="2800"/>
          </a:p>
          <a:p>
            <a:pPr indent="0" lvl="0" marL="457200" rtl="0" algn="l">
              <a:lnSpc>
                <a:spcPct val="90000"/>
              </a:lnSpc>
              <a:spcBef>
                <a:spcPts val="900"/>
              </a:spcBef>
              <a:spcAft>
                <a:spcPts val="0"/>
              </a:spcAft>
              <a:buSzPts val="1530"/>
              <a:buNone/>
            </a:pPr>
            <a:r>
              <a:t/>
            </a:r>
            <a:endParaRPr b="1" sz="2800">
              <a:latin typeface="Marcellus"/>
              <a:ea typeface="Marcellus"/>
              <a:cs typeface="Marcellus"/>
              <a:sym typeface="Marcellus"/>
            </a:endParaRPr>
          </a:p>
          <a:p>
            <a:pPr indent="0" lvl="0" marL="457200" rtl="0" algn="l">
              <a:lnSpc>
                <a:spcPct val="90000"/>
              </a:lnSpc>
              <a:spcBef>
                <a:spcPts val="900"/>
              </a:spcBef>
              <a:spcAft>
                <a:spcPts val="0"/>
              </a:spcAft>
              <a:buSzPts val="1530"/>
              <a:buNone/>
            </a:pPr>
            <a:r>
              <a:t/>
            </a:r>
            <a:endParaRPr b="1" sz="2800">
              <a:latin typeface="Marcellus"/>
              <a:ea typeface="Marcellus"/>
              <a:cs typeface="Marcellus"/>
              <a:sym typeface="Marcellus"/>
            </a:endParaRPr>
          </a:p>
        </p:txBody>
      </p:sp>
      <p:sp>
        <p:nvSpPr>
          <p:cNvPr id="667" name="Google Shape;667;g22033ba46c8_8_6"/>
          <p:cNvSpPr txBox="1"/>
          <p:nvPr>
            <p:ph idx="1" type="body"/>
          </p:nvPr>
        </p:nvSpPr>
        <p:spPr>
          <a:xfrm>
            <a:off x="601900" y="1190150"/>
            <a:ext cx="7724100" cy="3586500"/>
          </a:xfrm>
          <a:prstGeom prst="rect">
            <a:avLst/>
          </a:prstGeom>
          <a:noFill/>
          <a:ln>
            <a:noFill/>
          </a:ln>
        </p:spPr>
        <p:txBody>
          <a:bodyPr anchorCtr="0" anchor="t" bIns="45700" lIns="91425" spcFirstLastPara="1" rIns="91425" wrap="square" tIns="45700">
            <a:normAutofit fontScale="70000" lnSpcReduction="10000"/>
          </a:bodyPr>
          <a:lstStyle/>
          <a:p>
            <a:pPr indent="0" lvl="0" marL="914400" rtl="0" algn="just">
              <a:lnSpc>
                <a:spcPct val="90000"/>
              </a:lnSpc>
              <a:spcBef>
                <a:spcPts val="900"/>
              </a:spcBef>
              <a:spcAft>
                <a:spcPts val="0"/>
              </a:spcAft>
              <a:buSzPct val="114555"/>
              <a:buNone/>
            </a:pPr>
            <a:r>
              <a:t/>
            </a:r>
            <a:endParaRPr sz="1908">
              <a:latin typeface="Marcellus"/>
              <a:ea typeface="Marcellus"/>
              <a:cs typeface="Marcellus"/>
              <a:sym typeface="Marcellus"/>
            </a:endParaRPr>
          </a:p>
          <a:p>
            <a:pPr indent="-313529" lvl="0" marL="457200" rtl="0" algn="just">
              <a:lnSpc>
                <a:spcPct val="90000"/>
              </a:lnSpc>
              <a:spcBef>
                <a:spcPts val="900"/>
              </a:spcBef>
              <a:spcAft>
                <a:spcPts val="0"/>
              </a:spcAft>
              <a:buSzPct val="100000"/>
              <a:buFont typeface="Marcellus"/>
              <a:buChar char="●"/>
            </a:pPr>
            <a:r>
              <a:rPr lang="es" sz="1908">
                <a:latin typeface="Marcellus"/>
                <a:ea typeface="Marcellus"/>
                <a:cs typeface="Marcellus"/>
                <a:sym typeface="Marcellus"/>
              </a:rPr>
              <a:t>Probabilistic: </a:t>
            </a:r>
            <a:endParaRPr sz="1908">
              <a:latin typeface="Marcellus"/>
              <a:ea typeface="Marcellus"/>
              <a:cs typeface="Marcellus"/>
              <a:sym typeface="Marcellus"/>
            </a:endParaRPr>
          </a:p>
          <a:p>
            <a:pPr indent="0" lvl="0" marL="457200" rtl="0" algn="just">
              <a:lnSpc>
                <a:spcPct val="115000"/>
              </a:lnSpc>
              <a:spcBef>
                <a:spcPts val="900"/>
              </a:spcBef>
              <a:spcAft>
                <a:spcPts val="0"/>
              </a:spcAft>
              <a:buSzPct val="114555"/>
              <a:buNone/>
            </a:pPr>
            <a:r>
              <a:rPr lang="es" sz="1908">
                <a:latin typeface="Marcellus"/>
                <a:ea typeface="Marcellus"/>
                <a:cs typeface="Marcellus"/>
                <a:sym typeface="Marcellus"/>
              </a:rPr>
              <a:t>La rama se ejecutará probabilísticamente sobre la base del valor porcentual declarado y depende de las otras ramas probabilísticas del mismo nivel. La ramificación probabilística es mutuamente excluyente, lo que significa que sólo se ejecutará una rama o ninguna de las ramas probabilísticas. Por ejemplo, consideremos una secuencia con dos tareas (por ejemplo, la tarea A y la tarea B), cada una con el número de secuencia 20. Si el tipo de rama se establece como “Probabilistic” tanto para la tarea A como para la B con valores de condición o probabilidad de 0.25 y 0.4 respectivamente. Tanto para la tarea A como la tarea B no pueden ser ejecutadas al mismo tiempo. El sistema ejecutará la tarea A el 25% del tiempo, la tarea B el 40% del tiempo, y ninguna de las dos tareas el 35% del tiempo. Tenga en cuenta que la suma de todas las probabilidades al mismo nivel no puede exceder el 100%. </a:t>
            </a:r>
            <a:endParaRPr sz="1908">
              <a:latin typeface="Marcellus"/>
              <a:ea typeface="Marcellus"/>
              <a:cs typeface="Marcellus"/>
              <a:sym typeface="Marcellus"/>
            </a:endParaRPr>
          </a:p>
          <a:p>
            <a:pPr indent="0" lvl="0" marL="457200" rtl="0" algn="l">
              <a:lnSpc>
                <a:spcPct val="90000"/>
              </a:lnSpc>
              <a:spcBef>
                <a:spcPts val="900"/>
              </a:spcBef>
              <a:spcAft>
                <a:spcPts val="0"/>
              </a:spcAft>
              <a:buSzPct val="121428"/>
              <a:buNone/>
            </a:pPr>
            <a:r>
              <a:t/>
            </a:r>
            <a:endParaRPr sz="1800">
              <a:latin typeface="Marcellus"/>
              <a:ea typeface="Marcellus"/>
              <a:cs typeface="Marcellus"/>
              <a:sym typeface="Marcellus"/>
            </a:endParaRPr>
          </a:p>
          <a:p>
            <a:pPr indent="0" lvl="0" marL="457200" rtl="0" algn="l">
              <a:lnSpc>
                <a:spcPct val="90000"/>
              </a:lnSpc>
              <a:spcBef>
                <a:spcPts val="900"/>
              </a:spcBef>
              <a:spcAft>
                <a:spcPts val="0"/>
              </a:spcAft>
              <a:buSzPct val="121428"/>
              <a:buNone/>
            </a:pPr>
            <a:r>
              <a:t/>
            </a:r>
            <a:endParaRPr sz="1800">
              <a:latin typeface="Marcellus"/>
              <a:ea typeface="Marcellus"/>
              <a:cs typeface="Marcellus"/>
              <a:sym typeface="Marcellu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1" name="Shape 671"/>
        <p:cNvGrpSpPr/>
        <p:nvPr/>
      </p:nvGrpSpPr>
      <p:grpSpPr>
        <a:xfrm>
          <a:off x="0" y="0"/>
          <a:ext cx="0" cy="0"/>
          <a:chOff x="0" y="0"/>
          <a:chExt cx="0" cy="0"/>
        </a:xfrm>
      </p:grpSpPr>
      <p:sp>
        <p:nvSpPr>
          <p:cNvPr id="672" name="Google Shape;672;g22033ba46c8_4_6"/>
          <p:cNvSpPr txBox="1"/>
          <p:nvPr>
            <p:ph idx="1" type="body"/>
          </p:nvPr>
        </p:nvSpPr>
        <p:spPr>
          <a:xfrm>
            <a:off x="800100" y="508213"/>
            <a:ext cx="7543800" cy="4099800"/>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SzPts val="2380"/>
              <a:buNone/>
            </a:pPr>
            <a:r>
              <a:rPr b="1" lang="es" sz="2800">
                <a:solidFill>
                  <a:srgbClr val="74A050"/>
                </a:solidFill>
              </a:rPr>
              <a:t>TABLAS</a:t>
            </a:r>
            <a:endParaRPr b="1">
              <a:solidFill>
                <a:srgbClr val="74A050"/>
              </a:solidFill>
            </a:endParaRPr>
          </a:p>
          <a:p>
            <a:pPr indent="-137160" lvl="0" marL="137160" rtl="0" algn="l">
              <a:lnSpc>
                <a:spcPct val="90000"/>
              </a:lnSpc>
              <a:spcBef>
                <a:spcPts val="900"/>
              </a:spcBef>
              <a:spcAft>
                <a:spcPts val="0"/>
              </a:spcAft>
              <a:buSzPts val="1375"/>
              <a:buChar char="●"/>
            </a:pPr>
            <a:r>
              <a:rPr lang="es" sz="1400"/>
              <a:t>Sirve para definir una colección de una o más filas donde cada fila está definida de una o más propiedades</a:t>
            </a:r>
            <a:endParaRPr sz="1400"/>
          </a:p>
          <a:p>
            <a:pPr indent="-137160" lvl="0" marL="137160" rtl="0" algn="l">
              <a:lnSpc>
                <a:spcPct val="90000"/>
              </a:lnSpc>
              <a:spcBef>
                <a:spcPts val="900"/>
              </a:spcBef>
              <a:spcAft>
                <a:spcPts val="0"/>
              </a:spcAft>
              <a:buSzPts val="1375"/>
              <a:buChar char="●"/>
            </a:pPr>
            <a:r>
              <a:rPr lang="es" sz="1400"/>
              <a:t>Podemos tener columnas como llave</a:t>
            </a:r>
            <a:endParaRPr sz="1400"/>
          </a:p>
          <a:p>
            <a:pPr indent="-56197" lvl="0" marL="137160" rtl="0" algn="l">
              <a:lnSpc>
                <a:spcPct val="90000"/>
              </a:lnSpc>
              <a:spcBef>
                <a:spcPts val="900"/>
              </a:spcBef>
              <a:spcAft>
                <a:spcPts val="0"/>
              </a:spcAft>
              <a:buSzPts val="1275"/>
              <a:buNone/>
            </a:pPr>
            <a:r>
              <a:t/>
            </a:r>
            <a:endParaRPr/>
          </a:p>
          <a:p>
            <a:pPr indent="-56197" lvl="0" marL="137160" rtl="0" algn="l">
              <a:lnSpc>
                <a:spcPct val="90000"/>
              </a:lnSpc>
              <a:spcBef>
                <a:spcPts val="900"/>
              </a:spcBef>
              <a:spcAft>
                <a:spcPts val="0"/>
              </a:spcAft>
              <a:buSzPts val="1275"/>
              <a:buNone/>
            </a:pPr>
            <a:r>
              <a:t/>
            </a:r>
            <a:endParaRPr/>
          </a:p>
          <a:p>
            <a:pPr indent="-56197" lvl="0" marL="137160" rtl="0" algn="l">
              <a:lnSpc>
                <a:spcPct val="90000"/>
              </a:lnSpc>
              <a:spcBef>
                <a:spcPts val="900"/>
              </a:spcBef>
              <a:spcAft>
                <a:spcPts val="0"/>
              </a:spcAft>
              <a:buSzPts val="1275"/>
              <a:buNone/>
            </a:pPr>
            <a:r>
              <a:t/>
            </a:r>
            <a:endParaRPr/>
          </a:p>
          <a:p>
            <a:pPr indent="-56197" lvl="0" marL="137160" rtl="0" algn="l">
              <a:lnSpc>
                <a:spcPct val="90000"/>
              </a:lnSpc>
              <a:spcBef>
                <a:spcPts val="900"/>
              </a:spcBef>
              <a:spcAft>
                <a:spcPts val="1200"/>
              </a:spcAft>
              <a:buSzPts val="1275"/>
              <a:buNone/>
            </a:pPr>
            <a:r>
              <a:t/>
            </a:r>
            <a:endParaRPr/>
          </a:p>
        </p:txBody>
      </p:sp>
      <p:pic>
        <p:nvPicPr>
          <p:cNvPr id="673" name="Google Shape;673;g22033ba46c8_4_6"/>
          <p:cNvPicPr preferRelativeResize="0"/>
          <p:nvPr/>
        </p:nvPicPr>
        <p:blipFill rotWithShape="1">
          <a:blip r:embed="rId3">
            <a:alphaModFix/>
          </a:blip>
          <a:srcRect b="0" l="0" r="0" t="0"/>
          <a:stretch/>
        </p:blipFill>
        <p:spPr>
          <a:xfrm>
            <a:off x="2986961" y="2039710"/>
            <a:ext cx="3498343" cy="1882583"/>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g22033ba46c8_4_11"/>
          <p:cNvSpPr txBox="1"/>
          <p:nvPr>
            <p:ph idx="1" type="body"/>
          </p:nvPr>
        </p:nvSpPr>
        <p:spPr>
          <a:xfrm>
            <a:off x="800100" y="339771"/>
            <a:ext cx="7525800" cy="4436700"/>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SzPts val="1700"/>
              <a:buNone/>
            </a:pPr>
            <a:r>
              <a:rPr b="1" lang="es" sz="2000">
                <a:solidFill>
                  <a:srgbClr val="74A050"/>
                </a:solidFill>
              </a:rPr>
              <a:t>SEQUENCE TABLE</a:t>
            </a:r>
            <a:endParaRPr b="1">
              <a:solidFill>
                <a:srgbClr val="74A050"/>
              </a:solidFill>
            </a:endParaRPr>
          </a:p>
          <a:p>
            <a:pPr indent="-137160" lvl="0" marL="137160" rtl="0" algn="l">
              <a:lnSpc>
                <a:spcPct val="90000"/>
              </a:lnSpc>
              <a:spcBef>
                <a:spcPts val="900"/>
              </a:spcBef>
              <a:spcAft>
                <a:spcPts val="0"/>
              </a:spcAft>
              <a:buSzPts val="1375"/>
              <a:buChar char="●"/>
            </a:pPr>
            <a:r>
              <a:rPr lang="es" sz="1400"/>
              <a:t>Define una tabla de datos la cual tiene una columna específica para indicarle a la entidad una ruta específica de destinos</a:t>
            </a:r>
            <a:endParaRPr sz="1400"/>
          </a:p>
          <a:p>
            <a:pPr indent="-137160" lvl="0" marL="137160" rtl="0" algn="l">
              <a:lnSpc>
                <a:spcPct val="90000"/>
              </a:lnSpc>
              <a:spcBef>
                <a:spcPts val="900"/>
              </a:spcBef>
              <a:spcAft>
                <a:spcPts val="0"/>
              </a:spcAft>
              <a:buSzPts val="1375"/>
              <a:buChar char="●"/>
            </a:pPr>
            <a:r>
              <a:rPr lang="es" sz="1400"/>
              <a:t>Podemos referenciar otras tablas.</a:t>
            </a:r>
            <a:endParaRPr sz="1400"/>
          </a:p>
          <a:p>
            <a:pPr indent="-56197" lvl="0" marL="137160" rtl="0" algn="l">
              <a:lnSpc>
                <a:spcPct val="90000"/>
              </a:lnSpc>
              <a:spcBef>
                <a:spcPts val="900"/>
              </a:spcBef>
              <a:spcAft>
                <a:spcPts val="0"/>
              </a:spcAft>
              <a:buSzPts val="1275"/>
              <a:buNone/>
            </a:pPr>
            <a:r>
              <a:t/>
            </a:r>
            <a:endParaRPr/>
          </a:p>
          <a:p>
            <a:pPr indent="-56197" lvl="0" marL="137160" rtl="0" algn="l">
              <a:lnSpc>
                <a:spcPct val="90000"/>
              </a:lnSpc>
              <a:spcBef>
                <a:spcPts val="900"/>
              </a:spcBef>
              <a:spcAft>
                <a:spcPts val="0"/>
              </a:spcAft>
              <a:buSzPts val="1275"/>
              <a:buNone/>
            </a:pPr>
            <a:r>
              <a:t/>
            </a:r>
            <a:endParaRPr/>
          </a:p>
          <a:p>
            <a:pPr indent="0" lvl="0" marL="0" rtl="0" algn="l">
              <a:lnSpc>
                <a:spcPct val="90000"/>
              </a:lnSpc>
              <a:spcBef>
                <a:spcPts val="900"/>
              </a:spcBef>
              <a:spcAft>
                <a:spcPts val="0"/>
              </a:spcAft>
              <a:buSzPts val="1275"/>
              <a:buNone/>
            </a:pPr>
            <a:r>
              <a:t/>
            </a:r>
            <a:endParaRPr/>
          </a:p>
          <a:p>
            <a:pPr indent="-56197" lvl="0" marL="137160" rtl="0" algn="l">
              <a:lnSpc>
                <a:spcPct val="90000"/>
              </a:lnSpc>
              <a:spcBef>
                <a:spcPts val="900"/>
              </a:spcBef>
              <a:spcAft>
                <a:spcPts val="1200"/>
              </a:spcAft>
              <a:buSzPts val="1275"/>
              <a:buNone/>
            </a:pPr>
            <a:r>
              <a:t/>
            </a:r>
            <a:endParaRPr/>
          </a:p>
        </p:txBody>
      </p:sp>
      <p:pic>
        <p:nvPicPr>
          <p:cNvPr id="679" name="Google Shape;679;g22033ba46c8_4_11"/>
          <p:cNvPicPr preferRelativeResize="0"/>
          <p:nvPr/>
        </p:nvPicPr>
        <p:blipFill rotWithShape="1">
          <a:blip r:embed="rId3">
            <a:alphaModFix/>
          </a:blip>
          <a:srcRect b="0" l="0" r="0" t="0"/>
          <a:stretch/>
        </p:blipFill>
        <p:spPr>
          <a:xfrm>
            <a:off x="2871658" y="1620813"/>
            <a:ext cx="2843342" cy="2902332"/>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3" name="Shape 683"/>
        <p:cNvGrpSpPr/>
        <p:nvPr/>
      </p:nvGrpSpPr>
      <p:grpSpPr>
        <a:xfrm>
          <a:off x="0" y="0"/>
          <a:ext cx="0" cy="0"/>
          <a:chOff x="0" y="0"/>
          <a:chExt cx="0" cy="0"/>
        </a:xfrm>
      </p:grpSpPr>
      <p:sp>
        <p:nvSpPr>
          <p:cNvPr id="684" name="Google Shape;684;g22033ba46c8_4_16"/>
          <p:cNvSpPr txBox="1"/>
          <p:nvPr>
            <p:ph idx="1" type="body"/>
          </p:nvPr>
        </p:nvSpPr>
        <p:spPr>
          <a:xfrm>
            <a:off x="800100" y="339771"/>
            <a:ext cx="7525800" cy="44367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700"/>
              <a:buNone/>
            </a:pPr>
            <a:r>
              <a:rPr b="1" lang="es" sz="2800">
                <a:solidFill>
                  <a:srgbClr val="6AA84F"/>
                </a:solidFill>
              </a:rPr>
              <a:t>Task sequence</a:t>
            </a:r>
            <a:endParaRPr b="1" sz="2800">
              <a:solidFill>
                <a:srgbClr val="6AA84F"/>
              </a:solidFill>
            </a:endParaRPr>
          </a:p>
          <a:p>
            <a:pPr indent="0" lvl="0" marL="0" rtl="0" algn="ctr">
              <a:lnSpc>
                <a:spcPct val="90000"/>
              </a:lnSpc>
              <a:spcBef>
                <a:spcPts val="0"/>
              </a:spcBef>
              <a:spcAft>
                <a:spcPts val="0"/>
              </a:spcAft>
              <a:buSzPts val="1700"/>
              <a:buNone/>
            </a:pPr>
            <a:r>
              <a:t/>
            </a:r>
            <a:endParaRPr sz="2000"/>
          </a:p>
          <a:p>
            <a:pPr indent="0" lvl="0" marL="457200" rtl="0" algn="l">
              <a:lnSpc>
                <a:spcPct val="90000"/>
              </a:lnSpc>
              <a:spcBef>
                <a:spcPts val="900"/>
              </a:spcBef>
              <a:spcAft>
                <a:spcPts val="0"/>
              </a:spcAft>
              <a:buSzPts val="1530"/>
              <a:buNone/>
            </a:pPr>
            <a:r>
              <a:rPr lang="es" sz="1800">
                <a:latin typeface="Marcellus"/>
                <a:ea typeface="Marcellus"/>
                <a:cs typeface="Marcellus"/>
                <a:sym typeface="Marcellus"/>
              </a:rPr>
              <a:t>Se pueden utilizar las tareas en secuencia para definir y ejecutar más fácilmente secuencias estructuradas de tareas</a:t>
            </a:r>
            <a:endParaRPr sz="1800">
              <a:latin typeface="Marcellus"/>
              <a:ea typeface="Marcellus"/>
              <a:cs typeface="Marcellus"/>
              <a:sym typeface="Marcellus"/>
            </a:endParaRPr>
          </a:p>
          <a:p>
            <a:pPr indent="0" lvl="0" marL="457200" rtl="0" algn="l">
              <a:lnSpc>
                <a:spcPct val="90000"/>
              </a:lnSpc>
              <a:spcBef>
                <a:spcPts val="900"/>
              </a:spcBef>
              <a:spcAft>
                <a:spcPts val="0"/>
              </a:spcAft>
              <a:buSzPts val="1530"/>
              <a:buNone/>
            </a:pPr>
            <a:r>
              <a:t/>
            </a:r>
            <a:endParaRPr sz="1800">
              <a:latin typeface="Marcellus"/>
              <a:ea typeface="Marcellus"/>
              <a:cs typeface="Marcellus"/>
              <a:sym typeface="Marcellus"/>
            </a:endParaRPr>
          </a:p>
          <a:p>
            <a:pPr indent="0" lvl="0" marL="457200" rtl="0" algn="l">
              <a:lnSpc>
                <a:spcPct val="90000"/>
              </a:lnSpc>
              <a:spcBef>
                <a:spcPts val="900"/>
              </a:spcBef>
              <a:spcAft>
                <a:spcPts val="0"/>
              </a:spcAft>
              <a:buSzPts val="1530"/>
              <a:buNone/>
            </a:pPr>
            <a:r>
              <a:t/>
            </a:r>
            <a:endParaRPr sz="1800">
              <a:latin typeface="Marcellus"/>
              <a:ea typeface="Marcellus"/>
              <a:cs typeface="Marcellus"/>
              <a:sym typeface="Marcellus"/>
            </a:endParaRPr>
          </a:p>
        </p:txBody>
      </p:sp>
      <p:pic>
        <p:nvPicPr>
          <p:cNvPr id="685" name="Google Shape;685;g22033ba46c8_4_16"/>
          <p:cNvPicPr preferRelativeResize="0"/>
          <p:nvPr/>
        </p:nvPicPr>
        <p:blipFill rotWithShape="1">
          <a:blip r:embed="rId3">
            <a:alphaModFix/>
          </a:blip>
          <a:srcRect b="0" l="0" r="0" t="0"/>
          <a:stretch/>
        </p:blipFill>
        <p:spPr>
          <a:xfrm>
            <a:off x="1561313" y="1959826"/>
            <a:ext cx="6003375" cy="20993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9" name="Shape 689"/>
        <p:cNvGrpSpPr/>
        <p:nvPr/>
      </p:nvGrpSpPr>
      <p:grpSpPr>
        <a:xfrm>
          <a:off x="0" y="0"/>
          <a:ext cx="0" cy="0"/>
          <a:chOff x="0" y="0"/>
          <a:chExt cx="0" cy="0"/>
        </a:xfrm>
      </p:grpSpPr>
      <p:sp>
        <p:nvSpPr>
          <p:cNvPr id="690" name="Google Shape;690;g22033ba46c8_4_21"/>
          <p:cNvSpPr txBox="1"/>
          <p:nvPr>
            <p:ph idx="1" type="body"/>
          </p:nvPr>
        </p:nvSpPr>
        <p:spPr>
          <a:xfrm>
            <a:off x="800100" y="339771"/>
            <a:ext cx="7525800" cy="4436700"/>
          </a:xfrm>
          <a:prstGeom prst="rect">
            <a:avLst/>
          </a:prstGeom>
          <a:noFill/>
          <a:ln>
            <a:noFill/>
          </a:ln>
        </p:spPr>
        <p:txBody>
          <a:bodyPr anchorCtr="0" anchor="t" bIns="45700" lIns="91425" spcFirstLastPara="1" rIns="91425" wrap="square" tIns="45700">
            <a:normAutofit fontScale="92500" lnSpcReduction="20000"/>
          </a:bodyPr>
          <a:lstStyle/>
          <a:p>
            <a:pPr indent="0" lvl="0" marL="0" rtl="0" algn="l">
              <a:lnSpc>
                <a:spcPct val="90000"/>
              </a:lnSpc>
              <a:spcBef>
                <a:spcPts val="0"/>
              </a:spcBef>
              <a:spcAft>
                <a:spcPts val="0"/>
              </a:spcAft>
              <a:buSzPct val="60714"/>
              <a:buNone/>
            </a:pPr>
            <a:r>
              <a:rPr b="1" lang="es" sz="2800">
                <a:solidFill>
                  <a:srgbClr val="6AA84F"/>
                </a:solidFill>
              </a:rPr>
              <a:t>Reglas de precedencia asociadas al número de secuencia </a:t>
            </a:r>
            <a:endParaRPr b="1" sz="2800">
              <a:solidFill>
                <a:srgbClr val="6AA84F"/>
              </a:solidFill>
            </a:endParaRPr>
          </a:p>
          <a:p>
            <a:pPr indent="0" lvl="0" marL="0" rtl="0" algn="just">
              <a:lnSpc>
                <a:spcPct val="90000"/>
              </a:lnSpc>
              <a:spcBef>
                <a:spcPts val="0"/>
              </a:spcBef>
              <a:spcAft>
                <a:spcPts val="0"/>
              </a:spcAft>
              <a:buSzPct val="85000"/>
              <a:buNone/>
            </a:pPr>
            <a:r>
              <a:t/>
            </a:r>
            <a:endParaRPr sz="2000"/>
          </a:p>
          <a:p>
            <a:pPr indent="-340791" lvl="0" marL="457200" rtl="0" algn="just">
              <a:lnSpc>
                <a:spcPct val="90000"/>
              </a:lnSpc>
              <a:spcBef>
                <a:spcPts val="900"/>
              </a:spcBef>
              <a:spcAft>
                <a:spcPts val="0"/>
              </a:spcAft>
              <a:buSzPct val="100000"/>
              <a:buFont typeface="Marcellus"/>
              <a:buChar char="●"/>
            </a:pPr>
            <a:r>
              <a:rPr lang="es" sz="1908">
                <a:latin typeface="Marcellus"/>
                <a:ea typeface="Marcellus"/>
                <a:cs typeface="Marcellus"/>
                <a:sym typeface="Marcellus"/>
              </a:rPr>
              <a:t>Regla 1 </a:t>
            </a:r>
            <a:endParaRPr sz="1908">
              <a:latin typeface="Marcellus"/>
              <a:ea typeface="Marcellus"/>
              <a:cs typeface="Marcellus"/>
              <a:sym typeface="Marcellus"/>
            </a:endParaRPr>
          </a:p>
          <a:p>
            <a:pPr indent="0" lvl="0" marL="457200" rtl="0" algn="just">
              <a:lnSpc>
                <a:spcPct val="90000"/>
              </a:lnSpc>
              <a:spcBef>
                <a:spcPts val="900"/>
              </a:spcBef>
              <a:spcAft>
                <a:spcPts val="0"/>
              </a:spcAft>
              <a:buSzPct val="86690"/>
              <a:buNone/>
            </a:pPr>
            <a:r>
              <a:rPr lang="es" sz="1908">
                <a:latin typeface="Marcellus"/>
                <a:ea typeface="Marcellus"/>
                <a:cs typeface="Marcellus"/>
                <a:sym typeface="Marcellus"/>
              </a:rPr>
              <a:t>Si el número de secuencia de la tarea sólo tiene un número de raíz (20 por ejemplo), entonces todas las tareas que tienen números de raíz de tarea inferiores, independientemente de los sufijos, deben preceder a esa tarea (por ejemplo, 10, 10.1, 10.2, 10.1.1 todas las preceden a la tarea con el número de secuencia 20). </a:t>
            </a:r>
            <a:endParaRPr sz="1908">
              <a:latin typeface="Marcellus"/>
              <a:ea typeface="Marcellus"/>
              <a:cs typeface="Marcellus"/>
              <a:sym typeface="Marcellus"/>
            </a:endParaRPr>
          </a:p>
          <a:p>
            <a:pPr indent="0" lvl="0" marL="0" rtl="0" algn="just">
              <a:lnSpc>
                <a:spcPct val="90000"/>
              </a:lnSpc>
              <a:spcBef>
                <a:spcPts val="900"/>
              </a:spcBef>
              <a:spcAft>
                <a:spcPts val="0"/>
              </a:spcAft>
              <a:buSzPct val="86690"/>
              <a:buNone/>
            </a:pPr>
            <a:r>
              <a:t/>
            </a:r>
            <a:endParaRPr sz="1908">
              <a:latin typeface="Marcellus"/>
              <a:ea typeface="Marcellus"/>
              <a:cs typeface="Marcellus"/>
              <a:sym typeface="Marcellus"/>
            </a:endParaRPr>
          </a:p>
          <a:p>
            <a:pPr indent="-340791" lvl="0" marL="457200" rtl="0" algn="just">
              <a:lnSpc>
                <a:spcPct val="90000"/>
              </a:lnSpc>
              <a:spcBef>
                <a:spcPts val="900"/>
              </a:spcBef>
              <a:spcAft>
                <a:spcPts val="0"/>
              </a:spcAft>
              <a:buSzPct val="100000"/>
              <a:buFont typeface="Marcellus"/>
              <a:buChar char="●"/>
            </a:pPr>
            <a:r>
              <a:rPr lang="es" sz="1908">
                <a:latin typeface="Marcellus"/>
                <a:ea typeface="Marcellus"/>
                <a:cs typeface="Marcellus"/>
                <a:sym typeface="Marcellus"/>
              </a:rPr>
              <a:t>Regla 2 </a:t>
            </a:r>
            <a:endParaRPr sz="1908">
              <a:latin typeface="Marcellus"/>
              <a:ea typeface="Marcellus"/>
              <a:cs typeface="Marcellus"/>
              <a:sym typeface="Marcellus"/>
            </a:endParaRPr>
          </a:p>
          <a:p>
            <a:pPr indent="0" lvl="0" marL="457200" rtl="0" algn="just">
              <a:lnSpc>
                <a:spcPct val="90000"/>
              </a:lnSpc>
              <a:spcBef>
                <a:spcPts val="900"/>
              </a:spcBef>
              <a:spcAft>
                <a:spcPts val="0"/>
              </a:spcAft>
              <a:buSzPct val="86690"/>
              <a:buNone/>
            </a:pPr>
            <a:r>
              <a:rPr lang="es" sz="1908">
                <a:latin typeface="Marcellus"/>
                <a:ea typeface="Marcellus"/>
                <a:cs typeface="Marcellus"/>
                <a:sym typeface="Marcellus"/>
              </a:rPr>
              <a:t>Si una tarea A tiene un número de secuencia que consiste en el número de raíz requerido y uno o más sufijos (por ejemplo, 20.1, 20.2, o 20.1.1) o coinciden con todos los sufijos (por ejemplo, 10.1 precede a 20.1, 10.2 precede a 20.2, 10.1.1 precede a 20.1.1)</a:t>
            </a:r>
            <a:endParaRPr sz="1908">
              <a:latin typeface="Marcellus"/>
              <a:ea typeface="Marcellus"/>
              <a:cs typeface="Marcellus"/>
              <a:sym typeface="Marcellus"/>
            </a:endParaRPr>
          </a:p>
          <a:p>
            <a:pPr indent="0" lvl="0" marL="457200" rtl="0" algn="l">
              <a:lnSpc>
                <a:spcPct val="90000"/>
              </a:lnSpc>
              <a:spcBef>
                <a:spcPts val="900"/>
              </a:spcBef>
              <a:spcAft>
                <a:spcPts val="0"/>
              </a:spcAft>
              <a:buSzPct val="91891"/>
              <a:buNone/>
            </a:pPr>
            <a:r>
              <a:t/>
            </a:r>
            <a:endParaRPr sz="1800">
              <a:latin typeface="Marcellus"/>
              <a:ea typeface="Marcellus"/>
              <a:cs typeface="Marcellus"/>
              <a:sym typeface="Marcellus"/>
            </a:endParaRPr>
          </a:p>
          <a:p>
            <a:pPr indent="0" lvl="0" marL="457200" rtl="0" algn="l">
              <a:lnSpc>
                <a:spcPct val="90000"/>
              </a:lnSpc>
              <a:spcBef>
                <a:spcPts val="900"/>
              </a:spcBef>
              <a:spcAft>
                <a:spcPts val="0"/>
              </a:spcAft>
              <a:buSzPct val="91891"/>
              <a:buNone/>
            </a:pPr>
            <a:r>
              <a:t/>
            </a:r>
            <a:endParaRPr sz="1800">
              <a:latin typeface="Marcellus"/>
              <a:ea typeface="Marcellus"/>
              <a:cs typeface="Marcellus"/>
              <a:sym typeface="Marcellu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4" name="Shape 694"/>
        <p:cNvGrpSpPr/>
        <p:nvPr/>
      </p:nvGrpSpPr>
      <p:grpSpPr>
        <a:xfrm>
          <a:off x="0" y="0"/>
          <a:ext cx="0" cy="0"/>
          <a:chOff x="0" y="0"/>
          <a:chExt cx="0" cy="0"/>
        </a:xfrm>
      </p:grpSpPr>
      <p:sp>
        <p:nvSpPr>
          <p:cNvPr id="695" name="Google Shape;695;g22033ba46c8_4_25"/>
          <p:cNvSpPr txBox="1"/>
          <p:nvPr>
            <p:ph idx="1" type="body"/>
          </p:nvPr>
        </p:nvSpPr>
        <p:spPr>
          <a:xfrm>
            <a:off x="800100" y="339771"/>
            <a:ext cx="7525800" cy="4436700"/>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90000"/>
              </a:lnSpc>
              <a:spcBef>
                <a:spcPts val="0"/>
              </a:spcBef>
              <a:spcAft>
                <a:spcPts val="0"/>
              </a:spcAft>
              <a:buSzPts val="1700"/>
              <a:buNone/>
            </a:pPr>
            <a:r>
              <a:rPr b="1" lang="es" sz="2800">
                <a:solidFill>
                  <a:srgbClr val="6AA84F"/>
                </a:solidFill>
              </a:rPr>
              <a:t>Reglas de precedencia asociadas al número de secuencia </a:t>
            </a:r>
            <a:endParaRPr b="1" sz="2800">
              <a:solidFill>
                <a:srgbClr val="6AA84F"/>
              </a:solidFill>
            </a:endParaRPr>
          </a:p>
          <a:p>
            <a:pPr indent="0" lvl="0" marL="0" rtl="0" algn="just">
              <a:lnSpc>
                <a:spcPct val="90000"/>
              </a:lnSpc>
              <a:spcBef>
                <a:spcPts val="0"/>
              </a:spcBef>
              <a:spcAft>
                <a:spcPts val="0"/>
              </a:spcAft>
              <a:buSzPts val="1700"/>
              <a:buNone/>
            </a:pPr>
            <a:r>
              <a:t/>
            </a:r>
            <a:endParaRPr sz="2000"/>
          </a:p>
          <a:p>
            <a:pPr indent="-349765" lvl="0" marL="457200" rtl="0" algn="just">
              <a:lnSpc>
                <a:spcPct val="90000"/>
              </a:lnSpc>
              <a:spcBef>
                <a:spcPts val="900"/>
              </a:spcBef>
              <a:spcAft>
                <a:spcPts val="0"/>
              </a:spcAft>
              <a:buSzPts val="1908"/>
              <a:buFont typeface="Marcellus"/>
              <a:buChar char="●"/>
            </a:pPr>
            <a:r>
              <a:rPr lang="es" sz="1908">
                <a:latin typeface="Marcellus"/>
                <a:ea typeface="Marcellus"/>
                <a:cs typeface="Marcellus"/>
                <a:sym typeface="Marcellus"/>
              </a:rPr>
              <a:t>Regla 3 </a:t>
            </a:r>
            <a:endParaRPr sz="1908">
              <a:latin typeface="Marcellus"/>
              <a:ea typeface="Marcellus"/>
              <a:cs typeface="Marcellus"/>
              <a:sym typeface="Marcellus"/>
            </a:endParaRPr>
          </a:p>
          <a:p>
            <a:pPr indent="0" lvl="0" marL="457200" rtl="0" algn="just">
              <a:lnSpc>
                <a:spcPct val="90000"/>
              </a:lnSpc>
              <a:spcBef>
                <a:spcPts val="900"/>
              </a:spcBef>
              <a:spcAft>
                <a:spcPts val="0"/>
              </a:spcAft>
              <a:buSzPts val="1530"/>
              <a:buNone/>
            </a:pPr>
            <a:r>
              <a:rPr lang="es" sz="1908">
                <a:latin typeface="Marcellus"/>
                <a:ea typeface="Marcellus"/>
                <a:cs typeface="Marcellus"/>
                <a:sym typeface="Marcellus"/>
              </a:rPr>
              <a:t>Si una tarea A tiene un número de secuencia que tiene un numero de raíz seguido por al menos un sufijo (por ejemplo, 10.1,10.2 o 10.1.1 y 10.1.2), entonces todas las tareas con el mismo número de raíz sin ningún sufijo deben preceder a la tarea A (por ejemplo, 10 precedería tanto a 10.1, 10.2 o 10.1.1 y 10.1.2), entonces la tarea A (por ejemplo, 10 precedería tanto a 10.1 como a 10.2). Sin embargo, una tarea con secuencia 10.1 no precedería tanto a 10.1 como a 10.2). Sin embargo, una tarea con secuencia 10.1 no precede a 10.1.1 o 10.1.2, ya que todos ellos se consideraran a partir del mismo momento. </a:t>
            </a:r>
            <a:endParaRPr sz="1800">
              <a:latin typeface="Marcellus"/>
              <a:ea typeface="Marcellus"/>
              <a:cs typeface="Marcellus"/>
              <a:sym typeface="Marcellus"/>
            </a:endParaRPr>
          </a:p>
          <a:p>
            <a:pPr indent="0" lvl="0" marL="457200" rtl="0" algn="l">
              <a:lnSpc>
                <a:spcPct val="90000"/>
              </a:lnSpc>
              <a:spcBef>
                <a:spcPts val="900"/>
              </a:spcBef>
              <a:spcAft>
                <a:spcPts val="0"/>
              </a:spcAft>
              <a:buSzPts val="1530"/>
              <a:buNone/>
            </a:pPr>
            <a:r>
              <a:t/>
            </a:r>
            <a:endParaRPr sz="1800">
              <a:latin typeface="Marcellus"/>
              <a:ea typeface="Marcellus"/>
              <a:cs typeface="Marcellus"/>
              <a:sym typeface="Marcellu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9" name="Shape 699"/>
        <p:cNvGrpSpPr/>
        <p:nvPr/>
      </p:nvGrpSpPr>
      <p:grpSpPr>
        <a:xfrm>
          <a:off x="0" y="0"/>
          <a:ext cx="0" cy="0"/>
          <a:chOff x="0" y="0"/>
          <a:chExt cx="0" cy="0"/>
        </a:xfrm>
      </p:grpSpPr>
      <p:sp>
        <p:nvSpPr>
          <p:cNvPr id="700" name="Google Shape;700;g22033ba46c8_4_29"/>
          <p:cNvSpPr txBox="1"/>
          <p:nvPr>
            <p:ph idx="1" type="body"/>
          </p:nvPr>
        </p:nvSpPr>
        <p:spPr>
          <a:xfrm>
            <a:off x="800100" y="339771"/>
            <a:ext cx="7525800" cy="4436700"/>
          </a:xfrm>
          <a:prstGeom prst="rect">
            <a:avLst/>
          </a:prstGeom>
          <a:noFill/>
          <a:ln>
            <a:noFill/>
          </a:ln>
        </p:spPr>
        <p:txBody>
          <a:bodyPr anchorCtr="0" anchor="t" bIns="45700" lIns="91425" spcFirstLastPara="1" rIns="91425" wrap="square" tIns="45700">
            <a:normAutofit lnSpcReduction="20000"/>
          </a:bodyPr>
          <a:lstStyle/>
          <a:p>
            <a:pPr indent="0" lvl="0" marL="0" rtl="0" algn="l">
              <a:lnSpc>
                <a:spcPct val="90000"/>
              </a:lnSpc>
              <a:spcBef>
                <a:spcPts val="0"/>
              </a:spcBef>
              <a:spcAft>
                <a:spcPts val="0"/>
              </a:spcAft>
              <a:buSzPts val="1700"/>
              <a:buNone/>
            </a:pPr>
            <a:r>
              <a:rPr b="1" lang="es" sz="2800">
                <a:solidFill>
                  <a:srgbClr val="6AA84F"/>
                </a:solidFill>
              </a:rPr>
              <a:t>Reglas de precedencia asociadas al número de secuencia </a:t>
            </a:r>
            <a:endParaRPr b="1" sz="2800">
              <a:solidFill>
                <a:srgbClr val="6AA84F"/>
              </a:solidFill>
            </a:endParaRPr>
          </a:p>
          <a:p>
            <a:pPr indent="0" lvl="0" marL="0" rtl="0" algn="just">
              <a:lnSpc>
                <a:spcPct val="90000"/>
              </a:lnSpc>
              <a:spcBef>
                <a:spcPts val="0"/>
              </a:spcBef>
              <a:spcAft>
                <a:spcPts val="0"/>
              </a:spcAft>
              <a:buSzPts val="1700"/>
              <a:buNone/>
            </a:pPr>
            <a:r>
              <a:t/>
            </a:r>
            <a:endParaRPr sz="2000"/>
          </a:p>
          <a:p>
            <a:pPr indent="-349765" lvl="0" marL="457200" rtl="0" algn="just">
              <a:lnSpc>
                <a:spcPct val="90000"/>
              </a:lnSpc>
              <a:spcBef>
                <a:spcPts val="900"/>
              </a:spcBef>
              <a:spcAft>
                <a:spcPts val="0"/>
              </a:spcAft>
              <a:buSzPts val="1908"/>
              <a:buFont typeface="Marcellus"/>
              <a:buChar char="●"/>
            </a:pPr>
            <a:r>
              <a:rPr lang="es" sz="1908">
                <a:latin typeface="Marcellus"/>
                <a:ea typeface="Marcellus"/>
                <a:cs typeface="Marcellus"/>
                <a:sym typeface="Marcellus"/>
              </a:rPr>
              <a:t>Regla 4 </a:t>
            </a:r>
            <a:endParaRPr sz="1908">
              <a:latin typeface="Marcellus"/>
              <a:ea typeface="Marcellus"/>
              <a:cs typeface="Marcellus"/>
              <a:sym typeface="Marcellus"/>
            </a:endParaRPr>
          </a:p>
          <a:p>
            <a:pPr indent="0" lvl="0" marL="457200" rtl="0" algn="just">
              <a:lnSpc>
                <a:spcPct val="90000"/>
              </a:lnSpc>
              <a:spcBef>
                <a:spcPts val="900"/>
              </a:spcBef>
              <a:spcAft>
                <a:spcPts val="0"/>
              </a:spcAft>
              <a:buSzPts val="1530"/>
              <a:buNone/>
            </a:pPr>
            <a:r>
              <a:rPr lang="es" sz="1908">
                <a:latin typeface="Marcellus"/>
                <a:ea typeface="Marcellus"/>
                <a:cs typeface="Marcellus"/>
                <a:sym typeface="Marcellus"/>
              </a:rPr>
              <a:t>Una o más tareas pueden tener el mismo número de secuencia raíz con o sin sufijos. Por ejemplo, la tarea A podría tener el número de secuencia 20 y la tarea B podría tener el número de secuencia 20, lo que significa que esas dos tareas comenzarán en paralelo una vez que las tareas anteriores hayan terminado. Comenzar al mismo tiempo es cierto para las tareas con los mismo números de secuencia raíz seguidos de cualquier número de sufijos (por ejemplo, los números de secuencia 20.1, 20.1.1 o 20.1.2 comienzan todos al mismo tiempo)</a:t>
            </a:r>
            <a:endParaRPr sz="1908">
              <a:latin typeface="Marcellus"/>
              <a:ea typeface="Marcellus"/>
              <a:cs typeface="Marcellus"/>
              <a:sym typeface="Marcellus"/>
            </a:endParaRPr>
          </a:p>
          <a:p>
            <a:pPr indent="0" lvl="0" marL="457200" rtl="0" algn="l">
              <a:lnSpc>
                <a:spcPct val="90000"/>
              </a:lnSpc>
              <a:spcBef>
                <a:spcPts val="900"/>
              </a:spcBef>
              <a:spcAft>
                <a:spcPts val="0"/>
              </a:spcAft>
              <a:buSzPts val="1530"/>
              <a:buNone/>
            </a:pPr>
            <a:r>
              <a:t/>
            </a:r>
            <a:endParaRPr sz="1800">
              <a:latin typeface="Marcellus"/>
              <a:ea typeface="Marcellus"/>
              <a:cs typeface="Marcellus"/>
              <a:sym typeface="Marcellus"/>
            </a:endParaRPr>
          </a:p>
          <a:p>
            <a:pPr indent="0" lvl="0" marL="457200" rtl="0" algn="l">
              <a:lnSpc>
                <a:spcPct val="90000"/>
              </a:lnSpc>
              <a:spcBef>
                <a:spcPts val="900"/>
              </a:spcBef>
              <a:spcAft>
                <a:spcPts val="0"/>
              </a:spcAft>
              <a:buSzPts val="1530"/>
              <a:buNone/>
            </a:pPr>
            <a:r>
              <a:t/>
            </a:r>
            <a:endParaRPr sz="1800">
              <a:latin typeface="Marcellus"/>
              <a:ea typeface="Marcellus"/>
              <a:cs typeface="Marcellus"/>
              <a:sym typeface="Marcellu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4" name="Shape 704"/>
        <p:cNvGrpSpPr/>
        <p:nvPr/>
      </p:nvGrpSpPr>
      <p:grpSpPr>
        <a:xfrm>
          <a:off x="0" y="0"/>
          <a:ext cx="0" cy="0"/>
          <a:chOff x="0" y="0"/>
          <a:chExt cx="0" cy="0"/>
        </a:xfrm>
      </p:grpSpPr>
      <p:sp>
        <p:nvSpPr>
          <p:cNvPr id="705" name="Google Shape;705;g22033ba46c8_2_10"/>
          <p:cNvSpPr/>
          <p:nvPr/>
        </p:nvSpPr>
        <p:spPr>
          <a:xfrm>
            <a:off x="888200" y="700550"/>
            <a:ext cx="7567500" cy="3953400"/>
          </a:xfrm>
          <a:prstGeom prst="rect">
            <a:avLst/>
          </a:prstGeom>
          <a:solidFill>
            <a:srgbClr val="6AA84F"/>
          </a:solidFill>
          <a:ln cap="flat" cmpd="sng" w="9525">
            <a:solidFill>
              <a:srgbClr val="274E1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706" name="Google Shape;706;g22033ba46c8_2_10"/>
          <p:cNvSpPr/>
          <p:nvPr/>
        </p:nvSpPr>
        <p:spPr>
          <a:xfrm>
            <a:off x="782700" y="595050"/>
            <a:ext cx="7498200" cy="3953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707" name="Google Shape;707;g22033ba46c8_2_10"/>
          <p:cNvSpPr txBox="1"/>
          <p:nvPr/>
        </p:nvSpPr>
        <p:spPr>
          <a:xfrm>
            <a:off x="3411150" y="2117700"/>
            <a:ext cx="2241300" cy="908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700"/>
              <a:buFont typeface="Arial"/>
              <a:buNone/>
            </a:pPr>
            <a:r>
              <a:rPr b="1" i="0" lang="es" sz="4700" u="none" cap="none" strike="noStrike">
                <a:solidFill>
                  <a:schemeClr val="dk1"/>
                </a:solidFill>
                <a:latin typeface="Lobster"/>
                <a:ea typeface="Lobster"/>
                <a:cs typeface="Lobster"/>
                <a:sym typeface="Lobster"/>
              </a:rPr>
              <a:t>Ejemplo:</a:t>
            </a:r>
            <a:endParaRPr b="1" i="0" sz="4700" u="none" cap="none" strike="noStrike">
              <a:solidFill>
                <a:schemeClr val="dk1"/>
              </a:solidFill>
              <a:latin typeface="Lobster"/>
              <a:ea typeface="Lobster"/>
              <a:cs typeface="Lobster"/>
              <a:sym typeface="Lobste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1" name="Shape 711"/>
        <p:cNvGrpSpPr/>
        <p:nvPr/>
      </p:nvGrpSpPr>
      <p:grpSpPr>
        <a:xfrm>
          <a:off x="0" y="0"/>
          <a:ext cx="0" cy="0"/>
          <a:chOff x="0" y="0"/>
          <a:chExt cx="0" cy="0"/>
        </a:xfrm>
      </p:grpSpPr>
      <p:sp>
        <p:nvSpPr>
          <p:cNvPr id="712" name="Google Shape;712;g22033ba46c8_4_33"/>
          <p:cNvSpPr txBox="1"/>
          <p:nvPr>
            <p:ph idx="1" type="body"/>
          </p:nvPr>
        </p:nvSpPr>
        <p:spPr>
          <a:xfrm>
            <a:off x="800100" y="339771"/>
            <a:ext cx="7525800" cy="4436700"/>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SzPts val="1700"/>
              <a:buNone/>
            </a:pPr>
            <a:r>
              <a:t/>
            </a:r>
            <a:endParaRPr>
              <a:solidFill>
                <a:schemeClr val="lt1"/>
              </a:solidFill>
            </a:endParaRPr>
          </a:p>
          <a:p>
            <a:pPr indent="0" lvl="0" marL="0" rtl="0" algn="just">
              <a:lnSpc>
                <a:spcPct val="90000"/>
              </a:lnSpc>
              <a:spcBef>
                <a:spcPts val="900"/>
              </a:spcBef>
              <a:spcAft>
                <a:spcPts val="0"/>
              </a:spcAft>
              <a:buSzPts val="1700"/>
              <a:buNone/>
            </a:pPr>
            <a:r>
              <a:rPr lang="es" sz="2000">
                <a:solidFill>
                  <a:schemeClr val="lt1"/>
                </a:solidFill>
              </a:rPr>
              <a:t>En un servicio de agencias de aerolíneas según un estudio se tienen diferentes tipos de clientes, están definidos mediante la siguiente tabla.</a:t>
            </a:r>
            <a:endParaRPr sz="2000">
              <a:solidFill>
                <a:schemeClr val="lt1"/>
              </a:solidFill>
            </a:endParaRPr>
          </a:p>
          <a:p>
            <a:pPr indent="0" lvl="0" marL="0" rtl="0" algn="ctr">
              <a:lnSpc>
                <a:spcPct val="90000"/>
              </a:lnSpc>
              <a:spcBef>
                <a:spcPts val="900"/>
              </a:spcBef>
              <a:spcAft>
                <a:spcPts val="0"/>
              </a:spcAft>
              <a:buSzPts val="1700"/>
              <a:buNone/>
            </a:pPr>
            <a:r>
              <a:t/>
            </a:r>
            <a:endParaRPr sz="2000">
              <a:solidFill>
                <a:schemeClr val="lt1"/>
              </a:solidFill>
            </a:endParaRPr>
          </a:p>
          <a:p>
            <a:pPr indent="0" lvl="0" marL="137160" rtl="0" algn="l">
              <a:lnSpc>
                <a:spcPct val="90000"/>
              </a:lnSpc>
              <a:spcBef>
                <a:spcPts val="900"/>
              </a:spcBef>
              <a:spcAft>
                <a:spcPts val="0"/>
              </a:spcAft>
              <a:buSzPts val="1530"/>
              <a:buNone/>
            </a:pPr>
            <a:r>
              <a:t/>
            </a:r>
            <a:endParaRPr>
              <a:solidFill>
                <a:schemeClr val="lt1"/>
              </a:solidFill>
            </a:endParaRPr>
          </a:p>
          <a:p>
            <a:pPr indent="-56197" lvl="0" marL="137160" rtl="0" algn="l">
              <a:lnSpc>
                <a:spcPct val="90000"/>
              </a:lnSpc>
              <a:spcBef>
                <a:spcPts val="900"/>
              </a:spcBef>
              <a:spcAft>
                <a:spcPts val="1200"/>
              </a:spcAft>
              <a:buSzPts val="1275"/>
              <a:buNone/>
            </a:pPr>
            <a:r>
              <a:t/>
            </a:r>
            <a:endParaRPr>
              <a:solidFill>
                <a:schemeClr val="lt1"/>
              </a:solidFill>
            </a:endParaRPr>
          </a:p>
        </p:txBody>
      </p:sp>
      <p:pic>
        <p:nvPicPr>
          <p:cNvPr id="713" name="Google Shape;713;g22033ba46c8_4_33"/>
          <p:cNvPicPr preferRelativeResize="0"/>
          <p:nvPr/>
        </p:nvPicPr>
        <p:blipFill rotWithShape="1">
          <a:blip r:embed="rId3">
            <a:alphaModFix/>
          </a:blip>
          <a:srcRect b="0" l="0" r="0" t="0"/>
          <a:stretch/>
        </p:blipFill>
        <p:spPr>
          <a:xfrm>
            <a:off x="1582204" y="2024729"/>
            <a:ext cx="5979600" cy="19008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7" name="Shape 717"/>
        <p:cNvGrpSpPr/>
        <p:nvPr/>
      </p:nvGrpSpPr>
      <p:grpSpPr>
        <a:xfrm>
          <a:off x="0" y="0"/>
          <a:ext cx="0" cy="0"/>
          <a:chOff x="0" y="0"/>
          <a:chExt cx="0" cy="0"/>
        </a:xfrm>
      </p:grpSpPr>
      <p:sp>
        <p:nvSpPr>
          <p:cNvPr id="718" name="Google Shape;718;g22033ba46c8_4_38"/>
          <p:cNvSpPr txBox="1"/>
          <p:nvPr>
            <p:ph idx="1" type="body"/>
          </p:nvPr>
        </p:nvSpPr>
        <p:spPr>
          <a:xfrm>
            <a:off x="802375" y="447348"/>
            <a:ext cx="7543800" cy="41817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900"/>
              </a:spcBef>
              <a:spcAft>
                <a:spcPts val="1200"/>
              </a:spcAft>
              <a:buSzPts val="1530"/>
              <a:buNone/>
            </a:pPr>
            <a:r>
              <a:rPr lang="es" sz="2000">
                <a:solidFill>
                  <a:schemeClr val="lt1"/>
                </a:solidFill>
              </a:rPr>
              <a:t>La ruta de secuencia que toman cada tipo de cliente está dada por la siguiente tabla:</a:t>
            </a:r>
            <a:endParaRPr sz="2000">
              <a:solidFill>
                <a:schemeClr val="lt1"/>
              </a:solidFill>
            </a:endParaRPr>
          </a:p>
        </p:txBody>
      </p:sp>
      <p:pic>
        <p:nvPicPr>
          <p:cNvPr id="719" name="Google Shape;719;g22033ba46c8_4_38"/>
          <p:cNvPicPr preferRelativeResize="0"/>
          <p:nvPr/>
        </p:nvPicPr>
        <p:blipFill rotWithShape="1">
          <a:blip r:embed="rId3">
            <a:alphaModFix/>
          </a:blip>
          <a:srcRect b="0" l="0" r="0" t="0"/>
          <a:stretch/>
        </p:blipFill>
        <p:spPr>
          <a:xfrm>
            <a:off x="854750" y="1990563"/>
            <a:ext cx="7439025" cy="14382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3" name="Shape 723"/>
        <p:cNvGrpSpPr/>
        <p:nvPr/>
      </p:nvGrpSpPr>
      <p:grpSpPr>
        <a:xfrm>
          <a:off x="0" y="0"/>
          <a:ext cx="0" cy="0"/>
          <a:chOff x="0" y="0"/>
          <a:chExt cx="0" cy="0"/>
        </a:xfrm>
      </p:grpSpPr>
      <p:sp>
        <p:nvSpPr>
          <p:cNvPr id="724" name="Google Shape;724;g22033ba46c8_4_43"/>
          <p:cNvSpPr txBox="1"/>
          <p:nvPr>
            <p:ph idx="1" type="body"/>
          </p:nvPr>
        </p:nvSpPr>
        <p:spPr>
          <a:xfrm>
            <a:off x="802375" y="447348"/>
            <a:ext cx="7543800" cy="4181700"/>
          </a:xfrm>
          <a:prstGeom prst="rect">
            <a:avLst/>
          </a:prstGeom>
          <a:noFill/>
          <a:ln>
            <a:noFill/>
          </a:ln>
        </p:spPr>
        <p:txBody>
          <a:bodyPr anchorCtr="0" anchor="t" bIns="45700" lIns="91425" spcFirstLastPara="1" rIns="91425" wrap="square" tIns="45700">
            <a:noAutofit/>
          </a:bodyPr>
          <a:lstStyle/>
          <a:p>
            <a:pPr indent="0" lvl="0" marL="0" rtl="0" algn="just">
              <a:lnSpc>
                <a:spcPct val="80000"/>
              </a:lnSpc>
              <a:spcBef>
                <a:spcPts val="900"/>
              </a:spcBef>
              <a:spcAft>
                <a:spcPts val="0"/>
              </a:spcAft>
              <a:buSzPts val="1125"/>
              <a:buNone/>
            </a:pPr>
            <a:r>
              <a:rPr lang="es" sz="1350">
                <a:solidFill>
                  <a:schemeClr val="lt1"/>
                </a:solidFill>
              </a:rPr>
              <a:t>Se sabe que los clientes llegan con una tasa de llegada de 25 clientes/hora y siguen una distribución de Poisson. Las tasas de servicio de los servidores siguen una distribución (escoja la que más considere adecuada, puede ser triangular o bien uniforme) en minutos y son las siguientes</a:t>
            </a:r>
            <a:endParaRPr sz="1350">
              <a:solidFill>
                <a:schemeClr val="lt1"/>
              </a:solidFill>
            </a:endParaRPr>
          </a:p>
          <a:p>
            <a:pPr indent="0" lvl="0" marL="0" rtl="0" algn="just">
              <a:lnSpc>
                <a:spcPct val="80000"/>
              </a:lnSpc>
              <a:spcBef>
                <a:spcPts val="1200"/>
              </a:spcBef>
              <a:spcAft>
                <a:spcPts val="0"/>
              </a:spcAft>
              <a:buSzPts val="1125"/>
              <a:buNone/>
            </a:pPr>
            <a:r>
              <a:rPr lang="es" sz="1350">
                <a:solidFill>
                  <a:schemeClr val="lt1"/>
                </a:solidFill>
              </a:rPr>
              <a:t>TASA DE SERVICIO:</a:t>
            </a:r>
            <a:endParaRPr sz="1350">
              <a:solidFill>
                <a:schemeClr val="lt1"/>
              </a:solidFill>
            </a:endParaRPr>
          </a:p>
          <a:p>
            <a:pPr indent="-314325" lvl="0" marL="457200" rtl="0" algn="just">
              <a:lnSpc>
                <a:spcPct val="140000"/>
              </a:lnSpc>
              <a:spcBef>
                <a:spcPts val="1200"/>
              </a:spcBef>
              <a:spcAft>
                <a:spcPts val="0"/>
              </a:spcAft>
              <a:buClr>
                <a:schemeClr val="lt1"/>
              </a:buClr>
              <a:buSzPts val="1350"/>
              <a:buChar char="●"/>
            </a:pPr>
            <a:r>
              <a:rPr lang="es" sz="1350">
                <a:solidFill>
                  <a:schemeClr val="lt1"/>
                </a:solidFill>
              </a:rPr>
              <a:t>HOSPEDAJE: (50,70)</a:t>
            </a:r>
            <a:endParaRPr sz="1350">
              <a:solidFill>
                <a:schemeClr val="lt1"/>
              </a:solidFill>
            </a:endParaRPr>
          </a:p>
          <a:p>
            <a:pPr indent="-314325" lvl="0" marL="457200" rtl="0" algn="just">
              <a:lnSpc>
                <a:spcPct val="140000"/>
              </a:lnSpc>
              <a:spcBef>
                <a:spcPts val="0"/>
              </a:spcBef>
              <a:spcAft>
                <a:spcPts val="0"/>
              </a:spcAft>
              <a:buClr>
                <a:schemeClr val="lt1"/>
              </a:buClr>
              <a:buSzPts val="1350"/>
              <a:buChar char="●"/>
            </a:pPr>
            <a:r>
              <a:rPr lang="es" sz="1350">
                <a:solidFill>
                  <a:schemeClr val="lt1"/>
                </a:solidFill>
              </a:rPr>
              <a:t>TAQUILLA: (10,14,18)</a:t>
            </a:r>
            <a:endParaRPr sz="1350">
              <a:solidFill>
                <a:schemeClr val="lt1"/>
              </a:solidFill>
            </a:endParaRPr>
          </a:p>
          <a:p>
            <a:pPr indent="-314325" lvl="0" marL="457200" rtl="0" algn="just">
              <a:lnSpc>
                <a:spcPct val="140000"/>
              </a:lnSpc>
              <a:spcBef>
                <a:spcPts val="0"/>
              </a:spcBef>
              <a:spcAft>
                <a:spcPts val="0"/>
              </a:spcAft>
              <a:buClr>
                <a:schemeClr val="lt1"/>
              </a:buClr>
              <a:buSzPts val="1350"/>
              <a:buChar char="●"/>
            </a:pPr>
            <a:r>
              <a:rPr lang="es" sz="1350">
                <a:solidFill>
                  <a:schemeClr val="lt1"/>
                </a:solidFill>
              </a:rPr>
              <a:t>BUFFET: (13,15,20) Se realizan 2 procesos con el mismo tiempo (Seleccionar una bebida y tomar la bebida)</a:t>
            </a:r>
            <a:endParaRPr sz="1350">
              <a:solidFill>
                <a:schemeClr val="lt1"/>
              </a:solidFill>
            </a:endParaRPr>
          </a:p>
          <a:p>
            <a:pPr indent="-314325" lvl="0" marL="457200" rtl="0" algn="just">
              <a:lnSpc>
                <a:spcPct val="140000"/>
              </a:lnSpc>
              <a:spcBef>
                <a:spcPts val="0"/>
              </a:spcBef>
              <a:spcAft>
                <a:spcPts val="0"/>
              </a:spcAft>
              <a:buClr>
                <a:schemeClr val="lt1"/>
              </a:buClr>
              <a:buSzPts val="1350"/>
              <a:buChar char="●"/>
            </a:pPr>
            <a:r>
              <a:rPr lang="es" sz="1350">
                <a:solidFill>
                  <a:schemeClr val="lt1"/>
                </a:solidFill>
              </a:rPr>
              <a:t>CAJERO: (4,10)</a:t>
            </a:r>
            <a:endParaRPr sz="1350">
              <a:solidFill>
                <a:schemeClr val="lt1"/>
              </a:solidFill>
            </a:endParaRPr>
          </a:p>
          <a:p>
            <a:pPr indent="-314325" lvl="0" marL="457200" rtl="0" algn="just">
              <a:lnSpc>
                <a:spcPct val="140000"/>
              </a:lnSpc>
              <a:spcBef>
                <a:spcPts val="0"/>
              </a:spcBef>
              <a:spcAft>
                <a:spcPts val="0"/>
              </a:spcAft>
              <a:buClr>
                <a:schemeClr val="lt1"/>
              </a:buClr>
              <a:buSzPts val="1350"/>
              <a:buChar char="●"/>
            </a:pPr>
            <a:r>
              <a:rPr lang="es" sz="1350">
                <a:solidFill>
                  <a:schemeClr val="lt1"/>
                </a:solidFill>
              </a:rPr>
              <a:t>ABORDAJE: (4,8,13)</a:t>
            </a:r>
            <a:endParaRPr sz="1350">
              <a:solidFill>
                <a:schemeClr val="lt1"/>
              </a:solidFill>
            </a:endParaRPr>
          </a:p>
          <a:p>
            <a:pPr indent="0" lvl="0" marL="0" rtl="0" algn="just">
              <a:lnSpc>
                <a:spcPct val="80000"/>
              </a:lnSpc>
              <a:spcBef>
                <a:spcPts val="1200"/>
              </a:spcBef>
              <a:spcAft>
                <a:spcPts val="0"/>
              </a:spcAft>
              <a:buSzPts val="1125"/>
              <a:buNone/>
            </a:pPr>
            <a:r>
              <a:t/>
            </a:r>
            <a:endParaRPr sz="1350">
              <a:solidFill>
                <a:schemeClr val="lt1"/>
              </a:solidFill>
            </a:endParaRPr>
          </a:p>
          <a:p>
            <a:pPr indent="0" lvl="0" marL="0" rtl="0" algn="just">
              <a:lnSpc>
                <a:spcPct val="80000"/>
              </a:lnSpc>
              <a:spcBef>
                <a:spcPts val="1200"/>
              </a:spcBef>
              <a:spcAft>
                <a:spcPts val="0"/>
              </a:spcAft>
              <a:buSzPts val="1125"/>
              <a:buNone/>
            </a:pPr>
            <a:r>
              <a:rPr lang="es" sz="1350">
                <a:solidFill>
                  <a:schemeClr val="lt1"/>
                </a:solidFill>
              </a:rPr>
              <a:t>Además en el BUFFET se deben realizar dos tareas, en el servir comida, y elección de bebida ambas tareas poseen la misma distribución con la misma tasa de servicio para cada una de esas actividades</a:t>
            </a:r>
            <a:endParaRPr sz="1350">
              <a:solidFill>
                <a:schemeClr val="lt1"/>
              </a:solidFill>
            </a:endParaRPr>
          </a:p>
          <a:p>
            <a:pPr indent="0" lvl="0" marL="0" rtl="0" algn="just">
              <a:lnSpc>
                <a:spcPct val="80000"/>
              </a:lnSpc>
              <a:spcBef>
                <a:spcPts val="1200"/>
              </a:spcBef>
              <a:spcAft>
                <a:spcPts val="0"/>
              </a:spcAft>
              <a:buSzPts val="1125"/>
              <a:buNone/>
            </a:pPr>
            <a:r>
              <a:rPr lang="es" sz="1350">
                <a:solidFill>
                  <a:schemeClr val="lt1"/>
                </a:solidFill>
              </a:rPr>
              <a:t>Simule el sistema con un día laboral de 6:00 am - 10:00 pm</a:t>
            </a:r>
            <a:endParaRPr sz="1350">
              <a:solidFill>
                <a:schemeClr val="lt1"/>
              </a:solidFill>
            </a:endParaRPr>
          </a:p>
          <a:p>
            <a:pPr indent="0" lvl="0" marL="0" rtl="0" algn="l">
              <a:lnSpc>
                <a:spcPct val="80000"/>
              </a:lnSpc>
              <a:spcBef>
                <a:spcPts val="1200"/>
              </a:spcBef>
              <a:spcAft>
                <a:spcPts val="1200"/>
              </a:spcAft>
              <a:buSzPts val="1125"/>
              <a:buNone/>
            </a:pPr>
            <a:r>
              <a:t/>
            </a:r>
            <a:endParaRPr sz="1250">
              <a:solidFill>
                <a:schemeClr val="lt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8" name="Shape 728"/>
        <p:cNvGrpSpPr/>
        <p:nvPr/>
      </p:nvGrpSpPr>
      <p:grpSpPr>
        <a:xfrm>
          <a:off x="0" y="0"/>
          <a:ext cx="0" cy="0"/>
          <a:chOff x="0" y="0"/>
          <a:chExt cx="0" cy="0"/>
        </a:xfrm>
      </p:grpSpPr>
      <p:sp>
        <p:nvSpPr>
          <p:cNvPr id="729" name="Google Shape;729;g22033ba46c8_4_47"/>
          <p:cNvSpPr txBox="1"/>
          <p:nvPr>
            <p:ph idx="1" type="body"/>
          </p:nvPr>
        </p:nvSpPr>
        <p:spPr>
          <a:xfrm>
            <a:off x="802375" y="447348"/>
            <a:ext cx="7543800" cy="4181700"/>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900"/>
              </a:spcBef>
              <a:spcAft>
                <a:spcPts val="0"/>
              </a:spcAft>
              <a:buSzPts val="1530"/>
              <a:buNone/>
            </a:pPr>
            <a:r>
              <a:rPr lang="es" sz="2000">
                <a:solidFill>
                  <a:schemeClr val="lt1"/>
                </a:solidFill>
              </a:rPr>
              <a:t>Responda las siguientes preguntas:</a:t>
            </a:r>
            <a:endParaRPr sz="2000">
              <a:solidFill>
                <a:schemeClr val="lt1"/>
              </a:solidFill>
            </a:endParaRPr>
          </a:p>
          <a:p>
            <a:pPr indent="-355600" lvl="0" marL="457200" rtl="0" algn="just">
              <a:lnSpc>
                <a:spcPct val="90000"/>
              </a:lnSpc>
              <a:spcBef>
                <a:spcPts val="1200"/>
              </a:spcBef>
              <a:spcAft>
                <a:spcPts val="0"/>
              </a:spcAft>
              <a:buClr>
                <a:schemeClr val="lt1"/>
              </a:buClr>
              <a:buSzPts val="2000"/>
              <a:buChar char="●"/>
            </a:pPr>
            <a:r>
              <a:rPr lang="es" sz="2000">
                <a:solidFill>
                  <a:schemeClr val="lt1"/>
                </a:solidFill>
              </a:rPr>
              <a:t>¿Cuánto tiempo pasa cada tipo de cliente en el sistema?</a:t>
            </a:r>
            <a:endParaRPr sz="2000">
              <a:solidFill>
                <a:schemeClr val="lt1"/>
              </a:solidFill>
            </a:endParaRPr>
          </a:p>
          <a:p>
            <a:pPr indent="-355600" lvl="0" marL="457200" rtl="0" algn="just">
              <a:lnSpc>
                <a:spcPct val="90000"/>
              </a:lnSpc>
              <a:spcBef>
                <a:spcPts val="0"/>
              </a:spcBef>
              <a:spcAft>
                <a:spcPts val="0"/>
              </a:spcAft>
              <a:buClr>
                <a:schemeClr val="lt1"/>
              </a:buClr>
              <a:buSzPts val="2000"/>
              <a:buChar char="●"/>
            </a:pPr>
            <a:r>
              <a:rPr lang="es" sz="2000">
                <a:solidFill>
                  <a:schemeClr val="lt1"/>
                </a:solidFill>
              </a:rPr>
              <a:t>¿Cuántos clientes de cada tipo se atienden en el día?</a:t>
            </a:r>
            <a:endParaRPr sz="2000">
              <a:solidFill>
                <a:schemeClr val="lt1"/>
              </a:solidFill>
            </a:endParaRPr>
          </a:p>
          <a:p>
            <a:pPr indent="-355600" lvl="0" marL="457200" rtl="0" algn="just">
              <a:lnSpc>
                <a:spcPct val="90000"/>
              </a:lnSpc>
              <a:spcBef>
                <a:spcPts val="0"/>
              </a:spcBef>
              <a:spcAft>
                <a:spcPts val="0"/>
              </a:spcAft>
              <a:buClr>
                <a:schemeClr val="lt1"/>
              </a:buClr>
              <a:buSzPts val="2000"/>
              <a:buChar char="●"/>
            </a:pPr>
            <a:r>
              <a:rPr lang="es" sz="2000">
                <a:solidFill>
                  <a:schemeClr val="lt1"/>
                </a:solidFill>
              </a:rPr>
              <a:t>¿Cuál es el porcentaje de utilización de cada servidor?</a:t>
            </a:r>
            <a:endParaRPr sz="2000">
              <a:solidFill>
                <a:schemeClr val="lt1"/>
              </a:solidFill>
            </a:endParaRPr>
          </a:p>
          <a:p>
            <a:pPr indent="-355600" lvl="0" marL="457200" rtl="0" algn="just">
              <a:lnSpc>
                <a:spcPct val="90000"/>
              </a:lnSpc>
              <a:spcBef>
                <a:spcPts val="0"/>
              </a:spcBef>
              <a:spcAft>
                <a:spcPts val="0"/>
              </a:spcAft>
              <a:buClr>
                <a:schemeClr val="lt1"/>
              </a:buClr>
              <a:buSzPts val="2000"/>
              <a:buChar char="●"/>
            </a:pPr>
            <a:r>
              <a:rPr lang="es" sz="2000">
                <a:solidFill>
                  <a:schemeClr val="lt1"/>
                </a:solidFill>
              </a:rPr>
              <a:t>¿Se atienden a todos los clientes que llegan en el día?</a:t>
            </a:r>
            <a:endParaRPr sz="2000">
              <a:solidFill>
                <a:schemeClr val="lt1"/>
              </a:solidFill>
            </a:endParaRPr>
          </a:p>
          <a:p>
            <a:pPr indent="0" lvl="0" marL="0" rtl="0" algn="just">
              <a:lnSpc>
                <a:spcPct val="90000"/>
              </a:lnSpc>
              <a:spcBef>
                <a:spcPts val="1200"/>
              </a:spcBef>
              <a:spcAft>
                <a:spcPts val="0"/>
              </a:spcAft>
              <a:buSzPts val="1530"/>
              <a:buNone/>
            </a:pPr>
            <a:r>
              <a:t/>
            </a:r>
            <a:endParaRPr sz="2000">
              <a:solidFill>
                <a:schemeClr val="lt1"/>
              </a:solidFill>
            </a:endParaRPr>
          </a:p>
          <a:p>
            <a:pPr indent="0" lvl="0" marL="0" rtl="0" algn="l">
              <a:lnSpc>
                <a:spcPct val="90000"/>
              </a:lnSpc>
              <a:spcBef>
                <a:spcPts val="1200"/>
              </a:spcBef>
              <a:spcAft>
                <a:spcPts val="1200"/>
              </a:spcAft>
              <a:buSzPts val="1530"/>
              <a:buNone/>
            </a:pPr>
            <a:r>
              <a:t/>
            </a:r>
            <a:endParaRPr sz="2000">
              <a:solidFill>
                <a:schemeClr val="lt1"/>
              </a:solidFill>
            </a:endParaRPr>
          </a:p>
        </p:txBody>
      </p:sp>
      <p:pic>
        <p:nvPicPr>
          <p:cNvPr id="730" name="Google Shape;730;g22033ba46c8_4_47"/>
          <p:cNvPicPr preferRelativeResize="0"/>
          <p:nvPr/>
        </p:nvPicPr>
        <p:blipFill rotWithShape="1">
          <a:blip r:embed="rId3">
            <a:alphaModFix/>
          </a:blip>
          <a:srcRect b="0" l="0" r="0" t="0"/>
          <a:stretch/>
        </p:blipFill>
        <p:spPr>
          <a:xfrm>
            <a:off x="3084422" y="2191300"/>
            <a:ext cx="2437750" cy="24377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4" name="Shape 734"/>
        <p:cNvGrpSpPr/>
        <p:nvPr/>
      </p:nvGrpSpPr>
      <p:grpSpPr>
        <a:xfrm>
          <a:off x="0" y="0"/>
          <a:ext cx="0" cy="0"/>
          <a:chOff x="0" y="0"/>
          <a:chExt cx="0" cy="0"/>
        </a:xfrm>
      </p:grpSpPr>
      <p:sp>
        <p:nvSpPr>
          <p:cNvPr id="735" name="Google Shape;735;g2d52878b4a1_2_0"/>
          <p:cNvSpPr txBox="1"/>
          <p:nvPr>
            <p:ph idx="1" type="body"/>
          </p:nvPr>
        </p:nvSpPr>
        <p:spPr>
          <a:xfrm>
            <a:off x="800100" y="339771"/>
            <a:ext cx="7525800" cy="4436700"/>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SzPts val="1700"/>
              <a:buNone/>
            </a:pPr>
            <a:r>
              <a:rPr lang="es" sz="2000"/>
              <a:t>RATE TABLES</a:t>
            </a:r>
            <a:endParaRPr b="0" i="0" sz="1800" u="none" strike="noStrike">
              <a:solidFill>
                <a:srgbClr val="000000"/>
              </a:solidFill>
              <a:latin typeface="Marcellus"/>
              <a:ea typeface="Marcellus"/>
              <a:cs typeface="Marcellus"/>
              <a:sym typeface="Marcellus"/>
            </a:endParaRPr>
          </a:p>
          <a:p>
            <a:pPr indent="-137160" lvl="0" marL="137160" rtl="0" algn="just">
              <a:lnSpc>
                <a:spcPct val="90000"/>
              </a:lnSpc>
              <a:spcBef>
                <a:spcPts val="900"/>
              </a:spcBef>
              <a:spcAft>
                <a:spcPts val="0"/>
              </a:spcAft>
              <a:buSzPts val="1530"/>
              <a:buFont typeface="Arial"/>
              <a:buChar char="●"/>
            </a:pPr>
            <a:r>
              <a:rPr i="0" lang="es" sz="1800" u="none" strike="noStrike">
                <a:latin typeface="Arial"/>
                <a:ea typeface="Arial"/>
                <a:cs typeface="Arial"/>
                <a:sym typeface="Arial"/>
              </a:rPr>
              <a:t>No siempre se tienen tasas de llegada para todo el horario de simulación.</a:t>
            </a:r>
            <a:endParaRPr>
              <a:latin typeface="Arial"/>
              <a:ea typeface="Arial"/>
              <a:cs typeface="Arial"/>
              <a:sym typeface="Arial"/>
            </a:endParaRPr>
          </a:p>
          <a:p>
            <a:pPr indent="-137160" lvl="0" marL="137160" rtl="0" algn="just">
              <a:lnSpc>
                <a:spcPct val="90000"/>
              </a:lnSpc>
              <a:spcBef>
                <a:spcPts val="900"/>
              </a:spcBef>
              <a:spcAft>
                <a:spcPts val="0"/>
              </a:spcAft>
              <a:buSzPts val="1530"/>
              <a:buFont typeface="Arial"/>
              <a:buChar char="●"/>
            </a:pPr>
            <a:r>
              <a:rPr i="0" lang="es" sz="1800" u="none" strike="noStrike">
                <a:latin typeface="Arial"/>
                <a:ea typeface="Arial"/>
                <a:cs typeface="Arial"/>
                <a:sym typeface="Arial"/>
              </a:rPr>
              <a:t>En ocasiones se conocen las llegadas de un horario en específico.</a:t>
            </a:r>
            <a:endParaRPr>
              <a:latin typeface="Arial"/>
              <a:ea typeface="Arial"/>
              <a:cs typeface="Arial"/>
              <a:sym typeface="Arial"/>
            </a:endParaRPr>
          </a:p>
          <a:p>
            <a:pPr indent="-40005" lvl="0" marL="137160" rtl="0" algn="just">
              <a:lnSpc>
                <a:spcPct val="90000"/>
              </a:lnSpc>
              <a:spcBef>
                <a:spcPts val="900"/>
              </a:spcBef>
              <a:spcAft>
                <a:spcPts val="0"/>
              </a:spcAft>
              <a:buSzPts val="1530"/>
              <a:buNone/>
            </a:pPr>
            <a:r>
              <a:t/>
            </a:r>
            <a:endParaRPr i="0" sz="1800" u="none" strike="noStrike">
              <a:latin typeface="Arial"/>
              <a:ea typeface="Arial"/>
              <a:cs typeface="Arial"/>
              <a:sym typeface="Arial"/>
            </a:endParaRPr>
          </a:p>
          <a:p>
            <a:pPr indent="-137159" lvl="1" marL="342900" rtl="0" algn="just">
              <a:lnSpc>
                <a:spcPct val="90000"/>
              </a:lnSpc>
              <a:spcBef>
                <a:spcPts val="300"/>
              </a:spcBef>
              <a:spcAft>
                <a:spcPts val="0"/>
              </a:spcAft>
              <a:buSzPts val="1403"/>
              <a:buFont typeface="Arial"/>
              <a:buChar char="○"/>
            </a:pPr>
            <a:r>
              <a:rPr i="0" lang="es" sz="1650" u="none" strike="noStrike">
                <a:latin typeface="Arial"/>
                <a:ea typeface="Arial"/>
                <a:cs typeface="Arial"/>
                <a:sym typeface="Arial"/>
              </a:rPr>
              <a:t>Se utilizan en situaciones en las que una tasa de llegada/evento varía directamente con el tiempo</a:t>
            </a:r>
            <a:endParaRPr>
              <a:latin typeface="Arial"/>
              <a:ea typeface="Arial"/>
              <a:cs typeface="Arial"/>
              <a:sym typeface="Arial"/>
            </a:endParaRPr>
          </a:p>
          <a:p>
            <a:pPr indent="-137159" lvl="1" marL="342900" rtl="0" algn="just">
              <a:lnSpc>
                <a:spcPct val="90000"/>
              </a:lnSpc>
              <a:spcBef>
                <a:spcPts val="450"/>
              </a:spcBef>
              <a:spcAft>
                <a:spcPts val="0"/>
              </a:spcAft>
              <a:buSzPts val="1403"/>
              <a:buFont typeface="Arial"/>
              <a:buChar char="○"/>
            </a:pPr>
            <a:r>
              <a:rPr i="0" lang="es" sz="1650" u="none" strike="noStrike">
                <a:latin typeface="Arial"/>
                <a:ea typeface="Arial"/>
                <a:cs typeface="Arial"/>
                <a:sym typeface="Arial"/>
              </a:rPr>
              <a:t>Se puede especificar el número de intervalos y su duración</a:t>
            </a:r>
            <a:endParaRPr sz="1550">
              <a:latin typeface="Arial"/>
              <a:ea typeface="Arial"/>
              <a:cs typeface="Arial"/>
              <a:sym typeface="Arial"/>
            </a:endParaRPr>
          </a:p>
        </p:txBody>
      </p:sp>
      <p:pic>
        <p:nvPicPr>
          <p:cNvPr id="736" name="Google Shape;736;g2d52878b4a1_2_0"/>
          <p:cNvPicPr preferRelativeResize="0"/>
          <p:nvPr/>
        </p:nvPicPr>
        <p:blipFill rotWithShape="1">
          <a:blip r:embed="rId3">
            <a:alphaModFix/>
          </a:blip>
          <a:srcRect b="0" l="0" r="0" t="0"/>
          <a:stretch/>
        </p:blipFill>
        <p:spPr>
          <a:xfrm>
            <a:off x="3140224" y="2982625"/>
            <a:ext cx="2671000" cy="20120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0" name="Shape 740"/>
        <p:cNvGrpSpPr/>
        <p:nvPr/>
      </p:nvGrpSpPr>
      <p:grpSpPr>
        <a:xfrm>
          <a:off x="0" y="0"/>
          <a:ext cx="0" cy="0"/>
          <a:chOff x="0" y="0"/>
          <a:chExt cx="0" cy="0"/>
        </a:xfrm>
      </p:grpSpPr>
      <p:sp>
        <p:nvSpPr>
          <p:cNvPr id="741" name="Google Shape;741;g2d52878b4a1_2_6"/>
          <p:cNvSpPr txBox="1"/>
          <p:nvPr>
            <p:ph type="title"/>
          </p:nvPr>
        </p:nvSpPr>
        <p:spPr>
          <a:xfrm>
            <a:off x="802386" y="363474"/>
            <a:ext cx="7543800" cy="12069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4000"/>
              <a:buFont typeface="Rockwell"/>
              <a:buNone/>
            </a:pPr>
            <a:r>
              <a:rPr lang="es"/>
              <a:t>RATE TABLES</a:t>
            </a:r>
            <a:endParaRPr/>
          </a:p>
        </p:txBody>
      </p:sp>
      <p:sp>
        <p:nvSpPr>
          <p:cNvPr id="742" name="Google Shape;742;g2d52878b4a1_2_6"/>
          <p:cNvSpPr txBox="1"/>
          <p:nvPr>
            <p:ph idx="1" type="body"/>
          </p:nvPr>
        </p:nvSpPr>
        <p:spPr>
          <a:xfrm>
            <a:off x="802386" y="1591056"/>
            <a:ext cx="8173200" cy="30381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275"/>
              <a:buNone/>
            </a:pPr>
            <a:r>
              <a:rPr lang="es"/>
              <a:t>CANTIDAD DE INTERVALOS					TIEMPOS DE INTERVALOS</a:t>
            </a:r>
            <a:endParaRPr/>
          </a:p>
          <a:p>
            <a:pPr indent="0" lvl="0" marL="0" rtl="0" algn="l">
              <a:lnSpc>
                <a:spcPct val="90000"/>
              </a:lnSpc>
              <a:spcBef>
                <a:spcPts val="900"/>
              </a:spcBef>
              <a:spcAft>
                <a:spcPts val="0"/>
              </a:spcAft>
              <a:buSzPts val="1275"/>
              <a:buNone/>
            </a:pPr>
            <a:r>
              <a:t/>
            </a:r>
            <a:endParaRPr/>
          </a:p>
          <a:p>
            <a:pPr indent="0" lvl="0" marL="0" rtl="0" algn="l">
              <a:lnSpc>
                <a:spcPct val="90000"/>
              </a:lnSpc>
              <a:spcBef>
                <a:spcPts val="900"/>
              </a:spcBef>
              <a:spcAft>
                <a:spcPts val="0"/>
              </a:spcAft>
              <a:buSzPts val="1275"/>
              <a:buNone/>
            </a:pPr>
            <a:r>
              <a:t/>
            </a:r>
            <a:endParaRPr/>
          </a:p>
          <a:p>
            <a:pPr indent="0" lvl="0" marL="0" rtl="0" algn="l">
              <a:lnSpc>
                <a:spcPct val="90000"/>
              </a:lnSpc>
              <a:spcBef>
                <a:spcPts val="900"/>
              </a:spcBef>
              <a:spcAft>
                <a:spcPts val="0"/>
              </a:spcAft>
              <a:buSzPts val="1275"/>
              <a:buNone/>
            </a:pPr>
            <a:r>
              <a:t/>
            </a:r>
            <a:endParaRPr/>
          </a:p>
          <a:p>
            <a:pPr indent="0" lvl="0" marL="0" rtl="0" algn="l">
              <a:lnSpc>
                <a:spcPct val="90000"/>
              </a:lnSpc>
              <a:spcBef>
                <a:spcPts val="900"/>
              </a:spcBef>
              <a:spcAft>
                <a:spcPts val="0"/>
              </a:spcAft>
              <a:buSzPts val="1275"/>
              <a:buNone/>
            </a:pPr>
            <a:r>
              <a:t/>
            </a:r>
            <a:endParaRPr/>
          </a:p>
          <a:p>
            <a:pPr indent="0" lvl="0" marL="0" rtl="0" algn="l">
              <a:lnSpc>
                <a:spcPct val="90000"/>
              </a:lnSpc>
              <a:spcBef>
                <a:spcPts val="900"/>
              </a:spcBef>
              <a:spcAft>
                <a:spcPts val="0"/>
              </a:spcAft>
              <a:buSzPts val="1275"/>
              <a:buNone/>
            </a:pPr>
            <a:r>
              <a:rPr lang="es"/>
              <a:t>HORARIO						                                          ENTIDADES POR INTERVALO</a:t>
            </a:r>
            <a:endParaRPr/>
          </a:p>
          <a:p>
            <a:pPr indent="0" lvl="0" marL="0" rtl="0" algn="l">
              <a:lnSpc>
                <a:spcPct val="90000"/>
              </a:lnSpc>
              <a:spcBef>
                <a:spcPts val="900"/>
              </a:spcBef>
              <a:spcAft>
                <a:spcPts val="1200"/>
              </a:spcAft>
              <a:buSzPts val="1275"/>
              <a:buNone/>
            </a:pPr>
            <a:r>
              <a:t/>
            </a:r>
            <a:endParaRPr/>
          </a:p>
        </p:txBody>
      </p:sp>
      <p:pic>
        <p:nvPicPr>
          <p:cNvPr id="743" name="Google Shape;743;g2d52878b4a1_2_6"/>
          <p:cNvPicPr preferRelativeResize="0"/>
          <p:nvPr/>
        </p:nvPicPr>
        <p:blipFill rotWithShape="1">
          <a:blip r:embed="rId3">
            <a:alphaModFix/>
          </a:blip>
          <a:srcRect b="0" l="0" r="0" t="0"/>
          <a:stretch/>
        </p:blipFill>
        <p:spPr>
          <a:xfrm>
            <a:off x="2871501" y="1903376"/>
            <a:ext cx="2418725" cy="1086825"/>
          </a:xfrm>
          <a:prstGeom prst="rect">
            <a:avLst/>
          </a:prstGeom>
          <a:noFill/>
          <a:ln>
            <a:noFill/>
          </a:ln>
        </p:spPr>
      </p:pic>
      <p:pic>
        <p:nvPicPr>
          <p:cNvPr id="744" name="Google Shape;744;g2d52878b4a1_2_6"/>
          <p:cNvPicPr preferRelativeResize="0"/>
          <p:nvPr/>
        </p:nvPicPr>
        <p:blipFill rotWithShape="1">
          <a:blip r:embed="rId4">
            <a:alphaModFix/>
          </a:blip>
          <a:srcRect b="0" l="0" r="0" t="0"/>
          <a:stretch/>
        </p:blipFill>
        <p:spPr>
          <a:xfrm>
            <a:off x="1909631" y="3323189"/>
            <a:ext cx="3516303" cy="1562801"/>
          </a:xfrm>
          <a:prstGeom prst="rect">
            <a:avLst/>
          </a:prstGeom>
          <a:noFill/>
          <a:ln>
            <a:noFill/>
          </a:ln>
        </p:spPr>
      </p:pic>
      <p:sp>
        <p:nvSpPr>
          <p:cNvPr id="745" name="Google Shape;745;g2d52878b4a1_2_6"/>
          <p:cNvSpPr/>
          <p:nvPr/>
        </p:nvSpPr>
        <p:spPr>
          <a:xfrm rot="1076346">
            <a:off x="1650155" y="2077331"/>
            <a:ext cx="1161991" cy="205588"/>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6" name="Google Shape;746;g2d52878b4a1_2_6"/>
          <p:cNvSpPr/>
          <p:nvPr/>
        </p:nvSpPr>
        <p:spPr>
          <a:xfrm rot="9754496">
            <a:off x="5255221" y="1971695"/>
            <a:ext cx="952721" cy="205613"/>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7" name="Google Shape;747;g2d52878b4a1_2_6"/>
          <p:cNvSpPr/>
          <p:nvPr/>
        </p:nvSpPr>
        <p:spPr>
          <a:xfrm rot="2003989">
            <a:off x="1144604" y="3568361"/>
            <a:ext cx="952627" cy="205685"/>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8" name="Google Shape;748;g2d52878b4a1_2_6"/>
          <p:cNvSpPr/>
          <p:nvPr/>
        </p:nvSpPr>
        <p:spPr>
          <a:xfrm rot="9754496">
            <a:off x="5576371" y="3510870"/>
            <a:ext cx="952721" cy="205613"/>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2" name="Shape 752"/>
        <p:cNvGrpSpPr/>
        <p:nvPr/>
      </p:nvGrpSpPr>
      <p:grpSpPr>
        <a:xfrm>
          <a:off x="0" y="0"/>
          <a:ext cx="0" cy="0"/>
          <a:chOff x="0" y="0"/>
          <a:chExt cx="0" cy="0"/>
        </a:xfrm>
      </p:grpSpPr>
      <p:sp>
        <p:nvSpPr>
          <p:cNvPr id="753" name="Google Shape;753;g2d52878b4a1_2_17"/>
          <p:cNvSpPr txBox="1"/>
          <p:nvPr>
            <p:ph idx="1" type="body"/>
          </p:nvPr>
        </p:nvSpPr>
        <p:spPr>
          <a:xfrm>
            <a:off x="802386" y="1591056"/>
            <a:ext cx="7543800" cy="3038100"/>
          </a:xfrm>
          <a:prstGeom prst="rect">
            <a:avLst/>
          </a:prstGeom>
          <a:noFill/>
          <a:ln>
            <a:noFill/>
          </a:ln>
        </p:spPr>
        <p:txBody>
          <a:bodyPr anchorCtr="0" anchor="t" bIns="45700" lIns="91425" spcFirstLastPara="1" rIns="91425" wrap="square" tIns="45700">
            <a:normAutofit/>
          </a:bodyPr>
          <a:lstStyle/>
          <a:p>
            <a:pPr indent="-137160" lvl="0" marL="137160" rtl="0" algn="l">
              <a:lnSpc>
                <a:spcPct val="90000"/>
              </a:lnSpc>
              <a:spcBef>
                <a:spcPts val="0"/>
              </a:spcBef>
              <a:spcAft>
                <a:spcPts val="0"/>
              </a:spcAft>
              <a:buSzPts val="1275"/>
              <a:buChar char="●"/>
            </a:pPr>
            <a:r>
              <a:rPr lang="es"/>
              <a:t>Usando Rate Table en Source</a:t>
            </a:r>
            <a:endParaRPr/>
          </a:p>
          <a:p>
            <a:pPr indent="-56197" lvl="0" marL="137160" rtl="0" algn="l">
              <a:lnSpc>
                <a:spcPct val="90000"/>
              </a:lnSpc>
              <a:spcBef>
                <a:spcPts val="900"/>
              </a:spcBef>
              <a:spcAft>
                <a:spcPts val="1200"/>
              </a:spcAft>
              <a:buSzPts val="1275"/>
              <a:buNone/>
            </a:pPr>
            <a:r>
              <a:t/>
            </a:r>
            <a:endParaRPr/>
          </a:p>
        </p:txBody>
      </p:sp>
      <p:pic>
        <p:nvPicPr>
          <p:cNvPr id="754" name="Google Shape;754;g2d52878b4a1_2_17"/>
          <p:cNvPicPr preferRelativeResize="0"/>
          <p:nvPr/>
        </p:nvPicPr>
        <p:blipFill rotWithShape="1">
          <a:blip r:embed="rId3">
            <a:alphaModFix/>
          </a:blip>
          <a:srcRect b="0" l="0" r="0" t="0"/>
          <a:stretch/>
        </p:blipFill>
        <p:spPr>
          <a:xfrm>
            <a:off x="1829073" y="1992077"/>
            <a:ext cx="5693515" cy="2086628"/>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8" name="Shape 758"/>
        <p:cNvGrpSpPr/>
        <p:nvPr/>
      </p:nvGrpSpPr>
      <p:grpSpPr>
        <a:xfrm>
          <a:off x="0" y="0"/>
          <a:ext cx="0" cy="0"/>
          <a:chOff x="0" y="0"/>
          <a:chExt cx="0" cy="0"/>
        </a:xfrm>
      </p:grpSpPr>
      <p:sp>
        <p:nvSpPr>
          <p:cNvPr id="759" name="Google Shape;759;g2d52878b4a1_2_22"/>
          <p:cNvSpPr txBox="1"/>
          <p:nvPr>
            <p:ph type="title"/>
          </p:nvPr>
        </p:nvSpPr>
        <p:spPr>
          <a:xfrm>
            <a:off x="802386" y="363474"/>
            <a:ext cx="7543800" cy="12069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4000"/>
              <a:buFont typeface="Rockwell"/>
              <a:buNone/>
            </a:pPr>
            <a:r>
              <a:rPr lang="es"/>
              <a:t>RATE TABLE</a:t>
            </a:r>
            <a:endParaRPr/>
          </a:p>
        </p:txBody>
      </p:sp>
      <p:pic>
        <p:nvPicPr>
          <p:cNvPr id="760" name="Google Shape;760;g2d52878b4a1_2_22"/>
          <p:cNvPicPr preferRelativeResize="0"/>
          <p:nvPr>
            <p:ph idx="1" type="body"/>
          </p:nvPr>
        </p:nvPicPr>
        <p:blipFill rotWithShape="1">
          <a:blip r:embed="rId3">
            <a:alphaModFix/>
          </a:blip>
          <a:srcRect b="0" l="0" r="0" t="0"/>
          <a:stretch/>
        </p:blipFill>
        <p:spPr>
          <a:xfrm>
            <a:off x="1292204" y="1662646"/>
            <a:ext cx="6559500" cy="25365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4" name="Shape 764"/>
        <p:cNvGrpSpPr/>
        <p:nvPr/>
      </p:nvGrpSpPr>
      <p:grpSpPr>
        <a:xfrm>
          <a:off x="0" y="0"/>
          <a:ext cx="0" cy="0"/>
          <a:chOff x="0" y="0"/>
          <a:chExt cx="0" cy="0"/>
        </a:xfrm>
      </p:grpSpPr>
      <p:sp>
        <p:nvSpPr>
          <p:cNvPr id="765" name="Google Shape;765;g2d52878b4a1_2_27"/>
          <p:cNvSpPr txBox="1"/>
          <p:nvPr>
            <p:ph type="title"/>
          </p:nvPr>
        </p:nvSpPr>
        <p:spPr>
          <a:xfrm>
            <a:off x="802386" y="363474"/>
            <a:ext cx="7543800" cy="12069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4000"/>
              <a:buFont typeface="Rockwell"/>
              <a:buNone/>
            </a:pPr>
            <a:r>
              <a:rPr lang="es"/>
              <a:t>WORK SCHEDULE</a:t>
            </a:r>
            <a:endParaRPr/>
          </a:p>
        </p:txBody>
      </p:sp>
      <p:sp>
        <p:nvSpPr>
          <p:cNvPr id="766" name="Google Shape;766;g2d52878b4a1_2_27"/>
          <p:cNvSpPr txBox="1"/>
          <p:nvPr>
            <p:ph idx="1" type="body"/>
          </p:nvPr>
        </p:nvSpPr>
        <p:spPr>
          <a:xfrm>
            <a:off x="802386" y="1591056"/>
            <a:ext cx="7543800" cy="3038100"/>
          </a:xfrm>
          <a:prstGeom prst="rect">
            <a:avLst/>
          </a:prstGeom>
          <a:noFill/>
          <a:ln>
            <a:noFill/>
          </a:ln>
        </p:spPr>
        <p:txBody>
          <a:bodyPr anchorCtr="0" anchor="t" bIns="45700" lIns="91425" spcFirstLastPara="1" rIns="91425" wrap="square" tIns="45700">
            <a:normAutofit/>
          </a:bodyPr>
          <a:lstStyle/>
          <a:p>
            <a:pPr indent="-137160" lvl="0" marL="137160" rtl="0" algn="just">
              <a:lnSpc>
                <a:spcPct val="90000"/>
              </a:lnSpc>
              <a:spcBef>
                <a:spcPts val="0"/>
              </a:spcBef>
              <a:spcAft>
                <a:spcPts val="0"/>
              </a:spcAft>
              <a:buSzPts val="1530"/>
              <a:buChar char="●"/>
            </a:pPr>
            <a:r>
              <a:rPr b="0" i="0" lang="es" sz="1800" u="none" strike="noStrike">
                <a:latin typeface="Marcellus"/>
                <a:ea typeface="Marcellus"/>
                <a:cs typeface="Marcellus"/>
                <a:sym typeface="Marcellus"/>
              </a:rPr>
              <a:t>En ocasiones los sistemas tienen diferentes horarios para cada operación que se realiza. Los horarios de trabajo sirven para crear límites de tiempo en un día de jornada normal, independientemente de si se simulan semanas, meses o años.</a:t>
            </a:r>
            <a:endParaRPr/>
          </a:p>
          <a:p>
            <a:pPr indent="-137160" lvl="0" marL="137160" rtl="0" algn="just">
              <a:lnSpc>
                <a:spcPct val="90000"/>
              </a:lnSpc>
              <a:spcBef>
                <a:spcPts val="900"/>
              </a:spcBef>
              <a:spcAft>
                <a:spcPts val="1200"/>
              </a:spcAft>
              <a:buSzPts val="1530"/>
              <a:buChar char="●"/>
            </a:pPr>
            <a:r>
              <a:rPr b="0" i="0" lang="es" sz="1800" u="none" strike="noStrike">
                <a:latin typeface="Marcellus"/>
                <a:ea typeface="Marcellus"/>
                <a:cs typeface="Marcellus"/>
                <a:sym typeface="Marcellus"/>
              </a:rPr>
              <a:t>Funciona como un horario de tareas programadas en horas y fechas determinadas con duraciones </a:t>
            </a:r>
            <a:r>
              <a:rPr lang="es" sz="1800">
                <a:latin typeface="Marcellus"/>
                <a:ea typeface="Marcellus"/>
                <a:cs typeface="Marcellus"/>
                <a:sym typeface="Marcellus"/>
              </a:rPr>
              <a:t>específicas</a:t>
            </a:r>
            <a:r>
              <a:rPr b="0" i="0" lang="es" sz="1800" u="none" strike="noStrike">
                <a:latin typeface="Marcellus"/>
                <a:ea typeface="Marcellus"/>
                <a:cs typeface="Marcellus"/>
                <a:sym typeface="Marcellus"/>
              </a:rPr>
              <a:t>. Permite que los objetos como el Server pueden ejecutar su funcionamiento de manera personalizada para programas de trabajo y que permiten cumplir las necesidades de horario requeridas por algunas tareas.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0" name="Shape 770"/>
        <p:cNvGrpSpPr/>
        <p:nvPr/>
      </p:nvGrpSpPr>
      <p:grpSpPr>
        <a:xfrm>
          <a:off x="0" y="0"/>
          <a:ext cx="0" cy="0"/>
          <a:chOff x="0" y="0"/>
          <a:chExt cx="0" cy="0"/>
        </a:xfrm>
      </p:grpSpPr>
      <p:sp>
        <p:nvSpPr>
          <p:cNvPr id="771" name="Google Shape;771;g2d52878b4a1_2_32"/>
          <p:cNvSpPr txBox="1"/>
          <p:nvPr>
            <p:ph type="title"/>
          </p:nvPr>
        </p:nvSpPr>
        <p:spPr>
          <a:xfrm>
            <a:off x="802386" y="363474"/>
            <a:ext cx="7543800" cy="12069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4000"/>
              <a:buFont typeface="Rockwell"/>
              <a:buNone/>
            </a:pPr>
            <a:r>
              <a:rPr lang="es"/>
              <a:t>WORK SCHEDULE</a:t>
            </a:r>
            <a:endParaRPr/>
          </a:p>
        </p:txBody>
      </p:sp>
      <p:sp>
        <p:nvSpPr>
          <p:cNvPr id="772" name="Google Shape;772;g2d52878b4a1_2_32"/>
          <p:cNvSpPr txBox="1"/>
          <p:nvPr>
            <p:ph idx="1" type="body"/>
          </p:nvPr>
        </p:nvSpPr>
        <p:spPr>
          <a:xfrm>
            <a:off x="802386" y="1591056"/>
            <a:ext cx="7543800" cy="3038100"/>
          </a:xfrm>
          <a:prstGeom prst="rect">
            <a:avLst/>
          </a:prstGeom>
          <a:noFill/>
          <a:ln>
            <a:noFill/>
          </a:ln>
        </p:spPr>
        <p:txBody>
          <a:bodyPr anchorCtr="0" anchor="t" bIns="45700" lIns="91425" spcFirstLastPara="1" rIns="91425" wrap="square" tIns="45700">
            <a:normAutofit/>
          </a:bodyPr>
          <a:lstStyle/>
          <a:p>
            <a:pPr indent="-137160" lvl="0" marL="137160" rtl="0" algn="just">
              <a:lnSpc>
                <a:spcPct val="90000"/>
              </a:lnSpc>
              <a:spcBef>
                <a:spcPts val="0"/>
              </a:spcBef>
              <a:spcAft>
                <a:spcPts val="0"/>
              </a:spcAft>
              <a:buSzPts val="1530"/>
              <a:buChar char="●"/>
            </a:pPr>
            <a:r>
              <a:rPr b="0" i="0" lang="es" sz="1800" u="none" strike="noStrike">
                <a:latin typeface="Marcellus"/>
                <a:ea typeface="Marcellus"/>
                <a:cs typeface="Marcellus"/>
                <a:sym typeface="Marcellus"/>
              </a:rPr>
              <a:t>Los horarios de trabajo nos permiten que la capacidad de nuestros recursos en nuestro modelo pueden cambiar conforme el tiempo.</a:t>
            </a:r>
            <a:endParaRPr/>
          </a:p>
          <a:p>
            <a:pPr indent="-137160" lvl="0" marL="137160" rtl="0" algn="just">
              <a:lnSpc>
                <a:spcPct val="90000"/>
              </a:lnSpc>
              <a:spcBef>
                <a:spcPts val="900"/>
              </a:spcBef>
              <a:spcAft>
                <a:spcPts val="1200"/>
              </a:spcAft>
              <a:buSzPts val="1530"/>
              <a:buChar char="●"/>
            </a:pPr>
            <a:r>
              <a:rPr b="0" i="0" lang="es" sz="1800" u="none" strike="noStrike">
                <a:latin typeface="Marcellus"/>
                <a:ea typeface="Marcellus"/>
                <a:cs typeface="Marcellus"/>
                <a:sym typeface="Marcellus"/>
              </a:rPr>
              <a:t>Se basan en un patrón de días y nos permiten simular días de feriado o algún mantenimiento.</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6" name="Shape 776"/>
        <p:cNvGrpSpPr/>
        <p:nvPr/>
      </p:nvGrpSpPr>
      <p:grpSpPr>
        <a:xfrm>
          <a:off x="0" y="0"/>
          <a:ext cx="0" cy="0"/>
          <a:chOff x="0" y="0"/>
          <a:chExt cx="0" cy="0"/>
        </a:xfrm>
      </p:grpSpPr>
      <p:pic>
        <p:nvPicPr>
          <p:cNvPr id="777" name="Google Shape;777;g2d52878b4a1_2_37"/>
          <p:cNvPicPr preferRelativeResize="0"/>
          <p:nvPr/>
        </p:nvPicPr>
        <p:blipFill rotWithShape="1">
          <a:blip r:embed="rId3">
            <a:alphaModFix/>
          </a:blip>
          <a:srcRect b="0" l="0" r="0" t="0"/>
          <a:stretch/>
        </p:blipFill>
        <p:spPr>
          <a:xfrm>
            <a:off x="347083" y="363244"/>
            <a:ext cx="8550143" cy="4040313"/>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1" name="Shape 781"/>
        <p:cNvGrpSpPr/>
        <p:nvPr/>
      </p:nvGrpSpPr>
      <p:grpSpPr>
        <a:xfrm>
          <a:off x="0" y="0"/>
          <a:ext cx="0" cy="0"/>
          <a:chOff x="0" y="0"/>
          <a:chExt cx="0" cy="0"/>
        </a:xfrm>
      </p:grpSpPr>
      <p:sp>
        <p:nvSpPr>
          <p:cNvPr id="782" name="Google Shape;782;g2d52878b4a1_2_172"/>
          <p:cNvSpPr txBox="1"/>
          <p:nvPr>
            <p:ph type="ctrTitle"/>
          </p:nvPr>
        </p:nvSpPr>
        <p:spPr>
          <a:xfrm>
            <a:off x="3009025" y="1201750"/>
            <a:ext cx="5803500" cy="15789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4000"/>
              <a:buNone/>
            </a:pPr>
            <a:r>
              <a:rPr b="1" lang="es">
                <a:solidFill>
                  <a:srgbClr val="6AA84F"/>
                </a:solidFill>
              </a:rPr>
              <a:t>Ejemplo: Rate Tables y Work Schedule</a:t>
            </a:r>
            <a:endParaRPr b="1">
              <a:solidFill>
                <a:srgbClr val="6AA84F"/>
              </a:solidFill>
            </a:endParaRPr>
          </a:p>
        </p:txBody>
      </p:sp>
      <p:grpSp>
        <p:nvGrpSpPr>
          <p:cNvPr id="783" name="Google Shape;783;g2d52878b4a1_2_172"/>
          <p:cNvGrpSpPr/>
          <p:nvPr/>
        </p:nvGrpSpPr>
        <p:grpSpPr>
          <a:xfrm>
            <a:off x="435525" y="3206300"/>
            <a:ext cx="4335600" cy="1664400"/>
            <a:chOff x="366550" y="2260375"/>
            <a:chExt cx="4335600" cy="1664400"/>
          </a:xfrm>
        </p:grpSpPr>
        <p:sp>
          <p:nvSpPr>
            <p:cNvPr id="784" name="Google Shape;784;g2d52878b4a1_2_172"/>
            <p:cNvSpPr/>
            <p:nvPr/>
          </p:nvSpPr>
          <p:spPr>
            <a:xfrm>
              <a:off x="366550" y="2260375"/>
              <a:ext cx="4335600" cy="1664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785" name="Google Shape;785;g2d52878b4a1_2_172"/>
            <p:cNvPicPr preferRelativeResize="0"/>
            <p:nvPr/>
          </p:nvPicPr>
          <p:blipFill rotWithShape="1">
            <a:blip r:embed="rId3">
              <a:alphaModFix/>
            </a:blip>
            <a:srcRect b="0" l="0" r="0" t="0"/>
            <a:stretch/>
          </p:blipFill>
          <p:spPr>
            <a:xfrm>
              <a:off x="983088" y="2566411"/>
              <a:ext cx="3102526" cy="1052325"/>
            </a:xfrm>
            <a:prstGeom prst="rect">
              <a:avLst/>
            </a:prstGeom>
            <a:noFill/>
            <a:ln>
              <a:noFill/>
            </a:ln>
          </p:spPr>
        </p:pic>
      </p:gr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9" name="Shape 789"/>
        <p:cNvGrpSpPr/>
        <p:nvPr/>
      </p:nvGrpSpPr>
      <p:grpSpPr>
        <a:xfrm>
          <a:off x="0" y="0"/>
          <a:ext cx="0" cy="0"/>
          <a:chOff x="0" y="0"/>
          <a:chExt cx="0" cy="0"/>
        </a:xfrm>
      </p:grpSpPr>
      <p:sp>
        <p:nvSpPr>
          <p:cNvPr id="790" name="Google Shape;790;g2d52878b4a1_2_310"/>
          <p:cNvSpPr txBox="1"/>
          <p:nvPr>
            <p:ph type="title"/>
          </p:nvPr>
        </p:nvSpPr>
        <p:spPr>
          <a:xfrm>
            <a:off x="802386" y="363474"/>
            <a:ext cx="7543800" cy="12069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4000"/>
              <a:buFont typeface="Rockwell"/>
              <a:buNone/>
            </a:pPr>
            <a:r>
              <a:rPr lang="es"/>
              <a:t>EJEMPLO</a:t>
            </a:r>
            <a:endParaRPr/>
          </a:p>
        </p:txBody>
      </p:sp>
      <p:sp>
        <p:nvSpPr>
          <p:cNvPr id="791" name="Google Shape;791;g2d52878b4a1_2_310"/>
          <p:cNvSpPr txBox="1"/>
          <p:nvPr>
            <p:ph idx="1" type="body"/>
          </p:nvPr>
        </p:nvSpPr>
        <p:spPr>
          <a:xfrm>
            <a:off x="802386" y="1591056"/>
            <a:ext cx="7543800" cy="3038100"/>
          </a:xfrm>
          <a:prstGeom prst="rect">
            <a:avLst/>
          </a:prstGeom>
          <a:noFill/>
          <a:ln>
            <a:noFill/>
          </a:ln>
        </p:spPr>
        <p:txBody>
          <a:bodyPr anchorCtr="0" anchor="t" bIns="45700" lIns="91425" spcFirstLastPara="1" rIns="91425" wrap="square" tIns="45700">
            <a:normAutofit/>
          </a:bodyPr>
          <a:lstStyle/>
          <a:p>
            <a:pPr indent="-137160" lvl="0" marL="137160" rtl="0" algn="l">
              <a:lnSpc>
                <a:spcPct val="90000"/>
              </a:lnSpc>
              <a:spcBef>
                <a:spcPts val="0"/>
              </a:spcBef>
              <a:spcAft>
                <a:spcPts val="0"/>
              </a:spcAft>
              <a:buSzPts val="1530"/>
              <a:buChar char="●"/>
            </a:pPr>
            <a:r>
              <a:rPr b="0" i="0" lang="es" sz="1800" u="none" strike="noStrike">
                <a:latin typeface="Marcellus"/>
                <a:ea typeface="Marcellus"/>
                <a:cs typeface="Marcellus"/>
                <a:sym typeface="Marcellus"/>
              </a:rPr>
              <a:t>En una clínica existen varios tipos de servicio al que los pacientes llegan para poder adquirirlos, los tipos de pacientes que llegan a la clínica son:</a:t>
            </a:r>
            <a:endParaRPr/>
          </a:p>
          <a:p>
            <a:pPr indent="0" lvl="0" marL="0" rtl="0" algn="l">
              <a:lnSpc>
                <a:spcPct val="90000"/>
              </a:lnSpc>
              <a:spcBef>
                <a:spcPts val="900"/>
              </a:spcBef>
              <a:spcAft>
                <a:spcPts val="0"/>
              </a:spcAft>
              <a:buSzPts val="1530"/>
              <a:buNone/>
            </a:pPr>
            <a:r>
              <a:t/>
            </a:r>
            <a:endParaRPr b="0" i="0" sz="1800" u="none" strike="noStrike">
              <a:latin typeface="Marcellus"/>
              <a:ea typeface="Marcellus"/>
              <a:cs typeface="Marcellus"/>
              <a:sym typeface="Marcellus"/>
            </a:endParaRPr>
          </a:p>
          <a:p>
            <a:pPr indent="-137160" lvl="0" marL="137160" rtl="0" algn="l">
              <a:lnSpc>
                <a:spcPct val="90000"/>
              </a:lnSpc>
              <a:spcBef>
                <a:spcPts val="900"/>
              </a:spcBef>
              <a:spcAft>
                <a:spcPts val="0"/>
              </a:spcAft>
              <a:buSzPts val="1530"/>
              <a:buChar char="●"/>
            </a:pPr>
            <a:r>
              <a:rPr b="0" i="0" lang="es" sz="1800" u="none" strike="noStrike">
                <a:latin typeface="Marcellus"/>
                <a:ea typeface="Marcellus"/>
                <a:cs typeface="Marcellus"/>
                <a:sym typeface="Marcellus"/>
              </a:rPr>
              <a:t>Paciente sin cita</a:t>
            </a:r>
            <a:endParaRPr/>
          </a:p>
          <a:p>
            <a:pPr indent="-137160" lvl="0" marL="137160" rtl="0" algn="l">
              <a:lnSpc>
                <a:spcPct val="90000"/>
              </a:lnSpc>
              <a:spcBef>
                <a:spcPts val="900"/>
              </a:spcBef>
              <a:spcAft>
                <a:spcPts val="0"/>
              </a:spcAft>
              <a:buSzPts val="1530"/>
              <a:buChar char="●"/>
            </a:pPr>
            <a:r>
              <a:rPr b="0" i="0" lang="es" sz="1800" u="none" strike="noStrike">
                <a:latin typeface="Marcellus"/>
                <a:ea typeface="Marcellus"/>
                <a:cs typeface="Marcellus"/>
                <a:sym typeface="Marcellus"/>
              </a:rPr>
              <a:t>Solo Laboratorio</a:t>
            </a:r>
            <a:endParaRPr/>
          </a:p>
          <a:p>
            <a:pPr indent="-137160" lvl="0" marL="137160" rtl="0" algn="l">
              <a:lnSpc>
                <a:spcPct val="90000"/>
              </a:lnSpc>
              <a:spcBef>
                <a:spcPts val="900"/>
              </a:spcBef>
              <a:spcAft>
                <a:spcPts val="0"/>
              </a:spcAft>
              <a:buSzPts val="1530"/>
              <a:buChar char="●"/>
            </a:pPr>
            <a:r>
              <a:rPr b="0" i="0" lang="es" sz="1800" u="none" strike="noStrike">
                <a:latin typeface="Marcellus"/>
                <a:ea typeface="Marcellus"/>
                <a:cs typeface="Marcellus"/>
                <a:sym typeface="Marcellus"/>
              </a:rPr>
              <a:t>Solo Rayos-X</a:t>
            </a:r>
            <a:endParaRPr/>
          </a:p>
          <a:p>
            <a:pPr indent="-137160" lvl="0" marL="137160" rtl="0" algn="l">
              <a:lnSpc>
                <a:spcPct val="90000"/>
              </a:lnSpc>
              <a:spcBef>
                <a:spcPts val="900"/>
              </a:spcBef>
              <a:spcAft>
                <a:spcPts val="0"/>
              </a:spcAft>
              <a:buSzPts val="1530"/>
              <a:buChar char="●"/>
            </a:pPr>
            <a:r>
              <a:rPr b="0" i="0" lang="es" sz="1800" u="none" strike="noStrike">
                <a:latin typeface="Marcellus"/>
                <a:ea typeface="Marcellus"/>
                <a:cs typeface="Marcellus"/>
                <a:sym typeface="Marcellus"/>
              </a:rPr>
              <a:t>Solo MRI</a:t>
            </a:r>
            <a:endParaRPr/>
          </a:p>
          <a:p>
            <a:pPr indent="-137160" lvl="0" marL="137160" rtl="0" algn="l">
              <a:lnSpc>
                <a:spcPct val="90000"/>
              </a:lnSpc>
              <a:spcBef>
                <a:spcPts val="900"/>
              </a:spcBef>
              <a:spcAft>
                <a:spcPts val="1200"/>
              </a:spcAft>
              <a:buSzPts val="1530"/>
              <a:buChar char="●"/>
            </a:pPr>
            <a:r>
              <a:rPr b="0" i="0" lang="es" sz="1800" u="none" strike="noStrike">
                <a:latin typeface="Marcellus"/>
                <a:ea typeface="Marcellus"/>
                <a:cs typeface="Marcellus"/>
                <a:sym typeface="Marcellus"/>
              </a:rPr>
              <a:t>Solo EKG</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5" name="Shape 795"/>
        <p:cNvGrpSpPr/>
        <p:nvPr/>
      </p:nvGrpSpPr>
      <p:grpSpPr>
        <a:xfrm>
          <a:off x="0" y="0"/>
          <a:ext cx="0" cy="0"/>
          <a:chOff x="0" y="0"/>
          <a:chExt cx="0" cy="0"/>
        </a:xfrm>
      </p:grpSpPr>
      <p:sp>
        <p:nvSpPr>
          <p:cNvPr id="796" name="Google Shape;796;g2d52878b4a1_2_315"/>
          <p:cNvSpPr txBox="1"/>
          <p:nvPr>
            <p:ph type="title"/>
          </p:nvPr>
        </p:nvSpPr>
        <p:spPr>
          <a:xfrm>
            <a:off x="802386" y="363474"/>
            <a:ext cx="7543800" cy="12069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4000"/>
              <a:buFont typeface="Rockwell"/>
              <a:buNone/>
            </a:pPr>
            <a:r>
              <a:rPr lang="es"/>
              <a:t>EJEMPLO</a:t>
            </a:r>
            <a:endParaRPr/>
          </a:p>
        </p:txBody>
      </p:sp>
      <p:sp>
        <p:nvSpPr>
          <p:cNvPr id="797" name="Google Shape;797;g2d52878b4a1_2_315"/>
          <p:cNvSpPr txBox="1"/>
          <p:nvPr>
            <p:ph idx="1" type="body"/>
          </p:nvPr>
        </p:nvSpPr>
        <p:spPr>
          <a:xfrm>
            <a:off x="802386" y="1591056"/>
            <a:ext cx="7543800" cy="3038100"/>
          </a:xfrm>
          <a:prstGeom prst="rect">
            <a:avLst/>
          </a:prstGeom>
          <a:noFill/>
          <a:ln>
            <a:noFill/>
          </a:ln>
        </p:spPr>
        <p:txBody>
          <a:bodyPr anchorCtr="0" anchor="t" bIns="45700" lIns="91425" spcFirstLastPara="1" rIns="91425" wrap="square" tIns="45700">
            <a:normAutofit lnSpcReduction="20000"/>
          </a:bodyPr>
          <a:lstStyle/>
          <a:p>
            <a:pPr indent="-137160" lvl="0" marL="137160" rtl="0" algn="l">
              <a:lnSpc>
                <a:spcPct val="90000"/>
              </a:lnSpc>
              <a:spcBef>
                <a:spcPts val="0"/>
              </a:spcBef>
              <a:spcAft>
                <a:spcPts val="0"/>
              </a:spcAft>
              <a:buSzPts val="1530"/>
              <a:buChar char="●"/>
            </a:pPr>
            <a:r>
              <a:rPr b="0" i="0" lang="es" sz="1800" u="none" strike="noStrike">
                <a:latin typeface="Marcellus"/>
                <a:ea typeface="Marcellus"/>
                <a:cs typeface="Marcellus"/>
                <a:sym typeface="Marcellus"/>
              </a:rPr>
              <a:t>La clínica cuenta con diferentes estaciones a las que cada paciente según su tipo tienen que pasar para ser atendidos</a:t>
            </a:r>
            <a:endParaRPr/>
          </a:p>
          <a:p>
            <a:pPr indent="-137160" lvl="0" marL="137160" rtl="0" algn="l">
              <a:lnSpc>
                <a:spcPct val="90000"/>
              </a:lnSpc>
              <a:spcBef>
                <a:spcPts val="900"/>
              </a:spcBef>
              <a:spcAft>
                <a:spcPts val="0"/>
              </a:spcAft>
              <a:buSzPts val="1530"/>
              <a:buChar char="●"/>
            </a:pPr>
            <a:r>
              <a:rPr b="0" i="0" lang="es" sz="1800" u="none" strike="noStrike">
                <a:latin typeface="Marcellus"/>
                <a:ea typeface="Marcellus"/>
                <a:cs typeface="Marcellus"/>
                <a:sym typeface="Marcellus"/>
              </a:rPr>
              <a:t>Registro</a:t>
            </a:r>
            <a:endParaRPr/>
          </a:p>
          <a:p>
            <a:pPr indent="-137160" lvl="0" marL="137160" rtl="0" algn="l">
              <a:lnSpc>
                <a:spcPct val="90000"/>
              </a:lnSpc>
              <a:spcBef>
                <a:spcPts val="900"/>
              </a:spcBef>
              <a:spcAft>
                <a:spcPts val="0"/>
              </a:spcAft>
              <a:buSzPts val="1530"/>
              <a:buChar char="●"/>
            </a:pPr>
            <a:r>
              <a:rPr b="0" i="0" lang="es" sz="1800" u="none" strike="noStrike">
                <a:latin typeface="Marcellus"/>
                <a:ea typeface="Marcellus"/>
                <a:cs typeface="Marcellus"/>
                <a:sym typeface="Marcellus"/>
              </a:rPr>
              <a:t>Asignación</a:t>
            </a:r>
            <a:endParaRPr/>
          </a:p>
          <a:p>
            <a:pPr indent="-137160" lvl="0" marL="137160" rtl="0" algn="l">
              <a:lnSpc>
                <a:spcPct val="90000"/>
              </a:lnSpc>
              <a:spcBef>
                <a:spcPts val="900"/>
              </a:spcBef>
              <a:spcAft>
                <a:spcPts val="0"/>
              </a:spcAft>
              <a:buSzPts val="1530"/>
              <a:buChar char="●"/>
            </a:pPr>
            <a:r>
              <a:rPr b="0" i="0" lang="es" sz="1800" u="none" strike="noStrike">
                <a:latin typeface="Marcellus"/>
                <a:ea typeface="Marcellus"/>
                <a:cs typeface="Marcellus"/>
                <a:sym typeface="Marcellus"/>
              </a:rPr>
              <a:t>Tratamiento</a:t>
            </a:r>
            <a:endParaRPr/>
          </a:p>
          <a:p>
            <a:pPr indent="-137160" lvl="0" marL="137160" rtl="0" algn="l">
              <a:lnSpc>
                <a:spcPct val="90000"/>
              </a:lnSpc>
              <a:spcBef>
                <a:spcPts val="900"/>
              </a:spcBef>
              <a:spcAft>
                <a:spcPts val="0"/>
              </a:spcAft>
              <a:buSzPts val="1530"/>
              <a:buChar char="●"/>
            </a:pPr>
            <a:r>
              <a:rPr b="0" i="0" lang="es" sz="1800" u="none" strike="noStrike">
                <a:latin typeface="Marcellus"/>
                <a:ea typeface="Marcellus"/>
                <a:cs typeface="Marcellus"/>
                <a:sym typeface="Marcellus"/>
              </a:rPr>
              <a:t>Lab</a:t>
            </a:r>
            <a:endParaRPr b="0" i="0" sz="1800" u="none" strike="noStrike">
              <a:latin typeface="Marcellus"/>
              <a:ea typeface="Marcellus"/>
              <a:cs typeface="Marcellus"/>
              <a:sym typeface="Marcellus"/>
            </a:endParaRPr>
          </a:p>
          <a:p>
            <a:pPr indent="-137160" lvl="0" marL="137160" rtl="0" algn="l">
              <a:lnSpc>
                <a:spcPct val="90000"/>
              </a:lnSpc>
              <a:spcBef>
                <a:spcPts val="900"/>
              </a:spcBef>
              <a:spcAft>
                <a:spcPts val="0"/>
              </a:spcAft>
              <a:buSzPts val="1530"/>
              <a:buChar char="●"/>
            </a:pPr>
            <a:r>
              <a:rPr b="0" i="0" lang="es" sz="1800" u="none" strike="noStrike">
                <a:latin typeface="Marcellus"/>
                <a:ea typeface="Marcellus"/>
                <a:cs typeface="Marcellus"/>
                <a:sym typeface="Marcellus"/>
              </a:rPr>
              <a:t>Xray</a:t>
            </a:r>
            <a:endParaRPr b="0" i="0" sz="1800" u="none" strike="noStrike">
              <a:latin typeface="Marcellus"/>
              <a:ea typeface="Marcellus"/>
              <a:cs typeface="Marcellus"/>
              <a:sym typeface="Marcellus"/>
            </a:endParaRPr>
          </a:p>
          <a:p>
            <a:pPr indent="-137160" lvl="0" marL="137160" rtl="0" algn="l">
              <a:lnSpc>
                <a:spcPct val="90000"/>
              </a:lnSpc>
              <a:spcBef>
                <a:spcPts val="900"/>
              </a:spcBef>
              <a:spcAft>
                <a:spcPts val="0"/>
              </a:spcAft>
              <a:buSzPts val="1530"/>
              <a:buChar char="●"/>
            </a:pPr>
            <a:r>
              <a:rPr b="0" i="0" lang="es" sz="1800" u="none" strike="noStrike">
                <a:latin typeface="Marcellus"/>
                <a:ea typeface="Marcellus"/>
                <a:cs typeface="Marcellus"/>
                <a:sym typeface="Marcellus"/>
              </a:rPr>
              <a:t>MRI</a:t>
            </a:r>
            <a:endParaRPr/>
          </a:p>
          <a:p>
            <a:pPr indent="-137160" lvl="0" marL="137160" rtl="0" algn="l">
              <a:lnSpc>
                <a:spcPct val="90000"/>
              </a:lnSpc>
              <a:spcBef>
                <a:spcPts val="900"/>
              </a:spcBef>
              <a:spcAft>
                <a:spcPts val="0"/>
              </a:spcAft>
              <a:buSzPts val="1530"/>
              <a:buChar char="●"/>
            </a:pPr>
            <a:r>
              <a:rPr b="0" i="0" lang="es" sz="1800" u="none" strike="noStrike">
                <a:latin typeface="Marcellus"/>
                <a:ea typeface="Marcellus"/>
                <a:cs typeface="Marcellus"/>
                <a:sym typeface="Marcellus"/>
              </a:rPr>
              <a:t>EKG</a:t>
            </a:r>
            <a:endParaRPr/>
          </a:p>
          <a:p>
            <a:pPr indent="-137160" lvl="0" marL="137160" rtl="0" algn="l">
              <a:lnSpc>
                <a:spcPct val="90000"/>
              </a:lnSpc>
              <a:spcBef>
                <a:spcPts val="900"/>
              </a:spcBef>
              <a:spcAft>
                <a:spcPts val="1200"/>
              </a:spcAft>
              <a:buSzPts val="1530"/>
              <a:buChar char="●"/>
            </a:pPr>
            <a:r>
              <a:rPr b="0" i="0" lang="es" sz="1800" u="none" strike="noStrike">
                <a:latin typeface="Marcellus"/>
                <a:ea typeface="Marcellus"/>
                <a:cs typeface="Marcellus"/>
                <a:sym typeface="Marcellus"/>
              </a:rPr>
              <a:t>Caja</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1" name="Shape 801"/>
        <p:cNvGrpSpPr/>
        <p:nvPr/>
      </p:nvGrpSpPr>
      <p:grpSpPr>
        <a:xfrm>
          <a:off x="0" y="0"/>
          <a:ext cx="0" cy="0"/>
          <a:chOff x="0" y="0"/>
          <a:chExt cx="0" cy="0"/>
        </a:xfrm>
      </p:grpSpPr>
      <p:sp>
        <p:nvSpPr>
          <p:cNvPr id="802" name="Google Shape;802;g2d52878b4a1_2_320"/>
          <p:cNvSpPr txBox="1"/>
          <p:nvPr>
            <p:ph type="title"/>
          </p:nvPr>
        </p:nvSpPr>
        <p:spPr>
          <a:xfrm>
            <a:off x="802386" y="363474"/>
            <a:ext cx="7543800" cy="12069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Font typeface="Marcellus"/>
              <a:buNone/>
            </a:pPr>
            <a:r>
              <a:rPr b="0" i="0" lang="es" sz="1800" u="none" strike="noStrike">
                <a:latin typeface="Marcellus"/>
                <a:ea typeface="Marcellus"/>
                <a:cs typeface="Marcellus"/>
                <a:sym typeface="Marcellus"/>
              </a:rPr>
              <a:t>CADA TIPO DE PACIENTE TIENE LA SIGUIENTE RUTA EN LA CLÍNICA SEGÚN LA SIGUIENTE TABLA:</a:t>
            </a:r>
            <a:endParaRPr/>
          </a:p>
        </p:txBody>
      </p:sp>
      <p:pic>
        <p:nvPicPr>
          <p:cNvPr id="803" name="Google Shape;803;g2d52878b4a1_2_320"/>
          <p:cNvPicPr preferRelativeResize="0"/>
          <p:nvPr>
            <p:ph idx="1" type="body"/>
          </p:nvPr>
        </p:nvPicPr>
        <p:blipFill rotWithShape="1">
          <a:blip r:embed="rId3">
            <a:alphaModFix/>
          </a:blip>
          <a:srcRect b="0" l="0" r="0" t="0"/>
          <a:stretch/>
        </p:blipFill>
        <p:spPr>
          <a:xfrm>
            <a:off x="510860" y="1317304"/>
            <a:ext cx="8253900" cy="30501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7" name="Shape 807"/>
        <p:cNvGrpSpPr/>
        <p:nvPr/>
      </p:nvGrpSpPr>
      <p:grpSpPr>
        <a:xfrm>
          <a:off x="0" y="0"/>
          <a:ext cx="0" cy="0"/>
          <a:chOff x="0" y="0"/>
          <a:chExt cx="0" cy="0"/>
        </a:xfrm>
      </p:grpSpPr>
      <p:sp>
        <p:nvSpPr>
          <p:cNvPr id="808" name="Google Shape;808;g2d52878b4a1_2_325"/>
          <p:cNvSpPr txBox="1"/>
          <p:nvPr>
            <p:ph type="title"/>
          </p:nvPr>
        </p:nvSpPr>
        <p:spPr>
          <a:xfrm>
            <a:off x="802386" y="363474"/>
            <a:ext cx="7543800" cy="12069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SzPct val="100000"/>
              <a:buFont typeface="Marcellus"/>
              <a:buNone/>
            </a:pPr>
            <a:r>
              <a:rPr b="0" i="0" lang="es" sz="1800" u="none" strike="noStrike">
                <a:latin typeface="Marcellus"/>
                <a:ea typeface="Marcellus"/>
                <a:cs typeface="Marcellus"/>
                <a:sym typeface="Marcellus"/>
              </a:rPr>
              <a:t>PARA LA LLEGADA DE CADA PACIENTE EN LA CLÍNICA SE HA HECHO UN</a:t>
            </a:r>
            <a:br>
              <a:rPr b="0" i="0" lang="es" sz="1800" u="none" strike="noStrike">
                <a:latin typeface="Marcellus"/>
                <a:ea typeface="Marcellus"/>
                <a:cs typeface="Marcellus"/>
                <a:sym typeface="Marcellus"/>
              </a:rPr>
            </a:br>
            <a:r>
              <a:rPr b="0" i="0" lang="es" sz="1800" u="none" strike="noStrike">
                <a:latin typeface="Marcellus"/>
                <a:ea typeface="Marcellus"/>
                <a:cs typeface="Marcellus"/>
                <a:sym typeface="Marcellus"/>
              </a:rPr>
              <a:t>ESTUDIO Y SE HA ESTABLECIDO PARA LOS PACIENTES SIN CITA UNA TABLA DE</a:t>
            </a:r>
            <a:br>
              <a:rPr b="0" i="0" lang="es" sz="1800" u="none" strike="noStrike">
                <a:latin typeface="Marcellus"/>
                <a:ea typeface="Marcellus"/>
                <a:cs typeface="Marcellus"/>
                <a:sym typeface="Marcellus"/>
              </a:rPr>
            </a:br>
            <a:r>
              <a:rPr b="0" i="0" lang="es" sz="1800" u="none" strike="noStrike">
                <a:latin typeface="Marcellus"/>
                <a:ea typeface="Marcellus"/>
                <a:cs typeface="Marcellus"/>
                <a:sym typeface="Marcellus"/>
              </a:rPr>
              <a:t>LLEGADA EN EL HORARIO QUE ATIENDE LA CLÍNICA Y PARA LOS DEMÁS EXISTE</a:t>
            </a:r>
            <a:br>
              <a:rPr b="0" i="0" lang="es" sz="1800" u="none" strike="noStrike">
                <a:latin typeface="Marcellus"/>
                <a:ea typeface="Marcellus"/>
                <a:cs typeface="Marcellus"/>
                <a:sym typeface="Marcellus"/>
              </a:rPr>
            </a:br>
            <a:r>
              <a:rPr b="0" i="0" lang="es" sz="1800" u="none" strike="noStrike">
                <a:latin typeface="Marcellus"/>
                <a:ea typeface="Marcellus"/>
                <a:cs typeface="Marcellus"/>
                <a:sym typeface="Marcellus"/>
              </a:rPr>
              <a:t>UNA DISTRIBUCIÓN EXPONENCIAL CON UNA MEDIA.</a:t>
            </a:r>
            <a:endParaRPr/>
          </a:p>
        </p:txBody>
      </p:sp>
      <p:pic>
        <p:nvPicPr>
          <p:cNvPr id="809" name="Google Shape;809;g2d52878b4a1_2_325"/>
          <p:cNvPicPr preferRelativeResize="0"/>
          <p:nvPr/>
        </p:nvPicPr>
        <p:blipFill rotWithShape="1">
          <a:blip r:embed="rId3">
            <a:alphaModFix/>
          </a:blip>
          <a:srcRect b="0" l="0" r="0" t="0"/>
          <a:stretch/>
        </p:blipFill>
        <p:spPr>
          <a:xfrm>
            <a:off x="802386" y="1664538"/>
            <a:ext cx="3150758" cy="3115488"/>
          </a:xfrm>
          <a:prstGeom prst="rect">
            <a:avLst/>
          </a:prstGeom>
          <a:noFill/>
          <a:ln>
            <a:noFill/>
          </a:ln>
        </p:spPr>
      </p:pic>
      <p:pic>
        <p:nvPicPr>
          <p:cNvPr id="810" name="Google Shape;810;g2d52878b4a1_2_325"/>
          <p:cNvPicPr preferRelativeResize="0"/>
          <p:nvPr/>
        </p:nvPicPr>
        <p:blipFill rotWithShape="1">
          <a:blip r:embed="rId4">
            <a:alphaModFix/>
          </a:blip>
          <a:srcRect b="0" l="0" r="0" t="0"/>
          <a:stretch/>
        </p:blipFill>
        <p:spPr>
          <a:xfrm>
            <a:off x="4279125" y="1664538"/>
            <a:ext cx="3940785" cy="2955588"/>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4" name="Shape 814"/>
        <p:cNvGrpSpPr/>
        <p:nvPr/>
      </p:nvGrpSpPr>
      <p:grpSpPr>
        <a:xfrm>
          <a:off x="0" y="0"/>
          <a:ext cx="0" cy="0"/>
          <a:chOff x="0" y="0"/>
          <a:chExt cx="0" cy="0"/>
        </a:xfrm>
      </p:grpSpPr>
      <p:sp>
        <p:nvSpPr>
          <p:cNvPr id="815" name="Google Shape;815;g2d52878b4a1_2_331"/>
          <p:cNvSpPr txBox="1"/>
          <p:nvPr>
            <p:ph type="title"/>
          </p:nvPr>
        </p:nvSpPr>
        <p:spPr>
          <a:xfrm>
            <a:off x="802386" y="363474"/>
            <a:ext cx="7543800" cy="12069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Font typeface="Marcellus"/>
              <a:buNone/>
            </a:pPr>
            <a:r>
              <a:rPr b="0" i="0" lang="es" sz="1800" u="none" strike="noStrike">
                <a:latin typeface="Marcellus"/>
                <a:ea typeface="Marcellus"/>
                <a:cs typeface="Marcellus"/>
                <a:sym typeface="Marcellus"/>
              </a:rPr>
              <a:t>LAS TASAS DE SERVICIO, CAPACIDAD Y HORARIOS DE CADA ÁREA DE ATENCIÓN EN LA CLÍNICA VIENE DADA POR LA SIGUIENTE TABLA</a:t>
            </a:r>
            <a:endParaRPr/>
          </a:p>
        </p:txBody>
      </p:sp>
      <p:pic>
        <p:nvPicPr>
          <p:cNvPr id="816" name="Google Shape;816;g2d52878b4a1_2_331"/>
          <p:cNvPicPr preferRelativeResize="0"/>
          <p:nvPr>
            <p:ph idx="1" type="body"/>
          </p:nvPr>
        </p:nvPicPr>
        <p:blipFill rotWithShape="1">
          <a:blip r:embed="rId3">
            <a:alphaModFix/>
          </a:blip>
          <a:srcRect b="0" l="0" r="0" t="0"/>
          <a:stretch/>
        </p:blipFill>
        <p:spPr>
          <a:xfrm>
            <a:off x="2449402" y="1301917"/>
            <a:ext cx="3843000" cy="36066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0" name="Shape 820"/>
        <p:cNvGrpSpPr/>
        <p:nvPr/>
      </p:nvGrpSpPr>
      <p:grpSpPr>
        <a:xfrm>
          <a:off x="0" y="0"/>
          <a:ext cx="0" cy="0"/>
          <a:chOff x="0" y="0"/>
          <a:chExt cx="0" cy="0"/>
        </a:xfrm>
      </p:grpSpPr>
      <p:sp>
        <p:nvSpPr>
          <p:cNvPr id="821" name="Google Shape;821;g2d52878b4a1_2_336"/>
          <p:cNvSpPr txBox="1"/>
          <p:nvPr>
            <p:ph type="title"/>
          </p:nvPr>
        </p:nvSpPr>
        <p:spPr>
          <a:xfrm>
            <a:off x="802386" y="363474"/>
            <a:ext cx="7543800" cy="12069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4000"/>
              <a:buFont typeface="Rockwell"/>
              <a:buNone/>
            </a:pPr>
            <a:r>
              <a:rPr lang="es"/>
              <a:t>EJEMPLO</a:t>
            </a:r>
            <a:endParaRPr/>
          </a:p>
        </p:txBody>
      </p:sp>
      <p:sp>
        <p:nvSpPr>
          <p:cNvPr id="822" name="Google Shape;822;g2d52878b4a1_2_336"/>
          <p:cNvSpPr txBox="1"/>
          <p:nvPr>
            <p:ph idx="1" type="body"/>
          </p:nvPr>
        </p:nvSpPr>
        <p:spPr>
          <a:xfrm>
            <a:off x="802386" y="1591056"/>
            <a:ext cx="7543800" cy="3038100"/>
          </a:xfrm>
          <a:prstGeom prst="rect">
            <a:avLst/>
          </a:prstGeom>
          <a:noFill/>
          <a:ln>
            <a:noFill/>
          </a:ln>
        </p:spPr>
        <p:txBody>
          <a:bodyPr anchorCtr="0" anchor="t" bIns="45700" lIns="91425" spcFirstLastPara="1" rIns="91425" wrap="square" tIns="45700">
            <a:normAutofit/>
          </a:bodyPr>
          <a:lstStyle/>
          <a:p>
            <a:pPr indent="-137160" lvl="0" marL="137160" rtl="0" algn="just">
              <a:lnSpc>
                <a:spcPct val="90000"/>
              </a:lnSpc>
              <a:spcBef>
                <a:spcPts val="0"/>
              </a:spcBef>
              <a:spcAft>
                <a:spcPts val="0"/>
              </a:spcAft>
              <a:buSzPts val="1530"/>
              <a:buChar char="●"/>
            </a:pPr>
            <a:r>
              <a:rPr b="0" i="0" lang="es" sz="1800" u="none" strike="noStrike">
                <a:latin typeface="Marcellus"/>
                <a:ea typeface="Marcellus"/>
                <a:cs typeface="Marcellus"/>
                <a:sym typeface="Marcellus"/>
              </a:rPr>
              <a:t>Realice la simulación de un día laboral en la clínica teniendo en cuenta todos los aspectos antes mencionados, el horario es de 8:00 - 18:00 horas, luego conteste las siguientes preguntas.</a:t>
            </a:r>
            <a:endParaRPr/>
          </a:p>
          <a:p>
            <a:pPr indent="-40005" lvl="0" marL="137160" rtl="0" algn="just">
              <a:lnSpc>
                <a:spcPct val="90000"/>
              </a:lnSpc>
              <a:spcBef>
                <a:spcPts val="900"/>
              </a:spcBef>
              <a:spcAft>
                <a:spcPts val="0"/>
              </a:spcAft>
              <a:buSzPts val="1530"/>
              <a:buNone/>
            </a:pPr>
            <a:r>
              <a:t/>
            </a:r>
            <a:endParaRPr sz="1800">
              <a:latin typeface="Marcellus"/>
              <a:ea typeface="Marcellus"/>
              <a:cs typeface="Marcellus"/>
              <a:sym typeface="Marcellus"/>
            </a:endParaRPr>
          </a:p>
          <a:p>
            <a:pPr indent="-137160" lvl="0" marL="137160" rtl="0" algn="just">
              <a:lnSpc>
                <a:spcPct val="90000"/>
              </a:lnSpc>
              <a:spcBef>
                <a:spcPts val="900"/>
              </a:spcBef>
              <a:spcAft>
                <a:spcPts val="0"/>
              </a:spcAft>
              <a:buSzPts val="1530"/>
              <a:buChar char="●"/>
            </a:pPr>
            <a:r>
              <a:rPr b="0" i="0" lang="es" sz="1800" u="none" strike="noStrike">
                <a:latin typeface="Marcellus"/>
                <a:ea typeface="Marcellus"/>
                <a:cs typeface="Marcellus"/>
                <a:sym typeface="Marcellus"/>
              </a:rPr>
              <a:t>¿Qué tanto son utilizadas cada área?</a:t>
            </a:r>
            <a:endParaRPr/>
          </a:p>
          <a:p>
            <a:pPr indent="-137160" lvl="0" marL="137160" rtl="0" algn="just">
              <a:lnSpc>
                <a:spcPct val="90000"/>
              </a:lnSpc>
              <a:spcBef>
                <a:spcPts val="900"/>
              </a:spcBef>
              <a:spcAft>
                <a:spcPts val="0"/>
              </a:spcAft>
              <a:buSzPts val="1530"/>
              <a:buChar char="●"/>
            </a:pPr>
            <a:r>
              <a:rPr b="0" i="0" lang="es" sz="1800" u="none" strike="noStrike">
                <a:latin typeface="Marcellus"/>
                <a:ea typeface="Marcellus"/>
                <a:cs typeface="Marcellus"/>
                <a:sym typeface="Marcellus"/>
              </a:rPr>
              <a:t>¿Cantidad de pacientes atendidos por tipo?</a:t>
            </a:r>
            <a:endParaRPr/>
          </a:p>
          <a:p>
            <a:pPr indent="-137160" lvl="0" marL="137160" rtl="0" algn="just">
              <a:lnSpc>
                <a:spcPct val="90000"/>
              </a:lnSpc>
              <a:spcBef>
                <a:spcPts val="900"/>
              </a:spcBef>
              <a:spcAft>
                <a:spcPts val="0"/>
              </a:spcAft>
              <a:buSzPts val="1530"/>
              <a:buChar char="●"/>
            </a:pPr>
            <a:r>
              <a:rPr b="0" i="0" lang="es" sz="1800" u="none" strike="noStrike">
                <a:latin typeface="Marcellus"/>
                <a:ea typeface="Marcellus"/>
                <a:cs typeface="Marcellus"/>
                <a:sym typeface="Marcellus"/>
              </a:rPr>
              <a:t>¿Cantidad de pacientes atendidos en total?</a:t>
            </a:r>
            <a:endParaRPr/>
          </a:p>
          <a:p>
            <a:pPr indent="-137160" lvl="0" marL="137160" rtl="0" algn="just">
              <a:lnSpc>
                <a:spcPct val="90000"/>
              </a:lnSpc>
              <a:spcBef>
                <a:spcPts val="900"/>
              </a:spcBef>
              <a:spcAft>
                <a:spcPts val="0"/>
              </a:spcAft>
              <a:buSzPts val="1530"/>
              <a:buChar char="●"/>
            </a:pPr>
            <a:r>
              <a:rPr b="0" i="0" lang="es" sz="1800" u="none" strike="noStrike">
                <a:latin typeface="Marcellus"/>
                <a:ea typeface="Marcellus"/>
                <a:cs typeface="Marcellus"/>
                <a:sym typeface="Marcellus"/>
              </a:rPr>
              <a:t>¿Tiempo promedio en el sistema?</a:t>
            </a:r>
            <a:endParaRPr/>
          </a:p>
          <a:p>
            <a:pPr indent="-137160" lvl="0" marL="137160" rtl="0" algn="just">
              <a:lnSpc>
                <a:spcPct val="90000"/>
              </a:lnSpc>
              <a:spcBef>
                <a:spcPts val="900"/>
              </a:spcBef>
              <a:spcAft>
                <a:spcPts val="1200"/>
              </a:spcAft>
              <a:buSzPts val="1530"/>
              <a:buChar char="●"/>
            </a:pPr>
            <a:r>
              <a:rPr b="0" i="0" lang="es" sz="1800" u="none" strike="noStrike">
                <a:latin typeface="Marcellus"/>
                <a:ea typeface="Marcellus"/>
                <a:cs typeface="Marcellus"/>
                <a:sym typeface="Marcellus"/>
              </a:rPr>
              <a:t>¿Se atienden a todos los pacientes?</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6" name="Shape 826"/>
        <p:cNvGrpSpPr/>
        <p:nvPr/>
      </p:nvGrpSpPr>
      <p:grpSpPr>
        <a:xfrm>
          <a:off x="0" y="0"/>
          <a:ext cx="0" cy="0"/>
          <a:chOff x="0" y="0"/>
          <a:chExt cx="0" cy="0"/>
        </a:xfrm>
      </p:grpSpPr>
      <p:sp>
        <p:nvSpPr>
          <p:cNvPr id="827" name="Google Shape;827;g1f101420651_2_268"/>
          <p:cNvSpPr/>
          <p:nvPr/>
        </p:nvSpPr>
        <p:spPr>
          <a:xfrm>
            <a:off x="2433204" y="1831556"/>
            <a:ext cx="4277593" cy="3203442"/>
          </a:xfrm>
          <a:custGeom>
            <a:rect b="b" l="l" r="r" t="t"/>
            <a:pathLst>
              <a:path extrusionOk="0" h="6406884" w="8555186">
                <a:moveTo>
                  <a:pt x="0" y="0"/>
                </a:moveTo>
                <a:lnTo>
                  <a:pt x="8555186" y="0"/>
                </a:lnTo>
                <a:lnTo>
                  <a:pt x="8555186" y="6406884"/>
                </a:lnTo>
                <a:lnTo>
                  <a:pt x="0" y="6406884"/>
                </a:lnTo>
                <a:lnTo>
                  <a:pt x="0" y="0"/>
                </a:lnTo>
                <a:close/>
              </a:path>
            </a:pathLst>
          </a:custGeom>
          <a:blipFill rotWithShape="1">
            <a:blip r:embed="rId3">
              <a:alphaModFix/>
            </a:blip>
            <a:stretch>
              <a:fillRect b="0" l="0" r="0" t="0"/>
            </a:stretch>
          </a:blipFill>
          <a:ln>
            <a:noFill/>
          </a:ln>
        </p:spPr>
      </p:sp>
      <p:grpSp>
        <p:nvGrpSpPr>
          <p:cNvPr id="828" name="Google Shape;828;g1f101420651_2_268"/>
          <p:cNvGrpSpPr/>
          <p:nvPr/>
        </p:nvGrpSpPr>
        <p:grpSpPr>
          <a:xfrm>
            <a:off x="514350" y="318675"/>
            <a:ext cx="8187194" cy="1402119"/>
            <a:chOff x="0" y="0"/>
            <a:chExt cx="4700974" cy="805078"/>
          </a:xfrm>
        </p:grpSpPr>
        <p:sp>
          <p:nvSpPr>
            <p:cNvPr id="829" name="Google Shape;829;g1f101420651_2_268"/>
            <p:cNvSpPr/>
            <p:nvPr/>
          </p:nvSpPr>
          <p:spPr>
            <a:xfrm>
              <a:off x="41910" y="43180"/>
              <a:ext cx="4652714" cy="756818"/>
            </a:xfrm>
            <a:custGeom>
              <a:rect b="b" l="l" r="r" t="t"/>
              <a:pathLst>
                <a:path extrusionOk="0" h="756818" w="4652714">
                  <a:moveTo>
                    <a:pt x="0" y="0"/>
                  </a:moveTo>
                  <a:lnTo>
                    <a:pt x="4652714" y="0"/>
                  </a:lnTo>
                  <a:lnTo>
                    <a:pt x="4652714" y="756818"/>
                  </a:lnTo>
                  <a:lnTo>
                    <a:pt x="0" y="756818"/>
                  </a:lnTo>
                  <a:close/>
                </a:path>
              </a:pathLst>
            </a:custGeom>
            <a:solidFill>
              <a:srgbClr val="507335"/>
            </a:solidFill>
            <a:ln>
              <a:noFill/>
            </a:ln>
          </p:spPr>
        </p:sp>
        <p:sp>
          <p:nvSpPr>
            <p:cNvPr id="830" name="Google Shape;830;g1f101420651_2_268"/>
            <p:cNvSpPr/>
            <p:nvPr/>
          </p:nvSpPr>
          <p:spPr>
            <a:xfrm>
              <a:off x="35560" y="35560"/>
              <a:ext cx="4665414" cy="769518"/>
            </a:xfrm>
            <a:custGeom>
              <a:rect b="b" l="l" r="r" t="t"/>
              <a:pathLst>
                <a:path extrusionOk="0" h="769518" w="4665414">
                  <a:moveTo>
                    <a:pt x="4665414" y="769518"/>
                  </a:moveTo>
                  <a:lnTo>
                    <a:pt x="0" y="769518"/>
                  </a:lnTo>
                  <a:lnTo>
                    <a:pt x="0" y="0"/>
                  </a:lnTo>
                  <a:lnTo>
                    <a:pt x="4665414" y="0"/>
                  </a:lnTo>
                  <a:lnTo>
                    <a:pt x="4665414" y="769518"/>
                  </a:lnTo>
                  <a:close/>
                  <a:moveTo>
                    <a:pt x="12700" y="756818"/>
                  </a:moveTo>
                  <a:lnTo>
                    <a:pt x="4652714" y="756818"/>
                  </a:lnTo>
                  <a:lnTo>
                    <a:pt x="4652714" y="12700"/>
                  </a:lnTo>
                  <a:lnTo>
                    <a:pt x="12700" y="12700"/>
                  </a:lnTo>
                  <a:lnTo>
                    <a:pt x="12700" y="756818"/>
                  </a:lnTo>
                  <a:close/>
                </a:path>
              </a:pathLst>
            </a:custGeom>
            <a:solidFill>
              <a:srgbClr val="507335"/>
            </a:solidFill>
            <a:ln>
              <a:noFill/>
            </a:ln>
          </p:spPr>
        </p:sp>
        <p:sp>
          <p:nvSpPr>
            <p:cNvPr id="831" name="Google Shape;831;g1f101420651_2_268"/>
            <p:cNvSpPr/>
            <p:nvPr/>
          </p:nvSpPr>
          <p:spPr>
            <a:xfrm>
              <a:off x="0" y="0"/>
              <a:ext cx="4652713" cy="756818"/>
            </a:xfrm>
            <a:custGeom>
              <a:rect b="b" l="l" r="r" t="t"/>
              <a:pathLst>
                <a:path extrusionOk="0" h="756818" w="4652713">
                  <a:moveTo>
                    <a:pt x="0" y="0"/>
                  </a:moveTo>
                  <a:lnTo>
                    <a:pt x="4652713" y="0"/>
                  </a:lnTo>
                  <a:lnTo>
                    <a:pt x="4652713" y="756818"/>
                  </a:lnTo>
                  <a:lnTo>
                    <a:pt x="0" y="756818"/>
                  </a:lnTo>
                  <a:close/>
                </a:path>
              </a:pathLst>
            </a:custGeom>
            <a:solidFill>
              <a:srgbClr val="FFFFFF"/>
            </a:solidFill>
            <a:ln>
              <a:noFill/>
            </a:ln>
          </p:spPr>
        </p:sp>
      </p:grpSp>
      <p:sp>
        <p:nvSpPr>
          <p:cNvPr id="832" name="Google Shape;832;g1f101420651_2_268"/>
          <p:cNvSpPr txBox="1"/>
          <p:nvPr/>
        </p:nvSpPr>
        <p:spPr>
          <a:xfrm>
            <a:off x="2867904" y="681597"/>
            <a:ext cx="3246841" cy="671513"/>
          </a:xfrm>
          <a:prstGeom prst="rect">
            <a:avLst/>
          </a:prstGeom>
          <a:noFill/>
          <a:ln>
            <a:noFill/>
          </a:ln>
        </p:spPr>
        <p:txBody>
          <a:bodyPr anchorCtr="0" anchor="t" bIns="0" lIns="0" spcFirstLastPara="1" rIns="0" wrap="square" tIns="0">
            <a:spAutoFit/>
          </a:bodyPr>
          <a:lstStyle/>
          <a:p>
            <a:pPr indent="0" lvl="0" marL="0" marR="0" rtl="0" algn="ctr">
              <a:lnSpc>
                <a:spcPct val="120002"/>
              </a:lnSpc>
              <a:spcBef>
                <a:spcPts val="0"/>
              </a:spcBef>
              <a:spcAft>
                <a:spcPts val="0"/>
              </a:spcAft>
              <a:buClr>
                <a:srgbClr val="000000"/>
              </a:buClr>
              <a:buSzPts val="4400"/>
              <a:buFont typeface="Arial"/>
              <a:buNone/>
            </a:pPr>
            <a:r>
              <a:rPr b="1" i="0" lang="es" sz="4400" u="none" cap="none" strike="noStrike">
                <a:solidFill>
                  <a:srgbClr val="000000"/>
                </a:solidFill>
                <a:latin typeface="Ultra"/>
                <a:ea typeface="Ultra"/>
                <a:cs typeface="Ultra"/>
                <a:sym typeface="Ultra"/>
              </a:rPr>
              <a:t>Dudas?</a:t>
            </a:r>
            <a:endParaRPr b="0" i="0" sz="7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