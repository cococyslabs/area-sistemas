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y="5143500" cx="9144000"/>
  <p:notesSz cx="6858000" cy="9144000"/>
  <p:embeddedFontLst>
    <p:embeddedFont>
      <p:font typeface="Lobster"/>
      <p:regular r:id="rId29"/>
    </p:embeddedFont>
    <p:embeddedFont>
      <p:font typeface="Montserrat"/>
      <p:regular r:id="rId30"/>
      <p:bold r:id="rId31"/>
      <p:italic r:id="rId32"/>
      <p:boldItalic r:id="rId33"/>
    </p:embeddedFont>
    <p:embeddedFont>
      <p:font typeface="Lato"/>
      <p:regular r:id="rId34"/>
      <p:bold r:id="rId35"/>
      <p:italic r:id="rId36"/>
      <p:boldItalic r:id="rId37"/>
    </p:embeddedFont>
    <p:embeddedFont>
      <p:font typeface="Ultra"/>
      <p:regular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9" roundtripDataSignature="AMtx7mglNYutgsoyntkvmywuOoLrmvIa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14E55A-3E26-4BF6-B3EC-1115F2A337AB}">
  <a:tblStyle styleId="{B914E55A-3E26-4BF6-B3EC-1115F2A337A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Lobster-regular.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3.xml"/><Relationship Id="rId33" Type="http://schemas.openxmlformats.org/officeDocument/2006/relationships/font" Target="fonts/Montserrat-boldItalic.fntdata"/><Relationship Id="rId10" Type="http://schemas.openxmlformats.org/officeDocument/2006/relationships/slide" Target="slides/slide2.xml"/><Relationship Id="rId32" Type="http://schemas.openxmlformats.org/officeDocument/2006/relationships/font" Target="fonts/Montserrat-italic.fntdata"/><Relationship Id="rId13" Type="http://schemas.openxmlformats.org/officeDocument/2006/relationships/slide" Target="slides/slide5.xml"/><Relationship Id="rId35" Type="http://schemas.openxmlformats.org/officeDocument/2006/relationships/font" Target="fonts/Lato-bold.fntdata"/><Relationship Id="rId12" Type="http://schemas.openxmlformats.org/officeDocument/2006/relationships/slide" Target="slides/slide4.xml"/><Relationship Id="rId34" Type="http://schemas.openxmlformats.org/officeDocument/2006/relationships/font" Target="fonts/Lato-regular.fntdata"/><Relationship Id="rId15" Type="http://schemas.openxmlformats.org/officeDocument/2006/relationships/slide" Target="slides/slide7.xml"/><Relationship Id="rId37" Type="http://schemas.openxmlformats.org/officeDocument/2006/relationships/font" Target="fonts/Lato-boldItalic.fntdata"/><Relationship Id="rId14" Type="http://schemas.openxmlformats.org/officeDocument/2006/relationships/slide" Target="slides/slide6.xml"/><Relationship Id="rId36" Type="http://schemas.openxmlformats.org/officeDocument/2006/relationships/font" Target="fonts/Lato-italic.fntdata"/><Relationship Id="rId17" Type="http://schemas.openxmlformats.org/officeDocument/2006/relationships/slide" Target="slides/slide9.xml"/><Relationship Id="rId39" Type="http://customschemas.google.com/relationships/presentationmetadata" Target="metadata"/><Relationship Id="rId16" Type="http://schemas.openxmlformats.org/officeDocument/2006/relationships/slide" Target="slides/slide8.xml"/><Relationship Id="rId38" Type="http://schemas.openxmlformats.org/officeDocument/2006/relationships/font" Target="fonts/Ultra-regular.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b5e255f6ac_6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2b5e255f6ac_6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1c06f2ebd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g21c06f2ebdb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b5e255f6a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g2b5e255f6ac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b5e255f6a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2b5e255f6ac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b5e255f6a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g2b5e255f6ac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b5e255f6a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g2b5e255f6ac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f05d599b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g2f05d599b7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f3b1134c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g2f3b1134ce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f3b1134ce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g2f3b1134ce7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f3b1134ce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2f3b1134ce7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f3b1134ce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g2f3b1134ce7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f3b1134ce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g2f3b1134ce7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f3b1134ce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g2f3b1134ce7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f3b1134ce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g2f3b1134ce7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f3b1134ce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g2f3b1134ce7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f3b1134ce7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g2f3b1134ce7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f05d599b7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g2f05d599b70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b5e255f6ac_4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7" name="Google Shape;447;g2b5e255f6ac_4_1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g2b5e255f6ac_6_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g2b5e255f6ac_6_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g2b5e255f6ac_6_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2b5e255f6ac_6_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g2b5e255f6ac_6_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2b5e255f6ac_6_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2b5e255f6ac_6_1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g2b5e255f6ac_6_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2b5e255f6ac_6_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g2b5e255f6ac_6_1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g2b5e255f6ac_6_1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g2b5e255f6ac_6_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2b5e255f6ac_6_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g2b5e255f6ac_6_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2b5e255f6ac_6_2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g2b5e255f6ac_6_2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g2b5e255f6ac_6_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2b5e255f6ac_6_2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g2b5e255f6ac_6_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2b5e255f6ac_6_3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g2b5e255f6ac_6_3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g2b5e255f6ac_6_3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g2b5e255f6ac_6_3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g2b5e255f6ac_6_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2b5e255f6ac_6_3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g2b5e255f6ac_6_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2b5e255f6ac_6_3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g2b5e255f6ac_6_3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g2b5e255f6ac_6_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2b5e255f6ac_6_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26"/>
          <p:cNvGrpSpPr/>
          <p:nvPr/>
        </p:nvGrpSpPr>
        <p:grpSpPr>
          <a:xfrm>
            <a:off x="0" y="381001"/>
            <a:ext cx="1037850" cy="1016288"/>
            <a:chOff x="0" y="381001"/>
            <a:chExt cx="1037850" cy="1016288"/>
          </a:xfrm>
        </p:grpSpPr>
        <p:sp>
          <p:nvSpPr>
            <p:cNvPr id="56" name="Google Shape;56;p2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 name="Google Shape;58;p2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9" name="Google Shape;59;p26"/>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0" name="Google Shape;6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 name="Shape 61"/>
        <p:cNvGrpSpPr/>
        <p:nvPr/>
      </p:nvGrpSpPr>
      <p:grpSpPr>
        <a:xfrm>
          <a:off x="0" y="0"/>
          <a:ext cx="0" cy="0"/>
          <a:chOff x="0" y="0"/>
          <a:chExt cx="0" cy="0"/>
        </a:xfrm>
      </p:grpSpPr>
      <p:sp>
        <p:nvSpPr>
          <p:cNvPr id="62" name="Google Shape;62;p27"/>
          <p:cNvSpPr/>
          <p:nvPr/>
        </p:nvSpPr>
        <p:spPr>
          <a:xfrm rot="5400000">
            <a:off x="7500300" y="505"/>
            <a:ext cx="1643700" cy="1643700"/>
          </a:xfrm>
          <a:prstGeom prst="diagStripe">
            <a:avLst>
              <a:gd fmla="val 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27"/>
          <p:cNvGrpSpPr/>
          <p:nvPr/>
        </p:nvGrpSpPr>
        <p:grpSpPr>
          <a:xfrm>
            <a:off x="0" y="490"/>
            <a:ext cx="5153705" cy="5134399"/>
            <a:chOff x="0" y="75"/>
            <a:chExt cx="5153705" cy="5152950"/>
          </a:xfrm>
        </p:grpSpPr>
        <p:sp>
          <p:nvSpPr>
            <p:cNvPr id="64" name="Google Shape;64;p27"/>
            <p:cNvSpPr/>
            <p:nvPr/>
          </p:nvSpPr>
          <p:spPr>
            <a:xfrm rot="-5400000">
              <a:off x="455" y="-225"/>
              <a:ext cx="5152800" cy="5153700"/>
            </a:xfrm>
            <a:prstGeom prst="diagStripe">
              <a:avLst>
                <a:gd fmla="val 5000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7"/>
            <p:cNvSpPr/>
            <p:nvPr/>
          </p:nvSpPr>
          <p:spPr>
            <a:xfrm rot="-5400000">
              <a:off x="150" y="1145825"/>
              <a:ext cx="3996600" cy="3996900"/>
            </a:xfrm>
            <a:prstGeom prst="diagStripe">
              <a:avLst>
                <a:gd fmla="val 58774"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7"/>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7"/>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27"/>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69" name="Google Shape;69;p27"/>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70" name="Google Shape;70;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71" name="Shape 71"/>
        <p:cNvGrpSpPr/>
        <p:nvPr/>
      </p:nvGrpSpPr>
      <p:grpSpPr>
        <a:xfrm>
          <a:off x="0" y="0"/>
          <a:ext cx="0" cy="0"/>
          <a:chOff x="0" y="0"/>
          <a:chExt cx="0" cy="0"/>
        </a:xfrm>
      </p:grpSpPr>
      <p:sp>
        <p:nvSpPr>
          <p:cNvPr id="72" name="Google Shape;72;p28"/>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3" name="Google Shape;73;p28"/>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900"/>
              </a:spcBef>
              <a:spcAft>
                <a:spcPts val="0"/>
              </a:spcAft>
              <a:buSzPts val="1530"/>
              <a:buChar char="●"/>
              <a:defRPr/>
            </a:lvl1pPr>
            <a:lvl2pPr indent="-325755" lvl="1" marL="914400" algn="l">
              <a:lnSpc>
                <a:spcPct val="90000"/>
              </a:lnSpc>
              <a:spcBef>
                <a:spcPts val="1200"/>
              </a:spcBef>
              <a:spcAft>
                <a:spcPts val="0"/>
              </a:spcAft>
              <a:buSzPts val="1530"/>
              <a:buChar char="○"/>
              <a:defRPr/>
            </a:lvl2pPr>
            <a:lvl3pPr indent="-325755" lvl="2" marL="1371600" algn="l">
              <a:lnSpc>
                <a:spcPct val="90000"/>
              </a:lnSpc>
              <a:spcBef>
                <a:spcPts val="300"/>
              </a:spcBef>
              <a:spcAft>
                <a:spcPts val="0"/>
              </a:spcAft>
              <a:buSzPts val="1530"/>
              <a:buChar char="■"/>
              <a:defRPr/>
            </a:lvl3pPr>
            <a:lvl4pPr indent="-325755" lvl="3" marL="1828800" algn="l">
              <a:lnSpc>
                <a:spcPct val="90000"/>
              </a:lnSpc>
              <a:spcBef>
                <a:spcPts val="300"/>
              </a:spcBef>
              <a:spcAft>
                <a:spcPts val="0"/>
              </a:spcAft>
              <a:buSzPts val="1530"/>
              <a:buChar char="●"/>
              <a:defRPr/>
            </a:lvl4pPr>
            <a:lvl5pPr indent="-325754" lvl="4" marL="2286000" algn="l">
              <a:lnSpc>
                <a:spcPct val="90000"/>
              </a:lnSpc>
              <a:spcBef>
                <a:spcPts val="300"/>
              </a:spcBef>
              <a:spcAft>
                <a:spcPts val="0"/>
              </a:spcAft>
              <a:buSzPts val="1530"/>
              <a:buChar char="○"/>
              <a:defRPr/>
            </a:lvl5pPr>
            <a:lvl6pPr indent="-325754" lvl="5" marL="2743200" algn="l">
              <a:lnSpc>
                <a:spcPct val="90000"/>
              </a:lnSpc>
              <a:spcBef>
                <a:spcPts val="300"/>
              </a:spcBef>
              <a:spcAft>
                <a:spcPts val="0"/>
              </a:spcAft>
              <a:buSzPts val="1530"/>
              <a:buChar char="■"/>
              <a:defRPr/>
            </a:lvl6pPr>
            <a:lvl7pPr indent="-325754" lvl="6" marL="3200400" algn="l">
              <a:lnSpc>
                <a:spcPct val="90000"/>
              </a:lnSpc>
              <a:spcBef>
                <a:spcPts val="300"/>
              </a:spcBef>
              <a:spcAft>
                <a:spcPts val="0"/>
              </a:spcAft>
              <a:buSzPts val="1530"/>
              <a:buChar char="●"/>
              <a:defRPr/>
            </a:lvl7pPr>
            <a:lvl8pPr indent="-325754" lvl="7" marL="3657600" algn="l">
              <a:lnSpc>
                <a:spcPct val="90000"/>
              </a:lnSpc>
              <a:spcBef>
                <a:spcPts val="300"/>
              </a:spcBef>
              <a:spcAft>
                <a:spcPts val="0"/>
              </a:spcAft>
              <a:buSzPts val="1530"/>
              <a:buChar char="○"/>
              <a:defRPr/>
            </a:lvl8pPr>
            <a:lvl9pPr indent="-325754" lvl="8" marL="4114800" algn="l">
              <a:lnSpc>
                <a:spcPct val="90000"/>
              </a:lnSpc>
              <a:spcBef>
                <a:spcPts val="300"/>
              </a:spcBef>
              <a:spcAft>
                <a:spcPts val="150"/>
              </a:spcAft>
              <a:buSzPts val="1530"/>
              <a:buChar char="■"/>
              <a:defRPr/>
            </a:lvl9pPr>
          </a:lstStyle>
          <a:p/>
        </p:txBody>
      </p:sp>
      <p:sp>
        <p:nvSpPr>
          <p:cNvPr id="74" name="Google Shape;74;p28"/>
          <p:cNvSpPr txBox="1"/>
          <p:nvPr>
            <p:ph idx="10" type="dt"/>
          </p:nvPr>
        </p:nvSpPr>
        <p:spPr>
          <a:xfrm>
            <a:off x="5973318" y="4704588"/>
            <a:ext cx="2455200" cy="2739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5" name="Google Shape;75;p28"/>
          <p:cNvSpPr txBox="1"/>
          <p:nvPr>
            <p:ph idx="11" type="ftr"/>
          </p:nvPr>
        </p:nvSpPr>
        <p:spPr>
          <a:xfrm>
            <a:off x="816102" y="4704588"/>
            <a:ext cx="47457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6" name="Google Shape;76;p28"/>
          <p:cNvSpPr txBox="1"/>
          <p:nvPr>
            <p:ph idx="12" type="sldNum"/>
          </p:nvPr>
        </p:nvSpPr>
        <p:spPr>
          <a:xfrm>
            <a:off x="8483346" y="4704588"/>
            <a:ext cx="4800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 name="Shape 77"/>
        <p:cNvGrpSpPr/>
        <p:nvPr/>
      </p:nvGrpSpPr>
      <p:grpSpPr>
        <a:xfrm>
          <a:off x="0" y="0"/>
          <a:ext cx="0" cy="0"/>
          <a:chOff x="0" y="0"/>
          <a:chExt cx="0" cy="0"/>
        </a:xfrm>
      </p:grpSpPr>
      <p:grpSp>
        <p:nvGrpSpPr>
          <p:cNvPr id="78" name="Google Shape;78;p31"/>
          <p:cNvGrpSpPr/>
          <p:nvPr/>
        </p:nvGrpSpPr>
        <p:grpSpPr>
          <a:xfrm>
            <a:off x="4406400" y="0"/>
            <a:ext cx="4737600" cy="5143065"/>
            <a:chOff x="4406400" y="0"/>
            <a:chExt cx="4737600" cy="5143065"/>
          </a:xfrm>
        </p:grpSpPr>
        <p:sp>
          <p:nvSpPr>
            <p:cNvPr id="79" name="Google Shape;79;p31"/>
            <p:cNvSpPr/>
            <p:nvPr/>
          </p:nvSpPr>
          <p:spPr>
            <a:xfrm rot="5400000">
              <a:off x="4408200" y="-1800"/>
              <a:ext cx="4734000" cy="4737600"/>
            </a:xfrm>
            <a:prstGeom prst="diagStripe">
              <a:avLst>
                <a:gd fmla="val 49469"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1"/>
            <p:cNvSpPr/>
            <p:nvPr/>
          </p:nvSpPr>
          <p:spPr>
            <a:xfrm rot="5400000">
              <a:off x="4841125" y="5700"/>
              <a:ext cx="4298100" cy="4286700"/>
            </a:xfrm>
            <a:prstGeom prst="diagStripe">
              <a:avLst>
                <a:gd fmla="val 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1"/>
            <p:cNvSpPr/>
            <p:nvPr/>
          </p:nvSpPr>
          <p:spPr>
            <a:xfrm rot="-5400000">
              <a:off x="5618399" y="123646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1"/>
            <p:cNvSpPr/>
            <p:nvPr/>
          </p:nvSpPr>
          <p:spPr>
            <a:xfrm flipH="1">
              <a:off x="5849857" y="1443956"/>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31"/>
            <p:cNvSpPr/>
            <p:nvPr/>
          </p:nvSpPr>
          <p:spPr>
            <a:xfrm rot="-5400000">
              <a:off x="5987081" y="246946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1"/>
            <p:cNvSpPr/>
            <p:nvPr/>
          </p:nvSpPr>
          <p:spPr>
            <a:xfrm flipH="1">
              <a:off x="6222115" y="267695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1"/>
            <p:cNvSpPr/>
            <p:nvPr/>
          </p:nvSpPr>
          <p:spPr>
            <a:xfrm rot="-5400000">
              <a:off x="6675341" y="186201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1"/>
            <p:cNvSpPr/>
            <p:nvPr/>
          </p:nvSpPr>
          <p:spPr>
            <a:xfrm rot="-5400000">
              <a:off x="6861141" y="247781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1"/>
            <p:cNvSpPr/>
            <p:nvPr/>
          </p:nvSpPr>
          <p:spPr>
            <a:xfrm flipH="1">
              <a:off x="7965266" y="269296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31"/>
            <p:cNvSpPr/>
            <p:nvPr/>
          </p:nvSpPr>
          <p:spPr>
            <a:xfrm flipH="1">
              <a:off x="8145082" y="330875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1"/>
            <p:cNvSpPr/>
            <p:nvPr/>
          </p:nvSpPr>
          <p:spPr>
            <a:xfrm rot="-5400000">
              <a:off x="7047599" y="309501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1"/>
            <p:cNvSpPr/>
            <p:nvPr/>
          </p:nvSpPr>
          <p:spPr>
            <a:xfrm flipH="1">
              <a:off x="7276649" y="3302502"/>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1"/>
            <p:cNvSpPr/>
            <p:nvPr/>
          </p:nvSpPr>
          <p:spPr>
            <a:xfrm flipH="1">
              <a:off x="7462448" y="3918294"/>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1"/>
            <p:cNvSpPr/>
            <p:nvPr/>
          </p:nvSpPr>
          <p:spPr>
            <a:xfrm rot="-5400000">
              <a:off x="8102491" y="371847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31"/>
            <p:cNvSpPr/>
            <p:nvPr/>
          </p:nvSpPr>
          <p:spPr>
            <a:xfrm flipH="1">
              <a:off x="8334533" y="392596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31"/>
            <p:cNvSpPr/>
            <p:nvPr/>
          </p:nvSpPr>
          <p:spPr>
            <a:xfrm rot="-5400000">
              <a:off x="8288290" y="433426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 name="Google Shape;97;p31"/>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8" name="Google Shape;9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9" name="Shape 99"/>
        <p:cNvGrpSpPr/>
        <p:nvPr/>
      </p:nvGrpSpPr>
      <p:grpSpPr>
        <a:xfrm>
          <a:off x="0" y="0"/>
          <a:ext cx="0" cy="0"/>
          <a:chOff x="0" y="0"/>
          <a:chExt cx="0" cy="0"/>
        </a:xfrm>
      </p:grpSpPr>
      <p:grpSp>
        <p:nvGrpSpPr>
          <p:cNvPr id="100" name="Google Shape;100;p32"/>
          <p:cNvGrpSpPr/>
          <p:nvPr/>
        </p:nvGrpSpPr>
        <p:grpSpPr>
          <a:xfrm>
            <a:off x="0" y="381001"/>
            <a:ext cx="1037850" cy="1016288"/>
            <a:chOff x="0" y="381001"/>
            <a:chExt cx="1037850" cy="1016288"/>
          </a:xfrm>
        </p:grpSpPr>
        <p:sp>
          <p:nvSpPr>
            <p:cNvPr id="101" name="Google Shape;101;p3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3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4" name="Google Shape;104;p32"/>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5" name="Google Shape;105;p32"/>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6" name="Google Shape;106;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grpSp>
        <p:nvGrpSpPr>
          <p:cNvPr id="108" name="Google Shape;108;p33"/>
          <p:cNvGrpSpPr/>
          <p:nvPr/>
        </p:nvGrpSpPr>
        <p:grpSpPr>
          <a:xfrm>
            <a:off x="0" y="381001"/>
            <a:ext cx="1037850" cy="1016288"/>
            <a:chOff x="0" y="381001"/>
            <a:chExt cx="1037850" cy="1016288"/>
          </a:xfrm>
        </p:grpSpPr>
        <p:sp>
          <p:nvSpPr>
            <p:cNvPr id="109" name="Google Shape;109;p3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 name="Google Shape;111;p3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2" name="Google Shape;112;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3" name="Shape 113"/>
        <p:cNvGrpSpPr/>
        <p:nvPr/>
      </p:nvGrpSpPr>
      <p:grpSpPr>
        <a:xfrm>
          <a:off x="0" y="0"/>
          <a:ext cx="0" cy="0"/>
          <a:chOff x="0" y="0"/>
          <a:chExt cx="0" cy="0"/>
        </a:xfrm>
      </p:grpSpPr>
      <p:grpSp>
        <p:nvGrpSpPr>
          <p:cNvPr id="114" name="Google Shape;114;p34"/>
          <p:cNvGrpSpPr/>
          <p:nvPr/>
        </p:nvGrpSpPr>
        <p:grpSpPr>
          <a:xfrm>
            <a:off x="0" y="381001"/>
            <a:ext cx="1037850" cy="1016288"/>
            <a:chOff x="0" y="381001"/>
            <a:chExt cx="1037850" cy="1016288"/>
          </a:xfrm>
        </p:grpSpPr>
        <p:sp>
          <p:nvSpPr>
            <p:cNvPr id="115" name="Google Shape;115;p3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7" name="Google Shape;117;p34"/>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8" name="Google Shape;118;p34"/>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19" name="Google Shape;119;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0" name="Shape 120"/>
        <p:cNvGrpSpPr/>
        <p:nvPr/>
      </p:nvGrpSpPr>
      <p:grpSpPr>
        <a:xfrm>
          <a:off x="0" y="0"/>
          <a:ext cx="0" cy="0"/>
          <a:chOff x="0" y="0"/>
          <a:chExt cx="0" cy="0"/>
        </a:xfrm>
      </p:grpSpPr>
      <p:grpSp>
        <p:nvGrpSpPr>
          <p:cNvPr id="121" name="Google Shape;121;p35"/>
          <p:cNvGrpSpPr/>
          <p:nvPr/>
        </p:nvGrpSpPr>
        <p:grpSpPr>
          <a:xfrm>
            <a:off x="4406400" y="0"/>
            <a:ext cx="4737600" cy="5143500"/>
            <a:chOff x="4406400" y="0"/>
            <a:chExt cx="4737600" cy="5143500"/>
          </a:xfrm>
        </p:grpSpPr>
        <p:sp>
          <p:nvSpPr>
            <p:cNvPr id="122" name="Google Shape;122;p35"/>
            <p:cNvSpPr/>
            <p:nvPr/>
          </p:nvSpPr>
          <p:spPr>
            <a:xfrm rot="5400000">
              <a:off x="4407900" y="-1500"/>
              <a:ext cx="4734600" cy="4737600"/>
            </a:xfrm>
            <a:prstGeom prst="diagStripe">
              <a:avLst>
                <a:gd fmla="val 49469"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5"/>
            <p:cNvSpPr/>
            <p:nvPr/>
          </p:nvSpPr>
          <p:spPr>
            <a:xfrm rot="5400000">
              <a:off x="4840825" y="6000"/>
              <a:ext cx="4298700" cy="4286700"/>
            </a:xfrm>
            <a:prstGeom prst="diagStripe">
              <a:avLst>
                <a:gd fmla="val 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5"/>
            <p:cNvSpPr/>
            <p:nvPr/>
          </p:nvSpPr>
          <p:spPr>
            <a:xfrm rot="-5400000">
              <a:off x="5618399" y="1236641"/>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5"/>
            <p:cNvSpPr/>
            <p:nvPr/>
          </p:nvSpPr>
          <p:spPr>
            <a:xfrm flipH="1">
              <a:off x="5849857" y="144407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5"/>
            <p:cNvSpPr/>
            <p:nvPr/>
          </p:nvSpPr>
          <p:spPr>
            <a:xfrm rot="-5400000">
              <a:off x="5987081" y="246974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5"/>
            <p:cNvSpPr/>
            <p:nvPr/>
          </p:nvSpPr>
          <p:spPr>
            <a:xfrm flipH="1">
              <a:off x="6222115" y="2677179"/>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5"/>
            <p:cNvSpPr/>
            <p:nvPr/>
          </p:nvSpPr>
          <p:spPr>
            <a:xfrm rot="-5400000">
              <a:off x="6675341" y="1862244"/>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5"/>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5"/>
            <p:cNvSpPr/>
            <p:nvPr/>
          </p:nvSpPr>
          <p:spPr>
            <a:xfrm rot="-5400000">
              <a:off x="6861141" y="247808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5"/>
            <p:cNvSpPr/>
            <p:nvPr/>
          </p:nvSpPr>
          <p:spPr>
            <a:xfrm flipH="1">
              <a:off x="7965266" y="2693191"/>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5"/>
            <p:cNvSpPr/>
            <p:nvPr/>
          </p:nvSpPr>
          <p:spPr>
            <a:xfrm flipH="1">
              <a:off x="8145082" y="3309036"/>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5"/>
            <p:cNvSpPr/>
            <p:nvPr/>
          </p:nvSpPr>
          <p:spPr>
            <a:xfrm rot="-5400000">
              <a:off x="7047599" y="309534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5"/>
            <p:cNvSpPr/>
            <p:nvPr/>
          </p:nvSpPr>
          <p:spPr>
            <a:xfrm flipH="1">
              <a:off x="7276649" y="3302781"/>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5"/>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5"/>
            <p:cNvSpPr/>
            <p:nvPr/>
          </p:nvSpPr>
          <p:spPr>
            <a:xfrm flipH="1">
              <a:off x="7462448" y="391862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5"/>
            <p:cNvSpPr/>
            <p:nvPr/>
          </p:nvSpPr>
          <p:spPr>
            <a:xfrm rot="-5400000">
              <a:off x="8102491" y="3718856"/>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5"/>
            <p:cNvSpPr/>
            <p:nvPr/>
          </p:nvSpPr>
          <p:spPr>
            <a:xfrm flipH="1">
              <a:off x="8334533" y="3926292"/>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5"/>
            <p:cNvSpPr/>
            <p:nvPr/>
          </p:nvSpPr>
          <p:spPr>
            <a:xfrm rot="-5400000">
              <a:off x="8288290" y="433470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0" name="Google Shape;140;p35"/>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1" name="Google Shape;141;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2" name="Shape 142"/>
        <p:cNvGrpSpPr/>
        <p:nvPr/>
      </p:nvGrpSpPr>
      <p:grpSpPr>
        <a:xfrm>
          <a:off x="0" y="0"/>
          <a:ext cx="0" cy="0"/>
          <a:chOff x="0" y="0"/>
          <a:chExt cx="0" cy="0"/>
        </a:xfrm>
      </p:grpSpPr>
      <p:grpSp>
        <p:nvGrpSpPr>
          <p:cNvPr id="143" name="Google Shape;143;p36"/>
          <p:cNvGrpSpPr/>
          <p:nvPr/>
        </p:nvGrpSpPr>
        <p:grpSpPr>
          <a:xfrm>
            <a:off x="0" y="381001"/>
            <a:ext cx="1037850" cy="1016288"/>
            <a:chOff x="0" y="381001"/>
            <a:chExt cx="1037850" cy="1016288"/>
          </a:xfrm>
        </p:grpSpPr>
        <p:sp>
          <p:nvSpPr>
            <p:cNvPr id="144" name="Google Shape;144;p3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3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6" name="Google Shape;146;p36"/>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47" name="Google Shape;147;p36"/>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48" name="Google Shape;148;p36"/>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49" name="Google Shape;149;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0" name="Shape 150"/>
        <p:cNvGrpSpPr/>
        <p:nvPr/>
      </p:nvGrpSpPr>
      <p:grpSpPr>
        <a:xfrm>
          <a:off x="0" y="0"/>
          <a:ext cx="0" cy="0"/>
          <a:chOff x="0" y="0"/>
          <a:chExt cx="0" cy="0"/>
        </a:xfrm>
      </p:grpSpPr>
      <p:grpSp>
        <p:nvGrpSpPr>
          <p:cNvPr id="151" name="Google Shape;151;p37"/>
          <p:cNvGrpSpPr/>
          <p:nvPr/>
        </p:nvGrpSpPr>
        <p:grpSpPr>
          <a:xfrm>
            <a:off x="0" y="4128572"/>
            <a:ext cx="698925" cy="684657"/>
            <a:chOff x="0" y="3785672"/>
            <a:chExt cx="698925" cy="684657"/>
          </a:xfrm>
        </p:grpSpPr>
        <p:sp>
          <p:nvSpPr>
            <p:cNvPr id="152" name="Google Shape;152;p37"/>
            <p:cNvSpPr/>
            <p:nvPr/>
          </p:nvSpPr>
          <p:spPr>
            <a:xfrm rot="-5400000">
              <a:off x="0" y="3785672"/>
              <a:ext cx="544800" cy="544800"/>
            </a:xfrm>
            <a:prstGeom prst="diagStripe">
              <a:avLst>
                <a:gd fmla="val 50000" name="adj"/>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7"/>
            <p:cNvSpPr/>
            <p:nvPr/>
          </p:nvSpPr>
          <p:spPr>
            <a:xfrm flipH="1">
              <a:off x="154125" y="3925529"/>
              <a:ext cx="544800" cy="544800"/>
            </a:xfrm>
            <a:prstGeom prst="diagStripe">
              <a:avLst>
                <a:gd fmla="val 50000" name="adj"/>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4" name="Google Shape;154;p37"/>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55" name="Google Shape;15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6" name="Shape 156"/>
        <p:cNvGrpSpPr/>
        <p:nvPr/>
      </p:nvGrpSpPr>
      <p:grpSpPr>
        <a:xfrm>
          <a:off x="0" y="0"/>
          <a:ext cx="0" cy="0"/>
          <a:chOff x="0" y="0"/>
          <a:chExt cx="0" cy="0"/>
        </a:xfrm>
      </p:grpSpPr>
      <p:grpSp>
        <p:nvGrpSpPr>
          <p:cNvPr id="157" name="Google Shape;157;p38"/>
          <p:cNvGrpSpPr/>
          <p:nvPr/>
        </p:nvGrpSpPr>
        <p:grpSpPr>
          <a:xfrm>
            <a:off x="4406400" y="0"/>
            <a:ext cx="4737600" cy="5143065"/>
            <a:chOff x="4406400" y="0"/>
            <a:chExt cx="4737600" cy="5143065"/>
          </a:xfrm>
        </p:grpSpPr>
        <p:sp>
          <p:nvSpPr>
            <p:cNvPr id="158" name="Google Shape;158;p38"/>
            <p:cNvSpPr/>
            <p:nvPr/>
          </p:nvSpPr>
          <p:spPr>
            <a:xfrm rot="5400000">
              <a:off x="4408200" y="-1800"/>
              <a:ext cx="4734000" cy="4737600"/>
            </a:xfrm>
            <a:prstGeom prst="diagStripe">
              <a:avLst>
                <a:gd fmla="val 49469"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8"/>
            <p:cNvSpPr/>
            <p:nvPr/>
          </p:nvSpPr>
          <p:spPr>
            <a:xfrm rot="5400000">
              <a:off x="4841125" y="5700"/>
              <a:ext cx="4298100" cy="4286700"/>
            </a:xfrm>
            <a:prstGeom prst="diagStripe">
              <a:avLst>
                <a:gd fmla="val 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8"/>
            <p:cNvSpPr/>
            <p:nvPr/>
          </p:nvSpPr>
          <p:spPr>
            <a:xfrm rot="-5400000">
              <a:off x="5618399" y="123646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38"/>
            <p:cNvSpPr/>
            <p:nvPr/>
          </p:nvSpPr>
          <p:spPr>
            <a:xfrm flipH="1">
              <a:off x="5849857" y="1443956"/>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8"/>
            <p:cNvSpPr/>
            <p:nvPr/>
          </p:nvSpPr>
          <p:spPr>
            <a:xfrm rot="-5400000">
              <a:off x="5987081" y="246946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8"/>
            <p:cNvSpPr/>
            <p:nvPr/>
          </p:nvSpPr>
          <p:spPr>
            <a:xfrm flipH="1">
              <a:off x="6222115" y="267695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8"/>
            <p:cNvSpPr/>
            <p:nvPr/>
          </p:nvSpPr>
          <p:spPr>
            <a:xfrm rot="-5400000">
              <a:off x="6675341" y="186201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8"/>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8"/>
            <p:cNvSpPr/>
            <p:nvPr/>
          </p:nvSpPr>
          <p:spPr>
            <a:xfrm rot="-5400000">
              <a:off x="6861141" y="247781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8"/>
            <p:cNvSpPr/>
            <p:nvPr/>
          </p:nvSpPr>
          <p:spPr>
            <a:xfrm flipH="1">
              <a:off x="7965266" y="269296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8"/>
            <p:cNvSpPr/>
            <p:nvPr/>
          </p:nvSpPr>
          <p:spPr>
            <a:xfrm flipH="1">
              <a:off x="8145082" y="330875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38"/>
            <p:cNvSpPr/>
            <p:nvPr/>
          </p:nvSpPr>
          <p:spPr>
            <a:xfrm rot="-5400000">
              <a:off x="7047599" y="309501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8"/>
            <p:cNvSpPr/>
            <p:nvPr/>
          </p:nvSpPr>
          <p:spPr>
            <a:xfrm flipH="1">
              <a:off x="7276649" y="3302502"/>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8"/>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8"/>
            <p:cNvSpPr/>
            <p:nvPr/>
          </p:nvSpPr>
          <p:spPr>
            <a:xfrm flipH="1">
              <a:off x="7462448" y="3918294"/>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8"/>
            <p:cNvSpPr/>
            <p:nvPr/>
          </p:nvSpPr>
          <p:spPr>
            <a:xfrm rot="-5400000">
              <a:off x="8102491" y="371847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8"/>
            <p:cNvSpPr/>
            <p:nvPr/>
          </p:nvSpPr>
          <p:spPr>
            <a:xfrm flipH="1">
              <a:off x="8334533" y="392596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8"/>
            <p:cNvSpPr/>
            <p:nvPr/>
          </p:nvSpPr>
          <p:spPr>
            <a:xfrm rot="-5400000">
              <a:off x="8288290" y="433426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6" name="Google Shape;176;p38"/>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77" name="Google Shape;177;p38"/>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78" name="Google Shape;17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9" name="Shape 179"/>
        <p:cNvGrpSpPr/>
        <p:nvPr/>
      </p:nvGrpSpPr>
      <p:grpSpPr>
        <a:xfrm>
          <a:off x="0" y="0"/>
          <a:ext cx="0" cy="0"/>
          <a:chOff x="0" y="0"/>
          <a:chExt cx="0" cy="0"/>
        </a:xfrm>
      </p:grpSpPr>
      <p:sp>
        <p:nvSpPr>
          <p:cNvPr id="180" name="Google Shape;180;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5" name="Shape 185"/>
        <p:cNvGrpSpPr/>
        <p:nvPr/>
      </p:nvGrpSpPr>
      <p:grpSpPr>
        <a:xfrm>
          <a:off x="0" y="0"/>
          <a:ext cx="0" cy="0"/>
          <a:chOff x="0" y="0"/>
          <a:chExt cx="0" cy="0"/>
        </a:xfrm>
      </p:grpSpPr>
      <p:sp>
        <p:nvSpPr>
          <p:cNvPr id="186" name="Google Shape;186;g2b5e255f6ac_4_1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87" name="Shape 187"/>
        <p:cNvGrpSpPr/>
        <p:nvPr/>
      </p:nvGrpSpPr>
      <p:grpSpPr>
        <a:xfrm>
          <a:off x="0" y="0"/>
          <a:ext cx="0" cy="0"/>
          <a:chOff x="0" y="0"/>
          <a:chExt cx="0" cy="0"/>
        </a:xfrm>
      </p:grpSpPr>
      <p:sp>
        <p:nvSpPr>
          <p:cNvPr id="188" name="Google Shape;188;g2b5e255f6ac_4_125"/>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9" name="Google Shape;189;g2b5e255f6ac_4_125"/>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900"/>
              </a:spcBef>
              <a:spcAft>
                <a:spcPts val="0"/>
              </a:spcAft>
              <a:buSzPts val="1530"/>
              <a:buChar char="●"/>
              <a:defRPr/>
            </a:lvl1pPr>
            <a:lvl2pPr indent="-325755" lvl="1" marL="914400" algn="l">
              <a:lnSpc>
                <a:spcPct val="90000"/>
              </a:lnSpc>
              <a:spcBef>
                <a:spcPts val="1200"/>
              </a:spcBef>
              <a:spcAft>
                <a:spcPts val="0"/>
              </a:spcAft>
              <a:buSzPts val="1530"/>
              <a:buChar char="○"/>
              <a:defRPr/>
            </a:lvl2pPr>
            <a:lvl3pPr indent="-325755" lvl="2" marL="1371600" algn="l">
              <a:lnSpc>
                <a:spcPct val="90000"/>
              </a:lnSpc>
              <a:spcBef>
                <a:spcPts val="300"/>
              </a:spcBef>
              <a:spcAft>
                <a:spcPts val="0"/>
              </a:spcAft>
              <a:buSzPts val="1530"/>
              <a:buChar char="■"/>
              <a:defRPr/>
            </a:lvl3pPr>
            <a:lvl4pPr indent="-325755" lvl="3" marL="1828800" algn="l">
              <a:lnSpc>
                <a:spcPct val="90000"/>
              </a:lnSpc>
              <a:spcBef>
                <a:spcPts val="300"/>
              </a:spcBef>
              <a:spcAft>
                <a:spcPts val="0"/>
              </a:spcAft>
              <a:buSzPts val="1530"/>
              <a:buChar char="●"/>
              <a:defRPr/>
            </a:lvl4pPr>
            <a:lvl5pPr indent="-325754" lvl="4" marL="2286000" algn="l">
              <a:lnSpc>
                <a:spcPct val="90000"/>
              </a:lnSpc>
              <a:spcBef>
                <a:spcPts val="300"/>
              </a:spcBef>
              <a:spcAft>
                <a:spcPts val="0"/>
              </a:spcAft>
              <a:buSzPts val="1530"/>
              <a:buChar char="○"/>
              <a:defRPr/>
            </a:lvl5pPr>
            <a:lvl6pPr indent="-325754" lvl="5" marL="2743200" algn="l">
              <a:lnSpc>
                <a:spcPct val="90000"/>
              </a:lnSpc>
              <a:spcBef>
                <a:spcPts val="300"/>
              </a:spcBef>
              <a:spcAft>
                <a:spcPts val="0"/>
              </a:spcAft>
              <a:buSzPts val="1530"/>
              <a:buChar char="■"/>
              <a:defRPr/>
            </a:lvl6pPr>
            <a:lvl7pPr indent="-325754" lvl="6" marL="3200400" algn="l">
              <a:lnSpc>
                <a:spcPct val="90000"/>
              </a:lnSpc>
              <a:spcBef>
                <a:spcPts val="300"/>
              </a:spcBef>
              <a:spcAft>
                <a:spcPts val="0"/>
              </a:spcAft>
              <a:buSzPts val="1530"/>
              <a:buChar char="●"/>
              <a:defRPr/>
            </a:lvl7pPr>
            <a:lvl8pPr indent="-325754" lvl="7" marL="3657600" algn="l">
              <a:lnSpc>
                <a:spcPct val="90000"/>
              </a:lnSpc>
              <a:spcBef>
                <a:spcPts val="300"/>
              </a:spcBef>
              <a:spcAft>
                <a:spcPts val="0"/>
              </a:spcAft>
              <a:buSzPts val="1530"/>
              <a:buChar char="○"/>
              <a:defRPr/>
            </a:lvl8pPr>
            <a:lvl9pPr indent="-325754" lvl="8" marL="4114800" algn="l">
              <a:lnSpc>
                <a:spcPct val="90000"/>
              </a:lnSpc>
              <a:spcBef>
                <a:spcPts val="300"/>
              </a:spcBef>
              <a:spcAft>
                <a:spcPts val="150"/>
              </a:spcAft>
              <a:buSzPts val="1530"/>
              <a:buChar char="■"/>
              <a:defRPr/>
            </a:lvl9pPr>
          </a:lstStyle>
          <a:p/>
        </p:txBody>
      </p:sp>
      <p:sp>
        <p:nvSpPr>
          <p:cNvPr id="190" name="Google Shape;190;g2b5e255f6ac_4_125"/>
          <p:cNvSpPr txBox="1"/>
          <p:nvPr>
            <p:ph idx="10" type="dt"/>
          </p:nvPr>
        </p:nvSpPr>
        <p:spPr>
          <a:xfrm>
            <a:off x="5973318" y="4704588"/>
            <a:ext cx="2455200" cy="2739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1" name="Google Shape;191;g2b5e255f6ac_4_125"/>
          <p:cNvSpPr txBox="1"/>
          <p:nvPr>
            <p:ph idx="11" type="ftr"/>
          </p:nvPr>
        </p:nvSpPr>
        <p:spPr>
          <a:xfrm>
            <a:off x="816102" y="4704588"/>
            <a:ext cx="47457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2" name="Google Shape;192;g2b5e255f6ac_4_125"/>
          <p:cNvSpPr txBox="1"/>
          <p:nvPr>
            <p:ph idx="12" type="sldNum"/>
          </p:nvPr>
        </p:nvSpPr>
        <p:spPr>
          <a:xfrm>
            <a:off x="8483346" y="4704588"/>
            <a:ext cx="4800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3" name="Shape 193"/>
        <p:cNvGrpSpPr/>
        <p:nvPr/>
      </p:nvGrpSpPr>
      <p:grpSpPr>
        <a:xfrm>
          <a:off x="0" y="0"/>
          <a:ext cx="0" cy="0"/>
          <a:chOff x="0" y="0"/>
          <a:chExt cx="0" cy="0"/>
        </a:xfrm>
      </p:grpSpPr>
      <p:sp>
        <p:nvSpPr>
          <p:cNvPr id="194" name="Google Shape;194;g2b5e255f6ac_4_4"/>
          <p:cNvSpPr/>
          <p:nvPr/>
        </p:nvSpPr>
        <p:spPr>
          <a:xfrm rot="5400000">
            <a:off x="7500300" y="505"/>
            <a:ext cx="1643700" cy="1643700"/>
          </a:xfrm>
          <a:prstGeom prst="diagStripe">
            <a:avLst>
              <a:gd fmla="val 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5" name="Google Shape;195;g2b5e255f6ac_4_4"/>
          <p:cNvGrpSpPr/>
          <p:nvPr/>
        </p:nvGrpSpPr>
        <p:grpSpPr>
          <a:xfrm>
            <a:off x="0" y="490"/>
            <a:ext cx="5153705" cy="5134399"/>
            <a:chOff x="0" y="75"/>
            <a:chExt cx="5153705" cy="5152950"/>
          </a:xfrm>
        </p:grpSpPr>
        <p:sp>
          <p:nvSpPr>
            <p:cNvPr id="196" name="Google Shape;196;g2b5e255f6ac_4_4"/>
            <p:cNvSpPr/>
            <p:nvPr/>
          </p:nvSpPr>
          <p:spPr>
            <a:xfrm rot="-5400000">
              <a:off x="455" y="-225"/>
              <a:ext cx="5152800" cy="5153700"/>
            </a:xfrm>
            <a:prstGeom prst="diagStripe">
              <a:avLst>
                <a:gd fmla="val 5000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2b5e255f6ac_4_4"/>
            <p:cNvSpPr/>
            <p:nvPr/>
          </p:nvSpPr>
          <p:spPr>
            <a:xfrm rot="-5400000">
              <a:off x="150" y="1145825"/>
              <a:ext cx="3996600" cy="3996900"/>
            </a:xfrm>
            <a:prstGeom prst="diagStripe">
              <a:avLst>
                <a:gd fmla="val 58774"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2b5e255f6ac_4_4"/>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2b5e255f6ac_4_4"/>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0" name="Google Shape;200;g2b5e255f6ac_4_4"/>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201" name="Google Shape;201;g2b5e255f6ac_4_4"/>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202" name="Google Shape;202;g2b5e255f6ac_4_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3" name="Shape 203"/>
        <p:cNvGrpSpPr/>
        <p:nvPr/>
      </p:nvGrpSpPr>
      <p:grpSpPr>
        <a:xfrm>
          <a:off x="0" y="0"/>
          <a:ext cx="0" cy="0"/>
          <a:chOff x="0" y="0"/>
          <a:chExt cx="0" cy="0"/>
        </a:xfrm>
      </p:grpSpPr>
      <p:grpSp>
        <p:nvGrpSpPr>
          <p:cNvPr id="204" name="Google Shape;204;g2b5e255f6ac_4_14"/>
          <p:cNvGrpSpPr/>
          <p:nvPr/>
        </p:nvGrpSpPr>
        <p:grpSpPr>
          <a:xfrm>
            <a:off x="4406400" y="0"/>
            <a:ext cx="4737600" cy="5143065"/>
            <a:chOff x="4406400" y="0"/>
            <a:chExt cx="4737600" cy="5143065"/>
          </a:xfrm>
        </p:grpSpPr>
        <p:sp>
          <p:nvSpPr>
            <p:cNvPr id="205" name="Google Shape;205;g2b5e255f6ac_4_14"/>
            <p:cNvSpPr/>
            <p:nvPr/>
          </p:nvSpPr>
          <p:spPr>
            <a:xfrm rot="5400000">
              <a:off x="4408200" y="-1800"/>
              <a:ext cx="4734000" cy="4737600"/>
            </a:xfrm>
            <a:prstGeom prst="diagStripe">
              <a:avLst>
                <a:gd fmla="val 49469"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2b5e255f6ac_4_14"/>
            <p:cNvSpPr/>
            <p:nvPr/>
          </p:nvSpPr>
          <p:spPr>
            <a:xfrm rot="5400000">
              <a:off x="4841125" y="5700"/>
              <a:ext cx="4298100" cy="4286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2b5e255f6ac_4_14"/>
            <p:cNvSpPr/>
            <p:nvPr/>
          </p:nvSpPr>
          <p:spPr>
            <a:xfrm rot="-5400000">
              <a:off x="5618399" y="123646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2b5e255f6ac_4_14"/>
            <p:cNvSpPr/>
            <p:nvPr/>
          </p:nvSpPr>
          <p:spPr>
            <a:xfrm flipH="1">
              <a:off x="5849857" y="1443956"/>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g2b5e255f6ac_4_14"/>
            <p:cNvSpPr/>
            <p:nvPr/>
          </p:nvSpPr>
          <p:spPr>
            <a:xfrm rot="-5400000">
              <a:off x="5987081" y="246946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2b5e255f6ac_4_14"/>
            <p:cNvSpPr/>
            <p:nvPr/>
          </p:nvSpPr>
          <p:spPr>
            <a:xfrm flipH="1">
              <a:off x="6222115" y="267695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g2b5e255f6ac_4_14"/>
            <p:cNvSpPr/>
            <p:nvPr/>
          </p:nvSpPr>
          <p:spPr>
            <a:xfrm rot="-5400000">
              <a:off x="6675341" y="186201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g2b5e255f6ac_4_1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2b5e255f6ac_4_14"/>
            <p:cNvSpPr/>
            <p:nvPr/>
          </p:nvSpPr>
          <p:spPr>
            <a:xfrm rot="-5400000">
              <a:off x="6861141" y="2477810"/>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g2b5e255f6ac_4_14"/>
            <p:cNvSpPr/>
            <p:nvPr/>
          </p:nvSpPr>
          <p:spPr>
            <a:xfrm flipH="1">
              <a:off x="7965266" y="269296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g2b5e255f6ac_4_14"/>
            <p:cNvSpPr/>
            <p:nvPr/>
          </p:nvSpPr>
          <p:spPr>
            <a:xfrm flipH="1">
              <a:off x="8145082" y="330875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g2b5e255f6ac_4_14"/>
            <p:cNvSpPr/>
            <p:nvPr/>
          </p:nvSpPr>
          <p:spPr>
            <a:xfrm rot="-5400000">
              <a:off x="7047599" y="309501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g2b5e255f6ac_4_14"/>
            <p:cNvSpPr/>
            <p:nvPr/>
          </p:nvSpPr>
          <p:spPr>
            <a:xfrm flipH="1">
              <a:off x="7276649" y="3302502"/>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g2b5e255f6ac_4_1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g2b5e255f6ac_4_14"/>
            <p:cNvSpPr/>
            <p:nvPr/>
          </p:nvSpPr>
          <p:spPr>
            <a:xfrm flipH="1">
              <a:off x="7462448" y="3918294"/>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g2b5e255f6ac_4_14"/>
            <p:cNvSpPr/>
            <p:nvPr/>
          </p:nvSpPr>
          <p:spPr>
            <a:xfrm rot="-5400000">
              <a:off x="8102491" y="371847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2b5e255f6ac_4_14"/>
            <p:cNvSpPr/>
            <p:nvPr/>
          </p:nvSpPr>
          <p:spPr>
            <a:xfrm flipH="1">
              <a:off x="8334533" y="3925960"/>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2b5e255f6ac_4_14"/>
            <p:cNvSpPr/>
            <p:nvPr/>
          </p:nvSpPr>
          <p:spPr>
            <a:xfrm rot="-5400000">
              <a:off x="8288290" y="433426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3" name="Google Shape;223;g2b5e255f6ac_4_14"/>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4" name="Google Shape;224;g2b5e255f6ac_4_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5" name="Shape 225"/>
        <p:cNvGrpSpPr/>
        <p:nvPr/>
      </p:nvGrpSpPr>
      <p:grpSpPr>
        <a:xfrm>
          <a:off x="0" y="0"/>
          <a:ext cx="0" cy="0"/>
          <a:chOff x="0" y="0"/>
          <a:chExt cx="0" cy="0"/>
        </a:xfrm>
      </p:grpSpPr>
      <p:grpSp>
        <p:nvGrpSpPr>
          <p:cNvPr id="226" name="Google Shape;226;g2b5e255f6ac_4_36"/>
          <p:cNvGrpSpPr/>
          <p:nvPr/>
        </p:nvGrpSpPr>
        <p:grpSpPr>
          <a:xfrm>
            <a:off x="0" y="381001"/>
            <a:ext cx="1037850" cy="1016288"/>
            <a:chOff x="0" y="381001"/>
            <a:chExt cx="1037850" cy="1016288"/>
          </a:xfrm>
        </p:grpSpPr>
        <p:sp>
          <p:nvSpPr>
            <p:cNvPr id="227" name="Google Shape;227;g2b5e255f6ac_4_3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g2b5e255f6ac_4_3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9" name="Google Shape;229;g2b5e255f6ac_4_3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30" name="Google Shape;230;g2b5e255f6ac_4_36"/>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31" name="Google Shape;231;g2b5e255f6ac_4_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2" name="Shape 232"/>
        <p:cNvGrpSpPr/>
        <p:nvPr/>
      </p:nvGrpSpPr>
      <p:grpSpPr>
        <a:xfrm>
          <a:off x="0" y="0"/>
          <a:ext cx="0" cy="0"/>
          <a:chOff x="0" y="0"/>
          <a:chExt cx="0" cy="0"/>
        </a:xfrm>
      </p:grpSpPr>
      <p:grpSp>
        <p:nvGrpSpPr>
          <p:cNvPr id="233" name="Google Shape;233;g2b5e255f6ac_4_43"/>
          <p:cNvGrpSpPr/>
          <p:nvPr/>
        </p:nvGrpSpPr>
        <p:grpSpPr>
          <a:xfrm>
            <a:off x="0" y="381001"/>
            <a:ext cx="1037850" cy="1016288"/>
            <a:chOff x="0" y="381001"/>
            <a:chExt cx="1037850" cy="1016288"/>
          </a:xfrm>
        </p:grpSpPr>
        <p:sp>
          <p:nvSpPr>
            <p:cNvPr id="234" name="Google Shape;234;g2b5e255f6ac_4_4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2b5e255f6ac_4_4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6" name="Google Shape;236;g2b5e255f6ac_4_4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37" name="Google Shape;237;g2b5e255f6ac_4_43"/>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38" name="Google Shape;238;g2b5e255f6ac_4_43"/>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39" name="Google Shape;239;g2b5e255f6ac_4_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0" name="Shape 240"/>
        <p:cNvGrpSpPr/>
        <p:nvPr/>
      </p:nvGrpSpPr>
      <p:grpSpPr>
        <a:xfrm>
          <a:off x="0" y="0"/>
          <a:ext cx="0" cy="0"/>
          <a:chOff x="0" y="0"/>
          <a:chExt cx="0" cy="0"/>
        </a:xfrm>
      </p:grpSpPr>
      <p:grpSp>
        <p:nvGrpSpPr>
          <p:cNvPr id="241" name="Google Shape;241;g2b5e255f6ac_4_51"/>
          <p:cNvGrpSpPr/>
          <p:nvPr/>
        </p:nvGrpSpPr>
        <p:grpSpPr>
          <a:xfrm>
            <a:off x="0" y="381001"/>
            <a:ext cx="1037850" cy="1016288"/>
            <a:chOff x="0" y="381001"/>
            <a:chExt cx="1037850" cy="1016288"/>
          </a:xfrm>
        </p:grpSpPr>
        <p:sp>
          <p:nvSpPr>
            <p:cNvPr id="242" name="Google Shape;242;g2b5e255f6ac_4_5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g2b5e255f6ac_4_5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4" name="Google Shape;244;g2b5e255f6ac_4_5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45" name="Google Shape;245;g2b5e255f6ac_4_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6" name="Shape 246"/>
        <p:cNvGrpSpPr/>
        <p:nvPr/>
      </p:nvGrpSpPr>
      <p:grpSpPr>
        <a:xfrm>
          <a:off x="0" y="0"/>
          <a:ext cx="0" cy="0"/>
          <a:chOff x="0" y="0"/>
          <a:chExt cx="0" cy="0"/>
        </a:xfrm>
      </p:grpSpPr>
      <p:grpSp>
        <p:nvGrpSpPr>
          <p:cNvPr id="247" name="Google Shape;247;g2b5e255f6ac_4_57"/>
          <p:cNvGrpSpPr/>
          <p:nvPr/>
        </p:nvGrpSpPr>
        <p:grpSpPr>
          <a:xfrm>
            <a:off x="0" y="381001"/>
            <a:ext cx="1037850" cy="1016288"/>
            <a:chOff x="0" y="381001"/>
            <a:chExt cx="1037850" cy="1016288"/>
          </a:xfrm>
        </p:grpSpPr>
        <p:sp>
          <p:nvSpPr>
            <p:cNvPr id="248" name="Google Shape;248;g2b5e255f6ac_4_5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g2b5e255f6ac_4_5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0" name="Google Shape;250;g2b5e255f6ac_4_57"/>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51" name="Google Shape;251;g2b5e255f6ac_4_57"/>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52" name="Google Shape;252;g2b5e255f6ac_4_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3" name="Shape 253"/>
        <p:cNvGrpSpPr/>
        <p:nvPr/>
      </p:nvGrpSpPr>
      <p:grpSpPr>
        <a:xfrm>
          <a:off x="0" y="0"/>
          <a:ext cx="0" cy="0"/>
          <a:chOff x="0" y="0"/>
          <a:chExt cx="0" cy="0"/>
        </a:xfrm>
      </p:grpSpPr>
      <p:grpSp>
        <p:nvGrpSpPr>
          <p:cNvPr id="254" name="Google Shape;254;g2b5e255f6ac_4_64"/>
          <p:cNvGrpSpPr/>
          <p:nvPr/>
        </p:nvGrpSpPr>
        <p:grpSpPr>
          <a:xfrm>
            <a:off x="4406400" y="0"/>
            <a:ext cx="4737600" cy="5143500"/>
            <a:chOff x="4406400" y="0"/>
            <a:chExt cx="4737600" cy="5143500"/>
          </a:xfrm>
        </p:grpSpPr>
        <p:sp>
          <p:nvSpPr>
            <p:cNvPr id="255" name="Google Shape;255;g2b5e255f6ac_4_64"/>
            <p:cNvSpPr/>
            <p:nvPr/>
          </p:nvSpPr>
          <p:spPr>
            <a:xfrm rot="5400000">
              <a:off x="4407900" y="-1500"/>
              <a:ext cx="4734600" cy="4737600"/>
            </a:xfrm>
            <a:prstGeom prst="diagStripe">
              <a:avLst>
                <a:gd fmla="val 49469"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2b5e255f6ac_4_64"/>
            <p:cNvSpPr/>
            <p:nvPr/>
          </p:nvSpPr>
          <p:spPr>
            <a:xfrm rot="5400000">
              <a:off x="4840825" y="6000"/>
              <a:ext cx="4298700" cy="4286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g2b5e255f6ac_4_64"/>
            <p:cNvSpPr/>
            <p:nvPr/>
          </p:nvSpPr>
          <p:spPr>
            <a:xfrm rot="-5400000">
              <a:off x="5618399" y="1236641"/>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g2b5e255f6ac_4_64"/>
            <p:cNvSpPr/>
            <p:nvPr/>
          </p:nvSpPr>
          <p:spPr>
            <a:xfrm flipH="1">
              <a:off x="5849857" y="144407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2b5e255f6ac_4_64"/>
            <p:cNvSpPr/>
            <p:nvPr/>
          </p:nvSpPr>
          <p:spPr>
            <a:xfrm rot="-5400000">
              <a:off x="5987081" y="246974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2b5e255f6ac_4_64"/>
            <p:cNvSpPr/>
            <p:nvPr/>
          </p:nvSpPr>
          <p:spPr>
            <a:xfrm flipH="1">
              <a:off x="6222115" y="2677179"/>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2b5e255f6ac_4_64"/>
            <p:cNvSpPr/>
            <p:nvPr/>
          </p:nvSpPr>
          <p:spPr>
            <a:xfrm rot="-5400000">
              <a:off x="6675341" y="1862244"/>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2b5e255f6ac_4_64"/>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2b5e255f6ac_4_64"/>
            <p:cNvSpPr/>
            <p:nvPr/>
          </p:nvSpPr>
          <p:spPr>
            <a:xfrm rot="-5400000">
              <a:off x="6861141" y="247808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2b5e255f6ac_4_64"/>
            <p:cNvSpPr/>
            <p:nvPr/>
          </p:nvSpPr>
          <p:spPr>
            <a:xfrm flipH="1">
              <a:off x="7965266" y="2693191"/>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2b5e255f6ac_4_64"/>
            <p:cNvSpPr/>
            <p:nvPr/>
          </p:nvSpPr>
          <p:spPr>
            <a:xfrm flipH="1">
              <a:off x="8145082" y="3309036"/>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2b5e255f6ac_4_64"/>
            <p:cNvSpPr/>
            <p:nvPr/>
          </p:nvSpPr>
          <p:spPr>
            <a:xfrm rot="-5400000">
              <a:off x="7047599" y="309534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2b5e255f6ac_4_64"/>
            <p:cNvSpPr/>
            <p:nvPr/>
          </p:nvSpPr>
          <p:spPr>
            <a:xfrm flipH="1">
              <a:off x="7276649" y="3302781"/>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g2b5e255f6ac_4_64"/>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g2b5e255f6ac_4_64"/>
            <p:cNvSpPr/>
            <p:nvPr/>
          </p:nvSpPr>
          <p:spPr>
            <a:xfrm flipH="1">
              <a:off x="7462448" y="391862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2b5e255f6ac_4_64"/>
            <p:cNvSpPr/>
            <p:nvPr/>
          </p:nvSpPr>
          <p:spPr>
            <a:xfrm rot="-5400000">
              <a:off x="8102491" y="3718856"/>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2b5e255f6ac_4_64"/>
            <p:cNvSpPr/>
            <p:nvPr/>
          </p:nvSpPr>
          <p:spPr>
            <a:xfrm flipH="1">
              <a:off x="8334533" y="3926292"/>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g2b5e255f6ac_4_64"/>
            <p:cNvSpPr/>
            <p:nvPr/>
          </p:nvSpPr>
          <p:spPr>
            <a:xfrm rot="-5400000">
              <a:off x="8288290" y="4334700"/>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3" name="Google Shape;273;g2b5e255f6ac_4_64"/>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4" name="Google Shape;274;g2b5e255f6ac_4_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5" name="Shape 275"/>
        <p:cNvGrpSpPr/>
        <p:nvPr/>
      </p:nvGrpSpPr>
      <p:grpSpPr>
        <a:xfrm>
          <a:off x="0" y="0"/>
          <a:ext cx="0" cy="0"/>
          <a:chOff x="0" y="0"/>
          <a:chExt cx="0" cy="0"/>
        </a:xfrm>
      </p:grpSpPr>
      <p:grpSp>
        <p:nvGrpSpPr>
          <p:cNvPr id="276" name="Google Shape;276;g2b5e255f6ac_4_86"/>
          <p:cNvGrpSpPr/>
          <p:nvPr/>
        </p:nvGrpSpPr>
        <p:grpSpPr>
          <a:xfrm>
            <a:off x="0" y="381001"/>
            <a:ext cx="1037850" cy="1016288"/>
            <a:chOff x="0" y="381001"/>
            <a:chExt cx="1037850" cy="1016288"/>
          </a:xfrm>
        </p:grpSpPr>
        <p:sp>
          <p:nvSpPr>
            <p:cNvPr id="277" name="Google Shape;277;g2b5e255f6ac_4_8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2b5e255f6ac_4_8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9" name="Google Shape;279;g2b5e255f6ac_4_86"/>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80" name="Google Shape;280;g2b5e255f6ac_4_86"/>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281" name="Google Shape;281;g2b5e255f6ac_4_86"/>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82" name="Google Shape;282;g2b5e255f6ac_4_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3" name="Shape 283"/>
        <p:cNvGrpSpPr/>
        <p:nvPr/>
      </p:nvGrpSpPr>
      <p:grpSpPr>
        <a:xfrm>
          <a:off x="0" y="0"/>
          <a:ext cx="0" cy="0"/>
          <a:chOff x="0" y="0"/>
          <a:chExt cx="0" cy="0"/>
        </a:xfrm>
      </p:grpSpPr>
      <p:grpSp>
        <p:nvGrpSpPr>
          <p:cNvPr id="284" name="Google Shape;284;g2b5e255f6ac_4_94"/>
          <p:cNvGrpSpPr/>
          <p:nvPr/>
        </p:nvGrpSpPr>
        <p:grpSpPr>
          <a:xfrm>
            <a:off x="0" y="4128572"/>
            <a:ext cx="698925" cy="684657"/>
            <a:chOff x="0" y="3785672"/>
            <a:chExt cx="698925" cy="684657"/>
          </a:xfrm>
        </p:grpSpPr>
        <p:sp>
          <p:nvSpPr>
            <p:cNvPr id="285" name="Google Shape;285;g2b5e255f6ac_4_94"/>
            <p:cNvSpPr/>
            <p:nvPr/>
          </p:nvSpPr>
          <p:spPr>
            <a:xfrm rot="-5400000">
              <a:off x="0" y="3785672"/>
              <a:ext cx="544800" cy="544800"/>
            </a:xfrm>
            <a:prstGeom prst="diagStripe">
              <a:avLst>
                <a:gd fmla="val 50000" name="adj"/>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g2b5e255f6ac_4_94"/>
            <p:cNvSpPr/>
            <p:nvPr/>
          </p:nvSpPr>
          <p:spPr>
            <a:xfrm flipH="1">
              <a:off x="154125" y="3925529"/>
              <a:ext cx="544800" cy="544800"/>
            </a:xfrm>
            <a:prstGeom prst="diagStripe">
              <a:avLst>
                <a:gd fmla="val 50000" name="adj"/>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7" name="Google Shape;287;g2b5e255f6ac_4_94"/>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288" name="Google Shape;288;g2b5e255f6ac_4_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89" name="Shape 289"/>
        <p:cNvGrpSpPr/>
        <p:nvPr/>
      </p:nvGrpSpPr>
      <p:grpSpPr>
        <a:xfrm>
          <a:off x="0" y="0"/>
          <a:ext cx="0" cy="0"/>
          <a:chOff x="0" y="0"/>
          <a:chExt cx="0" cy="0"/>
        </a:xfrm>
      </p:grpSpPr>
      <p:grpSp>
        <p:nvGrpSpPr>
          <p:cNvPr id="290" name="Google Shape;290;g2b5e255f6ac_4_100"/>
          <p:cNvGrpSpPr/>
          <p:nvPr/>
        </p:nvGrpSpPr>
        <p:grpSpPr>
          <a:xfrm>
            <a:off x="4406400" y="0"/>
            <a:ext cx="4737600" cy="5143065"/>
            <a:chOff x="4406400" y="0"/>
            <a:chExt cx="4737600" cy="5143065"/>
          </a:xfrm>
        </p:grpSpPr>
        <p:sp>
          <p:nvSpPr>
            <p:cNvPr id="291" name="Google Shape;291;g2b5e255f6ac_4_100"/>
            <p:cNvSpPr/>
            <p:nvPr/>
          </p:nvSpPr>
          <p:spPr>
            <a:xfrm rot="5400000">
              <a:off x="4408200" y="-1800"/>
              <a:ext cx="4734000" cy="4737600"/>
            </a:xfrm>
            <a:prstGeom prst="diagStripe">
              <a:avLst>
                <a:gd fmla="val 49469"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2b5e255f6ac_4_100"/>
            <p:cNvSpPr/>
            <p:nvPr/>
          </p:nvSpPr>
          <p:spPr>
            <a:xfrm rot="5400000">
              <a:off x="4841125" y="5700"/>
              <a:ext cx="4298100" cy="4286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2b5e255f6ac_4_100"/>
            <p:cNvSpPr/>
            <p:nvPr/>
          </p:nvSpPr>
          <p:spPr>
            <a:xfrm rot="-5400000">
              <a:off x="5618399" y="123646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g2b5e255f6ac_4_100"/>
            <p:cNvSpPr/>
            <p:nvPr/>
          </p:nvSpPr>
          <p:spPr>
            <a:xfrm flipH="1">
              <a:off x="5849857" y="1443956"/>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2b5e255f6ac_4_100"/>
            <p:cNvSpPr/>
            <p:nvPr/>
          </p:nvSpPr>
          <p:spPr>
            <a:xfrm rot="-5400000">
              <a:off x="5987081" y="246946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2b5e255f6ac_4_100"/>
            <p:cNvSpPr/>
            <p:nvPr/>
          </p:nvSpPr>
          <p:spPr>
            <a:xfrm flipH="1">
              <a:off x="6222115" y="267695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2b5e255f6ac_4_100"/>
            <p:cNvSpPr/>
            <p:nvPr/>
          </p:nvSpPr>
          <p:spPr>
            <a:xfrm rot="-5400000">
              <a:off x="6675341" y="186201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g2b5e255f6ac_4_100"/>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2b5e255f6ac_4_100"/>
            <p:cNvSpPr/>
            <p:nvPr/>
          </p:nvSpPr>
          <p:spPr>
            <a:xfrm rot="-5400000">
              <a:off x="6861141" y="2477810"/>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g2b5e255f6ac_4_100"/>
            <p:cNvSpPr/>
            <p:nvPr/>
          </p:nvSpPr>
          <p:spPr>
            <a:xfrm flipH="1">
              <a:off x="7965266" y="269296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2b5e255f6ac_4_100"/>
            <p:cNvSpPr/>
            <p:nvPr/>
          </p:nvSpPr>
          <p:spPr>
            <a:xfrm flipH="1">
              <a:off x="8145082" y="330875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g2b5e255f6ac_4_100"/>
            <p:cNvSpPr/>
            <p:nvPr/>
          </p:nvSpPr>
          <p:spPr>
            <a:xfrm rot="-5400000">
              <a:off x="7047599" y="309501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2b5e255f6ac_4_100"/>
            <p:cNvSpPr/>
            <p:nvPr/>
          </p:nvSpPr>
          <p:spPr>
            <a:xfrm flipH="1">
              <a:off x="7276649" y="3302502"/>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2b5e255f6ac_4_100"/>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g2b5e255f6ac_4_100"/>
            <p:cNvSpPr/>
            <p:nvPr/>
          </p:nvSpPr>
          <p:spPr>
            <a:xfrm flipH="1">
              <a:off x="7462448" y="3918294"/>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2b5e255f6ac_4_100"/>
            <p:cNvSpPr/>
            <p:nvPr/>
          </p:nvSpPr>
          <p:spPr>
            <a:xfrm rot="-5400000">
              <a:off x="8102491" y="371847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g2b5e255f6ac_4_100"/>
            <p:cNvSpPr/>
            <p:nvPr/>
          </p:nvSpPr>
          <p:spPr>
            <a:xfrm flipH="1">
              <a:off x="8334533" y="3925960"/>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g2b5e255f6ac_4_100"/>
            <p:cNvSpPr/>
            <p:nvPr/>
          </p:nvSpPr>
          <p:spPr>
            <a:xfrm rot="-5400000">
              <a:off x="8288290" y="433426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9" name="Google Shape;309;g2b5e255f6ac_4_100"/>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310" name="Google Shape;310;g2b5e255f6ac_4_100"/>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11" name="Google Shape;311;g2b5e255f6ac_4_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2.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theme" Target="../theme/theme3.xml"/><Relationship Id="rId12" Type="http://schemas.openxmlformats.org/officeDocument/2006/relationships/slideLayout" Target="../slideLayouts/slideLayout35.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2b5e255f6ac_6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2b5e255f6ac_6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2b5e255f6ac_6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141414"/>
        </a:solidFill>
      </p:bgPr>
    </p:bg>
    <p:spTree>
      <p:nvGrpSpPr>
        <p:cNvPr id="50" name="Shape 50"/>
        <p:cNvGrpSpPr/>
        <p:nvPr/>
      </p:nvGrpSpPr>
      <p:grpSpPr>
        <a:xfrm>
          <a:off x="0" y="0"/>
          <a:ext cx="0" cy="0"/>
          <a:chOff x="0" y="0"/>
          <a:chExt cx="0" cy="0"/>
        </a:xfrm>
      </p:grpSpPr>
      <p:sp>
        <p:nvSpPr>
          <p:cNvPr id="51" name="Google Shape;51;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52" name="Google Shape;52;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53" name="Google Shape;5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141414"/>
        </a:solidFill>
      </p:bgPr>
    </p:bg>
    <p:spTree>
      <p:nvGrpSpPr>
        <p:cNvPr id="181" name="Shape 181"/>
        <p:cNvGrpSpPr/>
        <p:nvPr/>
      </p:nvGrpSpPr>
      <p:grpSpPr>
        <a:xfrm>
          <a:off x="0" y="0"/>
          <a:ext cx="0" cy="0"/>
          <a:chOff x="0" y="0"/>
          <a:chExt cx="0" cy="0"/>
        </a:xfrm>
      </p:grpSpPr>
      <p:sp>
        <p:nvSpPr>
          <p:cNvPr id="182" name="Google Shape;182;g2b5e255f6ac_4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183" name="Google Shape;183;g2b5e255f6ac_4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184" name="Google Shape;184;g2b5e255f6ac_4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g2b5e255f6ac_6_4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317" name="Google Shape;317;g2b5e255f6ac_6_45"/>
          <p:cNvGraphicFramePr/>
          <p:nvPr/>
        </p:nvGraphicFramePr>
        <p:xfrm>
          <a:off x="5328200" y="970025"/>
          <a:ext cx="3000000" cy="3000000"/>
        </p:xfrm>
        <a:graphic>
          <a:graphicData uri="http://schemas.openxmlformats.org/drawingml/2006/table">
            <a:tbl>
              <a:tblPr>
                <a:noFill/>
                <a:tableStyleId>{B914E55A-3E26-4BF6-B3EC-1115F2A337AB}</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400"/>
                        <a:buFont typeface="Arial"/>
                        <a:buNone/>
                      </a:pPr>
                      <a:r>
                        <a:rPr lang="es">
                          <a:solidFill>
                            <a:schemeClr val="dk1"/>
                          </a:solidFill>
                        </a:rPr>
                        <a:t>Sábado, 00/00/2025</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400"/>
                        <a:buFont typeface="Arial"/>
                        <a:buNone/>
                      </a:pPr>
                      <a:r>
                        <a:rPr lang="es">
                          <a:solidFill>
                            <a:schemeClr val="dk1"/>
                          </a:solidFill>
                        </a:rPr>
                        <a:t>00:00</a:t>
                      </a:r>
                      <a:endParaRPr sz="1400" u="none" cap="none" strike="noStrike"/>
                    </a:p>
                  </a:txBody>
                  <a:tcPr marT="91425" marB="91425" marR="91425" marL="91425"/>
                </a:tc>
              </a:tr>
            </a:tbl>
          </a:graphicData>
        </a:graphic>
      </p:graphicFrame>
      <p:sp>
        <p:nvSpPr>
          <p:cNvPr id="318" name="Google Shape;318;g2b5e255f6ac_6_45"/>
          <p:cNvSpPr txBox="1"/>
          <p:nvPr/>
        </p:nvSpPr>
        <p:spPr>
          <a:xfrm>
            <a:off x="1440175" y="2258300"/>
            <a:ext cx="55866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500"/>
              <a:buFont typeface="Arial"/>
              <a:buNone/>
            </a:pPr>
            <a:r>
              <a:rPr lang="es" sz="2500">
                <a:solidFill>
                  <a:schemeClr val="dk1"/>
                </a:solidFill>
              </a:rPr>
              <a:t>Modelación y Simulación 2 </a:t>
            </a:r>
            <a:endParaRPr sz="2500">
              <a:solidFill>
                <a:schemeClr val="dk1"/>
              </a:solidFill>
            </a:endParaRPr>
          </a:p>
          <a:p>
            <a:pPr indent="0" lvl="0" marL="0" rtl="0" algn="l">
              <a:spcBef>
                <a:spcPts val="0"/>
              </a:spcBef>
              <a:spcAft>
                <a:spcPts val="0"/>
              </a:spcAft>
              <a:buClr>
                <a:schemeClr val="dk1"/>
              </a:buClr>
              <a:buSzPts val="2500"/>
              <a:buFont typeface="Arial"/>
              <a:buNone/>
            </a:pPr>
            <a:r>
              <a:rPr lang="es" sz="2500">
                <a:solidFill>
                  <a:schemeClr val="dk1"/>
                </a:solidFill>
              </a:rPr>
              <a:t>[Sección #]</a:t>
            </a:r>
            <a:endParaRPr sz="2500"/>
          </a:p>
        </p:txBody>
      </p:sp>
      <p:sp>
        <p:nvSpPr>
          <p:cNvPr id="319" name="Google Shape;319;g2b5e255f6ac_6_45"/>
          <p:cNvSpPr txBox="1"/>
          <p:nvPr/>
        </p:nvSpPr>
        <p:spPr>
          <a:xfrm>
            <a:off x="1778700" y="3212600"/>
            <a:ext cx="5586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000"/>
              <a:buFont typeface="Arial"/>
              <a:buNone/>
            </a:pPr>
            <a:r>
              <a:rPr lang="es" sz="2000">
                <a:solidFill>
                  <a:schemeClr val="dk1"/>
                </a:solidFill>
              </a:rPr>
              <a:t>Nombre del auxiliar</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23" name="Shape 323"/>
        <p:cNvGrpSpPr/>
        <p:nvPr/>
      </p:nvGrpSpPr>
      <p:grpSpPr>
        <a:xfrm>
          <a:off x="0" y="0"/>
          <a:ext cx="0" cy="0"/>
          <a:chOff x="0" y="0"/>
          <a:chExt cx="0" cy="0"/>
        </a:xfrm>
      </p:grpSpPr>
      <p:sp>
        <p:nvSpPr>
          <p:cNvPr id="324" name="Google Shape;324;p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AGENDA DE LA CLASE</a:t>
            </a:r>
            <a:endParaRPr/>
          </a:p>
        </p:txBody>
      </p:sp>
      <p:sp>
        <p:nvSpPr>
          <p:cNvPr id="325" name="Google Shape;325;p2"/>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s" sz="2000"/>
              <a:t>Que son las distribuciones de probabilidad</a:t>
            </a:r>
            <a:endParaRPr sz="2000"/>
          </a:p>
          <a:p>
            <a:pPr indent="-355600" lvl="0" marL="457200" rtl="0" algn="l">
              <a:spcBef>
                <a:spcPts val="0"/>
              </a:spcBef>
              <a:spcAft>
                <a:spcPts val="0"/>
              </a:spcAft>
              <a:buSzPts val="2000"/>
              <a:buChar char="●"/>
            </a:pPr>
            <a:r>
              <a:rPr lang="es" sz="2000"/>
              <a:t>Para que nos sirven</a:t>
            </a:r>
            <a:endParaRPr sz="2000"/>
          </a:p>
          <a:p>
            <a:pPr indent="-355600" lvl="0" marL="457200" rtl="0" algn="l">
              <a:spcBef>
                <a:spcPts val="0"/>
              </a:spcBef>
              <a:spcAft>
                <a:spcPts val="0"/>
              </a:spcAft>
              <a:buSzPts val="2000"/>
              <a:buChar char="●"/>
            </a:pPr>
            <a:r>
              <a:rPr lang="es" sz="2000"/>
              <a:t>Aplicaciones de la distribuciones</a:t>
            </a:r>
            <a:endParaRPr sz="2000"/>
          </a:p>
          <a:p>
            <a:pPr indent="-355600" lvl="0" marL="457200" rtl="0" algn="l">
              <a:spcBef>
                <a:spcPts val="0"/>
              </a:spcBef>
              <a:spcAft>
                <a:spcPts val="0"/>
              </a:spcAft>
              <a:buSzPts val="2000"/>
              <a:buChar char="●"/>
            </a:pPr>
            <a:r>
              <a:rPr lang="es" sz="2000"/>
              <a:t>Relación de las distribuciones con Simio</a:t>
            </a:r>
            <a:endParaRPr sz="2000"/>
          </a:p>
          <a:p>
            <a:pPr indent="-355600" lvl="0" marL="457200" rtl="0" algn="l">
              <a:spcBef>
                <a:spcPts val="0"/>
              </a:spcBef>
              <a:spcAft>
                <a:spcPts val="0"/>
              </a:spcAft>
              <a:buSzPts val="2000"/>
              <a:buChar char="●"/>
            </a:pPr>
            <a:r>
              <a:rPr lang="es" sz="2000"/>
              <a:t>Análisis de datos</a:t>
            </a:r>
            <a:endParaRPr sz="2000"/>
          </a:p>
          <a:p>
            <a:pPr indent="-355600" lvl="0" marL="457200" rtl="0" algn="l">
              <a:spcBef>
                <a:spcPts val="0"/>
              </a:spcBef>
              <a:spcAft>
                <a:spcPts val="0"/>
              </a:spcAft>
              <a:buSzPts val="2000"/>
              <a:buChar char="●"/>
            </a:pPr>
            <a:r>
              <a:rPr lang="es" sz="2000"/>
              <a:t>Como ajustar una serie de datos a una distribución</a:t>
            </a:r>
            <a:endParaRPr sz="2000"/>
          </a:p>
          <a:p>
            <a:pPr indent="-355600" lvl="0" marL="457200" rtl="0" algn="l">
              <a:spcBef>
                <a:spcPts val="0"/>
              </a:spcBef>
              <a:spcAft>
                <a:spcPts val="0"/>
              </a:spcAft>
              <a:buSzPts val="2000"/>
              <a:buChar char="●"/>
            </a:pPr>
            <a:r>
              <a:rPr lang="es" sz="2000"/>
              <a:t>Ejemplo de ajustar una serie de datos a una distribución</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21c06f2ebdb_0_1"/>
          <p:cNvSpPr txBox="1"/>
          <p:nvPr>
            <p:ph type="title"/>
          </p:nvPr>
        </p:nvSpPr>
        <p:spPr>
          <a:xfrm>
            <a:off x="800100" y="1779600"/>
            <a:ext cx="7543800" cy="1584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b="1" lang="es" sz="5300">
                <a:solidFill>
                  <a:srgbClr val="74A050"/>
                </a:solidFill>
              </a:rPr>
              <a:t>Distribuciones de Probabilidad</a:t>
            </a:r>
            <a:endParaRPr b="1" sz="5300">
              <a:solidFill>
                <a:srgbClr val="74A050"/>
              </a:solidFill>
            </a:endParaRPr>
          </a:p>
        </p:txBody>
      </p:sp>
      <p:pic>
        <p:nvPicPr>
          <p:cNvPr id="331" name="Google Shape;331;g21c06f2ebdb_0_1"/>
          <p:cNvPicPr preferRelativeResize="0"/>
          <p:nvPr/>
        </p:nvPicPr>
        <p:blipFill rotWithShape="1">
          <a:blip r:embed="rId3">
            <a:alphaModFix/>
          </a:blip>
          <a:srcRect b="0" l="0" r="0" t="0"/>
          <a:stretch/>
        </p:blipFill>
        <p:spPr>
          <a:xfrm>
            <a:off x="7336132" y="195300"/>
            <a:ext cx="1659743" cy="1584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2b5e255f6ac_0_1"/>
          <p:cNvSpPr txBox="1"/>
          <p:nvPr>
            <p:ph type="title"/>
          </p:nvPr>
        </p:nvSpPr>
        <p:spPr>
          <a:xfrm>
            <a:off x="800100" y="1054800"/>
            <a:ext cx="7543800" cy="60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900">
                <a:solidFill>
                  <a:srgbClr val="74A050"/>
                </a:solidFill>
              </a:rPr>
              <a:t>Distribuciones de Probabilidad</a:t>
            </a:r>
            <a:endParaRPr b="1" sz="2900">
              <a:solidFill>
                <a:srgbClr val="74A050"/>
              </a:solidFill>
            </a:endParaRPr>
          </a:p>
        </p:txBody>
      </p:sp>
      <p:sp>
        <p:nvSpPr>
          <p:cNvPr id="337" name="Google Shape;337;g2b5e255f6ac_0_1"/>
          <p:cNvSpPr txBox="1"/>
          <p:nvPr>
            <p:ph idx="1" type="body"/>
          </p:nvPr>
        </p:nvSpPr>
        <p:spPr>
          <a:xfrm>
            <a:off x="399000" y="2557325"/>
            <a:ext cx="8346000" cy="842700"/>
          </a:xfrm>
          <a:prstGeom prst="rect">
            <a:avLst/>
          </a:prstGeom>
          <a:noFill/>
          <a:ln>
            <a:noFill/>
          </a:ln>
        </p:spPr>
        <p:txBody>
          <a:bodyPr anchorCtr="0" anchor="t" bIns="45700" lIns="91425" spcFirstLastPara="1" rIns="91425" wrap="square" tIns="45700">
            <a:normAutofit/>
          </a:bodyPr>
          <a:lstStyle/>
          <a:p>
            <a:pPr indent="0" lvl="0" marL="457200" rtl="0" algn="just">
              <a:lnSpc>
                <a:spcPct val="90000"/>
              </a:lnSpc>
              <a:spcBef>
                <a:spcPts val="1200"/>
              </a:spcBef>
              <a:spcAft>
                <a:spcPts val="0"/>
              </a:spcAft>
              <a:buSzPts val="1530"/>
              <a:buNone/>
            </a:pPr>
            <a:r>
              <a:rPr lang="es" sz="2100"/>
              <a:t>Son modelos matemáticos utilizados para evaluar el comportamiento de un sistema</a:t>
            </a:r>
            <a:endParaRPr sz="2100"/>
          </a:p>
        </p:txBody>
      </p:sp>
      <p:sp>
        <p:nvSpPr>
          <p:cNvPr id="338" name="Google Shape;338;g2b5e255f6ac_0_1"/>
          <p:cNvSpPr txBox="1"/>
          <p:nvPr>
            <p:ph type="title"/>
          </p:nvPr>
        </p:nvSpPr>
        <p:spPr>
          <a:xfrm>
            <a:off x="800100" y="1597675"/>
            <a:ext cx="7543800" cy="422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200">
                <a:solidFill>
                  <a:srgbClr val="13A6BF"/>
                </a:solidFill>
              </a:rPr>
              <a:t>¿Qué es?</a:t>
            </a:r>
            <a:endParaRPr b="1" sz="2200">
              <a:solidFill>
                <a:srgbClr val="13A6B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2b5e255f6ac_0_6"/>
          <p:cNvSpPr txBox="1"/>
          <p:nvPr>
            <p:ph idx="1" type="body"/>
          </p:nvPr>
        </p:nvSpPr>
        <p:spPr>
          <a:xfrm>
            <a:off x="297575" y="1206050"/>
            <a:ext cx="8346000" cy="3843000"/>
          </a:xfrm>
          <a:prstGeom prst="rect">
            <a:avLst/>
          </a:prstGeom>
          <a:noFill/>
          <a:ln>
            <a:noFill/>
          </a:ln>
        </p:spPr>
        <p:txBody>
          <a:bodyPr anchorCtr="0" anchor="t" bIns="45700" lIns="91425" spcFirstLastPara="1" rIns="91425" wrap="square" tIns="45700">
            <a:normAutofit/>
          </a:bodyPr>
          <a:lstStyle/>
          <a:p>
            <a:pPr indent="-363855" lvl="0" marL="457200" rtl="0" algn="just">
              <a:lnSpc>
                <a:spcPct val="90000"/>
              </a:lnSpc>
              <a:spcBef>
                <a:spcPts val="900"/>
              </a:spcBef>
              <a:spcAft>
                <a:spcPts val="0"/>
              </a:spcAft>
              <a:buClr>
                <a:srgbClr val="74A050"/>
              </a:buClr>
              <a:buSzPts val="2130"/>
              <a:buChar char="●"/>
            </a:pPr>
            <a:r>
              <a:rPr b="1" lang="es" sz="1900">
                <a:solidFill>
                  <a:srgbClr val="74A050"/>
                </a:solidFill>
              </a:rPr>
              <a:t>Binomial</a:t>
            </a:r>
            <a:endParaRPr b="1" sz="1900">
              <a:solidFill>
                <a:srgbClr val="74A050"/>
              </a:solidFill>
            </a:endParaRPr>
          </a:p>
          <a:p>
            <a:pPr indent="0" lvl="0" marL="457200" rtl="0" algn="just">
              <a:lnSpc>
                <a:spcPct val="90000"/>
              </a:lnSpc>
              <a:spcBef>
                <a:spcPts val="900"/>
              </a:spcBef>
              <a:spcAft>
                <a:spcPts val="0"/>
              </a:spcAft>
              <a:buSzPts val="1530"/>
              <a:buNone/>
            </a:pPr>
            <a:r>
              <a:rPr lang="es" sz="1800"/>
              <a:t>Modela el número de éxitos en n intentos, cuando los intentos son independientes con probabilidad de éxito común. </a:t>
            </a:r>
            <a:endParaRPr sz="1800"/>
          </a:p>
          <a:p>
            <a:pPr indent="0" lvl="0" marL="457200" rtl="0" algn="just">
              <a:lnSpc>
                <a:spcPct val="90000"/>
              </a:lnSpc>
              <a:spcBef>
                <a:spcPts val="900"/>
              </a:spcBef>
              <a:spcAft>
                <a:spcPts val="0"/>
              </a:spcAft>
              <a:buSzPts val="1530"/>
              <a:buNone/>
            </a:pPr>
            <a:r>
              <a:rPr lang="es" sz="1800"/>
              <a:t>Ejemplo el caso en el número de chips de computadora defectuosos encontrados en un lote de n chips.</a:t>
            </a:r>
            <a:endParaRPr sz="1800"/>
          </a:p>
          <a:p>
            <a:pPr indent="0" lvl="0" marL="457200" rtl="0" algn="just">
              <a:lnSpc>
                <a:spcPct val="90000"/>
              </a:lnSpc>
              <a:spcBef>
                <a:spcPts val="1200"/>
              </a:spcBef>
              <a:spcAft>
                <a:spcPts val="0"/>
              </a:spcAft>
              <a:buSzPts val="1654"/>
              <a:buNone/>
            </a:pPr>
            <a:r>
              <a:t/>
            </a:r>
            <a:endParaRPr sz="1800"/>
          </a:p>
          <a:p>
            <a:pPr indent="-363855" lvl="0" marL="457200" rtl="0" algn="just">
              <a:lnSpc>
                <a:spcPct val="90000"/>
              </a:lnSpc>
              <a:spcBef>
                <a:spcPts val="900"/>
              </a:spcBef>
              <a:spcAft>
                <a:spcPts val="0"/>
              </a:spcAft>
              <a:buClr>
                <a:srgbClr val="74A050"/>
              </a:buClr>
              <a:buSzPts val="2130"/>
              <a:buChar char="●"/>
            </a:pPr>
            <a:r>
              <a:rPr b="1" lang="es" sz="1900">
                <a:solidFill>
                  <a:srgbClr val="74A050"/>
                </a:solidFill>
              </a:rPr>
              <a:t>Uniforme</a:t>
            </a:r>
            <a:endParaRPr b="1" sz="1900">
              <a:solidFill>
                <a:srgbClr val="74A050"/>
              </a:solidFill>
            </a:endParaRPr>
          </a:p>
          <a:p>
            <a:pPr indent="0" lvl="0" marL="457200" rtl="0" algn="just">
              <a:lnSpc>
                <a:spcPct val="90000"/>
              </a:lnSpc>
              <a:spcBef>
                <a:spcPts val="900"/>
              </a:spcBef>
              <a:spcAft>
                <a:spcPts val="0"/>
              </a:spcAft>
              <a:buSzPts val="1530"/>
              <a:buNone/>
            </a:pPr>
            <a:r>
              <a:rPr lang="es" sz="1800"/>
              <a:t>Distribución que es empleada para la descripción de variables continuas que poseen una probabilidad constante. Esta se encarga de modelar un rango de valores con una probabilidad igual.  En eventos cotidianos esta distribución no suele ocurrir pero es empleada como parámetro de referencia </a:t>
            </a:r>
            <a:endParaRPr sz="1800"/>
          </a:p>
        </p:txBody>
      </p:sp>
      <p:sp>
        <p:nvSpPr>
          <p:cNvPr id="344" name="Google Shape;344;g2b5e255f6ac_0_6"/>
          <p:cNvSpPr txBox="1"/>
          <p:nvPr>
            <p:ph type="title"/>
          </p:nvPr>
        </p:nvSpPr>
        <p:spPr>
          <a:xfrm>
            <a:off x="800100" y="363350"/>
            <a:ext cx="7543800" cy="842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a:solidFill>
                  <a:srgbClr val="13A6BF"/>
                </a:solidFill>
              </a:rPr>
              <a:t>Algunas Distribuciones Comunes</a:t>
            </a:r>
            <a:endParaRPr b="1">
              <a:solidFill>
                <a:srgbClr val="13A6B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0"/>
          <p:cNvSpPr txBox="1"/>
          <p:nvPr>
            <p:ph idx="1" type="body"/>
          </p:nvPr>
        </p:nvSpPr>
        <p:spPr>
          <a:xfrm>
            <a:off x="297575" y="314625"/>
            <a:ext cx="8346000" cy="47343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1200"/>
              </a:spcBef>
              <a:spcAft>
                <a:spcPts val="0"/>
              </a:spcAft>
              <a:buSzPts val="1654"/>
              <a:buNone/>
            </a:pPr>
            <a:r>
              <a:t/>
            </a:r>
            <a:endParaRPr sz="1000"/>
          </a:p>
          <a:p>
            <a:pPr indent="-368300" lvl="0" marL="457200" rtl="0" algn="just">
              <a:lnSpc>
                <a:spcPct val="90000"/>
              </a:lnSpc>
              <a:spcBef>
                <a:spcPts val="1200"/>
              </a:spcBef>
              <a:spcAft>
                <a:spcPts val="0"/>
              </a:spcAft>
              <a:buClr>
                <a:srgbClr val="74A050"/>
              </a:buClr>
              <a:buSzPts val="2200"/>
              <a:buChar char="●"/>
            </a:pPr>
            <a:r>
              <a:rPr b="1" lang="es" sz="2200">
                <a:solidFill>
                  <a:srgbClr val="74A050"/>
                </a:solidFill>
              </a:rPr>
              <a:t>Poisson</a:t>
            </a:r>
            <a:endParaRPr b="1" sz="2200">
              <a:solidFill>
                <a:srgbClr val="74A050"/>
              </a:solidFill>
            </a:endParaRPr>
          </a:p>
          <a:p>
            <a:pPr indent="0" lvl="0" marL="457200" rtl="0" algn="just">
              <a:lnSpc>
                <a:spcPct val="90000"/>
              </a:lnSpc>
              <a:spcBef>
                <a:spcPts val="1200"/>
              </a:spcBef>
              <a:spcAft>
                <a:spcPts val="0"/>
              </a:spcAft>
              <a:buSzPts val="1530"/>
              <a:buNone/>
            </a:pPr>
            <a:r>
              <a:rPr lang="es" sz="1800"/>
              <a:t>Modela la cantidad de eventos independientes que ocurren en una cantidad fija de tiempo o espacio. </a:t>
            </a:r>
            <a:endParaRPr sz="1800"/>
          </a:p>
          <a:p>
            <a:pPr indent="0" lvl="0" marL="457200" rtl="0" algn="just">
              <a:lnSpc>
                <a:spcPct val="90000"/>
              </a:lnSpc>
              <a:spcBef>
                <a:spcPts val="1200"/>
              </a:spcBef>
              <a:spcAft>
                <a:spcPts val="0"/>
              </a:spcAft>
              <a:buSzPts val="1530"/>
              <a:buNone/>
            </a:pPr>
            <a:r>
              <a:rPr lang="es" sz="1800"/>
              <a:t>Ejemplo el número de clientes que llegan a una tienda durante 1 hora, o el número de defectos encontrados en 30 metros cuadrados de chapa.</a:t>
            </a:r>
            <a:endParaRPr sz="1800"/>
          </a:p>
          <a:p>
            <a:pPr indent="0" lvl="0" marL="457200" rtl="0" algn="just">
              <a:lnSpc>
                <a:spcPct val="90000"/>
              </a:lnSpc>
              <a:spcBef>
                <a:spcPts val="1200"/>
              </a:spcBef>
              <a:spcAft>
                <a:spcPts val="0"/>
              </a:spcAft>
              <a:buSzPts val="1530"/>
              <a:buNone/>
            </a:pPr>
            <a:r>
              <a:t/>
            </a:r>
            <a:endParaRPr sz="1800"/>
          </a:p>
          <a:p>
            <a:pPr indent="-368300" lvl="0" marL="457200" rtl="0" algn="just">
              <a:lnSpc>
                <a:spcPct val="90000"/>
              </a:lnSpc>
              <a:spcBef>
                <a:spcPts val="1200"/>
              </a:spcBef>
              <a:spcAft>
                <a:spcPts val="0"/>
              </a:spcAft>
              <a:buClr>
                <a:srgbClr val="74A050"/>
              </a:buClr>
              <a:buSzPts val="2200"/>
              <a:buChar char="●"/>
            </a:pPr>
            <a:r>
              <a:rPr b="1" lang="es" sz="2200">
                <a:solidFill>
                  <a:srgbClr val="74A050"/>
                </a:solidFill>
              </a:rPr>
              <a:t>Normal</a:t>
            </a:r>
            <a:endParaRPr b="1" sz="2200">
              <a:solidFill>
                <a:srgbClr val="74A050"/>
              </a:solidFill>
            </a:endParaRPr>
          </a:p>
          <a:p>
            <a:pPr indent="0" lvl="0" marL="457200" rtl="0" algn="just">
              <a:lnSpc>
                <a:spcPct val="90000"/>
              </a:lnSpc>
              <a:spcBef>
                <a:spcPts val="1200"/>
              </a:spcBef>
              <a:spcAft>
                <a:spcPts val="0"/>
              </a:spcAft>
              <a:buSzPts val="1530"/>
              <a:buNone/>
            </a:pPr>
            <a:r>
              <a:rPr lang="es" sz="1800"/>
              <a:t>Modela la distribución de un proceso que se puede considerar como la suma de varios procesos componentes. </a:t>
            </a:r>
            <a:endParaRPr sz="1800"/>
          </a:p>
          <a:p>
            <a:pPr indent="0" lvl="0" marL="457200" rtl="0" algn="just">
              <a:lnSpc>
                <a:spcPct val="90000"/>
              </a:lnSpc>
              <a:spcBef>
                <a:spcPts val="1200"/>
              </a:spcBef>
              <a:spcAft>
                <a:spcPts val="0"/>
              </a:spcAft>
              <a:buSzPts val="1530"/>
              <a:buNone/>
            </a:pPr>
            <a:r>
              <a:rPr lang="es" sz="1800"/>
              <a:t>Por ejemplo: un tiempo para ensamblar un producto que es la suma de los tiempos requeridos para cada operación de ensamblaje.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2b5e255f6ac_0_14"/>
          <p:cNvSpPr txBox="1"/>
          <p:nvPr>
            <p:ph idx="1" type="body"/>
          </p:nvPr>
        </p:nvSpPr>
        <p:spPr>
          <a:xfrm>
            <a:off x="297575" y="519825"/>
            <a:ext cx="8346000" cy="452910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1200"/>
              </a:spcBef>
              <a:spcAft>
                <a:spcPts val="0"/>
              </a:spcAft>
              <a:buSzPts val="1654"/>
              <a:buNone/>
            </a:pPr>
            <a:r>
              <a:t/>
            </a:r>
            <a:endParaRPr sz="1800"/>
          </a:p>
          <a:p>
            <a:pPr indent="-368300" lvl="0" marL="457200" rtl="0" algn="just">
              <a:lnSpc>
                <a:spcPct val="90000"/>
              </a:lnSpc>
              <a:spcBef>
                <a:spcPts val="1200"/>
              </a:spcBef>
              <a:spcAft>
                <a:spcPts val="0"/>
              </a:spcAft>
              <a:buClr>
                <a:srgbClr val="74A050"/>
              </a:buClr>
              <a:buSzPts val="2200"/>
              <a:buChar char="●"/>
            </a:pPr>
            <a:r>
              <a:rPr b="1" lang="es" sz="2200">
                <a:solidFill>
                  <a:srgbClr val="74A050"/>
                </a:solidFill>
              </a:rPr>
              <a:t>Exponencial</a:t>
            </a:r>
            <a:endParaRPr b="1" sz="2200">
              <a:solidFill>
                <a:srgbClr val="74A050"/>
              </a:solidFill>
            </a:endParaRPr>
          </a:p>
          <a:p>
            <a:pPr indent="0" lvl="0" marL="457200" rtl="0" algn="just">
              <a:lnSpc>
                <a:spcPct val="90000"/>
              </a:lnSpc>
              <a:spcBef>
                <a:spcPts val="1200"/>
              </a:spcBef>
              <a:spcAft>
                <a:spcPts val="0"/>
              </a:spcAft>
              <a:buSzPts val="1530"/>
              <a:buNone/>
            </a:pPr>
            <a:r>
              <a:rPr lang="es" sz="1800"/>
              <a:t>Modela el tiempo entre eventos independientes o un tiempo de proceso sin memoria; por ejemplo, los tiempos entre las llegadas de una gran población de clientes potenciales que actúan independientemente unos de otros. </a:t>
            </a:r>
            <a:endParaRPr sz="1800"/>
          </a:p>
          <a:p>
            <a:pPr indent="0" lvl="0" marL="457200" rtl="0" algn="just">
              <a:lnSpc>
                <a:spcPct val="90000"/>
              </a:lnSpc>
              <a:spcBef>
                <a:spcPts val="1200"/>
              </a:spcBef>
              <a:spcAft>
                <a:spcPts val="0"/>
              </a:spcAft>
              <a:buSzPts val="1530"/>
              <a:buNone/>
            </a:pPr>
            <a:r>
              <a:rPr lang="es" sz="1800"/>
              <a:t>La exponencial es una distribución muy variable, a veces se usa en exceso porque a menudo conduce a modelos matemáticamente manejables. Recuerde que, si el tiempo entre eventos se distribuye exponencialmente, entonces el número de eventos en un período de tiempo fijo es Poisson.</a:t>
            </a:r>
            <a:endParaRPr sz="1800"/>
          </a:p>
          <a:p>
            <a:pPr indent="0" lvl="0" marL="457200" rtl="0" algn="just">
              <a:lnSpc>
                <a:spcPct val="90000"/>
              </a:lnSpc>
              <a:spcBef>
                <a:spcPts val="1200"/>
              </a:spcBef>
              <a:spcAft>
                <a:spcPts val="0"/>
              </a:spcAft>
              <a:buSzPts val="1530"/>
              <a:buNone/>
            </a:pPr>
            <a:r>
              <a:t/>
            </a:r>
            <a:endParaRPr sz="1800"/>
          </a:p>
          <a:p>
            <a:pPr indent="-368300" lvl="0" marL="457200" rtl="0" algn="just">
              <a:lnSpc>
                <a:spcPct val="90000"/>
              </a:lnSpc>
              <a:spcBef>
                <a:spcPts val="1200"/>
              </a:spcBef>
              <a:spcAft>
                <a:spcPts val="0"/>
              </a:spcAft>
              <a:buClr>
                <a:srgbClr val="74A050"/>
              </a:buClr>
              <a:buSzPts val="2200"/>
              <a:buChar char="●"/>
            </a:pPr>
            <a:r>
              <a:rPr b="1" lang="es" sz="2200">
                <a:solidFill>
                  <a:srgbClr val="74A050"/>
                </a:solidFill>
              </a:rPr>
              <a:t>Triangular</a:t>
            </a:r>
            <a:endParaRPr b="1" sz="2200">
              <a:solidFill>
                <a:srgbClr val="74A050"/>
              </a:solidFill>
            </a:endParaRPr>
          </a:p>
          <a:p>
            <a:pPr indent="0" lvl="0" marL="457200" rtl="0" algn="just">
              <a:lnSpc>
                <a:spcPct val="90000"/>
              </a:lnSpc>
              <a:spcBef>
                <a:spcPts val="1200"/>
              </a:spcBef>
              <a:spcAft>
                <a:spcPts val="0"/>
              </a:spcAft>
              <a:buSzPts val="1530"/>
              <a:buNone/>
            </a:pPr>
            <a:r>
              <a:rPr lang="es" sz="1800"/>
              <a:t>Modela un proceso para el que solo se conocen los valores mínimo, más probable y máximo de la distribución; por ejemplo, el tiempo mínimo, más probable y máximo requerido para probar un producto.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g2b5e255f6ac_0_20"/>
          <p:cNvPicPr preferRelativeResize="0"/>
          <p:nvPr/>
        </p:nvPicPr>
        <p:blipFill rotWithShape="1">
          <a:blip r:embed="rId3">
            <a:alphaModFix/>
          </a:blip>
          <a:srcRect b="0" l="0" r="0" t="0"/>
          <a:stretch/>
        </p:blipFill>
        <p:spPr>
          <a:xfrm>
            <a:off x="863125" y="938013"/>
            <a:ext cx="7417750" cy="3267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2f05d599b70_0_0"/>
          <p:cNvSpPr txBox="1"/>
          <p:nvPr>
            <p:ph type="title"/>
          </p:nvPr>
        </p:nvSpPr>
        <p:spPr>
          <a:xfrm>
            <a:off x="800100" y="1779600"/>
            <a:ext cx="7543800" cy="1584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b="1" lang="es" sz="5300">
                <a:solidFill>
                  <a:srgbClr val="74A050"/>
                </a:solidFill>
              </a:rPr>
              <a:t>¿Cómo encontramos la distribución?</a:t>
            </a:r>
            <a:endParaRPr b="1" sz="5300">
              <a:solidFill>
                <a:srgbClr val="74A050"/>
              </a:solidFill>
            </a:endParaRPr>
          </a:p>
        </p:txBody>
      </p:sp>
      <p:pic>
        <p:nvPicPr>
          <p:cNvPr id="365" name="Google Shape;365;g2f05d599b70_0_0"/>
          <p:cNvPicPr preferRelativeResize="0"/>
          <p:nvPr/>
        </p:nvPicPr>
        <p:blipFill rotWithShape="1">
          <a:blip r:embed="rId3">
            <a:alphaModFix/>
          </a:blip>
          <a:srcRect b="0" l="0" r="0" t="0"/>
          <a:stretch/>
        </p:blipFill>
        <p:spPr>
          <a:xfrm>
            <a:off x="7336132" y="195300"/>
            <a:ext cx="1659743" cy="1584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2f3b1134ce7_0_0"/>
          <p:cNvSpPr txBox="1"/>
          <p:nvPr>
            <p:ph type="title"/>
          </p:nvPr>
        </p:nvSpPr>
        <p:spPr>
          <a:xfrm>
            <a:off x="800100" y="1054800"/>
            <a:ext cx="7543800" cy="60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900">
                <a:solidFill>
                  <a:srgbClr val="74A050"/>
                </a:solidFill>
              </a:rPr>
              <a:t>R</a:t>
            </a:r>
            <a:endParaRPr b="1" sz="2900">
              <a:solidFill>
                <a:srgbClr val="74A050"/>
              </a:solidFill>
            </a:endParaRPr>
          </a:p>
        </p:txBody>
      </p:sp>
      <p:sp>
        <p:nvSpPr>
          <p:cNvPr id="371" name="Google Shape;371;g2f3b1134ce7_0_0"/>
          <p:cNvSpPr txBox="1"/>
          <p:nvPr>
            <p:ph idx="1" type="body"/>
          </p:nvPr>
        </p:nvSpPr>
        <p:spPr>
          <a:xfrm>
            <a:off x="399000" y="2557325"/>
            <a:ext cx="8346000" cy="1414800"/>
          </a:xfrm>
          <a:prstGeom prst="rect">
            <a:avLst/>
          </a:prstGeom>
          <a:noFill/>
          <a:ln>
            <a:noFill/>
          </a:ln>
        </p:spPr>
        <p:txBody>
          <a:bodyPr anchorCtr="0" anchor="t" bIns="45700" lIns="91425" spcFirstLastPara="1" rIns="91425" wrap="square" tIns="45700">
            <a:normAutofit fontScale="92500" lnSpcReduction="10000"/>
          </a:bodyPr>
          <a:lstStyle/>
          <a:p>
            <a:pPr indent="0" lvl="0" marL="457200" rtl="0" algn="just">
              <a:lnSpc>
                <a:spcPct val="90000"/>
              </a:lnSpc>
              <a:spcBef>
                <a:spcPts val="1200"/>
              </a:spcBef>
              <a:spcAft>
                <a:spcPts val="0"/>
              </a:spcAft>
              <a:buSzPct val="72857"/>
              <a:buNone/>
            </a:pPr>
            <a:r>
              <a:rPr lang="es" sz="2100"/>
              <a:t>R es un lenguaje de programación y un entorno de software libre diseñado para el análisis estadístico, gráficos y la ciencia de datos. Es ampliamente utilizado en la investigación y en la industria para tareas que van desde el procesamiento de datos hasta la modelización estadística y el desarrollo de algoritmos de aprendizaje automático.</a:t>
            </a:r>
            <a:endParaRPr sz="2100"/>
          </a:p>
        </p:txBody>
      </p:sp>
      <p:sp>
        <p:nvSpPr>
          <p:cNvPr id="372" name="Google Shape;372;g2f3b1134ce7_0_0"/>
          <p:cNvSpPr txBox="1"/>
          <p:nvPr>
            <p:ph type="title"/>
          </p:nvPr>
        </p:nvSpPr>
        <p:spPr>
          <a:xfrm>
            <a:off x="800100" y="1597675"/>
            <a:ext cx="7543800" cy="422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200">
                <a:solidFill>
                  <a:srgbClr val="13A6BF"/>
                </a:solidFill>
              </a:rPr>
              <a:t>¿Qué es?</a:t>
            </a:r>
            <a:endParaRPr b="1" sz="2200">
              <a:solidFill>
                <a:srgbClr val="13A6BF"/>
              </a:solidFill>
            </a:endParaRPr>
          </a:p>
        </p:txBody>
      </p:sp>
      <p:pic>
        <p:nvPicPr>
          <p:cNvPr id="373" name="Google Shape;373;g2f3b1134ce7_0_0"/>
          <p:cNvPicPr preferRelativeResize="0"/>
          <p:nvPr/>
        </p:nvPicPr>
        <p:blipFill rotWithShape="1">
          <a:blip r:embed="rId3">
            <a:alphaModFix/>
          </a:blip>
          <a:srcRect b="0" l="0" r="0" t="0"/>
          <a:stretch/>
        </p:blipFill>
        <p:spPr>
          <a:xfrm>
            <a:off x="7205451" y="290550"/>
            <a:ext cx="1539550" cy="1190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2f3b1134ce7_0_11"/>
          <p:cNvSpPr txBox="1"/>
          <p:nvPr>
            <p:ph type="title"/>
          </p:nvPr>
        </p:nvSpPr>
        <p:spPr>
          <a:xfrm>
            <a:off x="800100" y="1054800"/>
            <a:ext cx="7543800" cy="60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900">
                <a:solidFill>
                  <a:srgbClr val="74A050"/>
                </a:solidFill>
              </a:rPr>
              <a:t>Librería rriskDistributions</a:t>
            </a:r>
            <a:endParaRPr b="1" sz="2900">
              <a:solidFill>
                <a:srgbClr val="74A050"/>
              </a:solidFill>
            </a:endParaRPr>
          </a:p>
        </p:txBody>
      </p:sp>
      <p:sp>
        <p:nvSpPr>
          <p:cNvPr id="379" name="Google Shape;379;g2f3b1134ce7_0_11"/>
          <p:cNvSpPr txBox="1"/>
          <p:nvPr>
            <p:ph idx="1" type="body"/>
          </p:nvPr>
        </p:nvSpPr>
        <p:spPr>
          <a:xfrm>
            <a:off x="399000" y="2557325"/>
            <a:ext cx="8346000" cy="1414800"/>
          </a:xfrm>
          <a:prstGeom prst="rect">
            <a:avLst/>
          </a:prstGeom>
          <a:noFill/>
          <a:ln>
            <a:noFill/>
          </a:ln>
        </p:spPr>
        <p:txBody>
          <a:bodyPr anchorCtr="0" anchor="t" bIns="45700" lIns="91425" spcFirstLastPara="1" rIns="91425" wrap="square" tIns="45700">
            <a:normAutofit fontScale="92500" lnSpcReduction="20000"/>
          </a:bodyPr>
          <a:lstStyle/>
          <a:p>
            <a:pPr indent="0" lvl="0" marL="457200" rtl="0" algn="just">
              <a:lnSpc>
                <a:spcPct val="90000"/>
              </a:lnSpc>
              <a:spcBef>
                <a:spcPts val="1200"/>
              </a:spcBef>
              <a:spcAft>
                <a:spcPts val="0"/>
              </a:spcAft>
              <a:buSzPct val="72857"/>
              <a:buNone/>
            </a:pPr>
            <a:r>
              <a:rPr lang="es" sz="2100"/>
              <a:t>La librería rriskDistributions en R es una herramienta diseñada para ayudar a los usuarios a encontrar y ajustar distribuciones de probabilidad a datos empíricos. Esto es especialmente útil en análisis de riesgo, simulación y modelado estadístico, donde es crucial seleccionar la distribución correcta para representar los datos o la incertidumbre en modelos probabilísticos.</a:t>
            </a:r>
            <a:endParaRPr sz="2100"/>
          </a:p>
        </p:txBody>
      </p:sp>
      <p:sp>
        <p:nvSpPr>
          <p:cNvPr id="380" name="Google Shape;380;g2f3b1134ce7_0_11"/>
          <p:cNvSpPr txBox="1"/>
          <p:nvPr>
            <p:ph type="title"/>
          </p:nvPr>
        </p:nvSpPr>
        <p:spPr>
          <a:xfrm>
            <a:off x="800100" y="1597675"/>
            <a:ext cx="7543800" cy="422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200">
                <a:solidFill>
                  <a:srgbClr val="13A6BF"/>
                </a:solidFill>
              </a:rPr>
              <a:t>¿Qué es?</a:t>
            </a:r>
            <a:endParaRPr b="1" sz="2200">
              <a:solidFill>
                <a:srgbClr val="13A6BF"/>
              </a:solidFill>
            </a:endParaRPr>
          </a:p>
        </p:txBody>
      </p:sp>
      <p:pic>
        <p:nvPicPr>
          <p:cNvPr id="381" name="Google Shape;381;g2f3b1134ce7_0_11"/>
          <p:cNvPicPr preferRelativeResize="0"/>
          <p:nvPr/>
        </p:nvPicPr>
        <p:blipFill rotWithShape="1">
          <a:blip r:embed="rId3">
            <a:alphaModFix/>
          </a:blip>
          <a:srcRect b="0" l="0" r="0" t="0"/>
          <a:stretch/>
        </p:blipFill>
        <p:spPr>
          <a:xfrm>
            <a:off x="7205451" y="290550"/>
            <a:ext cx="1539550" cy="1190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2f3b1134ce7_0_20"/>
          <p:cNvSpPr txBox="1"/>
          <p:nvPr>
            <p:ph type="title"/>
          </p:nvPr>
        </p:nvSpPr>
        <p:spPr>
          <a:xfrm>
            <a:off x="800100" y="1054800"/>
            <a:ext cx="7543800" cy="60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900">
                <a:solidFill>
                  <a:srgbClr val="74A050"/>
                </a:solidFill>
              </a:rPr>
              <a:t>Librería rriskDistributions</a:t>
            </a:r>
            <a:endParaRPr b="1" sz="2900">
              <a:solidFill>
                <a:srgbClr val="74A050"/>
              </a:solidFill>
            </a:endParaRPr>
          </a:p>
        </p:txBody>
      </p:sp>
      <p:sp>
        <p:nvSpPr>
          <p:cNvPr id="387" name="Google Shape;387;g2f3b1134ce7_0_20"/>
          <p:cNvSpPr txBox="1"/>
          <p:nvPr>
            <p:ph idx="1" type="body"/>
          </p:nvPr>
        </p:nvSpPr>
        <p:spPr>
          <a:xfrm>
            <a:off x="399000" y="2221675"/>
            <a:ext cx="8346000" cy="2625600"/>
          </a:xfrm>
          <a:prstGeom prst="rect">
            <a:avLst/>
          </a:prstGeom>
          <a:noFill/>
          <a:ln>
            <a:noFill/>
          </a:ln>
        </p:spPr>
        <p:txBody>
          <a:bodyPr anchorCtr="0" anchor="t" bIns="45700" lIns="91425" spcFirstLastPara="1" rIns="91425" wrap="square" tIns="45700">
            <a:normAutofit fontScale="77500" lnSpcReduction="20000"/>
          </a:bodyPr>
          <a:lstStyle/>
          <a:p>
            <a:pPr indent="-331977" lvl="0" marL="457200" rtl="0" algn="just">
              <a:lnSpc>
                <a:spcPct val="100000"/>
              </a:lnSpc>
              <a:spcBef>
                <a:spcPts val="0"/>
              </a:spcBef>
              <a:spcAft>
                <a:spcPts val="0"/>
              </a:spcAft>
              <a:buSzPct val="100000"/>
              <a:buChar char="●"/>
            </a:pPr>
            <a:r>
              <a:rPr b="1" lang="es" sz="2100">
                <a:solidFill>
                  <a:srgbClr val="74A050"/>
                </a:solidFill>
              </a:rPr>
              <a:t>Ajuste de Distribuciones: </a:t>
            </a:r>
            <a:r>
              <a:rPr lang="es" sz="2100"/>
              <a:t>Permite encontrar la mejor distribución que se ajuste a un conjunto de datos.</a:t>
            </a:r>
            <a:endParaRPr sz="2100"/>
          </a:p>
          <a:p>
            <a:pPr indent="0" lvl="0" marL="914400" rtl="0" algn="just">
              <a:lnSpc>
                <a:spcPct val="100000"/>
              </a:lnSpc>
              <a:spcBef>
                <a:spcPts val="0"/>
              </a:spcBef>
              <a:spcAft>
                <a:spcPts val="0"/>
              </a:spcAft>
              <a:buSzPct val="94009"/>
              <a:buNone/>
            </a:pPr>
            <a:r>
              <a:t/>
            </a:r>
            <a:endParaRPr sz="2100"/>
          </a:p>
          <a:p>
            <a:pPr indent="-331977" lvl="0" marL="457200" rtl="0" algn="just">
              <a:lnSpc>
                <a:spcPct val="100000"/>
              </a:lnSpc>
              <a:spcBef>
                <a:spcPts val="0"/>
              </a:spcBef>
              <a:spcAft>
                <a:spcPts val="0"/>
              </a:spcAft>
              <a:buSzPct val="100000"/>
              <a:buChar char="●"/>
            </a:pPr>
            <a:r>
              <a:rPr b="1" lang="es" sz="2100">
                <a:solidFill>
                  <a:srgbClr val="74A050"/>
                </a:solidFill>
              </a:rPr>
              <a:t>Identificación de Distribuciones:</a:t>
            </a:r>
            <a:r>
              <a:rPr lang="es" sz="2100"/>
              <a:t> Ayuda a identificar qué distribución estadística es más adecuada para modelar un conjunto de datos.</a:t>
            </a:r>
            <a:endParaRPr sz="2100"/>
          </a:p>
          <a:p>
            <a:pPr indent="0" lvl="0" marL="914400" rtl="0" algn="just">
              <a:lnSpc>
                <a:spcPct val="100000"/>
              </a:lnSpc>
              <a:spcBef>
                <a:spcPts val="0"/>
              </a:spcBef>
              <a:spcAft>
                <a:spcPts val="0"/>
              </a:spcAft>
              <a:buSzPct val="94009"/>
              <a:buNone/>
            </a:pPr>
            <a:r>
              <a:t/>
            </a:r>
            <a:endParaRPr sz="2100"/>
          </a:p>
          <a:p>
            <a:pPr indent="-331977" lvl="0" marL="457200" rtl="0" algn="just">
              <a:lnSpc>
                <a:spcPct val="100000"/>
              </a:lnSpc>
              <a:spcBef>
                <a:spcPts val="0"/>
              </a:spcBef>
              <a:spcAft>
                <a:spcPts val="0"/>
              </a:spcAft>
              <a:buSzPct val="100000"/>
              <a:buChar char="●"/>
            </a:pPr>
            <a:r>
              <a:rPr b="1" lang="es" sz="2100">
                <a:solidFill>
                  <a:srgbClr val="74A050"/>
                </a:solidFill>
              </a:rPr>
              <a:t>Comparación de Distribuciones:</a:t>
            </a:r>
            <a:r>
              <a:rPr lang="es" sz="2100"/>
              <a:t> Facilita la comparación entre varias distribuciones y determina cuál se ajusta mejor según ciertos criterios.</a:t>
            </a:r>
            <a:endParaRPr sz="2100"/>
          </a:p>
          <a:p>
            <a:pPr indent="0" lvl="0" marL="914400" rtl="0" algn="just">
              <a:lnSpc>
                <a:spcPct val="100000"/>
              </a:lnSpc>
              <a:spcBef>
                <a:spcPts val="0"/>
              </a:spcBef>
              <a:spcAft>
                <a:spcPts val="0"/>
              </a:spcAft>
              <a:buSzPct val="94009"/>
              <a:buNone/>
            </a:pPr>
            <a:r>
              <a:t/>
            </a:r>
            <a:endParaRPr sz="2100"/>
          </a:p>
          <a:p>
            <a:pPr indent="-331977" lvl="0" marL="457200" rtl="0" algn="just">
              <a:lnSpc>
                <a:spcPct val="100000"/>
              </a:lnSpc>
              <a:spcBef>
                <a:spcPts val="0"/>
              </a:spcBef>
              <a:spcAft>
                <a:spcPts val="0"/>
              </a:spcAft>
              <a:buSzPct val="100000"/>
              <a:buChar char="●"/>
            </a:pPr>
            <a:r>
              <a:rPr b="1" lang="es" sz="2100">
                <a:solidFill>
                  <a:srgbClr val="74A050"/>
                </a:solidFill>
              </a:rPr>
              <a:t>Análisis de Riesgo: </a:t>
            </a:r>
            <a:r>
              <a:rPr lang="es" sz="2100"/>
              <a:t>Es útil para quienes realizan análisis de riesgo y necesitan modelar incertidumbres mediante distribuciones de probabilidad.</a:t>
            </a:r>
            <a:endParaRPr sz="2100"/>
          </a:p>
          <a:p>
            <a:pPr indent="0" lvl="0" marL="457200" rtl="0" algn="just">
              <a:lnSpc>
                <a:spcPct val="90000"/>
              </a:lnSpc>
              <a:spcBef>
                <a:spcPts val="1200"/>
              </a:spcBef>
              <a:spcAft>
                <a:spcPts val="0"/>
              </a:spcAft>
              <a:buSzPct val="72857"/>
              <a:buNone/>
            </a:pPr>
            <a:r>
              <a:t/>
            </a:r>
            <a:endParaRPr sz="2100"/>
          </a:p>
        </p:txBody>
      </p:sp>
      <p:sp>
        <p:nvSpPr>
          <p:cNvPr id="388" name="Google Shape;388;g2f3b1134ce7_0_20"/>
          <p:cNvSpPr txBox="1"/>
          <p:nvPr>
            <p:ph type="title"/>
          </p:nvPr>
        </p:nvSpPr>
        <p:spPr>
          <a:xfrm>
            <a:off x="800100" y="1597675"/>
            <a:ext cx="7543800" cy="422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200">
                <a:solidFill>
                  <a:srgbClr val="13A6BF"/>
                </a:solidFill>
              </a:rPr>
              <a:t>¿Para qué sirve?</a:t>
            </a:r>
            <a:endParaRPr b="1" sz="2200">
              <a:solidFill>
                <a:srgbClr val="13A6BF"/>
              </a:solidFill>
            </a:endParaRPr>
          </a:p>
        </p:txBody>
      </p:sp>
      <p:pic>
        <p:nvPicPr>
          <p:cNvPr id="389" name="Google Shape;389;g2f3b1134ce7_0_20"/>
          <p:cNvPicPr preferRelativeResize="0"/>
          <p:nvPr/>
        </p:nvPicPr>
        <p:blipFill rotWithShape="1">
          <a:blip r:embed="rId3">
            <a:alphaModFix/>
          </a:blip>
          <a:srcRect b="0" l="0" r="0" t="0"/>
          <a:stretch/>
        </p:blipFill>
        <p:spPr>
          <a:xfrm>
            <a:off x="7205451" y="290550"/>
            <a:ext cx="1539550" cy="1190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2f3b1134ce7_0_34"/>
          <p:cNvSpPr txBox="1"/>
          <p:nvPr>
            <p:ph type="title"/>
          </p:nvPr>
        </p:nvSpPr>
        <p:spPr>
          <a:xfrm>
            <a:off x="800100" y="1054800"/>
            <a:ext cx="7543800" cy="60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900">
                <a:solidFill>
                  <a:srgbClr val="74A050"/>
                </a:solidFill>
              </a:rPr>
              <a:t>Librería rriskDistributions</a:t>
            </a:r>
            <a:endParaRPr b="1" sz="2900">
              <a:solidFill>
                <a:srgbClr val="74A050"/>
              </a:solidFill>
            </a:endParaRPr>
          </a:p>
        </p:txBody>
      </p:sp>
      <p:sp>
        <p:nvSpPr>
          <p:cNvPr id="395" name="Google Shape;395;g2f3b1134ce7_0_34"/>
          <p:cNvSpPr txBox="1"/>
          <p:nvPr>
            <p:ph idx="1" type="body"/>
          </p:nvPr>
        </p:nvSpPr>
        <p:spPr>
          <a:xfrm>
            <a:off x="399000" y="2221675"/>
            <a:ext cx="8346000" cy="2625600"/>
          </a:xfrm>
          <a:prstGeom prst="rect">
            <a:avLst/>
          </a:prstGeom>
          <a:noFill/>
          <a:ln>
            <a:noFill/>
          </a:ln>
        </p:spPr>
        <p:txBody>
          <a:bodyPr anchorCtr="0" anchor="t" bIns="45700" lIns="91425" spcFirstLastPara="1" rIns="91425" wrap="square" tIns="45700">
            <a:normAutofit fontScale="77500" lnSpcReduction="20000"/>
          </a:bodyPr>
          <a:lstStyle/>
          <a:p>
            <a:pPr indent="-331977" lvl="0" marL="457200" rtl="0" algn="just">
              <a:lnSpc>
                <a:spcPct val="100000"/>
              </a:lnSpc>
              <a:spcBef>
                <a:spcPts val="0"/>
              </a:spcBef>
              <a:spcAft>
                <a:spcPts val="0"/>
              </a:spcAft>
              <a:buSzPct val="100000"/>
              <a:buChar char="●"/>
            </a:pPr>
            <a:r>
              <a:rPr b="1" lang="es" sz="2100">
                <a:solidFill>
                  <a:srgbClr val="74A050"/>
                </a:solidFill>
              </a:rPr>
              <a:t>Ajuste de Distribuciones: </a:t>
            </a:r>
            <a:r>
              <a:rPr lang="es" sz="2100"/>
              <a:t>Permite encontrar la mejor distribución que se ajuste a un conjunto de datos.</a:t>
            </a:r>
            <a:endParaRPr sz="2100"/>
          </a:p>
          <a:p>
            <a:pPr indent="0" lvl="0" marL="914400" rtl="0" algn="just">
              <a:lnSpc>
                <a:spcPct val="100000"/>
              </a:lnSpc>
              <a:spcBef>
                <a:spcPts val="0"/>
              </a:spcBef>
              <a:spcAft>
                <a:spcPts val="0"/>
              </a:spcAft>
              <a:buSzPct val="94009"/>
              <a:buNone/>
            </a:pPr>
            <a:r>
              <a:t/>
            </a:r>
            <a:endParaRPr sz="2100"/>
          </a:p>
          <a:p>
            <a:pPr indent="-331977" lvl="0" marL="457200" rtl="0" algn="just">
              <a:lnSpc>
                <a:spcPct val="100000"/>
              </a:lnSpc>
              <a:spcBef>
                <a:spcPts val="0"/>
              </a:spcBef>
              <a:spcAft>
                <a:spcPts val="0"/>
              </a:spcAft>
              <a:buSzPct val="100000"/>
              <a:buChar char="●"/>
            </a:pPr>
            <a:r>
              <a:rPr b="1" lang="es" sz="2100">
                <a:solidFill>
                  <a:srgbClr val="74A050"/>
                </a:solidFill>
              </a:rPr>
              <a:t>Identificación de Distribuciones:</a:t>
            </a:r>
            <a:r>
              <a:rPr lang="es" sz="2100"/>
              <a:t> Ayuda a identificar qué distribución estadística es más adecuada para modelar un conjunto de datos.</a:t>
            </a:r>
            <a:endParaRPr sz="2100"/>
          </a:p>
          <a:p>
            <a:pPr indent="0" lvl="0" marL="914400" rtl="0" algn="just">
              <a:lnSpc>
                <a:spcPct val="100000"/>
              </a:lnSpc>
              <a:spcBef>
                <a:spcPts val="0"/>
              </a:spcBef>
              <a:spcAft>
                <a:spcPts val="0"/>
              </a:spcAft>
              <a:buSzPct val="94009"/>
              <a:buNone/>
            </a:pPr>
            <a:r>
              <a:t/>
            </a:r>
            <a:endParaRPr sz="2100"/>
          </a:p>
          <a:p>
            <a:pPr indent="-331977" lvl="0" marL="457200" rtl="0" algn="just">
              <a:lnSpc>
                <a:spcPct val="100000"/>
              </a:lnSpc>
              <a:spcBef>
                <a:spcPts val="0"/>
              </a:spcBef>
              <a:spcAft>
                <a:spcPts val="0"/>
              </a:spcAft>
              <a:buSzPct val="100000"/>
              <a:buChar char="●"/>
            </a:pPr>
            <a:r>
              <a:rPr b="1" lang="es" sz="2100">
                <a:solidFill>
                  <a:srgbClr val="74A050"/>
                </a:solidFill>
              </a:rPr>
              <a:t>Comparación de Distribuciones:</a:t>
            </a:r>
            <a:r>
              <a:rPr lang="es" sz="2100"/>
              <a:t> Facilita la comparación entre varias distribuciones y determina cuál se ajusta mejor según ciertos criterios.</a:t>
            </a:r>
            <a:endParaRPr sz="2100"/>
          </a:p>
          <a:p>
            <a:pPr indent="0" lvl="0" marL="914400" rtl="0" algn="just">
              <a:lnSpc>
                <a:spcPct val="100000"/>
              </a:lnSpc>
              <a:spcBef>
                <a:spcPts val="0"/>
              </a:spcBef>
              <a:spcAft>
                <a:spcPts val="0"/>
              </a:spcAft>
              <a:buSzPct val="94009"/>
              <a:buNone/>
            </a:pPr>
            <a:r>
              <a:t/>
            </a:r>
            <a:endParaRPr sz="2100"/>
          </a:p>
          <a:p>
            <a:pPr indent="-331977" lvl="0" marL="457200" rtl="0" algn="just">
              <a:lnSpc>
                <a:spcPct val="100000"/>
              </a:lnSpc>
              <a:spcBef>
                <a:spcPts val="0"/>
              </a:spcBef>
              <a:spcAft>
                <a:spcPts val="0"/>
              </a:spcAft>
              <a:buSzPct val="100000"/>
              <a:buChar char="●"/>
            </a:pPr>
            <a:r>
              <a:rPr b="1" lang="es" sz="2100">
                <a:solidFill>
                  <a:srgbClr val="74A050"/>
                </a:solidFill>
              </a:rPr>
              <a:t>Análisis de Riesgo: </a:t>
            </a:r>
            <a:r>
              <a:rPr lang="es" sz="2100"/>
              <a:t>Es útil para quienes realizan análisis de riesgo y necesitan modelar incertidumbres mediante distribuciones de probabilidad.</a:t>
            </a:r>
            <a:endParaRPr sz="2100"/>
          </a:p>
          <a:p>
            <a:pPr indent="0" lvl="0" marL="457200" rtl="0" algn="just">
              <a:lnSpc>
                <a:spcPct val="90000"/>
              </a:lnSpc>
              <a:spcBef>
                <a:spcPts val="1200"/>
              </a:spcBef>
              <a:spcAft>
                <a:spcPts val="0"/>
              </a:spcAft>
              <a:buSzPct val="72857"/>
              <a:buNone/>
            </a:pPr>
            <a:r>
              <a:t/>
            </a:r>
            <a:endParaRPr sz="2100"/>
          </a:p>
        </p:txBody>
      </p:sp>
      <p:sp>
        <p:nvSpPr>
          <p:cNvPr id="396" name="Google Shape;396;g2f3b1134ce7_0_34"/>
          <p:cNvSpPr txBox="1"/>
          <p:nvPr>
            <p:ph type="title"/>
          </p:nvPr>
        </p:nvSpPr>
        <p:spPr>
          <a:xfrm>
            <a:off x="800100" y="1597675"/>
            <a:ext cx="7543800" cy="422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200">
                <a:solidFill>
                  <a:srgbClr val="13A6BF"/>
                </a:solidFill>
              </a:rPr>
              <a:t>¿Para qué sirve?</a:t>
            </a:r>
            <a:endParaRPr b="1" sz="2200">
              <a:solidFill>
                <a:srgbClr val="13A6BF"/>
              </a:solidFill>
            </a:endParaRPr>
          </a:p>
        </p:txBody>
      </p:sp>
      <p:pic>
        <p:nvPicPr>
          <p:cNvPr id="397" name="Google Shape;397;g2f3b1134ce7_0_34"/>
          <p:cNvPicPr preferRelativeResize="0"/>
          <p:nvPr/>
        </p:nvPicPr>
        <p:blipFill rotWithShape="1">
          <a:blip r:embed="rId3">
            <a:alphaModFix/>
          </a:blip>
          <a:srcRect b="0" l="0" r="0" t="0"/>
          <a:stretch/>
        </p:blipFill>
        <p:spPr>
          <a:xfrm>
            <a:off x="7205451" y="290550"/>
            <a:ext cx="1539550" cy="1190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2f3b1134ce7_0_41"/>
          <p:cNvSpPr txBox="1"/>
          <p:nvPr>
            <p:ph type="title"/>
          </p:nvPr>
        </p:nvSpPr>
        <p:spPr>
          <a:xfrm>
            <a:off x="800100" y="1054800"/>
            <a:ext cx="7543800" cy="60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900">
                <a:solidFill>
                  <a:srgbClr val="74A050"/>
                </a:solidFill>
              </a:rPr>
              <a:t>Librería rriskDistributions</a:t>
            </a:r>
            <a:endParaRPr b="1" sz="2900">
              <a:solidFill>
                <a:srgbClr val="74A050"/>
              </a:solidFill>
            </a:endParaRPr>
          </a:p>
        </p:txBody>
      </p:sp>
      <p:sp>
        <p:nvSpPr>
          <p:cNvPr id="403" name="Google Shape;403;g2f3b1134ce7_0_41"/>
          <p:cNvSpPr txBox="1"/>
          <p:nvPr>
            <p:ph idx="1" type="body"/>
          </p:nvPr>
        </p:nvSpPr>
        <p:spPr>
          <a:xfrm>
            <a:off x="800100" y="2221675"/>
            <a:ext cx="7543800" cy="15351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SzPct val="78764"/>
              <a:buNone/>
            </a:pPr>
            <a:r>
              <a:rPr b="1" lang="es" sz="2100"/>
              <a:t>La librería rriskDistributions en R maneja diferentes criterios para evaluar el ajuste de distribuciones a los datos. Estos criterios son utilizados para determinar qué distribución se ajusta mejor a un conjunto de datos o a ciertos percentiles específicos.</a:t>
            </a:r>
            <a:endParaRPr sz="2100"/>
          </a:p>
          <a:p>
            <a:pPr indent="0" lvl="0" marL="457200" rtl="0" algn="just">
              <a:lnSpc>
                <a:spcPct val="90000"/>
              </a:lnSpc>
              <a:spcBef>
                <a:spcPts val="1200"/>
              </a:spcBef>
              <a:spcAft>
                <a:spcPts val="0"/>
              </a:spcAft>
              <a:buSzPct val="72857"/>
              <a:buNone/>
            </a:pPr>
            <a:r>
              <a:t/>
            </a:r>
            <a:endParaRPr sz="2100"/>
          </a:p>
        </p:txBody>
      </p:sp>
      <p:sp>
        <p:nvSpPr>
          <p:cNvPr id="404" name="Google Shape;404;g2f3b1134ce7_0_41"/>
          <p:cNvSpPr txBox="1"/>
          <p:nvPr>
            <p:ph type="title"/>
          </p:nvPr>
        </p:nvSpPr>
        <p:spPr>
          <a:xfrm>
            <a:off x="800100" y="1597675"/>
            <a:ext cx="7543800" cy="422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200">
                <a:solidFill>
                  <a:srgbClr val="13A6BF"/>
                </a:solidFill>
              </a:rPr>
              <a:t>Criterios</a:t>
            </a:r>
            <a:endParaRPr b="1" sz="2200">
              <a:solidFill>
                <a:srgbClr val="13A6BF"/>
              </a:solidFill>
            </a:endParaRPr>
          </a:p>
        </p:txBody>
      </p:sp>
      <p:pic>
        <p:nvPicPr>
          <p:cNvPr id="405" name="Google Shape;405;g2f3b1134ce7_0_41"/>
          <p:cNvPicPr preferRelativeResize="0"/>
          <p:nvPr/>
        </p:nvPicPr>
        <p:blipFill rotWithShape="1">
          <a:blip r:embed="rId3">
            <a:alphaModFix/>
          </a:blip>
          <a:srcRect b="0" l="0" r="0" t="0"/>
          <a:stretch/>
        </p:blipFill>
        <p:spPr>
          <a:xfrm>
            <a:off x="7205451" y="290550"/>
            <a:ext cx="1539550" cy="1190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2f3b1134ce7_0_49"/>
          <p:cNvSpPr txBox="1"/>
          <p:nvPr>
            <p:ph type="title"/>
          </p:nvPr>
        </p:nvSpPr>
        <p:spPr>
          <a:xfrm>
            <a:off x="800100" y="1054800"/>
            <a:ext cx="7543800" cy="60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900">
                <a:solidFill>
                  <a:srgbClr val="74A050"/>
                </a:solidFill>
              </a:rPr>
              <a:t>Librería rriskDistributions</a:t>
            </a:r>
            <a:endParaRPr b="1" sz="2900">
              <a:solidFill>
                <a:srgbClr val="74A050"/>
              </a:solidFill>
            </a:endParaRPr>
          </a:p>
        </p:txBody>
      </p:sp>
      <p:sp>
        <p:nvSpPr>
          <p:cNvPr id="411" name="Google Shape;411;g2f3b1134ce7_0_49"/>
          <p:cNvSpPr txBox="1"/>
          <p:nvPr>
            <p:ph idx="1" type="body"/>
          </p:nvPr>
        </p:nvSpPr>
        <p:spPr>
          <a:xfrm>
            <a:off x="399000" y="2221675"/>
            <a:ext cx="8346000" cy="1979400"/>
          </a:xfrm>
          <a:prstGeom prst="rect">
            <a:avLst/>
          </a:prstGeom>
          <a:noFill/>
          <a:ln>
            <a:noFill/>
          </a:ln>
        </p:spPr>
        <p:txBody>
          <a:bodyPr anchorCtr="0" anchor="t" bIns="45700" lIns="91425" spcFirstLastPara="1" rIns="91425" wrap="square" tIns="45700">
            <a:normAutofit lnSpcReduction="10000"/>
          </a:bodyPr>
          <a:lstStyle/>
          <a:p>
            <a:pPr indent="-361950" lvl="0" marL="457200" rtl="0" algn="just">
              <a:lnSpc>
                <a:spcPct val="100000"/>
              </a:lnSpc>
              <a:spcBef>
                <a:spcPts val="0"/>
              </a:spcBef>
              <a:spcAft>
                <a:spcPts val="0"/>
              </a:spcAft>
              <a:buSzPts val="2100"/>
              <a:buChar char="●"/>
            </a:pPr>
            <a:r>
              <a:rPr b="1" lang="es" sz="2100">
                <a:solidFill>
                  <a:srgbClr val="74A050"/>
                </a:solidFill>
              </a:rPr>
              <a:t>Error Cuadrático Medio (Mean Squared Error, MSE): </a:t>
            </a:r>
            <a:endParaRPr b="1" sz="2100">
              <a:solidFill>
                <a:srgbClr val="74A050"/>
              </a:solidFill>
            </a:endParaRPr>
          </a:p>
          <a:p>
            <a:pPr indent="0" lvl="0" marL="457200" rtl="0" algn="just">
              <a:lnSpc>
                <a:spcPct val="100000"/>
              </a:lnSpc>
              <a:spcBef>
                <a:spcPts val="0"/>
              </a:spcBef>
              <a:spcAft>
                <a:spcPts val="0"/>
              </a:spcAft>
              <a:buSzPts val="1530"/>
              <a:buNone/>
            </a:pPr>
            <a:r>
              <a:rPr lang="es" sz="2100"/>
              <a:t>El MSE mide la media de los errores cuadrados entre los valores observados y los valores predichos por la distribución ajustada. Un MSE menor indica un mejor ajuste.</a:t>
            </a:r>
            <a:endParaRPr sz="2100"/>
          </a:p>
          <a:p>
            <a:pPr indent="0" lvl="0" marL="914400" rtl="0" algn="just">
              <a:lnSpc>
                <a:spcPct val="100000"/>
              </a:lnSpc>
              <a:spcBef>
                <a:spcPts val="0"/>
              </a:spcBef>
              <a:spcAft>
                <a:spcPts val="0"/>
              </a:spcAft>
              <a:buSzPts val="1530"/>
              <a:buNone/>
            </a:pPr>
            <a:r>
              <a:t/>
            </a:r>
            <a:endParaRPr sz="2100"/>
          </a:p>
          <a:p>
            <a:pPr indent="0" lvl="0" marL="457200" rtl="0" algn="just">
              <a:lnSpc>
                <a:spcPct val="90000"/>
              </a:lnSpc>
              <a:spcBef>
                <a:spcPts val="1200"/>
              </a:spcBef>
              <a:spcAft>
                <a:spcPts val="0"/>
              </a:spcAft>
              <a:buSzPts val="1530"/>
              <a:buNone/>
            </a:pPr>
            <a:r>
              <a:t/>
            </a:r>
            <a:endParaRPr sz="2100"/>
          </a:p>
        </p:txBody>
      </p:sp>
      <p:sp>
        <p:nvSpPr>
          <p:cNvPr id="412" name="Google Shape;412;g2f3b1134ce7_0_49"/>
          <p:cNvSpPr txBox="1"/>
          <p:nvPr>
            <p:ph type="title"/>
          </p:nvPr>
        </p:nvSpPr>
        <p:spPr>
          <a:xfrm>
            <a:off x="800100" y="1597675"/>
            <a:ext cx="7543800" cy="422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200">
                <a:solidFill>
                  <a:srgbClr val="13A6BF"/>
                </a:solidFill>
              </a:rPr>
              <a:t>Criterios</a:t>
            </a:r>
            <a:endParaRPr b="1" sz="2200">
              <a:solidFill>
                <a:srgbClr val="13A6BF"/>
              </a:solidFill>
            </a:endParaRPr>
          </a:p>
        </p:txBody>
      </p:sp>
      <p:pic>
        <p:nvPicPr>
          <p:cNvPr id="413" name="Google Shape;413;g2f3b1134ce7_0_49"/>
          <p:cNvPicPr preferRelativeResize="0"/>
          <p:nvPr/>
        </p:nvPicPr>
        <p:blipFill rotWithShape="1">
          <a:blip r:embed="rId3">
            <a:alphaModFix/>
          </a:blip>
          <a:srcRect b="0" l="0" r="0" t="0"/>
          <a:stretch/>
        </p:blipFill>
        <p:spPr>
          <a:xfrm>
            <a:off x="7205451" y="290550"/>
            <a:ext cx="1539550" cy="1190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2f3b1134ce7_0_58"/>
          <p:cNvSpPr txBox="1"/>
          <p:nvPr>
            <p:ph type="title"/>
          </p:nvPr>
        </p:nvSpPr>
        <p:spPr>
          <a:xfrm>
            <a:off x="800100" y="1054800"/>
            <a:ext cx="7543800" cy="60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900">
                <a:solidFill>
                  <a:srgbClr val="74A050"/>
                </a:solidFill>
              </a:rPr>
              <a:t>Librería rriskDistributions</a:t>
            </a:r>
            <a:endParaRPr b="1" sz="2900">
              <a:solidFill>
                <a:srgbClr val="74A050"/>
              </a:solidFill>
            </a:endParaRPr>
          </a:p>
        </p:txBody>
      </p:sp>
      <p:sp>
        <p:nvSpPr>
          <p:cNvPr id="419" name="Google Shape;419;g2f3b1134ce7_0_58"/>
          <p:cNvSpPr txBox="1"/>
          <p:nvPr>
            <p:ph idx="1" type="body"/>
          </p:nvPr>
        </p:nvSpPr>
        <p:spPr>
          <a:xfrm>
            <a:off x="399000" y="2221675"/>
            <a:ext cx="8346000" cy="1979400"/>
          </a:xfrm>
          <a:prstGeom prst="rect">
            <a:avLst/>
          </a:prstGeom>
          <a:noFill/>
          <a:ln>
            <a:noFill/>
          </a:ln>
        </p:spPr>
        <p:txBody>
          <a:bodyPr anchorCtr="0" anchor="t" bIns="45700" lIns="91425" spcFirstLastPara="1" rIns="91425" wrap="square" tIns="45700">
            <a:normAutofit lnSpcReduction="10000"/>
          </a:bodyPr>
          <a:lstStyle/>
          <a:p>
            <a:pPr indent="-361950" lvl="0" marL="457200" rtl="0" algn="just">
              <a:lnSpc>
                <a:spcPct val="100000"/>
              </a:lnSpc>
              <a:spcBef>
                <a:spcPts val="0"/>
              </a:spcBef>
              <a:spcAft>
                <a:spcPts val="0"/>
              </a:spcAft>
              <a:buSzPts val="2100"/>
              <a:buChar char="●"/>
            </a:pPr>
            <a:r>
              <a:rPr b="1" lang="es" sz="2100">
                <a:solidFill>
                  <a:srgbClr val="74A050"/>
                </a:solidFill>
              </a:rPr>
              <a:t>Error Absoluto Medio (Mean Absolute Error, MAE): </a:t>
            </a:r>
            <a:endParaRPr b="1" sz="2100">
              <a:solidFill>
                <a:srgbClr val="74A050"/>
              </a:solidFill>
            </a:endParaRPr>
          </a:p>
          <a:p>
            <a:pPr indent="0" lvl="0" marL="457200" rtl="0" algn="just">
              <a:lnSpc>
                <a:spcPct val="100000"/>
              </a:lnSpc>
              <a:spcBef>
                <a:spcPts val="0"/>
              </a:spcBef>
              <a:spcAft>
                <a:spcPts val="0"/>
              </a:spcAft>
              <a:buSzPts val="1530"/>
              <a:buNone/>
            </a:pPr>
            <a:r>
              <a:rPr lang="es" sz="2100"/>
              <a:t>El MAE mide la media de los errores absolutos entre los valores observados y los valores predichos por la distribución ajustada. Al igual que el MSE, un MAE menor indica un mejor ajuste.</a:t>
            </a:r>
            <a:endParaRPr sz="2100"/>
          </a:p>
          <a:p>
            <a:pPr indent="0" lvl="0" marL="914400" rtl="0" algn="just">
              <a:lnSpc>
                <a:spcPct val="100000"/>
              </a:lnSpc>
              <a:spcBef>
                <a:spcPts val="0"/>
              </a:spcBef>
              <a:spcAft>
                <a:spcPts val="0"/>
              </a:spcAft>
              <a:buSzPts val="1530"/>
              <a:buNone/>
            </a:pPr>
            <a:r>
              <a:t/>
            </a:r>
            <a:endParaRPr sz="2100"/>
          </a:p>
          <a:p>
            <a:pPr indent="0" lvl="0" marL="457200" rtl="0" algn="just">
              <a:lnSpc>
                <a:spcPct val="90000"/>
              </a:lnSpc>
              <a:spcBef>
                <a:spcPts val="1200"/>
              </a:spcBef>
              <a:spcAft>
                <a:spcPts val="0"/>
              </a:spcAft>
              <a:buSzPts val="1530"/>
              <a:buNone/>
            </a:pPr>
            <a:r>
              <a:t/>
            </a:r>
            <a:endParaRPr sz="2100"/>
          </a:p>
        </p:txBody>
      </p:sp>
      <p:sp>
        <p:nvSpPr>
          <p:cNvPr id="420" name="Google Shape;420;g2f3b1134ce7_0_58"/>
          <p:cNvSpPr txBox="1"/>
          <p:nvPr>
            <p:ph type="title"/>
          </p:nvPr>
        </p:nvSpPr>
        <p:spPr>
          <a:xfrm>
            <a:off x="800100" y="1597675"/>
            <a:ext cx="7543800" cy="422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200">
                <a:solidFill>
                  <a:srgbClr val="13A6BF"/>
                </a:solidFill>
              </a:rPr>
              <a:t>Criterios</a:t>
            </a:r>
            <a:endParaRPr b="1" sz="2200">
              <a:solidFill>
                <a:srgbClr val="13A6BF"/>
              </a:solidFill>
            </a:endParaRPr>
          </a:p>
        </p:txBody>
      </p:sp>
      <p:pic>
        <p:nvPicPr>
          <p:cNvPr id="421" name="Google Shape;421;g2f3b1134ce7_0_58"/>
          <p:cNvPicPr preferRelativeResize="0"/>
          <p:nvPr/>
        </p:nvPicPr>
        <p:blipFill rotWithShape="1">
          <a:blip r:embed="rId3">
            <a:alphaModFix/>
          </a:blip>
          <a:srcRect b="0" l="0" r="0" t="0"/>
          <a:stretch/>
        </p:blipFill>
        <p:spPr>
          <a:xfrm>
            <a:off x="7205451" y="290550"/>
            <a:ext cx="1539550" cy="1190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2f3b1134ce7_0_67"/>
          <p:cNvSpPr txBox="1"/>
          <p:nvPr>
            <p:ph type="title"/>
          </p:nvPr>
        </p:nvSpPr>
        <p:spPr>
          <a:xfrm>
            <a:off x="800100" y="1054800"/>
            <a:ext cx="7543800" cy="60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900">
                <a:solidFill>
                  <a:srgbClr val="74A050"/>
                </a:solidFill>
              </a:rPr>
              <a:t>Librería rriskDistributions</a:t>
            </a:r>
            <a:endParaRPr b="1" sz="2900">
              <a:solidFill>
                <a:srgbClr val="74A050"/>
              </a:solidFill>
            </a:endParaRPr>
          </a:p>
        </p:txBody>
      </p:sp>
      <p:sp>
        <p:nvSpPr>
          <p:cNvPr id="427" name="Google Shape;427;g2f3b1134ce7_0_67"/>
          <p:cNvSpPr txBox="1"/>
          <p:nvPr>
            <p:ph idx="1" type="body"/>
          </p:nvPr>
        </p:nvSpPr>
        <p:spPr>
          <a:xfrm>
            <a:off x="399000" y="2221675"/>
            <a:ext cx="8346000" cy="1979400"/>
          </a:xfrm>
          <a:prstGeom prst="rect">
            <a:avLst/>
          </a:prstGeom>
          <a:noFill/>
          <a:ln>
            <a:noFill/>
          </a:ln>
        </p:spPr>
        <p:txBody>
          <a:bodyPr anchorCtr="0" anchor="t" bIns="45700" lIns="91425" spcFirstLastPara="1" rIns="91425" wrap="square" tIns="45700">
            <a:normAutofit fontScale="92500" lnSpcReduction="20000"/>
          </a:bodyPr>
          <a:lstStyle/>
          <a:p>
            <a:pPr indent="-351979" lvl="0" marL="457200" rtl="0" algn="just">
              <a:lnSpc>
                <a:spcPct val="100000"/>
              </a:lnSpc>
              <a:spcBef>
                <a:spcPts val="0"/>
              </a:spcBef>
              <a:spcAft>
                <a:spcPts val="0"/>
              </a:spcAft>
              <a:buSzPct val="100000"/>
              <a:buChar char="●"/>
            </a:pPr>
            <a:r>
              <a:rPr b="1" lang="es" sz="2100">
                <a:solidFill>
                  <a:srgbClr val="74A050"/>
                </a:solidFill>
              </a:rPr>
              <a:t>Criterio de Información de Akaike (Akaike Information Criterion, AIC)</a:t>
            </a:r>
            <a:endParaRPr b="1" sz="2100">
              <a:solidFill>
                <a:srgbClr val="74A050"/>
              </a:solidFill>
            </a:endParaRPr>
          </a:p>
          <a:p>
            <a:pPr indent="0" lvl="0" marL="457200" rtl="0" algn="just">
              <a:lnSpc>
                <a:spcPct val="100000"/>
              </a:lnSpc>
              <a:spcBef>
                <a:spcPts val="0"/>
              </a:spcBef>
              <a:spcAft>
                <a:spcPts val="0"/>
              </a:spcAft>
              <a:buSzPct val="78764"/>
              <a:buNone/>
            </a:pPr>
            <a:r>
              <a:rPr lang="es" sz="2100"/>
              <a:t>El AIC es una medida que penaliza la complejidad del modelo. Considera tanto el ajuste de la distribución como el número de parámetros utilizados. Un AIC menor indica un mejor balance entre ajuste y complejidad.</a:t>
            </a:r>
            <a:endParaRPr sz="2100"/>
          </a:p>
          <a:p>
            <a:pPr indent="0" lvl="0" marL="914400" rtl="0" algn="just">
              <a:lnSpc>
                <a:spcPct val="100000"/>
              </a:lnSpc>
              <a:spcBef>
                <a:spcPts val="0"/>
              </a:spcBef>
              <a:spcAft>
                <a:spcPts val="0"/>
              </a:spcAft>
              <a:buSzPct val="78764"/>
              <a:buNone/>
            </a:pPr>
            <a:r>
              <a:t/>
            </a:r>
            <a:endParaRPr sz="2100"/>
          </a:p>
          <a:p>
            <a:pPr indent="0" lvl="0" marL="457200" rtl="0" algn="just">
              <a:lnSpc>
                <a:spcPct val="90000"/>
              </a:lnSpc>
              <a:spcBef>
                <a:spcPts val="1200"/>
              </a:spcBef>
              <a:spcAft>
                <a:spcPts val="0"/>
              </a:spcAft>
              <a:buSzPct val="72857"/>
              <a:buNone/>
            </a:pPr>
            <a:r>
              <a:t/>
            </a:r>
            <a:endParaRPr sz="2100"/>
          </a:p>
        </p:txBody>
      </p:sp>
      <p:sp>
        <p:nvSpPr>
          <p:cNvPr id="428" name="Google Shape;428;g2f3b1134ce7_0_67"/>
          <p:cNvSpPr txBox="1"/>
          <p:nvPr>
            <p:ph type="title"/>
          </p:nvPr>
        </p:nvSpPr>
        <p:spPr>
          <a:xfrm>
            <a:off x="800100" y="1597675"/>
            <a:ext cx="7543800" cy="422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200">
                <a:solidFill>
                  <a:srgbClr val="13A6BF"/>
                </a:solidFill>
              </a:rPr>
              <a:t>Criterios</a:t>
            </a:r>
            <a:endParaRPr b="1" sz="2200">
              <a:solidFill>
                <a:srgbClr val="13A6BF"/>
              </a:solidFill>
            </a:endParaRPr>
          </a:p>
        </p:txBody>
      </p:sp>
      <p:pic>
        <p:nvPicPr>
          <p:cNvPr id="429" name="Google Shape;429;g2f3b1134ce7_0_67"/>
          <p:cNvPicPr preferRelativeResize="0"/>
          <p:nvPr/>
        </p:nvPicPr>
        <p:blipFill rotWithShape="1">
          <a:blip r:embed="rId3">
            <a:alphaModFix/>
          </a:blip>
          <a:srcRect b="0" l="0" r="0" t="0"/>
          <a:stretch/>
        </p:blipFill>
        <p:spPr>
          <a:xfrm>
            <a:off x="7205451" y="290550"/>
            <a:ext cx="1539550" cy="11905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2f3b1134ce7_0_82"/>
          <p:cNvSpPr txBox="1"/>
          <p:nvPr>
            <p:ph type="title"/>
          </p:nvPr>
        </p:nvSpPr>
        <p:spPr>
          <a:xfrm>
            <a:off x="800100" y="1054800"/>
            <a:ext cx="7543800" cy="60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900">
                <a:solidFill>
                  <a:srgbClr val="74A050"/>
                </a:solidFill>
              </a:rPr>
              <a:t>Librería rriskDistributions</a:t>
            </a:r>
            <a:endParaRPr b="1" sz="2900">
              <a:solidFill>
                <a:srgbClr val="74A050"/>
              </a:solidFill>
            </a:endParaRPr>
          </a:p>
        </p:txBody>
      </p:sp>
      <p:sp>
        <p:nvSpPr>
          <p:cNvPr id="435" name="Google Shape;435;g2f3b1134ce7_0_82"/>
          <p:cNvSpPr txBox="1"/>
          <p:nvPr>
            <p:ph idx="1" type="body"/>
          </p:nvPr>
        </p:nvSpPr>
        <p:spPr>
          <a:xfrm>
            <a:off x="399000" y="2221675"/>
            <a:ext cx="8346000" cy="1979400"/>
          </a:xfrm>
          <a:prstGeom prst="rect">
            <a:avLst/>
          </a:prstGeom>
          <a:noFill/>
          <a:ln>
            <a:noFill/>
          </a:ln>
        </p:spPr>
        <p:txBody>
          <a:bodyPr anchorCtr="0" anchor="t" bIns="45700" lIns="91425" spcFirstLastPara="1" rIns="91425" wrap="square" tIns="45700">
            <a:normAutofit fontScale="92500" lnSpcReduction="20000"/>
          </a:bodyPr>
          <a:lstStyle/>
          <a:p>
            <a:pPr indent="-351979" lvl="0" marL="457200" rtl="0" algn="just">
              <a:lnSpc>
                <a:spcPct val="100000"/>
              </a:lnSpc>
              <a:spcBef>
                <a:spcPts val="0"/>
              </a:spcBef>
              <a:spcAft>
                <a:spcPts val="0"/>
              </a:spcAft>
              <a:buSzPct val="100000"/>
              <a:buChar char="●"/>
            </a:pPr>
            <a:r>
              <a:rPr b="1" lang="es" sz="2100">
                <a:solidFill>
                  <a:srgbClr val="74A050"/>
                </a:solidFill>
              </a:rPr>
              <a:t>Criterio de Información de Bayes (Bayesian Information Criterion, BIC):</a:t>
            </a:r>
            <a:endParaRPr b="1" sz="2100">
              <a:solidFill>
                <a:srgbClr val="74A050"/>
              </a:solidFill>
            </a:endParaRPr>
          </a:p>
          <a:p>
            <a:pPr indent="0" lvl="0" marL="457200" rtl="0" algn="just">
              <a:lnSpc>
                <a:spcPct val="100000"/>
              </a:lnSpc>
              <a:spcBef>
                <a:spcPts val="0"/>
              </a:spcBef>
              <a:spcAft>
                <a:spcPts val="0"/>
              </a:spcAft>
              <a:buSzPct val="78764"/>
              <a:buNone/>
            </a:pPr>
            <a:r>
              <a:rPr lang="es" sz="2100"/>
              <a:t>Similar al AIC, el BIC también penaliza la complejidad del modelo, pero lo hace de manera más fuerte. Un BIC menor indica un mejor modelo cuando se considera tanto el ajuste como la simplicidad.</a:t>
            </a:r>
            <a:endParaRPr sz="2100"/>
          </a:p>
          <a:p>
            <a:pPr indent="0" lvl="0" marL="914400" rtl="0" algn="just">
              <a:lnSpc>
                <a:spcPct val="100000"/>
              </a:lnSpc>
              <a:spcBef>
                <a:spcPts val="0"/>
              </a:spcBef>
              <a:spcAft>
                <a:spcPts val="0"/>
              </a:spcAft>
              <a:buSzPct val="78764"/>
              <a:buNone/>
            </a:pPr>
            <a:r>
              <a:t/>
            </a:r>
            <a:endParaRPr sz="2100"/>
          </a:p>
          <a:p>
            <a:pPr indent="0" lvl="0" marL="457200" rtl="0" algn="just">
              <a:lnSpc>
                <a:spcPct val="90000"/>
              </a:lnSpc>
              <a:spcBef>
                <a:spcPts val="1200"/>
              </a:spcBef>
              <a:spcAft>
                <a:spcPts val="0"/>
              </a:spcAft>
              <a:buSzPct val="72857"/>
              <a:buNone/>
            </a:pPr>
            <a:r>
              <a:t/>
            </a:r>
            <a:endParaRPr sz="2100"/>
          </a:p>
        </p:txBody>
      </p:sp>
      <p:sp>
        <p:nvSpPr>
          <p:cNvPr id="436" name="Google Shape;436;g2f3b1134ce7_0_82"/>
          <p:cNvSpPr txBox="1"/>
          <p:nvPr>
            <p:ph type="title"/>
          </p:nvPr>
        </p:nvSpPr>
        <p:spPr>
          <a:xfrm>
            <a:off x="800100" y="1597675"/>
            <a:ext cx="7543800" cy="422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s" sz="2200">
                <a:solidFill>
                  <a:srgbClr val="13A6BF"/>
                </a:solidFill>
              </a:rPr>
              <a:t>Criterios</a:t>
            </a:r>
            <a:endParaRPr b="1" sz="2200">
              <a:solidFill>
                <a:srgbClr val="13A6BF"/>
              </a:solidFill>
            </a:endParaRPr>
          </a:p>
        </p:txBody>
      </p:sp>
      <p:pic>
        <p:nvPicPr>
          <p:cNvPr id="437" name="Google Shape;437;g2f3b1134ce7_0_82"/>
          <p:cNvPicPr preferRelativeResize="0"/>
          <p:nvPr/>
        </p:nvPicPr>
        <p:blipFill rotWithShape="1">
          <a:blip r:embed="rId3">
            <a:alphaModFix/>
          </a:blip>
          <a:srcRect b="0" l="0" r="0" t="0"/>
          <a:stretch/>
        </p:blipFill>
        <p:spPr>
          <a:xfrm>
            <a:off x="7205451" y="290550"/>
            <a:ext cx="1539550" cy="11905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2f05d599b70_2_0"/>
          <p:cNvSpPr/>
          <p:nvPr/>
        </p:nvSpPr>
        <p:spPr>
          <a:xfrm>
            <a:off x="888200" y="700550"/>
            <a:ext cx="7446300" cy="3953400"/>
          </a:xfrm>
          <a:prstGeom prst="rect">
            <a:avLst/>
          </a:prstGeom>
          <a:solidFill>
            <a:srgbClr val="6AA84F"/>
          </a:solidFill>
          <a:ln cap="flat" cmpd="sng" w="9525">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43" name="Google Shape;443;g2f05d599b70_2_0"/>
          <p:cNvSpPr/>
          <p:nvPr/>
        </p:nvSpPr>
        <p:spPr>
          <a:xfrm>
            <a:off x="782700" y="595050"/>
            <a:ext cx="7390200" cy="395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44" name="Google Shape;444;g2f05d599b70_2_0"/>
          <p:cNvSpPr txBox="1"/>
          <p:nvPr/>
        </p:nvSpPr>
        <p:spPr>
          <a:xfrm>
            <a:off x="3286200" y="2036925"/>
            <a:ext cx="23832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700"/>
              <a:buFont typeface="Arial"/>
              <a:buNone/>
            </a:pPr>
            <a:r>
              <a:rPr b="1" lang="es" sz="5000">
                <a:solidFill>
                  <a:schemeClr val="dk1"/>
                </a:solidFill>
                <a:latin typeface="Lobster"/>
                <a:ea typeface="Lobster"/>
                <a:cs typeface="Lobster"/>
                <a:sym typeface="Lobster"/>
              </a:rPr>
              <a:t>Ejemplo</a:t>
            </a:r>
            <a:r>
              <a:rPr b="1" i="0" lang="es" sz="5000" u="none" cap="none" strike="noStrike">
                <a:solidFill>
                  <a:schemeClr val="dk1"/>
                </a:solidFill>
                <a:latin typeface="Lobster"/>
                <a:ea typeface="Lobster"/>
                <a:cs typeface="Lobster"/>
                <a:sym typeface="Lobster"/>
              </a:rPr>
              <a:t>:</a:t>
            </a:r>
            <a:endParaRPr b="1" i="0" sz="5000" u="none" cap="none" strike="noStrike">
              <a:solidFill>
                <a:schemeClr val="dk1"/>
              </a:solidFill>
              <a:latin typeface="Lobster"/>
              <a:ea typeface="Lobster"/>
              <a:cs typeface="Lobster"/>
              <a:sym typeface="Lobs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2b5e255f6ac_4_176"/>
          <p:cNvSpPr/>
          <p:nvPr/>
        </p:nvSpPr>
        <p:spPr>
          <a:xfrm>
            <a:off x="2433204" y="1831556"/>
            <a:ext cx="4277593" cy="3203442"/>
          </a:xfrm>
          <a:custGeom>
            <a:rect b="b" l="l" r="r" t="t"/>
            <a:pathLst>
              <a:path extrusionOk="0" h="6406884" w="8555186">
                <a:moveTo>
                  <a:pt x="0" y="0"/>
                </a:moveTo>
                <a:lnTo>
                  <a:pt x="8555186" y="0"/>
                </a:lnTo>
                <a:lnTo>
                  <a:pt x="8555186" y="6406884"/>
                </a:lnTo>
                <a:lnTo>
                  <a:pt x="0" y="6406884"/>
                </a:lnTo>
                <a:lnTo>
                  <a:pt x="0" y="0"/>
                </a:lnTo>
                <a:close/>
              </a:path>
            </a:pathLst>
          </a:custGeom>
          <a:blipFill rotWithShape="1">
            <a:blip r:embed="rId3">
              <a:alphaModFix/>
            </a:blip>
            <a:stretch>
              <a:fillRect b="0" l="0" r="0" t="0"/>
            </a:stretch>
          </a:blipFill>
          <a:ln>
            <a:noFill/>
          </a:ln>
        </p:spPr>
      </p:sp>
      <p:grpSp>
        <p:nvGrpSpPr>
          <p:cNvPr id="450" name="Google Shape;450;g2b5e255f6ac_4_176"/>
          <p:cNvGrpSpPr/>
          <p:nvPr/>
        </p:nvGrpSpPr>
        <p:grpSpPr>
          <a:xfrm>
            <a:off x="514350" y="318675"/>
            <a:ext cx="8187194" cy="1402119"/>
            <a:chOff x="0" y="0"/>
            <a:chExt cx="4700974" cy="805078"/>
          </a:xfrm>
        </p:grpSpPr>
        <p:sp>
          <p:nvSpPr>
            <p:cNvPr id="451" name="Google Shape;451;g2b5e255f6ac_4_176"/>
            <p:cNvSpPr/>
            <p:nvPr/>
          </p:nvSpPr>
          <p:spPr>
            <a:xfrm>
              <a:off x="41910" y="43180"/>
              <a:ext cx="4652714" cy="756818"/>
            </a:xfrm>
            <a:custGeom>
              <a:rect b="b" l="l" r="r" t="t"/>
              <a:pathLst>
                <a:path extrusionOk="0" h="756818" w="4652714">
                  <a:moveTo>
                    <a:pt x="0" y="0"/>
                  </a:moveTo>
                  <a:lnTo>
                    <a:pt x="4652714" y="0"/>
                  </a:lnTo>
                  <a:lnTo>
                    <a:pt x="4652714" y="756818"/>
                  </a:lnTo>
                  <a:lnTo>
                    <a:pt x="0" y="756818"/>
                  </a:lnTo>
                  <a:close/>
                </a:path>
              </a:pathLst>
            </a:custGeom>
            <a:solidFill>
              <a:srgbClr val="507335"/>
            </a:solidFill>
            <a:ln>
              <a:noFill/>
            </a:ln>
          </p:spPr>
        </p:sp>
        <p:sp>
          <p:nvSpPr>
            <p:cNvPr id="452" name="Google Shape;452;g2b5e255f6ac_4_176"/>
            <p:cNvSpPr/>
            <p:nvPr/>
          </p:nvSpPr>
          <p:spPr>
            <a:xfrm>
              <a:off x="35560" y="35560"/>
              <a:ext cx="4665414" cy="769518"/>
            </a:xfrm>
            <a:custGeom>
              <a:rect b="b" l="l" r="r" t="t"/>
              <a:pathLst>
                <a:path extrusionOk="0" h="769518" w="4665414">
                  <a:moveTo>
                    <a:pt x="4665414" y="769518"/>
                  </a:moveTo>
                  <a:lnTo>
                    <a:pt x="0" y="769518"/>
                  </a:lnTo>
                  <a:lnTo>
                    <a:pt x="0" y="0"/>
                  </a:lnTo>
                  <a:lnTo>
                    <a:pt x="4665414" y="0"/>
                  </a:lnTo>
                  <a:lnTo>
                    <a:pt x="4665414" y="769518"/>
                  </a:lnTo>
                  <a:close/>
                  <a:moveTo>
                    <a:pt x="12700" y="756818"/>
                  </a:moveTo>
                  <a:lnTo>
                    <a:pt x="4652714" y="756818"/>
                  </a:lnTo>
                  <a:lnTo>
                    <a:pt x="4652714" y="12700"/>
                  </a:lnTo>
                  <a:lnTo>
                    <a:pt x="12700" y="12700"/>
                  </a:lnTo>
                  <a:lnTo>
                    <a:pt x="12700" y="756818"/>
                  </a:lnTo>
                  <a:close/>
                </a:path>
              </a:pathLst>
            </a:custGeom>
            <a:solidFill>
              <a:srgbClr val="507335"/>
            </a:solidFill>
            <a:ln>
              <a:noFill/>
            </a:ln>
          </p:spPr>
        </p:sp>
        <p:sp>
          <p:nvSpPr>
            <p:cNvPr id="453" name="Google Shape;453;g2b5e255f6ac_4_176"/>
            <p:cNvSpPr/>
            <p:nvPr/>
          </p:nvSpPr>
          <p:spPr>
            <a:xfrm>
              <a:off x="0" y="0"/>
              <a:ext cx="4652713" cy="756818"/>
            </a:xfrm>
            <a:custGeom>
              <a:rect b="b" l="l" r="r" t="t"/>
              <a:pathLst>
                <a:path extrusionOk="0" h="756818" w="4652713">
                  <a:moveTo>
                    <a:pt x="0" y="0"/>
                  </a:moveTo>
                  <a:lnTo>
                    <a:pt x="4652713" y="0"/>
                  </a:lnTo>
                  <a:lnTo>
                    <a:pt x="4652713" y="756818"/>
                  </a:lnTo>
                  <a:lnTo>
                    <a:pt x="0" y="756818"/>
                  </a:lnTo>
                  <a:close/>
                </a:path>
              </a:pathLst>
            </a:custGeom>
            <a:solidFill>
              <a:srgbClr val="FFFFFF"/>
            </a:solidFill>
            <a:ln>
              <a:noFill/>
            </a:ln>
          </p:spPr>
        </p:sp>
      </p:grpSp>
      <p:sp>
        <p:nvSpPr>
          <p:cNvPr id="454" name="Google Shape;454;g2b5e255f6ac_4_176"/>
          <p:cNvSpPr txBox="1"/>
          <p:nvPr/>
        </p:nvSpPr>
        <p:spPr>
          <a:xfrm>
            <a:off x="2867904" y="681597"/>
            <a:ext cx="3246841" cy="671513"/>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4400"/>
              <a:buFont typeface="Arial"/>
              <a:buNone/>
            </a:pPr>
            <a:r>
              <a:rPr b="1" i="0" lang="es" sz="4400" u="none" cap="none" strike="noStrike">
                <a:solidFill>
                  <a:srgbClr val="000000"/>
                </a:solidFill>
                <a:latin typeface="Ultra"/>
                <a:ea typeface="Ultra"/>
                <a:cs typeface="Ultra"/>
                <a:sym typeface="Ultra"/>
              </a:rPr>
              <a:t>Dudas?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