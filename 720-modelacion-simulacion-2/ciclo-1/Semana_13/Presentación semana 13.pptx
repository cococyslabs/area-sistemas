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3" r:id="rId7"/>
    <p:sldMasterId id="2147483686" r:id="rId8"/>
    <p:sldMasterId id="214748369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y="5143500" cx="9144000"/>
  <p:notesSz cx="6858000" cy="9144000"/>
  <p:embeddedFontLst>
    <p:embeddedFont>
      <p:font typeface="Montserrat"/>
      <p:regular r:id="rId25"/>
      <p:bold r:id="rId26"/>
      <p:italic r:id="rId27"/>
      <p:boldItalic r:id="rId28"/>
    </p:embeddedFont>
    <p:embeddedFont>
      <p:font typeface="Lato"/>
      <p:regular r:id="rId29"/>
      <p:bold r:id="rId30"/>
      <p:italic r:id="rId31"/>
      <p:boldItalic r:id="rId32"/>
    </p:embeddedFont>
    <p:embeddedFont>
      <p:font typeface="Ultra"/>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iK+TNCTMiv5Ab0wIE5x9rn31kq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0099C7-1D5A-4871-9428-131F740DF6DA}">
  <a:tblStyle styleId="{FD0099C7-1D5A-4871-9428-131F740DF6D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ato-regular.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1.xml"/><Relationship Id="rId33" Type="http://schemas.openxmlformats.org/officeDocument/2006/relationships/font" Target="fonts/Ultra-regular.fntdata"/><Relationship Id="rId10" Type="http://schemas.openxmlformats.org/officeDocument/2006/relationships/notesMaster" Target="notesMasters/notesMaster1.xml"/><Relationship Id="rId32" Type="http://schemas.openxmlformats.org/officeDocument/2006/relationships/font" Target="fonts/Lato-boldItalic.fntdata"/><Relationship Id="rId13" Type="http://schemas.openxmlformats.org/officeDocument/2006/relationships/slide" Target="slides/slide3.xml"/><Relationship Id="rId12" Type="http://schemas.openxmlformats.org/officeDocument/2006/relationships/slide" Target="slides/slide2.xml"/><Relationship Id="rId34" Type="http://customschemas.google.com/relationships/presentationmetadata" Target="metadata"/><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8eea0071e0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28eea0071e0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f53e57a164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1f53e57a164_6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d4803f74dc_3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g2d4803f74dc_3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d4803f74dc_3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g2d4803f74dc_3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d4803f74dc_3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g2d4803f74dc_3_2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d4803f74dc_3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g2d4803f74dc_3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d4803f74dc_3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g2d4803f74dc_3_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d4803f74dc_3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g2d4803f74dc_3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d4803f74dc_3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8" name="Google Shape;628;g2d4803f74dc_3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d4803f74dc_3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g2d4803f74dc_3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d4803f74dc_3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0" name="Google Shape;640;g2d4803f74dc_3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d4803f74dc_3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g2d4803f74dc_3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d4803f74dc_3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2" name="Google Shape;652;g2d4803f74dc_3_3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d4803f74dc_3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g2d4803f74dc_3_3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g28eea0071e0_2_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g28eea0071e0_2_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g28eea0071e0_2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28eea0071e0_2_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28eea0071e0_2_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28eea0071e0_2_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28eea0071e0_2_1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g28eea0071e0_2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28eea0071e0_2_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g28eea0071e0_2_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28eea0071e0_2_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28eea0071e0_2_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28eea0071e0_2_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28eea0071e0_2_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28eea0071e0_2_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g28eea0071e0_2_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g28eea0071e0_2_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28eea0071e0_2_2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g28eea0071e0_2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28eea0071e0_2_3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28eea0071e0_2_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g28eea0071e0_2_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28eea0071e0_2_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g28eea0071e0_2_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28eea0071e0_2_3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g28eea0071e0_2_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28eea0071e0_2_3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g28eea0071e0_2_3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g28eea0071e0_2_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28eea0071e0_2_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g1f53e57a164_2_4"/>
          <p:cNvGrpSpPr/>
          <p:nvPr/>
        </p:nvGrpSpPr>
        <p:grpSpPr>
          <a:xfrm>
            <a:off x="0" y="381001"/>
            <a:ext cx="1037850" cy="1016288"/>
            <a:chOff x="0" y="381001"/>
            <a:chExt cx="1037850" cy="1016288"/>
          </a:xfrm>
        </p:grpSpPr>
        <p:sp>
          <p:nvSpPr>
            <p:cNvPr id="56" name="Google Shape;56;g1f53e57a164_2_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1f53e57a164_2_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g1f53e57a164_2_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 name="Google Shape;59;g1f53e57a164_2_4"/>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0" name="Google Shape;60;g1f53e57a164_2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1" name="Shape 61"/>
        <p:cNvGrpSpPr/>
        <p:nvPr/>
      </p:nvGrpSpPr>
      <p:grpSpPr>
        <a:xfrm>
          <a:off x="0" y="0"/>
          <a:ext cx="0" cy="0"/>
          <a:chOff x="0" y="0"/>
          <a:chExt cx="0" cy="0"/>
        </a:xfrm>
      </p:grpSpPr>
      <p:sp>
        <p:nvSpPr>
          <p:cNvPr id="62" name="Google Shape;62;g1f53e57a164_2_11"/>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g1f53e57a164_2_11"/>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64" name="Google Shape;64;g1f53e57a164_2_11"/>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g1f53e57a164_2_11"/>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6" name="Google Shape;66;g1f53e57a164_2_11"/>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7" name="Shape 67"/>
        <p:cNvGrpSpPr/>
        <p:nvPr/>
      </p:nvGrpSpPr>
      <p:grpSpPr>
        <a:xfrm>
          <a:off x="0" y="0"/>
          <a:ext cx="0" cy="0"/>
          <a:chOff x="0" y="0"/>
          <a:chExt cx="0" cy="0"/>
        </a:xfrm>
      </p:grpSpPr>
      <p:sp>
        <p:nvSpPr>
          <p:cNvPr id="68" name="Google Shape;68;g1f53e57a164_2_17"/>
          <p:cNvSpPr/>
          <p:nvPr/>
        </p:nvSpPr>
        <p:spPr>
          <a:xfrm rot="5400000">
            <a:off x="7500300" y="505"/>
            <a:ext cx="1643700" cy="1643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 name="Google Shape;69;g1f53e57a164_2_17"/>
          <p:cNvGrpSpPr/>
          <p:nvPr/>
        </p:nvGrpSpPr>
        <p:grpSpPr>
          <a:xfrm>
            <a:off x="0" y="490"/>
            <a:ext cx="5153705" cy="5134399"/>
            <a:chOff x="0" y="75"/>
            <a:chExt cx="5153705" cy="5152950"/>
          </a:xfrm>
        </p:grpSpPr>
        <p:sp>
          <p:nvSpPr>
            <p:cNvPr id="70" name="Google Shape;70;g1f53e57a164_2_17"/>
            <p:cNvSpPr/>
            <p:nvPr/>
          </p:nvSpPr>
          <p:spPr>
            <a:xfrm rot="-5400000">
              <a:off x="455" y="-225"/>
              <a:ext cx="5152800" cy="5153700"/>
            </a:xfrm>
            <a:prstGeom prst="diagStripe">
              <a:avLst>
                <a:gd fmla="val 5000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1f53e57a164_2_17"/>
            <p:cNvSpPr/>
            <p:nvPr/>
          </p:nvSpPr>
          <p:spPr>
            <a:xfrm rot="-5400000">
              <a:off x="150" y="1145825"/>
              <a:ext cx="3996600" cy="3996900"/>
            </a:xfrm>
            <a:prstGeom prst="diagStripe">
              <a:avLst>
                <a:gd fmla="val 58774"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1f53e57a164_2_17"/>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g1f53e57a164_2_17"/>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 name="Google Shape;74;g1f53e57a164_2_17"/>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5" name="Google Shape;75;g1f53e57a164_2_17"/>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76" name="Google Shape;76;g1f53e57a164_2_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grpSp>
        <p:nvGrpSpPr>
          <p:cNvPr id="78" name="Google Shape;78;g1f53e57a164_2_27"/>
          <p:cNvGrpSpPr/>
          <p:nvPr/>
        </p:nvGrpSpPr>
        <p:grpSpPr>
          <a:xfrm>
            <a:off x="4406400" y="0"/>
            <a:ext cx="4737600" cy="5143065"/>
            <a:chOff x="4406400" y="0"/>
            <a:chExt cx="4737600" cy="5143065"/>
          </a:xfrm>
        </p:grpSpPr>
        <p:sp>
          <p:nvSpPr>
            <p:cNvPr id="79" name="Google Shape;79;g1f53e57a164_2_27"/>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1f53e57a164_2_27"/>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1f53e57a164_2_27"/>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1f53e57a164_2_27"/>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1f53e57a164_2_27"/>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1f53e57a164_2_27"/>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1f53e57a164_2_27"/>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f53e57a164_2_2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1f53e57a164_2_27"/>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1f53e57a164_2_27"/>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1f53e57a164_2_27"/>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1f53e57a164_2_27"/>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1f53e57a164_2_27"/>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g1f53e57a164_2_2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1f53e57a164_2_27"/>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1f53e57a164_2_27"/>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1f53e57a164_2_27"/>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1f53e57a164_2_27"/>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g1f53e57a164_2_27"/>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g1f53e57a164_2_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grpSp>
        <p:nvGrpSpPr>
          <p:cNvPr id="100" name="Google Shape;100;g1f53e57a164_2_49"/>
          <p:cNvGrpSpPr/>
          <p:nvPr/>
        </p:nvGrpSpPr>
        <p:grpSpPr>
          <a:xfrm>
            <a:off x="0" y="381001"/>
            <a:ext cx="1037850" cy="1016288"/>
            <a:chOff x="0" y="381001"/>
            <a:chExt cx="1037850" cy="1016288"/>
          </a:xfrm>
        </p:grpSpPr>
        <p:sp>
          <p:nvSpPr>
            <p:cNvPr id="101" name="Google Shape;101;g1f53e57a164_2_4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1f53e57a164_2_4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g1f53e57a164_2_4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4" name="Google Shape;104;g1f53e57a164_2_49"/>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5" name="Google Shape;105;g1f53e57a164_2_49"/>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6" name="Google Shape;106;g1f53e57a164_2_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grpSp>
        <p:nvGrpSpPr>
          <p:cNvPr id="108" name="Google Shape;108;g1f53e57a164_2_57"/>
          <p:cNvGrpSpPr/>
          <p:nvPr/>
        </p:nvGrpSpPr>
        <p:grpSpPr>
          <a:xfrm>
            <a:off x="0" y="381001"/>
            <a:ext cx="1037850" cy="1016288"/>
            <a:chOff x="0" y="381001"/>
            <a:chExt cx="1037850" cy="1016288"/>
          </a:xfrm>
        </p:grpSpPr>
        <p:sp>
          <p:nvSpPr>
            <p:cNvPr id="109" name="Google Shape;109;g1f53e57a164_2_5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1f53e57a164_2_5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g1f53e57a164_2_5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g1f53e57a164_2_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3" name="Shape 113"/>
        <p:cNvGrpSpPr/>
        <p:nvPr/>
      </p:nvGrpSpPr>
      <p:grpSpPr>
        <a:xfrm>
          <a:off x="0" y="0"/>
          <a:ext cx="0" cy="0"/>
          <a:chOff x="0" y="0"/>
          <a:chExt cx="0" cy="0"/>
        </a:xfrm>
      </p:grpSpPr>
      <p:grpSp>
        <p:nvGrpSpPr>
          <p:cNvPr id="114" name="Google Shape;114;g1f53e57a164_2_63"/>
          <p:cNvGrpSpPr/>
          <p:nvPr/>
        </p:nvGrpSpPr>
        <p:grpSpPr>
          <a:xfrm>
            <a:off x="0" y="381001"/>
            <a:ext cx="1037850" cy="1016288"/>
            <a:chOff x="0" y="381001"/>
            <a:chExt cx="1037850" cy="1016288"/>
          </a:xfrm>
        </p:grpSpPr>
        <p:sp>
          <p:nvSpPr>
            <p:cNvPr id="115" name="Google Shape;115;g1f53e57a164_2_6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1f53e57a164_2_6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 name="Google Shape;117;g1f53e57a164_2_63"/>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8" name="Google Shape;118;g1f53e57a164_2_63"/>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9" name="Google Shape;119;g1f53e57a164_2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0" name="Shape 120"/>
        <p:cNvGrpSpPr/>
        <p:nvPr/>
      </p:nvGrpSpPr>
      <p:grpSpPr>
        <a:xfrm>
          <a:off x="0" y="0"/>
          <a:ext cx="0" cy="0"/>
          <a:chOff x="0" y="0"/>
          <a:chExt cx="0" cy="0"/>
        </a:xfrm>
      </p:grpSpPr>
      <p:grpSp>
        <p:nvGrpSpPr>
          <p:cNvPr id="121" name="Google Shape;121;g1f53e57a164_2_70"/>
          <p:cNvGrpSpPr/>
          <p:nvPr/>
        </p:nvGrpSpPr>
        <p:grpSpPr>
          <a:xfrm>
            <a:off x="4406400" y="0"/>
            <a:ext cx="4737600" cy="5143500"/>
            <a:chOff x="4406400" y="0"/>
            <a:chExt cx="4737600" cy="5143500"/>
          </a:xfrm>
        </p:grpSpPr>
        <p:sp>
          <p:nvSpPr>
            <p:cNvPr id="122" name="Google Shape;122;g1f53e57a164_2_70"/>
            <p:cNvSpPr/>
            <p:nvPr/>
          </p:nvSpPr>
          <p:spPr>
            <a:xfrm rot="5400000">
              <a:off x="4407900" y="-1500"/>
              <a:ext cx="47346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f53e57a164_2_70"/>
            <p:cNvSpPr/>
            <p:nvPr/>
          </p:nvSpPr>
          <p:spPr>
            <a:xfrm rot="5400000">
              <a:off x="4840825" y="6000"/>
              <a:ext cx="42987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1f53e57a164_2_70"/>
            <p:cNvSpPr/>
            <p:nvPr/>
          </p:nvSpPr>
          <p:spPr>
            <a:xfrm rot="-5400000">
              <a:off x="5618399" y="123664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1f53e57a164_2_70"/>
            <p:cNvSpPr/>
            <p:nvPr/>
          </p:nvSpPr>
          <p:spPr>
            <a:xfrm flipH="1">
              <a:off x="5849857" y="144407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1f53e57a164_2_70"/>
            <p:cNvSpPr/>
            <p:nvPr/>
          </p:nvSpPr>
          <p:spPr>
            <a:xfrm rot="-5400000">
              <a:off x="5987081" y="246974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1f53e57a164_2_70"/>
            <p:cNvSpPr/>
            <p:nvPr/>
          </p:nvSpPr>
          <p:spPr>
            <a:xfrm flipH="1">
              <a:off x="6222115" y="2677179"/>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1f53e57a164_2_70"/>
            <p:cNvSpPr/>
            <p:nvPr/>
          </p:nvSpPr>
          <p:spPr>
            <a:xfrm rot="-5400000">
              <a:off x="6675341" y="186224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g1f53e57a164_2_7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1f53e57a164_2_70"/>
            <p:cNvSpPr/>
            <p:nvPr/>
          </p:nvSpPr>
          <p:spPr>
            <a:xfrm rot="-5400000">
              <a:off x="6861141" y="247808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1f53e57a164_2_70"/>
            <p:cNvSpPr/>
            <p:nvPr/>
          </p:nvSpPr>
          <p:spPr>
            <a:xfrm flipH="1">
              <a:off x="7965266" y="269319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1f53e57a164_2_70"/>
            <p:cNvSpPr/>
            <p:nvPr/>
          </p:nvSpPr>
          <p:spPr>
            <a:xfrm flipH="1">
              <a:off x="8145082" y="330903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1f53e57a164_2_70"/>
            <p:cNvSpPr/>
            <p:nvPr/>
          </p:nvSpPr>
          <p:spPr>
            <a:xfrm rot="-5400000">
              <a:off x="7047599" y="309534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1f53e57a164_2_70"/>
            <p:cNvSpPr/>
            <p:nvPr/>
          </p:nvSpPr>
          <p:spPr>
            <a:xfrm flipH="1">
              <a:off x="7276649" y="3302781"/>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1f53e57a164_2_7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1f53e57a164_2_70"/>
            <p:cNvSpPr/>
            <p:nvPr/>
          </p:nvSpPr>
          <p:spPr>
            <a:xfrm flipH="1">
              <a:off x="7462448" y="391862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1f53e57a164_2_70"/>
            <p:cNvSpPr/>
            <p:nvPr/>
          </p:nvSpPr>
          <p:spPr>
            <a:xfrm rot="-5400000">
              <a:off x="8102491" y="37188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1f53e57a164_2_70"/>
            <p:cNvSpPr/>
            <p:nvPr/>
          </p:nvSpPr>
          <p:spPr>
            <a:xfrm flipH="1">
              <a:off x="8334533" y="392629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1f53e57a164_2_70"/>
            <p:cNvSpPr/>
            <p:nvPr/>
          </p:nvSpPr>
          <p:spPr>
            <a:xfrm rot="-5400000">
              <a:off x="8288290" y="433470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 name="Google Shape;140;g1f53e57a164_2_70"/>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1" name="Google Shape;141;g1f53e57a164_2_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grpSp>
        <p:nvGrpSpPr>
          <p:cNvPr id="143" name="Google Shape;143;g1f53e57a164_2_92"/>
          <p:cNvGrpSpPr/>
          <p:nvPr/>
        </p:nvGrpSpPr>
        <p:grpSpPr>
          <a:xfrm>
            <a:off x="0" y="381001"/>
            <a:ext cx="1037850" cy="1016288"/>
            <a:chOff x="0" y="381001"/>
            <a:chExt cx="1037850" cy="1016288"/>
          </a:xfrm>
        </p:grpSpPr>
        <p:sp>
          <p:nvSpPr>
            <p:cNvPr id="144" name="Google Shape;144;g1f53e57a164_2_9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g1f53e57a164_2_9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6" name="Google Shape;146;g1f53e57a164_2_92"/>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7" name="Google Shape;147;g1f53e57a164_2_92"/>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8" name="Google Shape;148;g1f53e57a164_2_92"/>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9" name="Google Shape;149;g1f53e57a164_2_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0" name="Shape 150"/>
        <p:cNvGrpSpPr/>
        <p:nvPr/>
      </p:nvGrpSpPr>
      <p:grpSpPr>
        <a:xfrm>
          <a:off x="0" y="0"/>
          <a:ext cx="0" cy="0"/>
          <a:chOff x="0" y="0"/>
          <a:chExt cx="0" cy="0"/>
        </a:xfrm>
      </p:grpSpPr>
      <p:grpSp>
        <p:nvGrpSpPr>
          <p:cNvPr id="151" name="Google Shape;151;g1f53e57a164_2_100"/>
          <p:cNvGrpSpPr/>
          <p:nvPr/>
        </p:nvGrpSpPr>
        <p:grpSpPr>
          <a:xfrm>
            <a:off x="0" y="4128572"/>
            <a:ext cx="698925" cy="684657"/>
            <a:chOff x="0" y="3785672"/>
            <a:chExt cx="698925" cy="684657"/>
          </a:xfrm>
        </p:grpSpPr>
        <p:sp>
          <p:nvSpPr>
            <p:cNvPr id="152" name="Google Shape;152;g1f53e57a164_2_100"/>
            <p:cNvSpPr/>
            <p:nvPr/>
          </p:nvSpPr>
          <p:spPr>
            <a:xfrm rot="-5400000">
              <a:off x="0" y="3785672"/>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1f53e57a164_2_100"/>
            <p:cNvSpPr/>
            <p:nvPr/>
          </p:nvSpPr>
          <p:spPr>
            <a:xfrm flipH="1">
              <a:off x="154125" y="3925529"/>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g1f53e57a164_2_100"/>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55" name="Google Shape;155;g1f53e57a164_2_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6" name="Shape 156"/>
        <p:cNvGrpSpPr/>
        <p:nvPr/>
      </p:nvGrpSpPr>
      <p:grpSpPr>
        <a:xfrm>
          <a:off x="0" y="0"/>
          <a:ext cx="0" cy="0"/>
          <a:chOff x="0" y="0"/>
          <a:chExt cx="0" cy="0"/>
        </a:xfrm>
      </p:grpSpPr>
      <p:grpSp>
        <p:nvGrpSpPr>
          <p:cNvPr id="157" name="Google Shape;157;g1f53e57a164_2_106"/>
          <p:cNvGrpSpPr/>
          <p:nvPr/>
        </p:nvGrpSpPr>
        <p:grpSpPr>
          <a:xfrm>
            <a:off x="4406400" y="0"/>
            <a:ext cx="4737600" cy="5143065"/>
            <a:chOff x="4406400" y="0"/>
            <a:chExt cx="4737600" cy="5143065"/>
          </a:xfrm>
        </p:grpSpPr>
        <p:sp>
          <p:nvSpPr>
            <p:cNvPr id="158" name="Google Shape;158;g1f53e57a164_2_106"/>
            <p:cNvSpPr/>
            <p:nvPr/>
          </p:nvSpPr>
          <p:spPr>
            <a:xfrm rot="5400000">
              <a:off x="4408200" y="-1800"/>
              <a:ext cx="4734000" cy="4737600"/>
            </a:xfrm>
            <a:prstGeom prst="diagStripe">
              <a:avLst>
                <a:gd fmla="val 49469"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1f53e57a164_2_106"/>
            <p:cNvSpPr/>
            <p:nvPr/>
          </p:nvSpPr>
          <p:spPr>
            <a:xfrm rot="5400000">
              <a:off x="4841125" y="5700"/>
              <a:ext cx="4298100" cy="4286700"/>
            </a:xfrm>
            <a:prstGeom prst="diagStripe">
              <a:avLst>
                <a:gd fmla="val 0" name="adj"/>
              </a:avLst>
            </a:prstGeom>
            <a:solidFill>
              <a:schemeClr val="lt1">
                <a:alpha val="117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g1f53e57a164_2_106"/>
            <p:cNvSpPr/>
            <p:nvPr/>
          </p:nvSpPr>
          <p:spPr>
            <a:xfrm rot="-5400000">
              <a:off x="5618399" y="123646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1f53e57a164_2_106"/>
            <p:cNvSpPr/>
            <p:nvPr/>
          </p:nvSpPr>
          <p:spPr>
            <a:xfrm flipH="1">
              <a:off x="5849857" y="1443956"/>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1f53e57a164_2_106"/>
            <p:cNvSpPr/>
            <p:nvPr/>
          </p:nvSpPr>
          <p:spPr>
            <a:xfrm rot="-5400000">
              <a:off x="5987081" y="24694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f53e57a164_2_106"/>
            <p:cNvSpPr/>
            <p:nvPr/>
          </p:nvSpPr>
          <p:spPr>
            <a:xfrm flipH="1">
              <a:off x="6222115" y="267695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1f53e57a164_2_106"/>
            <p:cNvSpPr/>
            <p:nvPr/>
          </p:nvSpPr>
          <p:spPr>
            <a:xfrm rot="-5400000">
              <a:off x="6675341" y="1862018"/>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1f53e57a164_2_10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1f53e57a164_2_106"/>
            <p:cNvSpPr/>
            <p:nvPr/>
          </p:nvSpPr>
          <p:spPr>
            <a:xfrm rot="-5400000">
              <a:off x="6861141" y="247781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g1f53e57a164_2_106"/>
            <p:cNvSpPr/>
            <p:nvPr/>
          </p:nvSpPr>
          <p:spPr>
            <a:xfrm flipH="1">
              <a:off x="7965266" y="269296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1f53e57a164_2_106"/>
            <p:cNvSpPr/>
            <p:nvPr/>
          </p:nvSpPr>
          <p:spPr>
            <a:xfrm flipH="1">
              <a:off x="8145082" y="330875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1f53e57a164_2_106"/>
            <p:cNvSpPr/>
            <p:nvPr/>
          </p:nvSpPr>
          <p:spPr>
            <a:xfrm rot="-5400000">
              <a:off x="7047599" y="309501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1f53e57a164_2_106"/>
            <p:cNvSpPr/>
            <p:nvPr/>
          </p:nvSpPr>
          <p:spPr>
            <a:xfrm flipH="1">
              <a:off x="7276649" y="3302502"/>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1f53e57a164_2_10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1f53e57a164_2_106"/>
            <p:cNvSpPr/>
            <p:nvPr/>
          </p:nvSpPr>
          <p:spPr>
            <a:xfrm flipH="1">
              <a:off x="7462448" y="3918294"/>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1f53e57a164_2_106"/>
            <p:cNvSpPr/>
            <p:nvPr/>
          </p:nvSpPr>
          <p:spPr>
            <a:xfrm rot="-5400000">
              <a:off x="8102491" y="3718473"/>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1f53e57a164_2_106"/>
            <p:cNvSpPr/>
            <p:nvPr/>
          </p:nvSpPr>
          <p:spPr>
            <a:xfrm flipH="1">
              <a:off x="8334533" y="3925960"/>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1f53e57a164_2_106"/>
            <p:cNvSpPr/>
            <p:nvPr/>
          </p:nvSpPr>
          <p:spPr>
            <a:xfrm rot="-5400000">
              <a:off x="8288290" y="4334265"/>
              <a:ext cx="808800" cy="808800"/>
            </a:xfrm>
            <a:prstGeom prst="diagStripe">
              <a:avLst>
                <a:gd fmla="val 50000" name="adj"/>
              </a:avLst>
            </a:prstGeom>
            <a:solidFill>
              <a:schemeClr val="lt1">
                <a:alpha val="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6" name="Google Shape;176;g1f53e57a164_2_106"/>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7" name="Google Shape;177;g1f53e57a164_2_106"/>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8" name="Google Shape;178;g1f53e57a164_2_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9" name="Shape 179"/>
        <p:cNvGrpSpPr/>
        <p:nvPr/>
      </p:nvGrpSpPr>
      <p:grpSpPr>
        <a:xfrm>
          <a:off x="0" y="0"/>
          <a:ext cx="0" cy="0"/>
          <a:chOff x="0" y="0"/>
          <a:chExt cx="0" cy="0"/>
        </a:xfrm>
      </p:grpSpPr>
      <p:sp>
        <p:nvSpPr>
          <p:cNvPr id="180" name="Google Shape;180;g1f53e57a164_2_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5" name="Shape 185"/>
        <p:cNvGrpSpPr/>
        <p:nvPr/>
      </p:nvGrpSpPr>
      <p:grpSpPr>
        <a:xfrm>
          <a:off x="0" y="0"/>
          <a:ext cx="0" cy="0"/>
          <a:chOff x="0" y="0"/>
          <a:chExt cx="0" cy="0"/>
        </a:xfrm>
      </p:grpSpPr>
      <p:sp>
        <p:nvSpPr>
          <p:cNvPr id="186" name="Google Shape;186;g2d4803f74dc_3_152"/>
          <p:cNvSpPr/>
          <p:nvPr/>
        </p:nvSpPr>
        <p:spPr>
          <a:xfrm rot="5400000">
            <a:off x="7500300" y="505"/>
            <a:ext cx="1643700" cy="1643700"/>
          </a:xfrm>
          <a:prstGeom prst="diagStripe">
            <a:avLst>
              <a:gd fmla="val 0" name="adj"/>
            </a:avLst>
          </a:prstGeom>
          <a:solidFill>
            <a:schemeClr val="lt1">
              <a:alpha val="39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7" name="Google Shape;187;g2d4803f74dc_3_152"/>
          <p:cNvGrpSpPr/>
          <p:nvPr/>
        </p:nvGrpSpPr>
        <p:grpSpPr>
          <a:xfrm>
            <a:off x="0" y="490"/>
            <a:ext cx="5153705" cy="5134399"/>
            <a:chOff x="0" y="75"/>
            <a:chExt cx="5153705" cy="5152950"/>
          </a:xfrm>
        </p:grpSpPr>
        <p:sp>
          <p:nvSpPr>
            <p:cNvPr id="188" name="Google Shape;188;g2d4803f74dc_3_152"/>
            <p:cNvSpPr/>
            <p:nvPr/>
          </p:nvSpPr>
          <p:spPr>
            <a:xfrm rot="-5400000">
              <a:off x="455" y="-225"/>
              <a:ext cx="5152800" cy="5153700"/>
            </a:xfrm>
            <a:prstGeom prst="diagStripe">
              <a:avLst>
                <a:gd fmla="val 50000" name="adj"/>
              </a:avLst>
            </a:prstGeom>
            <a:solidFill>
              <a:schemeClr val="lt1">
                <a:alpha val="39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2d4803f74dc_3_152"/>
            <p:cNvSpPr/>
            <p:nvPr/>
          </p:nvSpPr>
          <p:spPr>
            <a:xfrm rot="-5400000">
              <a:off x="150" y="1145825"/>
              <a:ext cx="3996600" cy="3996900"/>
            </a:xfrm>
            <a:prstGeom prst="diagStripe">
              <a:avLst>
                <a:gd fmla="val 58774" name="adj"/>
              </a:avLst>
            </a:prstGeom>
            <a:solidFill>
              <a:schemeClr val="lt1">
                <a:alpha val="39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2d4803f74dc_3_15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2d4803f74dc_3_15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2" name="Google Shape;192;g2d4803f74dc_3_152"/>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193" name="Google Shape;193;g2d4803f74dc_3_152"/>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94" name="Google Shape;194;g2d4803f74dc_3_1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5" name="Shape 195"/>
        <p:cNvGrpSpPr/>
        <p:nvPr/>
      </p:nvGrpSpPr>
      <p:grpSpPr>
        <a:xfrm>
          <a:off x="0" y="0"/>
          <a:ext cx="0" cy="0"/>
          <a:chOff x="0" y="0"/>
          <a:chExt cx="0" cy="0"/>
        </a:xfrm>
      </p:grpSpPr>
      <p:grpSp>
        <p:nvGrpSpPr>
          <p:cNvPr id="196" name="Google Shape;196;g2d4803f74dc_3_145"/>
          <p:cNvGrpSpPr/>
          <p:nvPr/>
        </p:nvGrpSpPr>
        <p:grpSpPr>
          <a:xfrm>
            <a:off x="0" y="381001"/>
            <a:ext cx="1037850" cy="1016288"/>
            <a:chOff x="0" y="381001"/>
            <a:chExt cx="1037850" cy="1016288"/>
          </a:xfrm>
        </p:grpSpPr>
        <p:sp>
          <p:nvSpPr>
            <p:cNvPr id="197" name="Google Shape;197;g2d4803f74dc_3_14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d4803f74dc_3_14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9" name="Google Shape;199;g2d4803f74dc_3_14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00" name="Google Shape;200;g2d4803f74dc_3_14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01" name="Google Shape;201;g2d4803f74dc_3_1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02" name="Shape 202"/>
        <p:cNvGrpSpPr/>
        <p:nvPr/>
      </p:nvGrpSpPr>
      <p:grpSpPr>
        <a:xfrm>
          <a:off x="0" y="0"/>
          <a:ext cx="0" cy="0"/>
          <a:chOff x="0" y="0"/>
          <a:chExt cx="0" cy="0"/>
        </a:xfrm>
      </p:grpSpPr>
      <p:sp>
        <p:nvSpPr>
          <p:cNvPr id="203" name="Google Shape;203;g2d4803f74dc_3_16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4" name="Google Shape;204;g2d4803f74dc_3_162"/>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205" name="Google Shape;205;g2d4803f74dc_3_162"/>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6" name="Google Shape;206;g2d4803f74dc_3_162"/>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7" name="Google Shape;207;g2d4803f74dc_3_162"/>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8" name="Shape 208"/>
        <p:cNvGrpSpPr/>
        <p:nvPr/>
      </p:nvGrpSpPr>
      <p:grpSpPr>
        <a:xfrm>
          <a:off x="0" y="0"/>
          <a:ext cx="0" cy="0"/>
          <a:chOff x="0" y="0"/>
          <a:chExt cx="0" cy="0"/>
        </a:xfrm>
      </p:grpSpPr>
      <p:grpSp>
        <p:nvGrpSpPr>
          <p:cNvPr id="209" name="Google Shape;209;g2d4803f74dc_3_168"/>
          <p:cNvGrpSpPr/>
          <p:nvPr/>
        </p:nvGrpSpPr>
        <p:grpSpPr>
          <a:xfrm>
            <a:off x="4406400" y="0"/>
            <a:ext cx="4737600" cy="5143065"/>
            <a:chOff x="4406400" y="0"/>
            <a:chExt cx="4737600" cy="5143065"/>
          </a:xfrm>
        </p:grpSpPr>
        <p:sp>
          <p:nvSpPr>
            <p:cNvPr id="210" name="Google Shape;210;g2d4803f74dc_3_168"/>
            <p:cNvSpPr/>
            <p:nvPr/>
          </p:nvSpPr>
          <p:spPr>
            <a:xfrm rot="5400000">
              <a:off x="4408200" y="-1800"/>
              <a:ext cx="4734000" cy="4737600"/>
            </a:xfrm>
            <a:prstGeom prst="diagStripe">
              <a:avLst>
                <a:gd fmla="val 49469"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2d4803f74dc_3_168"/>
            <p:cNvSpPr/>
            <p:nvPr/>
          </p:nvSpPr>
          <p:spPr>
            <a:xfrm rot="5400000">
              <a:off x="4841125" y="5700"/>
              <a:ext cx="4298100" cy="4286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2d4803f74dc_3_168"/>
            <p:cNvSpPr/>
            <p:nvPr/>
          </p:nvSpPr>
          <p:spPr>
            <a:xfrm rot="-5400000">
              <a:off x="5618399" y="123646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2d4803f74dc_3_168"/>
            <p:cNvSpPr/>
            <p:nvPr/>
          </p:nvSpPr>
          <p:spPr>
            <a:xfrm flipH="1">
              <a:off x="5849857" y="1443956"/>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g2d4803f74dc_3_168"/>
            <p:cNvSpPr/>
            <p:nvPr/>
          </p:nvSpPr>
          <p:spPr>
            <a:xfrm rot="-5400000">
              <a:off x="5987081" y="246946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2d4803f74dc_3_168"/>
            <p:cNvSpPr/>
            <p:nvPr/>
          </p:nvSpPr>
          <p:spPr>
            <a:xfrm flipH="1">
              <a:off x="6222115" y="267695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2d4803f74dc_3_168"/>
            <p:cNvSpPr/>
            <p:nvPr/>
          </p:nvSpPr>
          <p:spPr>
            <a:xfrm rot="-5400000">
              <a:off x="6675341" y="186201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2d4803f74dc_3_168"/>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2d4803f74dc_3_168"/>
            <p:cNvSpPr/>
            <p:nvPr/>
          </p:nvSpPr>
          <p:spPr>
            <a:xfrm rot="-5400000">
              <a:off x="6861141" y="2477810"/>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2d4803f74dc_3_168"/>
            <p:cNvSpPr/>
            <p:nvPr/>
          </p:nvSpPr>
          <p:spPr>
            <a:xfrm flipH="1">
              <a:off x="7965266" y="269296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2d4803f74dc_3_168"/>
            <p:cNvSpPr/>
            <p:nvPr/>
          </p:nvSpPr>
          <p:spPr>
            <a:xfrm flipH="1">
              <a:off x="8145082" y="330875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d4803f74dc_3_168"/>
            <p:cNvSpPr/>
            <p:nvPr/>
          </p:nvSpPr>
          <p:spPr>
            <a:xfrm rot="-5400000">
              <a:off x="7047599" y="309501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d4803f74dc_3_168"/>
            <p:cNvSpPr/>
            <p:nvPr/>
          </p:nvSpPr>
          <p:spPr>
            <a:xfrm flipH="1">
              <a:off x="7276649" y="3302502"/>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2d4803f74dc_3_168"/>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2d4803f74dc_3_168"/>
            <p:cNvSpPr/>
            <p:nvPr/>
          </p:nvSpPr>
          <p:spPr>
            <a:xfrm flipH="1">
              <a:off x="7462448" y="3918294"/>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2d4803f74dc_3_168"/>
            <p:cNvSpPr/>
            <p:nvPr/>
          </p:nvSpPr>
          <p:spPr>
            <a:xfrm rot="-5400000">
              <a:off x="8102491" y="371847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2d4803f74dc_3_168"/>
            <p:cNvSpPr/>
            <p:nvPr/>
          </p:nvSpPr>
          <p:spPr>
            <a:xfrm flipH="1">
              <a:off x="8334533" y="3925960"/>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2d4803f74dc_3_168"/>
            <p:cNvSpPr/>
            <p:nvPr/>
          </p:nvSpPr>
          <p:spPr>
            <a:xfrm rot="-5400000">
              <a:off x="8288290" y="433426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8" name="Google Shape;228;g2d4803f74dc_3_168"/>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9" name="Google Shape;229;g2d4803f74dc_3_1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grpSp>
        <p:nvGrpSpPr>
          <p:cNvPr id="231" name="Google Shape;231;g2d4803f74dc_3_190"/>
          <p:cNvGrpSpPr/>
          <p:nvPr/>
        </p:nvGrpSpPr>
        <p:grpSpPr>
          <a:xfrm>
            <a:off x="0" y="381001"/>
            <a:ext cx="1037850" cy="1016288"/>
            <a:chOff x="0" y="381001"/>
            <a:chExt cx="1037850" cy="1016288"/>
          </a:xfrm>
        </p:grpSpPr>
        <p:sp>
          <p:nvSpPr>
            <p:cNvPr id="232" name="Google Shape;232;g2d4803f74dc_3_19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2d4803f74dc_3_19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4" name="Google Shape;234;g2d4803f74dc_3_19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35" name="Google Shape;235;g2d4803f74dc_3_190"/>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6" name="Google Shape;236;g2d4803f74dc_3_190"/>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37" name="Google Shape;237;g2d4803f74dc_3_1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grpSp>
        <p:nvGrpSpPr>
          <p:cNvPr id="239" name="Google Shape;239;g2d4803f74dc_3_198"/>
          <p:cNvGrpSpPr/>
          <p:nvPr/>
        </p:nvGrpSpPr>
        <p:grpSpPr>
          <a:xfrm>
            <a:off x="0" y="381001"/>
            <a:ext cx="1037850" cy="1016288"/>
            <a:chOff x="0" y="381001"/>
            <a:chExt cx="1037850" cy="1016288"/>
          </a:xfrm>
        </p:grpSpPr>
        <p:sp>
          <p:nvSpPr>
            <p:cNvPr id="240" name="Google Shape;240;g2d4803f74dc_3_19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2d4803f74dc_3_19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2" name="Google Shape;242;g2d4803f74dc_3_19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3" name="Google Shape;243;g2d4803f74dc_3_1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4" name="Shape 244"/>
        <p:cNvGrpSpPr/>
        <p:nvPr/>
      </p:nvGrpSpPr>
      <p:grpSpPr>
        <a:xfrm>
          <a:off x="0" y="0"/>
          <a:ext cx="0" cy="0"/>
          <a:chOff x="0" y="0"/>
          <a:chExt cx="0" cy="0"/>
        </a:xfrm>
      </p:grpSpPr>
      <p:grpSp>
        <p:nvGrpSpPr>
          <p:cNvPr id="245" name="Google Shape;245;g2d4803f74dc_3_204"/>
          <p:cNvGrpSpPr/>
          <p:nvPr/>
        </p:nvGrpSpPr>
        <p:grpSpPr>
          <a:xfrm>
            <a:off x="0" y="381001"/>
            <a:ext cx="1037850" cy="1016288"/>
            <a:chOff x="0" y="381001"/>
            <a:chExt cx="1037850" cy="1016288"/>
          </a:xfrm>
        </p:grpSpPr>
        <p:sp>
          <p:nvSpPr>
            <p:cNvPr id="246" name="Google Shape;246;g2d4803f74dc_3_20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2d4803f74dc_3_20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g2d4803f74dc_3_20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49" name="Google Shape;249;g2d4803f74dc_3_20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50" name="Google Shape;250;g2d4803f74dc_3_2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1" name="Shape 251"/>
        <p:cNvGrpSpPr/>
        <p:nvPr/>
      </p:nvGrpSpPr>
      <p:grpSpPr>
        <a:xfrm>
          <a:off x="0" y="0"/>
          <a:ext cx="0" cy="0"/>
          <a:chOff x="0" y="0"/>
          <a:chExt cx="0" cy="0"/>
        </a:xfrm>
      </p:grpSpPr>
      <p:grpSp>
        <p:nvGrpSpPr>
          <p:cNvPr id="252" name="Google Shape;252;g2d4803f74dc_3_211"/>
          <p:cNvGrpSpPr/>
          <p:nvPr/>
        </p:nvGrpSpPr>
        <p:grpSpPr>
          <a:xfrm>
            <a:off x="4406400" y="0"/>
            <a:ext cx="4737600" cy="5143500"/>
            <a:chOff x="4406400" y="0"/>
            <a:chExt cx="4737600" cy="5143500"/>
          </a:xfrm>
        </p:grpSpPr>
        <p:sp>
          <p:nvSpPr>
            <p:cNvPr id="253" name="Google Shape;253;g2d4803f74dc_3_211"/>
            <p:cNvSpPr/>
            <p:nvPr/>
          </p:nvSpPr>
          <p:spPr>
            <a:xfrm rot="5400000">
              <a:off x="4407900" y="-1500"/>
              <a:ext cx="4734600" cy="4737600"/>
            </a:xfrm>
            <a:prstGeom prst="diagStripe">
              <a:avLst>
                <a:gd fmla="val 49469"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2d4803f74dc_3_211"/>
            <p:cNvSpPr/>
            <p:nvPr/>
          </p:nvSpPr>
          <p:spPr>
            <a:xfrm rot="5400000">
              <a:off x="4840825" y="6000"/>
              <a:ext cx="4298700" cy="4286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g2d4803f74dc_3_211"/>
            <p:cNvSpPr/>
            <p:nvPr/>
          </p:nvSpPr>
          <p:spPr>
            <a:xfrm rot="-5400000">
              <a:off x="5618399" y="1236641"/>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2d4803f74dc_3_211"/>
            <p:cNvSpPr/>
            <p:nvPr/>
          </p:nvSpPr>
          <p:spPr>
            <a:xfrm flipH="1">
              <a:off x="5849857" y="144407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d4803f74dc_3_211"/>
            <p:cNvSpPr/>
            <p:nvPr/>
          </p:nvSpPr>
          <p:spPr>
            <a:xfrm rot="-5400000">
              <a:off x="5987081" y="246974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2d4803f74dc_3_211"/>
            <p:cNvSpPr/>
            <p:nvPr/>
          </p:nvSpPr>
          <p:spPr>
            <a:xfrm flipH="1">
              <a:off x="6222115" y="2677179"/>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d4803f74dc_3_211"/>
            <p:cNvSpPr/>
            <p:nvPr/>
          </p:nvSpPr>
          <p:spPr>
            <a:xfrm rot="-5400000">
              <a:off x="6675341" y="1862244"/>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d4803f74dc_3_2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d4803f74dc_3_211"/>
            <p:cNvSpPr/>
            <p:nvPr/>
          </p:nvSpPr>
          <p:spPr>
            <a:xfrm rot="-5400000">
              <a:off x="6861141" y="247808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2d4803f74dc_3_211"/>
            <p:cNvSpPr/>
            <p:nvPr/>
          </p:nvSpPr>
          <p:spPr>
            <a:xfrm flipH="1">
              <a:off x="7965266" y="2693191"/>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d4803f74dc_3_211"/>
            <p:cNvSpPr/>
            <p:nvPr/>
          </p:nvSpPr>
          <p:spPr>
            <a:xfrm flipH="1">
              <a:off x="8145082" y="3309036"/>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d4803f74dc_3_211"/>
            <p:cNvSpPr/>
            <p:nvPr/>
          </p:nvSpPr>
          <p:spPr>
            <a:xfrm rot="-5400000">
              <a:off x="7047599" y="309534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d4803f74dc_3_211"/>
            <p:cNvSpPr/>
            <p:nvPr/>
          </p:nvSpPr>
          <p:spPr>
            <a:xfrm flipH="1">
              <a:off x="7276649" y="3302781"/>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d4803f74dc_3_2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d4803f74dc_3_211"/>
            <p:cNvSpPr/>
            <p:nvPr/>
          </p:nvSpPr>
          <p:spPr>
            <a:xfrm flipH="1">
              <a:off x="7462448" y="391862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d4803f74dc_3_211"/>
            <p:cNvSpPr/>
            <p:nvPr/>
          </p:nvSpPr>
          <p:spPr>
            <a:xfrm rot="-5400000">
              <a:off x="8102491" y="3718856"/>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d4803f74dc_3_211"/>
            <p:cNvSpPr/>
            <p:nvPr/>
          </p:nvSpPr>
          <p:spPr>
            <a:xfrm flipH="1">
              <a:off x="8334533" y="3926292"/>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d4803f74dc_3_211"/>
            <p:cNvSpPr/>
            <p:nvPr/>
          </p:nvSpPr>
          <p:spPr>
            <a:xfrm rot="-5400000">
              <a:off x="8288290" y="4334700"/>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1" name="Google Shape;271;g2d4803f74dc_3_211"/>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2" name="Google Shape;272;g2d4803f74dc_3_2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3" name="Shape 273"/>
        <p:cNvGrpSpPr/>
        <p:nvPr/>
      </p:nvGrpSpPr>
      <p:grpSpPr>
        <a:xfrm>
          <a:off x="0" y="0"/>
          <a:ext cx="0" cy="0"/>
          <a:chOff x="0" y="0"/>
          <a:chExt cx="0" cy="0"/>
        </a:xfrm>
      </p:grpSpPr>
      <p:grpSp>
        <p:nvGrpSpPr>
          <p:cNvPr id="274" name="Google Shape;274;g2d4803f74dc_3_233"/>
          <p:cNvGrpSpPr/>
          <p:nvPr/>
        </p:nvGrpSpPr>
        <p:grpSpPr>
          <a:xfrm>
            <a:off x="0" y="381001"/>
            <a:ext cx="1037850" cy="1016288"/>
            <a:chOff x="0" y="381001"/>
            <a:chExt cx="1037850" cy="1016288"/>
          </a:xfrm>
        </p:grpSpPr>
        <p:sp>
          <p:nvSpPr>
            <p:cNvPr id="275" name="Google Shape;275;g2d4803f74dc_3_2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d4803f74dc_3_2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7" name="Google Shape;277;g2d4803f74dc_3_233"/>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8" name="Google Shape;278;g2d4803f74dc_3_233"/>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279" name="Google Shape;279;g2d4803f74dc_3_233"/>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80" name="Google Shape;280;g2d4803f74dc_3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1" name="Shape 281"/>
        <p:cNvGrpSpPr/>
        <p:nvPr/>
      </p:nvGrpSpPr>
      <p:grpSpPr>
        <a:xfrm>
          <a:off x="0" y="0"/>
          <a:ext cx="0" cy="0"/>
          <a:chOff x="0" y="0"/>
          <a:chExt cx="0" cy="0"/>
        </a:xfrm>
      </p:grpSpPr>
      <p:grpSp>
        <p:nvGrpSpPr>
          <p:cNvPr id="282" name="Google Shape;282;g2d4803f74dc_3_241"/>
          <p:cNvGrpSpPr/>
          <p:nvPr/>
        </p:nvGrpSpPr>
        <p:grpSpPr>
          <a:xfrm>
            <a:off x="0" y="4128572"/>
            <a:ext cx="698925" cy="684657"/>
            <a:chOff x="0" y="3785672"/>
            <a:chExt cx="698925" cy="684657"/>
          </a:xfrm>
        </p:grpSpPr>
        <p:sp>
          <p:nvSpPr>
            <p:cNvPr id="283" name="Google Shape;283;g2d4803f74dc_3_241"/>
            <p:cNvSpPr/>
            <p:nvPr/>
          </p:nvSpPr>
          <p:spPr>
            <a:xfrm rot="-5400000">
              <a:off x="0" y="3785672"/>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2d4803f74dc_3_241"/>
            <p:cNvSpPr/>
            <p:nvPr/>
          </p:nvSpPr>
          <p:spPr>
            <a:xfrm flipH="1">
              <a:off x="154125" y="3925529"/>
              <a:ext cx="544800" cy="544800"/>
            </a:xfrm>
            <a:prstGeom prst="diagStripe">
              <a:avLst>
                <a:gd fmla="val 50000" name="adj"/>
              </a:avLst>
            </a:prstGeom>
            <a:solidFill>
              <a:schemeClr val="lt1">
                <a:alpha val="745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5" name="Google Shape;285;g2d4803f74dc_3_24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86" name="Google Shape;286;g2d4803f74dc_3_2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87" name="Shape 287"/>
        <p:cNvGrpSpPr/>
        <p:nvPr/>
      </p:nvGrpSpPr>
      <p:grpSpPr>
        <a:xfrm>
          <a:off x="0" y="0"/>
          <a:ext cx="0" cy="0"/>
          <a:chOff x="0" y="0"/>
          <a:chExt cx="0" cy="0"/>
        </a:xfrm>
      </p:grpSpPr>
      <p:grpSp>
        <p:nvGrpSpPr>
          <p:cNvPr id="288" name="Google Shape;288;g2d4803f74dc_3_247"/>
          <p:cNvGrpSpPr/>
          <p:nvPr/>
        </p:nvGrpSpPr>
        <p:grpSpPr>
          <a:xfrm>
            <a:off x="4406400" y="0"/>
            <a:ext cx="4737600" cy="5143065"/>
            <a:chOff x="4406400" y="0"/>
            <a:chExt cx="4737600" cy="5143065"/>
          </a:xfrm>
        </p:grpSpPr>
        <p:sp>
          <p:nvSpPr>
            <p:cNvPr id="289" name="Google Shape;289;g2d4803f74dc_3_247"/>
            <p:cNvSpPr/>
            <p:nvPr/>
          </p:nvSpPr>
          <p:spPr>
            <a:xfrm rot="5400000">
              <a:off x="4408200" y="-1800"/>
              <a:ext cx="4734000" cy="4737600"/>
            </a:xfrm>
            <a:prstGeom prst="diagStripe">
              <a:avLst>
                <a:gd fmla="val 49469"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2d4803f74dc_3_247"/>
            <p:cNvSpPr/>
            <p:nvPr/>
          </p:nvSpPr>
          <p:spPr>
            <a:xfrm rot="5400000">
              <a:off x="4841125" y="5700"/>
              <a:ext cx="4298100" cy="4286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2d4803f74dc_3_247"/>
            <p:cNvSpPr/>
            <p:nvPr/>
          </p:nvSpPr>
          <p:spPr>
            <a:xfrm rot="-5400000">
              <a:off x="5618399" y="123646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d4803f74dc_3_247"/>
            <p:cNvSpPr/>
            <p:nvPr/>
          </p:nvSpPr>
          <p:spPr>
            <a:xfrm flipH="1">
              <a:off x="5849857" y="1443956"/>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2d4803f74dc_3_247"/>
            <p:cNvSpPr/>
            <p:nvPr/>
          </p:nvSpPr>
          <p:spPr>
            <a:xfrm rot="-5400000">
              <a:off x="5987081" y="246946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d4803f74dc_3_247"/>
            <p:cNvSpPr/>
            <p:nvPr/>
          </p:nvSpPr>
          <p:spPr>
            <a:xfrm flipH="1">
              <a:off x="6222115" y="267695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d4803f74dc_3_247"/>
            <p:cNvSpPr/>
            <p:nvPr/>
          </p:nvSpPr>
          <p:spPr>
            <a:xfrm rot="-5400000">
              <a:off x="6675341" y="1862018"/>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d4803f74dc_3_24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d4803f74dc_3_247"/>
            <p:cNvSpPr/>
            <p:nvPr/>
          </p:nvSpPr>
          <p:spPr>
            <a:xfrm rot="-5400000">
              <a:off x="6861141" y="2477810"/>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2d4803f74dc_3_247"/>
            <p:cNvSpPr/>
            <p:nvPr/>
          </p:nvSpPr>
          <p:spPr>
            <a:xfrm flipH="1">
              <a:off x="7965266" y="269296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d4803f74dc_3_247"/>
            <p:cNvSpPr/>
            <p:nvPr/>
          </p:nvSpPr>
          <p:spPr>
            <a:xfrm flipH="1">
              <a:off x="8145082" y="330875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d4803f74dc_3_247"/>
            <p:cNvSpPr/>
            <p:nvPr/>
          </p:nvSpPr>
          <p:spPr>
            <a:xfrm rot="-5400000">
              <a:off x="7047599" y="309501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2d4803f74dc_3_247"/>
            <p:cNvSpPr/>
            <p:nvPr/>
          </p:nvSpPr>
          <p:spPr>
            <a:xfrm flipH="1">
              <a:off x="7276649" y="3302502"/>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2d4803f74dc_3_24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d4803f74dc_3_247"/>
            <p:cNvSpPr/>
            <p:nvPr/>
          </p:nvSpPr>
          <p:spPr>
            <a:xfrm flipH="1">
              <a:off x="7462448" y="3918294"/>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2d4803f74dc_3_247"/>
            <p:cNvSpPr/>
            <p:nvPr/>
          </p:nvSpPr>
          <p:spPr>
            <a:xfrm rot="-5400000">
              <a:off x="8102491" y="3718473"/>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g2d4803f74dc_3_247"/>
            <p:cNvSpPr/>
            <p:nvPr/>
          </p:nvSpPr>
          <p:spPr>
            <a:xfrm flipH="1">
              <a:off x="8334533" y="3925960"/>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2d4803f74dc_3_247"/>
            <p:cNvSpPr/>
            <p:nvPr/>
          </p:nvSpPr>
          <p:spPr>
            <a:xfrm rot="-5400000">
              <a:off x="8288290" y="4334265"/>
              <a:ext cx="808800" cy="808800"/>
            </a:xfrm>
            <a:prstGeom prst="diagStripe">
              <a:avLst>
                <a:gd fmla="val 50000" name="adj"/>
              </a:avLst>
            </a:prstGeom>
            <a:solidFill>
              <a:schemeClr val="lt1">
                <a:alpha val="470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7" name="Google Shape;307;g2d4803f74dc_3_24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308" name="Google Shape;308;g2d4803f74dc_3_24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09" name="Google Shape;309;g2d4803f74dc_3_2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0" name="Shape 310"/>
        <p:cNvGrpSpPr/>
        <p:nvPr/>
      </p:nvGrpSpPr>
      <p:grpSpPr>
        <a:xfrm>
          <a:off x="0" y="0"/>
          <a:ext cx="0" cy="0"/>
          <a:chOff x="0" y="0"/>
          <a:chExt cx="0" cy="0"/>
        </a:xfrm>
      </p:grpSpPr>
      <p:sp>
        <p:nvSpPr>
          <p:cNvPr id="311" name="Google Shape;311;g2d4803f74dc_3_2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6" name="Shape 316"/>
        <p:cNvGrpSpPr/>
        <p:nvPr/>
      </p:nvGrpSpPr>
      <p:grpSpPr>
        <a:xfrm>
          <a:off x="0" y="0"/>
          <a:ext cx="0" cy="0"/>
          <a:chOff x="0" y="0"/>
          <a:chExt cx="0" cy="0"/>
        </a:xfrm>
      </p:grpSpPr>
      <p:sp>
        <p:nvSpPr>
          <p:cNvPr id="317" name="Google Shape;317;g1f53e57a164_2_2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8" name="Shape 318"/>
        <p:cNvGrpSpPr/>
        <p:nvPr/>
      </p:nvGrpSpPr>
      <p:grpSpPr>
        <a:xfrm>
          <a:off x="0" y="0"/>
          <a:ext cx="0" cy="0"/>
          <a:chOff x="0" y="0"/>
          <a:chExt cx="0" cy="0"/>
        </a:xfrm>
      </p:grpSpPr>
      <p:sp>
        <p:nvSpPr>
          <p:cNvPr id="319" name="Google Shape;319;g1f53e57a164_2_141"/>
          <p:cNvSpPr/>
          <p:nvPr/>
        </p:nvSpPr>
        <p:spPr>
          <a:xfrm rot="5400000">
            <a:off x="7500300" y="505"/>
            <a:ext cx="1643700" cy="1643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0" name="Google Shape;320;g1f53e57a164_2_141"/>
          <p:cNvGrpSpPr/>
          <p:nvPr/>
        </p:nvGrpSpPr>
        <p:grpSpPr>
          <a:xfrm>
            <a:off x="0" y="490"/>
            <a:ext cx="5153705" cy="5134399"/>
            <a:chOff x="0" y="75"/>
            <a:chExt cx="5153705" cy="5152950"/>
          </a:xfrm>
        </p:grpSpPr>
        <p:sp>
          <p:nvSpPr>
            <p:cNvPr id="321" name="Google Shape;321;g1f53e57a164_2_141"/>
            <p:cNvSpPr/>
            <p:nvPr/>
          </p:nvSpPr>
          <p:spPr>
            <a:xfrm rot="-5400000">
              <a:off x="455" y="-225"/>
              <a:ext cx="5152800" cy="5153700"/>
            </a:xfrm>
            <a:prstGeom prst="diagStripe">
              <a:avLst>
                <a:gd fmla="val 5000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1f53e57a164_2_141"/>
            <p:cNvSpPr/>
            <p:nvPr/>
          </p:nvSpPr>
          <p:spPr>
            <a:xfrm rot="-5400000">
              <a:off x="150" y="1145825"/>
              <a:ext cx="3996600" cy="3996900"/>
            </a:xfrm>
            <a:prstGeom prst="diagStripe">
              <a:avLst>
                <a:gd fmla="val 58774"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1f53e57a164_2_141"/>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1f53e57a164_2_141"/>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5" name="Google Shape;325;g1f53e57a164_2_14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326" name="Google Shape;326;g1f53e57a164_2_14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327" name="Google Shape;327;g1f53e57a164_2_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8" name="Shape 328"/>
        <p:cNvGrpSpPr/>
        <p:nvPr/>
      </p:nvGrpSpPr>
      <p:grpSpPr>
        <a:xfrm>
          <a:off x="0" y="0"/>
          <a:ext cx="0" cy="0"/>
          <a:chOff x="0" y="0"/>
          <a:chExt cx="0" cy="0"/>
        </a:xfrm>
      </p:grpSpPr>
      <p:grpSp>
        <p:nvGrpSpPr>
          <p:cNvPr id="329" name="Google Shape;329;g1f53e57a164_2_151"/>
          <p:cNvGrpSpPr/>
          <p:nvPr/>
        </p:nvGrpSpPr>
        <p:grpSpPr>
          <a:xfrm>
            <a:off x="4406400" y="0"/>
            <a:ext cx="4737600" cy="5143065"/>
            <a:chOff x="4406400" y="0"/>
            <a:chExt cx="4737600" cy="5143065"/>
          </a:xfrm>
        </p:grpSpPr>
        <p:sp>
          <p:nvSpPr>
            <p:cNvPr id="330" name="Google Shape;330;g1f53e57a164_2_151"/>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1f53e57a164_2_151"/>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1f53e57a164_2_151"/>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1f53e57a164_2_151"/>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1f53e57a164_2_151"/>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1f53e57a164_2_151"/>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1f53e57a164_2_151"/>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1f53e57a164_2_15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1f53e57a164_2_151"/>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1f53e57a164_2_151"/>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g1f53e57a164_2_151"/>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1f53e57a164_2_151"/>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1f53e57a164_2_151"/>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1f53e57a164_2_15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1f53e57a164_2_151"/>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1f53e57a164_2_151"/>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1f53e57a164_2_151"/>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1f53e57a164_2_151"/>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8" name="Google Shape;348;g1f53e57a164_2_151"/>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9" name="Google Shape;349;g1f53e57a164_2_1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0" name="Shape 350"/>
        <p:cNvGrpSpPr/>
        <p:nvPr/>
      </p:nvGrpSpPr>
      <p:grpSpPr>
        <a:xfrm>
          <a:off x="0" y="0"/>
          <a:ext cx="0" cy="0"/>
          <a:chOff x="0" y="0"/>
          <a:chExt cx="0" cy="0"/>
        </a:xfrm>
      </p:grpSpPr>
      <p:grpSp>
        <p:nvGrpSpPr>
          <p:cNvPr id="351" name="Google Shape;351;g1f53e57a164_2_173"/>
          <p:cNvGrpSpPr/>
          <p:nvPr/>
        </p:nvGrpSpPr>
        <p:grpSpPr>
          <a:xfrm>
            <a:off x="0" y="381001"/>
            <a:ext cx="1037850" cy="1016288"/>
            <a:chOff x="0" y="381001"/>
            <a:chExt cx="1037850" cy="1016288"/>
          </a:xfrm>
        </p:grpSpPr>
        <p:sp>
          <p:nvSpPr>
            <p:cNvPr id="352" name="Google Shape;352;g1f53e57a164_2_17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g1f53e57a164_2_17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4" name="Google Shape;354;g1f53e57a164_2_17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5" name="Google Shape;355;g1f53e57a164_2_17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56" name="Google Shape;356;g1f53e57a164_2_1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7" name="Shape 357"/>
        <p:cNvGrpSpPr/>
        <p:nvPr/>
      </p:nvGrpSpPr>
      <p:grpSpPr>
        <a:xfrm>
          <a:off x="0" y="0"/>
          <a:ext cx="0" cy="0"/>
          <a:chOff x="0" y="0"/>
          <a:chExt cx="0" cy="0"/>
        </a:xfrm>
      </p:grpSpPr>
      <p:grpSp>
        <p:nvGrpSpPr>
          <p:cNvPr id="358" name="Google Shape;358;g1f53e57a164_2_180"/>
          <p:cNvGrpSpPr/>
          <p:nvPr/>
        </p:nvGrpSpPr>
        <p:grpSpPr>
          <a:xfrm>
            <a:off x="0" y="381001"/>
            <a:ext cx="1037850" cy="1016288"/>
            <a:chOff x="0" y="381001"/>
            <a:chExt cx="1037850" cy="1016288"/>
          </a:xfrm>
        </p:grpSpPr>
        <p:sp>
          <p:nvSpPr>
            <p:cNvPr id="359" name="Google Shape;359;g1f53e57a164_2_18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1f53e57a164_2_18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1" name="Google Shape;361;g1f53e57a164_2_18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2" name="Google Shape;362;g1f53e57a164_2_180"/>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63" name="Google Shape;363;g1f53e57a164_2_180"/>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64" name="Google Shape;364;g1f53e57a164_2_1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5" name="Shape 365"/>
        <p:cNvGrpSpPr/>
        <p:nvPr/>
      </p:nvGrpSpPr>
      <p:grpSpPr>
        <a:xfrm>
          <a:off x="0" y="0"/>
          <a:ext cx="0" cy="0"/>
          <a:chOff x="0" y="0"/>
          <a:chExt cx="0" cy="0"/>
        </a:xfrm>
      </p:grpSpPr>
      <p:grpSp>
        <p:nvGrpSpPr>
          <p:cNvPr id="366" name="Google Shape;366;g1f53e57a164_2_188"/>
          <p:cNvGrpSpPr/>
          <p:nvPr/>
        </p:nvGrpSpPr>
        <p:grpSpPr>
          <a:xfrm>
            <a:off x="0" y="381001"/>
            <a:ext cx="1037850" cy="1016288"/>
            <a:chOff x="0" y="381001"/>
            <a:chExt cx="1037850" cy="1016288"/>
          </a:xfrm>
        </p:grpSpPr>
        <p:sp>
          <p:nvSpPr>
            <p:cNvPr id="367" name="Google Shape;367;g1f53e57a164_2_18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1f53e57a164_2_18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9" name="Google Shape;369;g1f53e57a164_2_18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0" name="Google Shape;370;g1f53e57a164_2_1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1" name="Shape 371"/>
        <p:cNvGrpSpPr/>
        <p:nvPr/>
      </p:nvGrpSpPr>
      <p:grpSpPr>
        <a:xfrm>
          <a:off x="0" y="0"/>
          <a:ext cx="0" cy="0"/>
          <a:chOff x="0" y="0"/>
          <a:chExt cx="0" cy="0"/>
        </a:xfrm>
      </p:grpSpPr>
      <p:grpSp>
        <p:nvGrpSpPr>
          <p:cNvPr id="372" name="Google Shape;372;g1f53e57a164_2_194"/>
          <p:cNvGrpSpPr/>
          <p:nvPr/>
        </p:nvGrpSpPr>
        <p:grpSpPr>
          <a:xfrm>
            <a:off x="0" y="381001"/>
            <a:ext cx="1037850" cy="1016288"/>
            <a:chOff x="0" y="381001"/>
            <a:chExt cx="1037850" cy="1016288"/>
          </a:xfrm>
        </p:grpSpPr>
        <p:sp>
          <p:nvSpPr>
            <p:cNvPr id="373" name="Google Shape;373;g1f53e57a164_2_19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1f53e57a164_2_19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5" name="Google Shape;375;g1f53e57a164_2_194"/>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6" name="Google Shape;376;g1f53e57a164_2_194"/>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77" name="Google Shape;377;g1f53e57a164_2_1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8" name="Shape 378"/>
        <p:cNvGrpSpPr/>
        <p:nvPr/>
      </p:nvGrpSpPr>
      <p:grpSpPr>
        <a:xfrm>
          <a:off x="0" y="0"/>
          <a:ext cx="0" cy="0"/>
          <a:chOff x="0" y="0"/>
          <a:chExt cx="0" cy="0"/>
        </a:xfrm>
      </p:grpSpPr>
      <p:grpSp>
        <p:nvGrpSpPr>
          <p:cNvPr id="379" name="Google Shape;379;g1f53e57a164_2_201"/>
          <p:cNvGrpSpPr/>
          <p:nvPr/>
        </p:nvGrpSpPr>
        <p:grpSpPr>
          <a:xfrm>
            <a:off x="4406400" y="0"/>
            <a:ext cx="4737600" cy="5143500"/>
            <a:chOff x="4406400" y="0"/>
            <a:chExt cx="4737600" cy="5143500"/>
          </a:xfrm>
        </p:grpSpPr>
        <p:sp>
          <p:nvSpPr>
            <p:cNvPr id="380" name="Google Shape;380;g1f53e57a164_2_201"/>
            <p:cNvSpPr/>
            <p:nvPr/>
          </p:nvSpPr>
          <p:spPr>
            <a:xfrm rot="5400000">
              <a:off x="4407900" y="-1500"/>
              <a:ext cx="47346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1f53e57a164_2_201"/>
            <p:cNvSpPr/>
            <p:nvPr/>
          </p:nvSpPr>
          <p:spPr>
            <a:xfrm rot="5400000">
              <a:off x="4840825" y="6000"/>
              <a:ext cx="42987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1f53e57a164_2_201"/>
            <p:cNvSpPr/>
            <p:nvPr/>
          </p:nvSpPr>
          <p:spPr>
            <a:xfrm rot="-5400000">
              <a:off x="5618399" y="123664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1f53e57a164_2_201"/>
            <p:cNvSpPr/>
            <p:nvPr/>
          </p:nvSpPr>
          <p:spPr>
            <a:xfrm flipH="1">
              <a:off x="5849857" y="144407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1f53e57a164_2_201"/>
            <p:cNvSpPr/>
            <p:nvPr/>
          </p:nvSpPr>
          <p:spPr>
            <a:xfrm rot="-5400000">
              <a:off x="5987081" y="246974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1f53e57a164_2_201"/>
            <p:cNvSpPr/>
            <p:nvPr/>
          </p:nvSpPr>
          <p:spPr>
            <a:xfrm flipH="1">
              <a:off x="6222115" y="2677179"/>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1f53e57a164_2_201"/>
            <p:cNvSpPr/>
            <p:nvPr/>
          </p:nvSpPr>
          <p:spPr>
            <a:xfrm rot="-5400000">
              <a:off x="6675341" y="186224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1f53e57a164_2_20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1f53e57a164_2_201"/>
            <p:cNvSpPr/>
            <p:nvPr/>
          </p:nvSpPr>
          <p:spPr>
            <a:xfrm rot="-5400000">
              <a:off x="6861141" y="247808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1f53e57a164_2_201"/>
            <p:cNvSpPr/>
            <p:nvPr/>
          </p:nvSpPr>
          <p:spPr>
            <a:xfrm flipH="1">
              <a:off x="7965266" y="269319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1f53e57a164_2_201"/>
            <p:cNvSpPr/>
            <p:nvPr/>
          </p:nvSpPr>
          <p:spPr>
            <a:xfrm flipH="1">
              <a:off x="8145082" y="330903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1f53e57a164_2_201"/>
            <p:cNvSpPr/>
            <p:nvPr/>
          </p:nvSpPr>
          <p:spPr>
            <a:xfrm rot="-5400000">
              <a:off x="7047599" y="309534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1f53e57a164_2_201"/>
            <p:cNvSpPr/>
            <p:nvPr/>
          </p:nvSpPr>
          <p:spPr>
            <a:xfrm flipH="1">
              <a:off x="7276649" y="3302781"/>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1f53e57a164_2_20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1f53e57a164_2_201"/>
            <p:cNvSpPr/>
            <p:nvPr/>
          </p:nvSpPr>
          <p:spPr>
            <a:xfrm flipH="1">
              <a:off x="7462448" y="391862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1f53e57a164_2_201"/>
            <p:cNvSpPr/>
            <p:nvPr/>
          </p:nvSpPr>
          <p:spPr>
            <a:xfrm rot="-5400000">
              <a:off x="8102491" y="37188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1f53e57a164_2_201"/>
            <p:cNvSpPr/>
            <p:nvPr/>
          </p:nvSpPr>
          <p:spPr>
            <a:xfrm flipH="1">
              <a:off x="8334533" y="392629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1f53e57a164_2_201"/>
            <p:cNvSpPr/>
            <p:nvPr/>
          </p:nvSpPr>
          <p:spPr>
            <a:xfrm rot="-5400000">
              <a:off x="8288290" y="433470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8" name="Google Shape;398;g1f53e57a164_2_201"/>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9" name="Google Shape;399;g1f53e57a164_2_2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0" name="Shape 400"/>
        <p:cNvGrpSpPr/>
        <p:nvPr/>
      </p:nvGrpSpPr>
      <p:grpSpPr>
        <a:xfrm>
          <a:off x="0" y="0"/>
          <a:ext cx="0" cy="0"/>
          <a:chOff x="0" y="0"/>
          <a:chExt cx="0" cy="0"/>
        </a:xfrm>
      </p:grpSpPr>
      <p:grpSp>
        <p:nvGrpSpPr>
          <p:cNvPr id="401" name="Google Shape;401;g1f53e57a164_2_223"/>
          <p:cNvGrpSpPr/>
          <p:nvPr/>
        </p:nvGrpSpPr>
        <p:grpSpPr>
          <a:xfrm>
            <a:off x="0" y="381001"/>
            <a:ext cx="1037850" cy="1016288"/>
            <a:chOff x="0" y="381001"/>
            <a:chExt cx="1037850" cy="1016288"/>
          </a:xfrm>
        </p:grpSpPr>
        <p:sp>
          <p:nvSpPr>
            <p:cNvPr id="402" name="Google Shape;402;g1f53e57a164_2_22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1f53e57a164_2_22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g1f53e57a164_2_223"/>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5" name="Google Shape;405;g1f53e57a164_2_223"/>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406" name="Google Shape;406;g1f53e57a164_2_223"/>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7" name="Google Shape;407;g1f53e57a164_2_2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8" name="Shape 408"/>
        <p:cNvGrpSpPr/>
        <p:nvPr/>
      </p:nvGrpSpPr>
      <p:grpSpPr>
        <a:xfrm>
          <a:off x="0" y="0"/>
          <a:ext cx="0" cy="0"/>
          <a:chOff x="0" y="0"/>
          <a:chExt cx="0" cy="0"/>
        </a:xfrm>
      </p:grpSpPr>
      <p:grpSp>
        <p:nvGrpSpPr>
          <p:cNvPr id="409" name="Google Shape;409;g1f53e57a164_2_231"/>
          <p:cNvGrpSpPr/>
          <p:nvPr/>
        </p:nvGrpSpPr>
        <p:grpSpPr>
          <a:xfrm>
            <a:off x="0" y="4128572"/>
            <a:ext cx="698925" cy="684657"/>
            <a:chOff x="0" y="3785672"/>
            <a:chExt cx="698925" cy="684657"/>
          </a:xfrm>
        </p:grpSpPr>
        <p:sp>
          <p:nvSpPr>
            <p:cNvPr id="410" name="Google Shape;410;g1f53e57a164_2_231"/>
            <p:cNvSpPr/>
            <p:nvPr/>
          </p:nvSpPr>
          <p:spPr>
            <a:xfrm rot="-5400000">
              <a:off x="0" y="3785672"/>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1f53e57a164_2_231"/>
            <p:cNvSpPr/>
            <p:nvPr/>
          </p:nvSpPr>
          <p:spPr>
            <a:xfrm flipH="1">
              <a:off x="154125" y="3925529"/>
              <a:ext cx="544800" cy="544800"/>
            </a:xfrm>
            <a:prstGeom prst="diagStripe">
              <a:avLst>
                <a:gd fmla="val 50000" name="adj"/>
              </a:avLst>
            </a:prstGeom>
            <a:solidFill>
              <a:schemeClr val="lt1">
                <a:alpha val="823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g1f53e57a164_2_231"/>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413" name="Google Shape;413;g1f53e57a164_2_2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4" name="Shape 414"/>
        <p:cNvGrpSpPr/>
        <p:nvPr/>
      </p:nvGrpSpPr>
      <p:grpSpPr>
        <a:xfrm>
          <a:off x="0" y="0"/>
          <a:ext cx="0" cy="0"/>
          <a:chOff x="0" y="0"/>
          <a:chExt cx="0" cy="0"/>
        </a:xfrm>
      </p:grpSpPr>
      <p:grpSp>
        <p:nvGrpSpPr>
          <p:cNvPr id="415" name="Google Shape;415;g1f53e57a164_2_237"/>
          <p:cNvGrpSpPr/>
          <p:nvPr/>
        </p:nvGrpSpPr>
        <p:grpSpPr>
          <a:xfrm>
            <a:off x="4406400" y="0"/>
            <a:ext cx="4737600" cy="5143065"/>
            <a:chOff x="4406400" y="0"/>
            <a:chExt cx="4737600" cy="5143065"/>
          </a:xfrm>
        </p:grpSpPr>
        <p:sp>
          <p:nvSpPr>
            <p:cNvPr id="416" name="Google Shape;416;g1f53e57a164_2_237"/>
            <p:cNvSpPr/>
            <p:nvPr/>
          </p:nvSpPr>
          <p:spPr>
            <a:xfrm rot="5400000">
              <a:off x="4408200" y="-1800"/>
              <a:ext cx="4734000" cy="4737600"/>
            </a:xfrm>
            <a:prstGeom prst="diagStripe">
              <a:avLst>
                <a:gd fmla="val 49469"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1f53e57a164_2_237"/>
            <p:cNvSpPr/>
            <p:nvPr/>
          </p:nvSpPr>
          <p:spPr>
            <a:xfrm rot="5400000">
              <a:off x="4841125" y="5700"/>
              <a:ext cx="4298100" cy="4286700"/>
            </a:xfrm>
            <a:prstGeom prst="diagStripe">
              <a:avLst>
                <a:gd fmla="val 0" name="adj"/>
              </a:avLst>
            </a:prstGeom>
            <a:solidFill>
              <a:schemeClr val="lt1">
                <a:alpha val="19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1f53e57a164_2_237"/>
            <p:cNvSpPr/>
            <p:nvPr/>
          </p:nvSpPr>
          <p:spPr>
            <a:xfrm rot="-5400000">
              <a:off x="5618399" y="123646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g1f53e57a164_2_237"/>
            <p:cNvSpPr/>
            <p:nvPr/>
          </p:nvSpPr>
          <p:spPr>
            <a:xfrm flipH="1">
              <a:off x="5849857" y="1443956"/>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1f53e57a164_2_237"/>
            <p:cNvSpPr/>
            <p:nvPr/>
          </p:nvSpPr>
          <p:spPr>
            <a:xfrm rot="-5400000">
              <a:off x="5987081" y="24694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1f53e57a164_2_237"/>
            <p:cNvSpPr/>
            <p:nvPr/>
          </p:nvSpPr>
          <p:spPr>
            <a:xfrm flipH="1">
              <a:off x="6222115" y="267695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1f53e57a164_2_237"/>
            <p:cNvSpPr/>
            <p:nvPr/>
          </p:nvSpPr>
          <p:spPr>
            <a:xfrm rot="-5400000">
              <a:off x="6675341" y="1862018"/>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1f53e57a164_2_23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1f53e57a164_2_237"/>
            <p:cNvSpPr/>
            <p:nvPr/>
          </p:nvSpPr>
          <p:spPr>
            <a:xfrm rot="-5400000">
              <a:off x="6861141" y="247781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1f53e57a164_2_237"/>
            <p:cNvSpPr/>
            <p:nvPr/>
          </p:nvSpPr>
          <p:spPr>
            <a:xfrm flipH="1">
              <a:off x="7965266" y="269296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1f53e57a164_2_237"/>
            <p:cNvSpPr/>
            <p:nvPr/>
          </p:nvSpPr>
          <p:spPr>
            <a:xfrm flipH="1">
              <a:off x="8145082" y="330875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1f53e57a164_2_237"/>
            <p:cNvSpPr/>
            <p:nvPr/>
          </p:nvSpPr>
          <p:spPr>
            <a:xfrm rot="-5400000">
              <a:off x="7047599" y="309501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1f53e57a164_2_237"/>
            <p:cNvSpPr/>
            <p:nvPr/>
          </p:nvSpPr>
          <p:spPr>
            <a:xfrm flipH="1">
              <a:off x="7276649" y="3302502"/>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1f53e57a164_2_23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1f53e57a164_2_237"/>
            <p:cNvSpPr/>
            <p:nvPr/>
          </p:nvSpPr>
          <p:spPr>
            <a:xfrm flipH="1">
              <a:off x="7462448" y="3918294"/>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1f53e57a164_2_237"/>
            <p:cNvSpPr/>
            <p:nvPr/>
          </p:nvSpPr>
          <p:spPr>
            <a:xfrm rot="-5400000">
              <a:off x="8102491" y="3718473"/>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1f53e57a164_2_237"/>
            <p:cNvSpPr/>
            <p:nvPr/>
          </p:nvSpPr>
          <p:spPr>
            <a:xfrm flipH="1">
              <a:off x="8334533" y="3925960"/>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g1f53e57a164_2_237"/>
            <p:cNvSpPr/>
            <p:nvPr/>
          </p:nvSpPr>
          <p:spPr>
            <a:xfrm rot="-5400000">
              <a:off x="8288290" y="4334265"/>
              <a:ext cx="808800" cy="808800"/>
            </a:xfrm>
            <a:prstGeom prst="diagStripe">
              <a:avLst>
                <a:gd fmla="val 50000" name="adj"/>
              </a:avLst>
            </a:prstGeom>
            <a:solidFill>
              <a:schemeClr val="lt1">
                <a:alpha val="5882"/>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4" name="Google Shape;434;g1f53e57a164_2_237"/>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435" name="Google Shape;435;g1f53e57a164_2_237"/>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6" name="Google Shape;436;g1f53e57a164_2_2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37" name="Shape 437"/>
        <p:cNvGrpSpPr/>
        <p:nvPr/>
      </p:nvGrpSpPr>
      <p:grpSpPr>
        <a:xfrm>
          <a:off x="0" y="0"/>
          <a:ext cx="0" cy="0"/>
          <a:chOff x="0" y="0"/>
          <a:chExt cx="0" cy="0"/>
        </a:xfrm>
      </p:grpSpPr>
      <p:sp>
        <p:nvSpPr>
          <p:cNvPr id="438" name="Google Shape;438;g1f53e57a164_2_262"/>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9" name="Google Shape;439;g1f53e57a164_2_262"/>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440" name="Google Shape;440;g1f53e57a164_2_262"/>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1" name="Google Shape;441;g1f53e57a164_2_262"/>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2" name="Google Shape;442;g1f53e57a164_2_262"/>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7" name="Shape 447"/>
        <p:cNvGrpSpPr/>
        <p:nvPr/>
      </p:nvGrpSpPr>
      <p:grpSpPr>
        <a:xfrm>
          <a:off x="0" y="0"/>
          <a:ext cx="0" cy="0"/>
          <a:chOff x="0" y="0"/>
          <a:chExt cx="0" cy="0"/>
        </a:xfrm>
      </p:grpSpPr>
      <p:sp>
        <p:nvSpPr>
          <p:cNvPr id="448" name="Google Shape;448;g2d4803f74dc_3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9" name="Shape 449"/>
        <p:cNvGrpSpPr/>
        <p:nvPr/>
      </p:nvGrpSpPr>
      <p:grpSpPr>
        <a:xfrm>
          <a:off x="0" y="0"/>
          <a:ext cx="0" cy="0"/>
          <a:chOff x="0" y="0"/>
          <a:chExt cx="0" cy="0"/>
        </a:xfrm>
      </p:grpSpPr>
      <p:sp>
        <p:nvSpPr>
          <p:cNvPr id="450" name="Google Shape;450;g2d4803f74dc_3_13"/>
          <p:cNvSpPr/>
          <p:nvPr/>
        </p:nvSpPr>
        <p:spPr>
          <a:xfrm rot="5400000">
            <a:off x="7500300" y="505"/>
            <a:ext cx="1643700" cy="1643700"/>
          </a:xfrm>
          <a:prstGeom prst="diagStripe">
            <a:avLst>
              <a:gd fmla="val 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1" name="Google Shape;451;g2d4803f74dc_3_13"/>
          <p:cNvGrpSpPr/>
          <p:nvPr/>
        </p:nvGrpSpPr>
        <p:grpSpPr>
          <a:xfrm>
            <a:off x="0" y="490"/>
            <a:ext cx="5153705" cy="5134399"/>
            <a:chOff x="0" y="75"/>
            <a:chExt cx="5153705" cy="5152950"/>
          </a:xfrm>
        </p:grpSpPr>
        <p:sp>
          <p:nvSpPr>
            <p:cNvPr id="452" name="Google Shape;452;g2d4803f74dc_3_13"/>
            <p:cNvSpPr/>
            <p:nvPr/>
          </p:nvSpPr>
          <p:spPr>
            <a:xfrm rot="-5400000">
              <a:off x="455" y="-225"/>
              <a:ext cx="5152800" cy="5153700"/>
            </a:xfrm>
            <a:prstGeom prst="diagStripe">
              <a:avLst>
                <a:gd fmla="val 50000"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g2d4803f74dc_3_13"/>
            <p:cNvSpPr/>
            <p:nvPr/>
          </p:nvSpPr>
          <p:spPr>
            <a:xfrm rot="-5400000">
              <a:off x="150" y="1145825"/>
              <a:ext cx="3996600" cy="3996900"/>
            </a:xfrm>
            <a:prstGeom prst="diagStripe">
              <a:avLst>
                <a:gd fmla="val 58774" name="adj"/>
              </a:avLst>
            </a:prstGeom>
            <a:solidFill>
              <a:schemeClr val="lt1">
                <a:alpha val="784"/>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2d4803f74dc_3_13"/>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2d4803f74dc_3_13"/>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6" name="Google Shape;456;g2d4803f74dc_3_13"/>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457" name="Google Shape;457;g2d4803f74dc_3_13"/>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458" name="Google Shape;458;g2d4803f74dc_3_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9" name="Shape 459"/>
        <p:cNvGrpSpPr/>
        <p:nvPr/>
      </p:nvGrpSpPr>
      <p:grpSpPr>
        <a:xfrm>
          <a:off x="0" y="0"/>
          <a:ext cx="0" cy="0"/>
          <a:chOff x="0" y="0"/>
          <a:chExt cx="0" cy="0"/>
        </a:xfrm>
      </p:grpSpPr>
      <p:grpSp>
        <p:nvGrpSpPr>
          <p:cNvPr id="460" name="Google Shape;460;g2d4803f74dc_3_6"/>
          <p:cNvGrpSpPr/>
          <p:nvPr/>
        </p:nvGrpSpPr>
        <p:grpSpPr>
          <a:xfrm>
            <a:off x="0" y="381001"/>
            <a:ext cx="1037850" cy="1016288"/>
            <a:chOff x="0" y="381001"/>
            <a:chExt cx="1037850" cy="1016288"/>
          </a:xfrm>
        </p:grpSpPr>
        <p:sp>
          <p:nvSpPr>
            <p:cNvPr id="461" name="Google Shape;461;g2d4803f74dc_3_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2d4803f74dc_3_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3" name="Google Shape;463;g2d4803f74dc_3_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4" name="Google Shape;464;g2d4803f74dc_3_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65" name="Google Shape;465;g2d4803f74dc_3_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6" name="Shape 466"/>
        <p:cNvGrpSpPr/>
        <p:nvPr/>
      </p:nvGrpSpPr>
      <p:grpSpPr>
        <a:xfrm>
          <a:off x="0" y="0"/>
          <a:ext cx="0" cy="0"/>
          <a:chOff x="0" y="0"/>
          <a:chExt cx="0" cy="0"/>
        </a:xfrm>
      </p:grpSpPr>
      <p:grpSp>
        <p:nvGrpSpPr>
          <p:cNvPr id="467" name="Google Shape;467;g2d4803f74dc_3_23"/>
          <p:cNvGrpSpPr/>
          <p:nvPr/>
        </p:nvGrpSpPr>
        <p:grpSpPr>
          <a:xfrm>
            <a:off x="4406400" y="0"/>
            <a:ext cx="4737600" cy="5143065"/>
            <a:chOff x="4406400" y="0"/>
            <a:chExt cx="4737600" cy="5143065"/>
          </a:xfrm>
        </p:grpSpPr>
        <p:sp>
          <p:nvSpPr>
            <p:cNvPr id="468" name="Google Shape;468;g2d4803f74dc_3_23"/>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2d4803f74dc_3_23"/>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2d4803f74dc_3_23"/>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2d4803f74dc_3_23"/>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2d4803f74dc_3_23"/>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d4803f74dc_3_23"/>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2d4803f74dc_3_23"/>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2d4803f74dc_3_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2d4803f74dc_3_23"/>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g2d4803f74dc_3_23"/>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d4803f74dc_3_23"/>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2d4803f74dc_3_23"/>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2d4803f74dc_3_23"/>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2d4803f74dc_3_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2d4803f74dc_3_23"/>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2d4803f74dc_3_23"/>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2d4803f74dc_3_23"/>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2d4803f74dc_3_23"/>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6" name="Google Shape;486;g2d4803f74dc_3_23"/>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7" name="Google Shape;487;g2d4803f74dc_3_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8" name="Shape 488"/>
        <p:cNvGrpSpPr/>
        <p:nvPr/>
      </p:nvGrpSpPr>
      <p:grpSpPr>
        <a:xfrm>
          <a:off x="0" y="0"/>
          <a:ext cx="0" cy="0"/>
          <a:chOff x="0" y="0"/>
          <a:chExt cx="0" cy="0"/>
        </a:xfrm>
      </p:grpSpPr>
      <p:grpSp>
        <p:nvGrpSpPr>
          <p:cNvPr id="489" name="Google Shape;489;g2d4803f74dc_3_45"/>
          <p:cNvGrpSpPr/>
          <p:nvPr/>
        </p:nvGrpSpPr>
        <p:grpSpPr>
          <a:xfrm>
            <a:off x="0" y="381001"/>
            <a:ext cx="1037850" cy="1016288"/>
            <a:chOff x="0" y="381001"/>
            <a:chExt cx="1037850" cy="1016288"/>
          </a:xfrm>
        </p:grpSpPr>
        <p:sp>
          <p:nvSpPr>
            <p:cNvPr id="490" name="Google Shape;490;g2d4803f74dc_3_4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2d4803f74dc_3_4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2" name="Google Shape;492;g2d4803f74dc_3_4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3" name="Google Shape;493;g2d4803f74dc_3_45"/>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94" name="Google Shape;494;g2d4803f74dc_3_45"/>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95" name="Google Shape;495;g2d4803f74dc_3_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6" name="Shape 496"/>
        <p:cNvGrpSpPr/>
        <p:nvPr/>
      </p:nvGrpSpPr>
      <p:grpSpPr>
        <a:xfrm>
          <a:off x="0" y="0"/>
          <a:ext cx="0" cy="0"/>
          <a:chOff x="0" y="0"/>
          <a:chExt cx="0" cy="0"/>
        </a:xfrm>
      </p:grpSpPr>
      <p:grpSp>
        <p:nvGrpSpPr>
          <p:cNvPr id="497" name="Google Shape;497;g2d4803f74dc_3_53"/>
          <p:cNvGrpSpPr/>
          <p:nvPr/>
        </p:nvGrpSpPr>
        <p:grpSpPr>
          <a:xfrm>
            <a:off x="0" y="381001"/>
            <a:ext cx="1037850" cy="1016288"/>
            <a:chOff x="0" y="381001"/>
            <a:chExt cx="1037850" cy="1016288"/>
          </a:xfrm>
        </p:grpSpPr>
        <p:sp>
          <p:nvSpPr>
            <p:cNvPr id="498" name="Google Shape;498;g2d4803f74dc_3_5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g2d4803f74dc_3_5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0" name="Google Shape;500;g2d4803f74dc_3_5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1" name="Google Shape;501;g2d4803f74dc_3_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2" name="Shape 502"/>
        <p:cNvGrpSpPr/>
        <p:nvPr/>
      </p:nvGrpSpPr>
      <p:grpSpPr>
        <a:xfrm>
          <a:off x="0" y="0"/>
          <a:ext cx="0" cy="0"/>
          <a:chOff x="0" y="0"/>
          <a:chExt cx="0" cy="0"/>
        </a:xfrm>
      </p:grpSpPr>
      <p:grpSp>
        <p:nvGrpSpPr>
          <p:cNvPr id="503" name="Google Shape;503;g2d4803f74dc_3_59"/>
          <p:cNvGrpSpPr/>
          <p:nvPr/>
        </p:nvGrpSpPr>
        <p:grpSpPr>
          <a:xfrm>
            <a:off x="0" y="381001"/>
            <a:ext cx="1037850" cy="1016288"/>
            <a:chOff x="0" y="381001"/>
            <a:chExt cx="1037850" cy="1016288"/>
          </a:xfrm>
        </p:grpSpPr>
        <p:sp>
          <p:nvSpPr>
            <p:cNvPr id="504" name="Google Shape;504;g2d4803f74dc_3_5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g2d4803f74dc_3_5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6" name="Google Shape;506;g2d4803f74dc_3_59"/>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7" name="Google Shape;507;g2d4803f74dc_3_59"/>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08" name="Google Shape;508;g2d4803f74dc_3_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9" name="Shape 509"/>
        <p:cNvGrpSpPr/>
        <p:nvPr/>
      </p:nvGrpSpPr>
      <p:grpSpPr>
        <a:xfrm>
          <a:off x="0" y="0"/>
          <a:ext cx="0" cy="0"/>
          <a:chOff x="0" y="0"/>
          <a:chExt cx="0" cy="0"/>
        </a:xfrm>
      </p:grpSpPr>
      <p:grpSp>
        <p:nvGrpSpPr>
          <p:cNvPr id="510" name="Google Shape;510;g2d4803f74dc_3_66"/>
          <p:cNvGrpSpPr/>
          <p:nvPr/>
        </p:nvGrpSpPr>
        <p:grpSpPr>
          <a:xfrm>
            <a:off x="4406400" y="0"/>
            <a:ext cx="4737600" cy="5143500"/>
            <a:chOff x="4406400" y="0"/>
            <a:chExt cx="4737600" cy="5143500"/>
          </a:xfrm>
        </p:grpSpPr>
        <p:sp>
          <p:nvSpPr>
            <p:cNvPr id="511" name="Google Shape;511;g2d4803f74dc_3_66"/>
            <p:cNvSpPr/>
            <p:nvPr/>
          </p:nvSpPr>
          <p:spPr>
            <a:xfrm rot="5400000">
              <a:off x="4407900" y="-1500"/>
              <a:ext cx="47346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2d4803f74dc_3_66"/>
            <p:cNvSpPr/>
            <p:nvPr/>
          </p:nvSpPr>
          <p:spPr>
            <a:xfrm rot="5400000">
              <a:off x="4840825" y="6000"/>
              <a:ext cx="42987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g2d4803f74dc_3_66"/>
            <p:cNvSpPr/>
            <p:nvPr/>
          </p:nvSpPr>
          <p:spPr>
            <a:xfrm rot="-5400000">
              <a:off x="5618399" y="123664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2d4803f74dc_3_66"/>
            <p:cNvSpPr/>
            <p:nvPr/>
          </p:nvSpPr>
          <p:spPr>
            <a:xfrm flipH="1">
              <a:off x="5849857" y="144407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2d4803f74dc_3_66"/>
            <p:cNvSpPr/>
            <p:nvPr/>
          </p:nvSpPr>
          <p:spPr>
            <a:xfrm rot="-5400000">
              <a:off x="5987081" y="246974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2d4803f74dc_3_66"/>
            <p:cNvSpPr/>
            <p:nvPr/>
          </p:nvSpPr>
          <p:spPr>
            <a:xfrm flipH="1">
              <a:off x="6222115" y="2677179"/>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2d4803f74dc_3_66"/>
            <p:cNvSpPr/>
            <p:nvPr/>
          </p:nvSpPr>
          <p:spPr>
            <a:xfrm rot="-5400000">
              <a:off x="6675341" y="186224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2d4803f74dc_3_66"/>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2d4803f74dc_3_66"/>
            <p:cNvSpPr/>
            <p:nvPr/>
          </p:nvSpPr>
          <p:spPr>
            <a:xfrm rot="-5400000">
              <a:off x="6861141" y="247808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g2d4803f74dc_3_66"/>
            <p:cNvSpPr/>
            <p:nvPr/>
          </p:nvSpPr>
          <p:spPr>
            <a:xfrm flipH="1">
              <a:off x="7965266" y="269319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2d4803f74dc_3_66"/>
            <p:cNvSpPr/>
            <p:nvPr/>
          </p:nvSpPr>
          <p:spPr>
            <a:xfrm flipH="1">
              <a:off x="8145082" y="330903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2d4803f74dc_3_66"/>
            <p:cNvSpPr/>
            <p:nvPr/>
          </p:nvSpPr>
          <p:spPr>
            <a:xfrm rot="-5400000">
              <a:off x="7047599" y="309534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2d4803f74dc_3_66"/>
            <p:cNvSpPr/>
            <p:nvPr/>
          </p:nvSpPr>
          <p:spPr>
            <a:xfrm flipH="1">
              <a:off x="7276649" y="330278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2d4803f74dc_3_66"/>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2d4803f74dc_3_66"/>
            <p:cNvSpPr/>
            <p:nvPr/>
          </p:nvSpPr>
          <p:spPr>
            <a:xfrm flipH="1">
              <a:off x="7462448" y="391862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2d4803f74dc_3_66"/>
            <p:cNvSpPr/>
            <p:nvPr/>
          </p:nvSpPr>
          <p:spPr>
            <a:xfrm rot="-5400000">
              <a:off x="8102491" y="37188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2d4803f74dc_3_66"/>
            <p:cNvSpPr/>
            <p:nvPr/>
          </p:nvSpPr>
          <p:spPr>
            <a:xfrm flipH="1">
              <a:off x="8334533" y="392629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2d4803f74dc_3_66"/>
            <p:cNvSpPr/>
            <p:nvPr/>
          </p:nvSpPr>
          <p:spPr>
            <a:xfrm rot="-5400000">
              <a:off x="8288290" y="433470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9" name="Google Shape;529;g2d4803f74dc_3_66"/>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0" name="Google Shape;530;g2d4803f74dc_3_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1" name="Shape 531"/>
        <p:cNvGrpSpPr/>
        <p:nvPr/>
      </p:nvGrpSpPr>
      <p:grpSpPr>
        <a:xfrm>
          <a:off x="0" y="0"/>
          <a:ext cx="0" cy="0"/>
          <a:chOff x="0" y="0"/>
          <a:chExt cx="0" cy="0"/>
        </a:xfrm>
      </p:grpSpPr>
      <p:grpSp>
        <p:nvGrpSpPr>
          <p:cNvPr id="532" name="Google Shape;532;g2d4803f74dc_3_88"/>
          <p:cNvGrpSpPr/>
          <p:nvPr/>
        </p:nvGrpSpPr>
        <p:grpSpPr>
          <a:xfrm>
            <a:off x="0" y="381001"/>
            <a:ext cx="1037850" cy="1016288"/>
            <a:chOff x="0" y="381001"/>
            <a:chExt cx="1037850" cy="1016288"/>
          </a:xfrm>
        </p:grpSpPr>
        <p:sp>
          <p:nvSpPr>
            <p:cNvPr id="533" name="Google Shape;533;g2d4803f74dc_3_8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2d4803f74dc_3_8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5" name="Google Shape;535;g2d4803f74dc_3_88"/>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6" name="Google Shape;536;g2d4803f74dc_3_88"/>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537" name="Google Shape;537;g2d4803f74dc_3_88"/>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38" name="Google Shape;538;g2d4803f74dc_3_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9" name="Shape 539"/>
        <p:cNvGrpSpPr/>
        <p:nvPr/>
      </p:nvGrpSpPr>
      <p:grpSpPr>
        <a:xfrm>
          <a:off x="0" y="0"/>
          <a:ext cx="0" cy="0"/>
          <a:chOff x="0" y="0"/>
          <a:chExt cx="0" cy="0"/>
        </a:xfrm>
      </p:grpSpPr>
      <p:grpSp>
        <p:nvGrpSpPr>
          <p:cNvPr id="540" name="Google Shape;540;g2d4803f74dc_3_96"/>
          <p:cNvGrpSpPr/>
          <p:nvPr/>
        </p:nvGrpSpPr>
        <p:grpSpPr>
          <a:xfrm>
            <a:off x="0" y="4128572"/>
            <a:ext cx="698925" cy="684657"/>
            <a:chOff x="0" y="3785672"/>
            <a:chExt cx="698925" cy="684657"/>
          </a:xfrm>
        </p:grpSpPr>
        <p:sp>
          <p:nvSpPr>
            <p:cNvPr id="541" name="Google Shape;541;g2d4803f74dc_3_96"/>
            <p:cNvSpPr/>
            <p:nvPr/>
          </p:nvSpPr>
          <p:spPr>
            <a:xfrm rot="-5400000">
              <a:off x="0" y="3785672"/>
              <a:ext cx="544800" cy="544800"/>
            </a:xfrm>
            <a:prstGeom prst="diagStripe">
              <a:avLst>
                <a:gd fmla="val 50000" name="adj"/>
              </a:avLst>
            </a:prstGeom>
            <a:solidFill>
              <a:schemeClr val="lt1">
                <a:alpha val="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2d4803f74dc_3_96"/>
            <p:cNvSpPr/>
            <p:nvPr/>
          </p:nvSpPr>
          <p:spPr>
            <a:xfrm flipH="1">
              <a:off x="154125" y="3925529"/>
              <a:ext cx="544800" cy="544800"/>
            </a:xfrm>
            <a:prstGeom prst="diagStripe">
              <a:avLst>
                <a:gd fmla="val 50000" name="adj"/>
              </a:avLst>
            </a:prstGeom>
            <a:solidFill>
              <a:schemeClr val="lt1">
                <a:alpha val="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3" name="Google Shape;543;g2d4803f74dc_3_96"/>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544" name="Google Shape;544;g2d4803f74dc_3_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5" name="Shape 545"/>
        <p:cNvGrpSpPr/>
        <p:nvPr/>
      </p:nvGrpSpPr>
      <p:grpSpPr>
        <a:xfrm>
          <a:off x="0" y="0"/>
          <a:ext cx="0" cy="0"/>
          <a:chOff x="0" y="0"/>
          <a:chExt cx="0" cy="0"/>
        </a:xfrm>
      </p:grpSpPr>
      <p:grpSp>
        <p:nvGrpSpPr>
          <p:cNvPr id="546" name="Google Shape;546;g2d4803f74dc_3_102"/>
          <p:cNvGrpSpPr/>
          <p:nvPr/>
        </p:nvGrpSpPr>
        <p:grpSpPr>
          <a:xfrm>
            <a:off x="4406400" y="0"/>
            <a:ext cx="4737600" cy="5143065"/>
            <a:chOff x="4406400" y="0"/>
            <a:chExt cx="4737600" cy="5143065"/>
          </a:xfrm>
        </p:grpSpPr>
        <p:sp>
          <p:nvSpPr>
            <p:cNvPr id="547" name="Google Shape;547;g2d4803f74dc_3_102"/>
            <p:cNvSpPr/>
            <p:nvPr/>
          </p:nvSpPr>
          <p:spPr>
            <a:xfrm rot="5400000">
              <a:off x="4408200" y="-1800"/>
              <a:ext cx="4734000" cy="4737600"/>
            </a:xfrm>
            <a:prstGeom prst="diagStripe">
              <a:avLst>
                <a:gd fmla="val 49469"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2d4803f74dc_3_102"/>
            <p:cNvSpPr/>
            <p:nvPr/>
          </p:nvSpPr>
          <p:spPr>
            <a:xfrm rot="5400000">
              <a:off x="4841125" y="5700"/>
              <a:ext cx="4298100" cy="4286700"/>
            </a:xfrm>
            <a:prstGeom prst="diagStripe">
              <a:avLst>
                <a:gd fmla="val 0" name="adj"/>
              </a:avLst>
            </a:prstGeom>
            <a:solidFill>
              <a:schemeClr val="lt1">
                <a:alpha val="156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2d4803f74dc_3_102"/>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g2d4803f74dc_3_102"/>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2d4803f74dc_3_102"/>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2d4803f74dc_3_102"/>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2d4803f74dc_3_102"/>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2d4803f74dc_3_102"/>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2d4803f74dc_3_102"/>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2d4803f74dc_3_102"/>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2d4803f74dc_3_102"/>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2d4803f74dc_3_102"/>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2d4803f74dc_3_102"/>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2d4803f74dc_3_102"/>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2d4803f74dc_3_102"/>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2d4803f74dc_3_102"/>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2d4803f74dc_3_102"/>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g2d4803f74dc_3_102"/>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5" name="Google Shape;565;g2d4803f74dc_3_102"/>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566" name="Google Shape;566;g2d4803f74dc_3_102"/>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67" name="Google Shape;567;g2d4803f74dc_3_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68" name="Shape 568"/>
        <p:cNvGrpSpPr/>
        <p:nvPr/>
      </p:nvGrpSpPr>
      <p:grpSpPr>
        <a:xfrm>
          <a:off x="0" y="0"/>
          <a:ext cx="0" cy="0"/>
          <a:chOff x="0" y="0"/>
          <a:chExt cx="0" cy="0"/>
        </a:xfrm>
      </p:grpSpPr>
      <p:sp>
        <p:nvSpPr>
          <p:cNvPr id="569" name="Google Shape;569;g2d4803f74dc_3_125"/>
          <p:cNvSpPr txBox="1"/>
          <p:nvPr>
            <p:ph type="title"/>
          </p:nvPr>
        </p:nvSpPr>
        <p:spPr>
          <a:xfrm>
            <a:off x="802386" y="363474"/>
            <a:ext cx="7543800" cy="1206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0" name="Google Shape;570;g2d4803f74dc_3_125"/>
          <p:cNvSpPr txBox="1"/>
          <p:nvPr>
            <p:ph idx="1" type="body"/>
          </p:nvPr>
        </p:nvSpPr>
        <p:spPr>
          <a:xfrm>
            <a:off x="802386" y="1591056"/>
            <a:ext cx="7543800" cy="30381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900"/>
              </a:spcBef>
              <a:spcAft>
                <a:spcPts val="0"/>
              </a:spcAft>
              <a:buSzPts val="1530"/>
              <a:buChar char="●"/>
              <a:defRPr/>
            </a:lvl1pPr>
            <a:lvl2pPr indent="-325755" lvl="1" marL="914400" algn="l">
              <a:lnSpc>
                <a:spcPct val="90000"/>
              </a:lnSpc>
              <a:spcBef>
                <a:spcPts val="1200"/>
              </a:spcBef>
              <a:spcAft>
                <a:spcPts val="0"/>
              </a:spcAft>
              <a:buSzPts val="1530"/>
              <a:buChar char="○"/>
              <a:defRPr/>
            </a:lvl2pPr>
            <a:lvl3pPr indent="-325755" lvl="2" marL="1371600" algn="l">
              <a:lnSpc>
                <a:spcPct val="90000"/>
              </a:lnSpc>
              <a:spcBef>
                <a:spcPts val="300"/>
              </a:spcBef>
              <a:spcAft>
                <a:spcPts val="0"/>
              </a:spcAft>
              <a:buSzPts val="1530"/>
              <a:buChar char="■"/>
              <a:defRPr/>
            </a:lvl3pPr>
            <a:lvl4pPr indent="-325755" lvl="3" marL="1828800" algn="l">
              <a:lnSpc>
                <a:spcPct val="90000"/>
              </a:lnSpc>
              <a:spcBef>
                <a:spcPts val="300"/>
              </a:spcBef>
              <a:spcAft>
                <a:spcPts val="0"/>
              </a:spcAft>
              <a:buSzPts val="1530"/>
              <a:buChar char="●"/>
              <a:defRPr/>
            </a:lvl4pPr>
            <a:lvl5pPr indent="-325754" lvl="4" marL="2286000" algn="l">
              <a:lnSpc>
                <a:spcPct val="90000"/>
              </a:lnSpc>
              <a:spcBef>
                <a:spcPts val="300"/>
              </a:spcBef>
              <a:spcAft>
                <a:spcPts val="0"/>
              </a:spcAft>
              <a:buSzPts val="1530"/>
              <a:buChar char="○"/>
              <a:defRPr/>
            </a:lvl5pPr>
            <a:lvl6pPr indent="-325754" lvl="5" marL="2743200" algn="l">
              <a:lnSpc>
                <a:spcPct val="90000"/>
              </a:lnSpc>
              <a:spcBef>
                <a:spcPts val="300"/>
              </a:spcBef>
              <a:spcAft>
                <a:spcPts val="0"/>
              </a:spcAft>
              <a:buSzPts val="1530"/>
              <a:buChar char="■"/>
              <a:defRPr/>
            </a:lvl6pPr>
            <a:lvl7pPr indent="-325754" lvl="6" marL="3200400" algn="l">
              <a:lnSpc>
                <a:spcPct val="90000"/>
              </a:lnSpc>
              <a:spcBef>
                <a:spcPts val="300"/>
              </a:spcBef>
              <a:spcAft>
                <a:spcPts val="0"/>
              </a:spcAft>
              <a:buSzPts val="1530"/>
              <a:buChar char="●"/>
              <a:defRPr/>
            </a:lvl7pPr>
            <a:lvl8pPr indent="-325754" lvl="7" marL="3657600" algn="l">
              <a:lnSpc>
                <a:spcPct val="90000"/>
              </a:lnSpc>
              <a:spcBef>
                <a:spcPts val="300"/>
              </a:spcBef>
              <a:spcAft>
                <a:spcPts val="0"/>
              </a:spcAft>
              <a:buSzPts val="1530"/>
              <a:buChar char="○"/>
              <a:defRPr/>
            </a:lvl8pPr>
            <a:lvl9pPr indent="-325754" lvl="8" marL="4114800" algn="l">
              <a:lnSpc>
                <a:spcPct val="90000"/>
              </a:lnSpc>
              <a:spcBef>
                <a:spcPts val="300"/>
              </a:spcBef>
              <a:spcAft>
                <a:spcPts val="150"/>
              </a:spcAft>
              <a:buSzPts val="1530"/>
              <a:buChar char="■"/>
              <a:defRPr/>
            </a:lvl9pPr>
          </a:lstStyle>
          <a:p/>
        </p:txBody>
      </p:sp>
      <p:sp>
        <p:nvSpPr>
          <p:cNvPr id="571" name="Google Shape;571;g2d4803f74dc_3_125"/>
          <p:cNvSpPr txBox="1"/>
          <p:nvPr>
            <p:ph idx="10" type="dt"/>
          </p:nvPr>
        </p:nvSpPr>
        <p:spPr>
          <a:xfrm>
            <a:off x="5973318" y="4704588"/>
            <a:ext cx="2455200" cy="2739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2" name="Google Shape;572;g2d4803f74dc_3_125"/>
          <p:cNvSpPr txBox="1"/>
          <p:nvPr>
            <p:ph idx="11" type="ftr"/>
          </p:nvPr>
        </p:nvSpPr>
        <p:spPr>
          <a:xfrm>
            <a:off x="816102" y="4704588"/>
            <a:ext cx="47457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3" name="Google Shape;573;g2d4803f74dc_3_125"/>
          <p:cNvSpPr txBox="1"/>
          <p:nvPr>
            <p:ph idx="12" type="sldNum"/>
          </p:nvPr>
        </p:nvSpPr>
        <p:spPr>
          <a:xfrm>
            <a:off x="8483346" y="4704588"/>
            <a:ext cx="480000" cy="2739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FFFFFF"/>
              </a:buClr>
              <a:buSzPts val="1000"/>
              <a:buFont typeface="Rockwel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1.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theme" Target="../theme/theme6.xml"/><Relationship Id="rId12" Type="http://schemas.openxmlformats.org/officeDocument/2006/relationships/slideLayout" Target="../slideLayouts/slideLayout47.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theme" Target="../theme/theme4.xml"/><Relationship Id="rId12" Type="http://schemas.openxmlformats.org/officeDocument/2006/relationships/slideLayout" Target="../slideLayouts/slideLayout59.xml"/><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8eea0071e0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28eea0071e0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28eea0071e0_2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50" name="Shape 50"/>
        <p:cNvGrpSpPr/>
        <p:nvPr/>
      </p:nvGrpSpPr>
      <p:grpSpPr>
        <a:xfrm>
          <a:off x="0" y="0"/>
          <a:ext cx="0" cy="0"/>
          <a:chOff x="0" y="0"/>
          <a:chExt cx="0" cy="0"/>
        </a:xfrm>
      </p:grpSpPr>
      <p:sp>
        <p:nvSpPr>
          <p:cNvPr id="51" name="Google Shape;51;g1f53e57a164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g1f53e57a164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g1f53e57a164_2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181" name="Shape 181"/>
        <p:cNvGrpSpPr/>
        <p:nvPr/>
      </p:nvGrpSpPr>
      <p:grpSpPr>
        <a:xfrm>
          <a:off x="0" y="0"/>
          <a:ext cx="0" cy="0"/>
          <a:chOff x="0" y="0"/>
          <a:chExt cx="0" cy="0"/>
        </a:xfrm>
      </p:grpSpPr>
      <p:sp>
        <p:nvSpPr>
          <p:cNvPr id="182" name="Google Shape;182;g2d4803f74dc_3_1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183" name="Google Shape;183;g2d4803f74dc_3_1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184" name="Google Shape;184;g2d4803f74dc_3_1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312" name="Shape 312"/>
        <p:cNvGrpSpPr/>
        <p:nvPr/>
      </p:nvGrpSpPr>
      <p:grpSpPr>
        <a:xfrm>
          <a:off x="0" y="0"/>
          <a:ext cx="0" cy="0"/>
          <a:chOff x="0" y="0"/>
          <a:chExt cx="0" cy="0"/>
        </a:xfrm>
      </p:grpSpPr>
      <p:sp>
        <p:nvSpPr>
          <p:cNvPr id="313" name="Google Shape;313;g1f53e57a164_2_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314" name="Google Shape;314;g1f53e57a164_2_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315" name="Google Shape;315;g1f53e57a164_2_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141414"/>
        </a:solidFill>
      </p:bgPr>
    </p:bg>
    <p:spTree>
      <p:nvGrpSpPr>
        <p:cNvPr id="443" name="Shape 443"/>
        <p:cNvGrpSpPr/>
        <p:nvPr/>
      </p:nvGrpSpPr>
      <p:grpSpPr>
        <a:xfrm>
          <a:off x="0" y="0"/>
          <a:ext cx="0" cy="0"/>
          <a:chOff x="0" y="0"/>
          <a:chExt cx="0" cy="0"/>
        </a:xfrm>
      </p:grpSpPr>
      <p:sp>
        <p:nvSpPr>
          <p:cNvPr id="444" name="Google Shape;444;g2d4803f74dc_3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rtl="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445" name="Google Shape;445;g2d4803f74dc_3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rtl="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446" name="Google Shape;446;g2d4803f74dc_3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g28eea0071e0_2_4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79" name="Google Shape;579;g28eea0071e0_2_45"/>
          <p:cNvGraphicFramePr/>
          <p:nvPr/>
        </p:nvGraphicFramePr>
        <p:xfrm>
          <a:off x="5328200" y="970025"/>
          <a:ext cx="3000000" cy="3000000"/>
        </p:xfrm>
        <a:graphic>
          <a:graphicData uri="http://schemas.openxmlformats.org/drawingml/2006/table">
            <a:tbl>
              <a:tblPr>
                <a:noFill/>
                <a:tableStyleId>{FD0099C7-1D5A-4871-9428-131F740DF6DA}</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Sábado, </a:t>
                      </a:r>
                      <a:r>
                        <a:rPr lang="es"/>
                        <a:t>00</a:t>
                      </a:r>
                      <a:r>
                        <a:rPr lang="es" sz="1400" u="none" cap="none" strike="noStrike"/>
                        <a:t>/</a:t>
                      </a:r>
                      <a:r>
                        <a:rPr lang="es"/>
                        <a:t>0</a:t>
                      </a:r>
                      <a:r>
                        <a:rPr lang="es" sz="1400" u="none" cap="none" strike="noStrike"/>
                        <a:t>0/202</a:t>
                      </a:r>
                      <a:r>
                        <a:rPr lang="es"/>
                        <a:t>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15:40</a:t>
                      </a:r>
                      <a:endParaRPr sz="1400" u="none" cap="none" strike="noStrike"/>
                    </a:p>
                  </a:txBody>
                  <a:tcPr marT="91425" marB="91425" marR="91425" marL="91425"/>
                </a:tc>
              </a:tr>
            </a:tbl>
          </a:graphicData>
        </a:graphic>
      </p:graphicFrame>
      <p:sp>
        <p:nvSpPr>
          <p:cNvPr id="580" name="Google Shape;580;g28eea0071e0_2_45"/>
          <p:cNvSpPr txBox="1"/>
          <p:nvPr/>
        </p:nvSpPr>
        <p:spPr>
          <a:xfrm>
            <a:off x="1440175" y="2258300"/>
            <a:ext cx="55866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Modelación y Simulación 2 </a:t>
            </a:r>
            <a:endParaRPr b="0" i="0" sz="2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[Sección </a:t>
            </a:r>
            <a:r>
              <a:rPr lang="es" sz="2500"/>
              <a:t>#</a:t>
            </a:r>
            <a:r>
              <a:rPr b="0" i="0" lang="es" sz="2500" u="none" cap="none" strike="noStrike">
                <a:solidFill>
                  <a:srgbClr val="000000"/>
                </a:solidFill>
                <a:latin typeface="Arial"/>
                <a:ea typeface="Arial"/>
                <a:cs typeface="Arial"/>
                <a:sym typeface="Arial"/>
              </a:rPr>
              <a:t>]</a:t>
            </a:r>
            <a:endParaRPr b="0" i="0" sz="2500" u="none" cap="none" strike="noStrike">
              <a:solidFill>
                <a:srgbClr val="000000"/>
              </a:solidFill>
              <a:latin typeface="Arial"/>
              <a:ea typeface="Arial"/>
              <a:cs typeface="Arial"/>
              <a:sym typeface="Arial"/>
            </a:endParaRPr>
          </a:p>
        </p:txBody>
      </p:sp>
      <p:sp>
        <p:nvSpPr>
          <p:cNvPr id="581" name="Google Shape;581;g28eea0071e0_2_45"/>
          <p:cNvSpPr txBox="1"/>
          <p:nvPr/>
        </p:nvSpPr>
        <p:spPr>
          <a:xfrm>
            <a:off x="1778700" y="3212600"/>
            <a:ext cx="5586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es" sz="2000"/>
              <a:t>Nombre del auxiliar</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585" name="Shape 585"/>
        <p:cNvGrpSpPr/>
        <p:nvPr/>
      </p:nvGrpSpPr>
      <p:grpSpPr>
        <a:xfrm>
          <a:off x="0" y="0"/>
          <a:ext cx="0" cy="0"/>
          <a:chOff x="0" y="0"/>
          <a:chExt cx="0" cy="0"/>
        </a:xfrm>
      </p:grpSpPr>
      <p:sp>
        <p:nvSpPr>
          <p:cNvPr id="586" name="Google Shape;586;g1f53e57a164_6_0"/>
          <p:cNvSpPr txBox="1"/>
          <p:nvPr>
            <p:ph type="title"/>
          </p:nvPr>
        </p:nvSpPr>
        <p:spPr>
          <a:xfrm>
            <a:off x="1297500" y="620700"/>
            <a:ext cx="7038900" cy="78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b="1" lang="es">
                <a:solidFill>
                  <a:srgbClr val="6AA84F"/>
                </a:solidFill>
              </a:rPr>
              <a:t>AGENDA DE LA CLASE</a:t>
            </a:r>
            <a:endParaRPr b="1">
              <a:solidFill>
                <a:srgbClr val="6AA84F"/>
              </a:solidFill>
            </a:endParaRPr>
          </a:p>
        </p:txBody>
      </p:sp>
      <p:sp>
        <p:nvSpPr>
          <p:cNvPr id="587" name="Google Shape;587;g1f53e57a164_6_0"/>
          <p:cNvSpPr txBox="1"/>
          <p:nvPr>
            <p:ph idx="1" type="body"/>
          </p:nvPr>
        </p:nvSpPr>
        <p:spPr>
          <a:xfrm>
            <a:off x="1297500" y="1340600"/>
            <a:ext cx="7038900" cy="335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sz="2000"/>
          </a:p>
          <a:p>
            <a:pPr indent="-355600" lvl="0" marL="457200" rtl="0" algn="l">
              <a:lnSpc>
                <a:spcPct val="115000"/>
              </a:lnSpc>
              <a:spcBef>
                <a:spcPts val="0"/>
              </a:spcBef>
              <a:spcAft>
                <a:spcPts val="0"/>
              </a:spcAft>
              <a:buSzPts val="2000"/>
              <a:buChar char="●"/>
            </a:pPr>
            <a:r>
              <a:rPr lang="es" sz="2000"/>
              <a:t>¿Qué son experimentos?</a:t>
            </a:r>
            <a:endParaRPr sz="2000"/>
          </a:p>
          <a:p>
            <a:pPr indent="-355600" lvl="0" marL="457200" rtl="0" algn="l">
              <a:lnSpc>
                <a:spcPct val="115000"/>
              </a:lnSpc>
              <a:spcBef>
                <a:spcPts val="0"/>
              </a:spcBef>
              <a:spcAft>
                <a:spcPts val="0"/>
              </a:spcAft>
              <a:buSzPts val="2000"/>
              <a:buChar char="●"/>
            </a:pPr>
            <a:r>
              <a:rPr lang="es" sz="2000"/>
              <a:t>¿Qué son escenarios?</a:t>
            </a:r>
            <a:endParaRPr sz="2000"/>
          </a:p>
          <a:p>
            <a:pPr indent="-355600" lvl="0" marL="457200" rtl="0" algn="l">
              <a:lnSpc>
                <a:spcPct val="115000"/>
              </a:lnSpc>
              <a:spcBef>
                <a:spcPts val="0"/>
              </a:spcBef>
              <a:spcAft>
                <a:spcPts val="0"/>
              </a:spcAft>
              <a:buSzPts val="2000"/>
              <a:buChar char="●"/>
            </a:pPr>
            <a:r>
              <a:rPr lang="es" sz="2000"/>
              <a:t>Parámetros de experimentos</a:t>
            </a:r>
            <a:endParaRPr sz="2000"/>
          </a:p>
          <a:p>
            <a:pPr indent="-355600" lvl="0" marL="457200" rtl="0" algn="l">
              <a:lnSpc>
                <a:spcPct val="115000"/>
              </a:lnSpc>
              <a:spcBef>
                <a:spcPts val="0"/>
              </a:spcBef>
              <a:spcAft>
                <a:spcPts val="0"/>
              </a:spcAft>
              <a:buSzPts val="2000"/>
              <a:buChar char="●"/>
            </a:pPr>
            <a:r>
              <a:rPr lang="es" sz="2000"/>
              <a:t>Configuración de experimentos</a:t>
            </a:r>
            <a:endParaRPr sz="2000"/>
          </a:p>
          <a:p>
            <a:pPr indent="-355600" lvl="0" marL="457200" rtl="0" algn="l">
              <a:lnSpc>
                <a:spcPct val="115000"/>
              </a:lnSpc>
              <a:spcBef>
                <a:spcPts val="0"/>
              </a:spcBef>
              <a:spcAft>
                <a:spcPts val="0"/>
              </a:spcAft>
              <a:buSzPts val="2000"/>
              <a:buChar char="●"/>
            </a:pPr>
            <a:r>
              <a:rPr lang="es" sz="2000"/>
              <a:t>Ejecución de experimentos</a:t>
            </a:r>
            <a:endParaRPr sz="2000"/>
          </a:p>
          <a:p>
            <a:pPr indent="-355600" lvl="0" marL="457200" rtl="0" algn="l">
              <a:lnSpc>
                <a:spcPct val="115000"/>
              </a:lnSpc>
              <a:spcBef>
                <a:spcPts val="0"/>
              </a:spcBef>
              <a:spcAft>
                <a:spcPts val="0"/>
              </a:spcAft>
              <a:buSzPts val="2000"/>
              <a:buChar char="●"/>
            </a:pPr>
            <a:r>
              <a:rPr lang="es" sz="2000"/>
              <a:t>Análisis de resutaltados</a:t>
            </a:r>
            <a:endParaRPr sz="2000"/>
          </a:p>
          <a:p>
            <a:pPr indent="-355600" lvl="0" marL="457200" rtl="0" algn="l">
              <a:lnSpc>
                <a:spcPct val="115000"/>
              </a:lnSpc>
              <a:spcBef>
                <a:spcPts val="0"/>
              </a:spcBef>
              <a:spcAft>
                <a:spcPts val="0"/>
              </a:spcAft>
              <a:buSzPts val="2000"/>
              <a:buChar char="●"/>
            </a:pPr>
            <a:r>
              <a:rPr lang="es" sz="2000"/>
              <a:t>Análisis comparativo</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2d4803f74dc_3_272"/>
          <p:cNvSpPr txBox="1"/>
          <p:nvPr>
            <p:ph type="ctrTitle"/>
          </p:nvPr>
        </p:nvSpPr>
        <p:spPr>
          <a:xfrm>
            <a:off x="2954300" y="1625825"/>
            <a:ext cx="5803500" cy="1301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rPr b="1" lang="es">
                <a:solidFill>
                  <a:srgbClr val="6AA84F"/>
                </a:solidFill>
              </a:rPr>
              <a:t>Componentes</a:t>
            </a:r>
            <a:br>
              <a:rPr b="1" lang="es">
                <a:solidFill>
                  <a:srgbClr val="6AA84F"/>
                </a:solidFill>
              </a:rPr>
            </a:br>
            <a:r>
              <a:rPr b="1" lang="es" sz="3000"/>
              <a:t>Experimentos</a:t>
            </a:r>
            <a:endParaRPr b="1" sz="3000"/>
          </a:p>
        </p:txBody>
      </p:sp>
      <p:grpSp>
        <p:nvGrpSpPr>
          <p:cNvPr id="593" name="Google Shape;593;g2d4803f74dc_3_272"/>
          <p:cNvGrpSpPr/>
          <p:nvPr/>
        </p:nvGrpSpPr>
        <p:grpSpPr>
          <a:xfrm>
            <a:off x="435525" y="3206300"/>
            <a:ext cx="4335600" cy="1664400"/>
            <a:chOff x="366550" y="2260375"/>
            <a:chExt cx="4335600" cy="1664400"/>
          </a:xfrm>
        </p:grpSpPr>
        <p:sp>
          <p:nvSpPr>
            <p:cNvPr id="594" name="Google Shape;594;g2d4803f74dc_3_272"/>
            <p:cNvSpPr/>
            <p:nvPr/>
          </p:nvSpPr>
          <p:spPr>
            <a:xfrm>
              <a:off x="366550" y="2260375"/>
              <a:ext cx="4335600" cy="166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5" name="Google Shape;595;g2d4803f74dc_3_272"/>
            <p:cNvPicPr preferRelativeResize="0"/>
            <p:nvPr/>
          </p:nvPicPr>
          <p:blipFill rotWithShape="1">
            <a:blip r:embed="rId3">
              <a:alphaModFix/>
            </a:blip>
            <a:srcRect b="0" l="0" r="0" t="0"/>
            <a:stretch/>
          </p:blipFill>
          <p:spPr>
            <a:xfrm>
              <a:off x="983088" y="2566411"/>
              <a:ext cx="3102526" cy="1052325"/>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2d4803f74dc_3_279"/>
          <p:cNvSpPr txBox="1"/>
          <p:nvPr>
            <p:ph idx="4294967295" type="ctrTitle"/>
          </p:nvPr>
        </p:nvSpPr>
        <p:spPr>
          <a:xfrm>
            <a:off x="423600" y="381000"/>
            <a:ext cx="58035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¿Que es?</a:t>
            </a:r>
            <a:endParaRPr b="1" i="0" sz="1800" u="none" cap="none" strike="noStrike">
              <a:solidFill>
                <a:schemeClr val="lt1"/>
              </a:solidFill>
              <a:latin typeface="Montserrat"/>
              <a:ea typeface="Montserrat"/>
              <a:cs typeface="Montserrat"/>
              <a:sym typeface="Montserrat"/>
            </a:endParaRPr>
          </a:p>
        </p:txBody>
      </p:sp>
      <p:sp>
        <p:nvSpPr>
          <p:cNvPr id="601" name="Google Shape;601;g2d4803f74dc_3_279"/>
          <p:cNvSpPr txBox="1"/>
          <p:nvPr/>
        </p:nvSpPr>
        <p:spPr>
          <a:xfrm>
            <a:off x="563850" y="1902150"/>
            <a:ext cx="8016300" cy="13392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Los experimentos son procesos que implican ejecutar una simulación múltiples veces con diferentes configuraciones o parámetros para recopilar datos y evaluar el desempeño del sistema modelado. Estos experimentos son fundamentales para analizar el comportamiento del sistema bajo diversas condiciones y para tomar decisiones informadas.</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2d4803f74dc_3_284"/>
          <p:cNvSpPr txBox="1"/>
          <p:nvPr>
            <p:ph idx="4294967295" type="ctrTitle"/>
          </p:nvPr>
        </p:nvSpPr>
        <p:spPr>
          <a:xfrm>
            <a:off x="423600" y="381000"/>
            <a:ext cx="58035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07" name="Google Shape;607;g2d4803f74dc_3_284"/>
          <p:cNvSpPr txBox="1"/>
          <p:nvPr/>
        </p:nvSpPr>
        <p:spPr>
          <a:xfrm>
            <a:off x="563850" y="1902150"/>
            <a:ext cx="8016300" cy="1616100"/>
          </a:xfrm>
          <a:prstGeom prst="rect">
            <a:avLst/>
          </a:prstGeom>
          <a:noFill/>
          <a:ln>
            <a:noFill/>
          </a:ln>
        </p:spPr>
        <p:txBody>
          <a:bodyPr anchorCtr="0" anchor="t" bIns="0" lIns="0" spcFirstLastPara="1" rIns="0" wrap="square" tIns="0">
            <a:spAutoFit/>
          </a:bodyPr>
          <a:lstStyle/>
          <a:p>
            <a:pPr indent="-323850" lvl="0" marL="457200" marR="0" rtl="0" algn="just">
              <a:lnSpc>
                <a:spcPct val="120000"/>
              </a:lnSpc>
              <a:spcBef>
                <a:spcPts val="0"/>
              </a:spcBef>
              <a:spcAft>
                <a:spcPts val="0"/>
              </a:spcAft>
              <a:buClr>
                <a:schemeClr val="lt1"/>
              </a:buClr>
              <a:buSzPts val="1500"/>
              <a:buFont typeface="Montserrat"/>
              <a:buAutoNum type="arabicPeriod"/>
            </a:pPr>
            <a:r>
              <a:rPr b="1" i="0" lang="es" sz="1500" u="none" cap="none" strike="noStrike">
                <a:solidFill>
                  <a:schemeClr val="lt1"/>
                </a:solidFill>
                <a:latin typeface="Montserrat"/>
                <a:ea typeface="Montserrat"/>
                <a:cs typeface="Montserrat"/>
                <a:sym typeface="Montserrat"/>
              </a:rPr>
              <a:t>Definición del modelo: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0"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Antes de realizar un experimento, se debe tener un modelo en SIMIO que represente el sistema que se desea simular. Esto incluye la creación de objetos como recursos, operaciones, transportadores, colas, etc., y la definición de la lógica de su funcionamiento.</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2d4803f74dc_3_289"/>
          <p:cNvSpPr txBox="1"/>
          <p:nvPr>
            <p:ph idx="4294967295" type="ctrTitle"/>
          </p:nvPr>
        </p:nvSpPr>
        <p:spPr>
          <a:xfrm>
            <a:off x="423600" y="381000"/>
            <a:ext cx="58035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13" name="Google Shape;613;g2d4803f74dc_3_289"/>
          <p:cNvSpPr txBox="1"/>
          <p:nvPr/>
        </p:nvSpPr>
        <p:spPr>
          <a:xfrm>
            <a:off x="563850" y="1902150"/>
            <a:ext cx="8016300" cy="16161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2. Configuración de experimentos: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Una vez que se tiene el modelo, se configuran los experimentos en SIMIO. Esto implica establecer los parámetros que se van a variar en cada ejecución del experimento, como por ejemplo, la cantidad de recursos disponibles, las tasas de llegada de los trabajos, los tiempos de procesamiento, entre otros.</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2d4803f74dc_3_294"/>
          <p:cNvSpPr txBox="1"/>
          <p:nvPr>
            <p:ph idx="4294967295" type="ctrTitle"/>
          </p:nvPr>
        </p:nvSpPr>
        <p:spPr>
          <a:xfrm>
            <a:off x="423600" y="381000"/>
            <a:ext cx="58035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19" name="Google Shape;619;g2d4803f74dc_3_294"/>
          <p:cNvSpPr txBox="1"/>
          <p:nvPr/>
        </p:nvSpPr>
        <p:spPr>
          <a:xfrm>
            <a:off x="563850" y="1902150"/>
            <a:ext cx="8016300" cy="13392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3. Ejecución de los experimentos: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Después de configurar los experimentos, se ejecutan en SIMIO. El software realizará múltiples simulaciones, cada una con una configuración diferente según los parámetros establecidos.</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2d4803f74dc_3_299"/>
          <p:cNvSpPr txBox="1"/>
          <p:nvPr>
            <p:ph idx="4294967295" type="ctrTitle"/>
          </p:nvPr>
        </p:nvSpPr>
        <p:spPr>
          <a:xfrm>
            <a:off x="423600" y="381000"/>
            <a:ext cx="58035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25" name="Google Shape;625;g2d4803f74dc_3_299"/>
          <p:cNvSpPr txBox="1"/>
          <p:nvPr/>
        </p:nvSpPr>
        <p:spPr>
          <a:xfrm>
            <a:off x="563850" y="1902150"/>
            <a:ext cx="8016300" cy="16161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4. Análisis de resultados: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Una vez completadas las simulaciones, se analizan los resultados obtenidos. SIMIO proporciona herramientas para visualizar y comparar los datos recopilados durante los experimentos, lo que permite evaluar el desempeño del sistema en diferentes escenarios.</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2d4803f74dc_3_304"/>
          <p:cNvSpPr txBox="1"/>
          <p:nvPr>
            <p:ph idx="4294967295" type="ctrTitle"/>
          </p:nvPr>
        </p:nvSpPr>
        <p:spPr>
          <a:xfrm>
            <a:off x="423600" y="381000"/>
            <a:ext cx="81564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Escenarios en Experimentos</a:t>
            </a:r>
            <a:br>
              <a:rPr b="1" i="0" lang="es" sz="2800" u="none" cap="none" strike="noStrike">
                <a:solidFill>
                  <a:srgbClr val="6AA84F"/>
                </a:solidFill>
                <a:latin typeface="Montserrat"/>
                <a:ea typeface="Montserrat"/>
                <a:cs typeface="Montserrat"/>
                <a:sym typeface="Montserrat"/>
              </a:rPr>
            </a:br>
            <a:endParaRPr b="1" i="0" sz="1800" u="none" cap="none" strike="noStrike">
              <a:solidFill>
                <a:schemeClr val="lt1"/>
              </a:solidFill>
              <a:latin typeface="Montserrat"/>
              <a:ea typeface="Montserrat"/>
              <a:cs typeface="Montserrat"/>
              <a:sym typeface="Montserrat"/>
            </a:endParaRPr>
          </a:p>
        </p:txBody>
      </p:sp>
      <p:sp>
        <p:nvSpPr>
          <p:cNvPr id="631" name="Google Shape;631;g2d4803f74dc_3_304"/>
          <p:cNvSpPr txBox="1"/>
          <p:nvPr/>
        </p:nvSpPr>
        <p:spPr>
          <a:xfrm>
            <a:off x="563850" y="1509750"/>
            <a:ext cx="8016300" cy="10620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Además de los experimentos, se hace uso de escenarios para configurar los parámetros y condiciones de la simulación. Los escenarios son conjuntos predefinidos de configuraciones que permiten definir diferentes situaciones o casos de prueba dentro de un mismo modelo.</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2d4803f74dc_3_309"/>
          <p:cNvSpPr txBox="1"/>
          <p:nvPr>
            <p:ph idx="4294967295" type="ctrTitle"/>
          </p:nvPr>
        </p:nvSpPr>
        <p:spPr>
          <a:xfrm>
            <a:off x="423600" y="381000"/>
            <a:ext cx="81564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Escenarios en 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37" name="Google Shape;637;g2d4803f74dc_3_309"/>
          <p:cNvSpPr txBox="1"/>
          <p:nvPr/>
        </p:nvSpPr>
        <p:spPr>
          <a:xfrm>
            <a:off x="563850" y="1902150"/>
            <a:ext cx="8016300" cy="1893300"/>
          </a:xfrm>
          <a:prstGeom prst="rect">
            <a:avLst/>
          </a:prstGeom>
          <a:noFill/>
          <a:ln>
            <a:noFill/>
          </a:ln>
        </p:spPr>
        <p:txBody>
          <a:bodyPr anchorCtr="0" anchor="t" bIns="0" lIns="0" spcFirstLastPara="1" rIns="0" wrap="square" tIns="0">
            <a:spAutoFit/>
          </a:bodyPr>
          <a:lstStyle/>
          <a:p>
            <a:pPr indent="-323850" lvl="0" marL="457200" marR="0" rtl="0" algn="just">
              <a:lnSpc>
                <a:spcPct val="120000"/>
              </a:lnSpc>
              <a:spcBef>
                <a:spcPts val="0"/>
              </a:spcBef>
              <a:spcAft>
                <a:spcPts val="0"/>
              </a:spcAft>
              <a:buClr>
                <a:schemeClr val="lt1"/>
              </a:buClr>
              <a:buSzPts val="1500"/>
              <a:buFont typeface="Montserrat"/>
              <a:buAutoNum type="arabicPeriod"/>
            </a:pPr>
            <a:r>
              <a:rPr b="1" i="0" lang="es" sz="1500" u="none" cap="none" strike="noStrike">
                <a:solidFill>
                  <a:schemeClr val="lt1"/>
                </a:solidFill>
                <a:latin typeface="Montserrat"/>
                <a:ea typeface="Montserrat"/>
                <a:cs typeface="Montserrat"/>
                <a:sym typeface="Montserrat"/>
              </a:rPr>
              <a:t>Definición de escenarios: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Antes de ejecutar la simulación, se definen los escenarios en base a los parámetros que se desean modificar. Por ejemplo, se pueden crear escenarios para simular diferentes niveles de demanda, cambios en la disponibilidad de recursos, variaciones en los tiempos de procesamiento, entre otros aspectos relevantes para el modelo.</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2d4803f74dc_3_314"/>
          <p:cNvSpPr txBox="1"/>
          <p:nvPr>
            <p:ph idx="4294967295" type="ctrTitle"/>
          </p:nvPr>
        </p:nvSpPr>
        <p:spPr>
          <a:xfrm>
            <a:off x="423600" y="381000"/>
            <a:ext cx="81564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Escenarios en 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43" name="Google Shape;643;g2d4803f74dc_3_314"/>
          <p:cNvSpPr txBox="1"/>
          <p:nvPr/>
        </p:nvSpPr>
        <p:spPr>
          <a:xfrm>
            <a:off x="563850" y="1902150"/>
            <a:ext cx="8016300" cy="16161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2. Configuración de parámetros: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Dentro de cada escenario, se configuran los parámetros específicos que se desean cambiar. Esto puede incluir valores numéricos como tiempos, capacidades, tasas de llegada, probabilidades, entre otros, así como la activación o desactivación de ciertas condiciones dentro del modelo.</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2d4803f74dc_3_319"/>
          <p:cNvSpPr txBox="1"/>
          <p:nvPr>
            <p:ph idx="4294967295" type="ctrTitle"/>
          </p:nvPr>
        </p:nvSpPr>
        <p:spPr>
          <a:xfrm>
            <a:off x="423600" y="381000"/>
            <a:ext cx="81564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Escenarios en 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49" name="Google Shape;649;g2d4803f74dc_3_319"/>
          <p:cNvSpPr txBox="1"/>
          <p:nvPr/>
        </p:nvSpPr>
        <p:spPr>
          <a:xfrm>
            <a:off x="563850" y="1902150"/>
            <a:ext cx="8016300" cy="16161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3. Ejecución de la simulación por escenarios: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Una vez que se han definido y configurado los escenarios, se procede a ejecutar la simulación en SIMIO. Durante la ejecución, el software realizará múltiples simulaciones, una para cada escenario definido, aplicando las configuraciones correspondientes en cada caso.</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2d4803f74dc_3_324"/>
          <p:cNvSpPr txBox="1"/>
          <p:nvPr>
            <p:ph idx="4294967295" type="ctrTitle"/>
          </p:nvPr>
        </p:nvSpPr>
        <p:spPr>
          <a:xfrm>
            <a:off x="423600" y="381000"/>
            <a:ext cx="8156400" cy="13017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lt1"/>
              </a:buClr>
              <a:buSzPts val="4000"/>
              <a:buFont typeface="Montserrat"/>
              <a:buNone/>
            </a:pPr>
            <a:r>
              <a:rPr b="1" i="0" lang="es" sz="4000" u="none" cap="none" strike="noStrike">
                <a:solidFill>
                  <a:srgbClr val="6AA84F"/>
                </a:solidFill>
                <a:latin typeface="Montserrat"/>
                <a:ea typeface="Montserrat"/>
                <a:cs typeface="Montserrat"/>
                <a:sym typeface="Montserrat"/>
              </a:rPr>
              <a:t>Escenarios en Experimentos</a:t>
            </a:r>
            <a:br>
              <a:rPr b="1" i="0" lang="es" sz="2800" u="none" cap="none" strike="noStrike">
                <a:solidFill>
                  <a:srgbClr val="6AA84F"/>
                </a:solidFill>
                <a:latin typeface="Montserrat"/>
                <a:ea typeface="Montserrat"/>
                <a:cs typeface="Montserrat"/>
                <a:sym typeface="Montserrat"/>
              </a:rPr>
            </a:br>
            <a:r>
              <a:rPr b="1" i="0" lang="es" sz="1800" u="none" cap="none" strike="noStrike">
                <a:solidFill>
                  <a:schemeClr val="lt1"/>
                </a:solidFill>
                <a:latin typeface="Montserrat"/>
                <a:ea typeface="Montserrat"/>
                <a:cs typeface="Montserrat"/>
                <a:sym typeface="Montserrat"/>
              </a:rPr>
              <a:t>PASOS</a:t>
            </a:r>
            <a:endParaRPr b="1" i="0" sz="1800" u="none" cap="none" strike="noStrike">
              <a:solidFill>
                <a:schemeClr val="lt1"/>
              </a:solidFill>
              <a:latin typeface="Montserrat"/>
              <a:ea typeface="Montserrat"/>
              <a:cs typeface="Montserrat"/>
              <a:sym typeface="Montserrat"/>
            </a:endParaRPr>
          </a:p>
        </p:txBody>
      </p:sp>
      <p:sp>
        <p:nvSpPr>
          <p:cNvPr id="655" name="Google Shape;655;g2d4803f74dc_3_324"/>
          <p:cNvSpPr txBox="1"/>
          <p:nvPr/>
        </p:nvSpPr>
        <p:spPr>
          <a:xfrm>
            <a:off x="563850" y="1902150"/>
            <a:ext cx="8016300" cy="18933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500"/>
              <a:buFont typeface="Arial"/>
              <a:buNone/>
            </a:pPr>
            <a:r>
              <a:rPr b="1" i="0" lang="es" sz="1500" u="none" cap="none" strike="noStrike">
                <a:solidFill>
                  <a:schemeClr val="lt1"/>
                </a:solidFill>
                <a:latin typeface="Montserrat"/>
                <a:ea typeface="Montserrat"/>
                <a:cs typeface="Montserrat"/>
                <a:sym typeface="Montserrat"/>
              </a:rPr>
              <a:t>4. Análisis comparativo: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t/>
            </a:r>
            <a:endParaRPr b="1" i="0" sz="1500" u="none" cap="none" strike="noStrike">
              <a:solidFill>
                <a:schemeClr val="lt1"/>
              </a:solidFill>
              <a:latin typeface="Montserrat"/>
              <a:ea typeface="Montserrat"/>
              <a:cs typeface="Montserrat"/>
              <a:sym typeface="Montserrat"/>
            </a:endParaRPr>
          </a:p>
          <a:p>
            <a:pPr indent="0" lvl="0" marL="0" marR="0" rtl="0" algn="just">
              <a:lnSpc>
                <a:spcPct val="120000"/>
              </a:lnSpc>
              <a:spcBef>
                <a:spcPts val="0"/>
              </a:spcBef>
              <a:spcAft>
                <a:spcPts val="0"/>
              </a:spcAft>
              <a:buClr>
                <a:srgbClr val="000000"/>
              </a:buClr>
              <a:buSzPts val="1500"/>
              <a:buFont typeface="Arial"/>
              <a:buNone/>
            </a:pPr>
            <a:r>
              <a:rPr b="0" i="0" lang="es" sz="1500" u="none" cap="none" strike="noStrike">
                <a:solidFill>
                  <a:schemeClr val="lt1"/>
                </a:solidFill>
                <a:latin typeface="Montserrat"/>
                <a:ea typeface="Montserrat"/>
                <a:cs typeface="Montserrat"/>
                <a:sym typeface="Montserrat"/>
              </a:rPr>
              <a:t>Al finalizar la simulación por escenarios, se obtienen resultados para cada configuración, lo que permite realizar un análisis comparativo. Esta comparación es útil para evaluar cómo varía el comportamiento del sistema según los diferentes escenarios definidos, y para identificar cuál es la configuración óptima o más adecuada para ciertas condiciones o requerimientos.</a:t>
            </a:r>
            <a:endParaRPr b="0" i="0" sz="15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grpSp>
        <p:nvGrpSpPr>
          <p:cNvPr id="660" name="Google Shape;660;g2d4803f74dc_3_329"/>
          <p:cNvGrpSpPr/>
          <p:nvPr/>
        </p:nvGrpSpPr>
        <p:grpSpPr>
          <a:xfrm>
            <a:off x="478388" y="1870688"/>
            <a:ext cx="8187216" cy="1402124"/>
            <a:chOff x="0" y="0"/>
            <a:chExt cx="4700974" cy="805078"/>
          </a:xfrm>
        </p:grpSpPr>
        <p:sp>
          <p:nvSpPr>
            <p:cNvPr id="661" name="Google Shape;661;g2d4803f74dc_3_329"/>
            <p:cNvSpPr/>
            <p:nvPr/>
          </p:nvSpPr>
          <p:spPr>
            <a:xfrm>
              <a:off x="41910" y="43180"/>
              <a:ext cx="4652714" cy="756818"/>
            </a:xfrm>
            <a:custGeom>
              <a:rect b="b" l="l" r="r" t="t"/>
              <a:pathLst>
                <a:path extrusionOk="0" h="756818" w="4652714">
                  <a:moveTo>
                    <a:pt x="0" y="0"/>
                  </a:moveTo>
                  <a:lnTo>
                    <a:pt x="4652714" y="0"/>
                  </a:lnTo>
                  <a:lnTo>
                    <a:pt x="4652714" y="756818"/>
                  </a:lnTo>
                  <a:lnTo>
                    <a:pt x="0" y="756818"/>
                  </a:lnTo>
                  <a:close/>
                </a:path>
              </a:pathLst>
            </a:custGeom>
            <a:solidFill>
              <a:srgbClr val="507335"/>
            </a:solidFill>
            <a:ln>
              <a:noFill/>
            </a:ln>
          </p:spPr>
        </p:sp>
        <p:sp>
          <p:nvSpPr>
            <p:cNvPr id="662" name="Google Shape;662;g2d4803f74dc_3_329"/>
            <p:cNvSpPr/>
            <p:nvPr/>
          </p:nvSpPr>
          <p:spPr>
            <a:xfrm>
              <a:off x="35560" y="35560"/>
              <a:ext cx="4665414" cy="769518"/>
            </a:xfrm>
            <a:custGeom>
              <a:rect b="b" l="l" r="r" t="t"/>
              <a:pathLst>
                <a:path extrusionOk="0" h="769518" w="4665414">
                  <a:moveTo>
                    <a:pt x="4665414" y="769518"/>
                  </a:moveTo>
                  <a:lnTo>
                    <a:pt x="0" y="769518"/>
                  </a:lnTo>
                  <a:lnTo>
                    <a:pt x="0" y="0"/>
                  </a:lnTo>
                  <a:lnTo>
                    <a:pt x="4665414" y="0"/>
                  </a:lnTo>
                  <a:lnTo>
                    <a:pt x="4665414" y="769518"/>
                  </a:lnTo>
                  <a:close/>
                  <a:moveTo>
                    <a:pt x="12700" y="756818"/>
                  </a:moveTo>
                  <a:lnTo>
                    <a:pt x="4652714" y="756818"/>
                  </a:lnTo>
                  <a:lnTo>
                    <a:pt x="4652714" y="12700"/>
                  </a:lnTo>
                  <a:lnTo>
                    <a:pt x="12700" y="12700"/>
                  </a:lnTo>
                  <a:lnTo>
                    <a:pt x="12700" y="756818"/>
                  </a:lnTo>
                  <a:close/>
                </a:path>
              </a:pathLst>
            </a:custGeom>
            <a:solidFill>
              <a:srgbClr val="507335"/>
            </a:solidFill>
            <a:ln>
              <a:noFill/>
            </a:ln>
          </p:spPr>
        </p:sp>
        <p:sp>
          <p:nvSpPr>
            <p:cNvPr id="663" name="Google Shape;663;g2d4803f74dc_3_329"/>
            <p:cNvSpPr/>
            <p:nvPr/>
          </p:nvSpPr>
          <p:spPr>
            <a:xfrm>
              <a:off x="0" y="0"/>
              <a:ext cx="4652713" cy="756818"/>
            </a:xfrm>
            <a:custGeom>
              <a:rect b="b" l="l" r="r" t="t"/>
              <a:pathLst>
                <a:path extrusionOk="0" h="756818" w="4652713">
                  <a:moveTo>
                    <a:pt x="0" y="0"/>
                  </a:moveTo>
                  <a:lnTo>
                    <a:pt x="4652713" y="0"/>
                  </a:lnTo>
                  <a:lnTo>
                    <a:pt x="4652713" y="756818"/>
                  </a:lnTo>
                  <a:lnTo>
                    <a:pt x="0" y="756818"/>
                  </a:lnTo>
                  <a:close/>
                </a:path>
              </a:pathLst>
            </a:custGeom>
            <a:solidFill>
              <a:srgbClr val="FFFFFF"/>
            </a:solidFill>
            <a:ln>
              <a:noFill/>
            </a:ln>
          </p:spPr>
        </p:sp>
      </p:grpSp>
      <p:sp>
        <p:nvSpPr>
          <p:cNvPr id="664" name="Google Shape;664;g2d4803f74dc_3_329"/>
          <p:cNvSpPr txBox="1"/>
          <p:nvPr/>
        </p:nvSpPr>
        <p:spPr>
          <a:xfrm>
            <a:off x="648013" y="2233063"/>
            <a:ext cx="7838400" cy="6312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Clr>
                <a:srgbClr val="000000"/>
              </a:buClr>
              <a:buSzPts val="4400"/>
              <a:buFont typeface="Arial"/>
              <a:buNone/>
            </a:pPr>
            <a:r>
              <a:rPr b="0" i="0" lang="es" sz="4100" u="none" cap="none" strike="noStrike">
                <a:solidFill>
                  <a:srgbClr val="000000"/>
                </a:solidFill>
                <a:latin typeface="Ultra"/>
                <a:ea typeface="Ultra"/>
                <a:cs typeface="Ultra"/>
                <a:sym typeface="Ultra"/>
              </a:rPr>
              <a:t>Ejemplo</a:t>
            </a:r>
            <a:endParaRPr b="0" i="0" sz="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