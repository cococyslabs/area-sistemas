
<file path=[Content_Types].xml><?xml version="1.0" encoding="utf-8"?>
<Types xmlns="http://schemas.openxmlformats.org/package/2006/content-types">
  <Default ContentType="application/x-fontdata" Extension="fntdata"/>
  <Default ContentType="application/xml" Extension="xml"/>
  <Default ContentType="image/png" Extension="png"/>
  <Default ContentType="application/vnd.openxmlformats-package.relationships+xml" Extension="rels"/>
  <Override ContentType="application/vnd.openxmlformats-officedocument.presentationml.notesSlide+xml" PartName="/ppt/notesSlides/notesSlide18.xml"/>
  <Override ContentType="application/vnd.openxmlformats-officedocument.presentationml.notesSlide+xml" PartName="/ppt/notesSlides/notesSlide6.xml"/>
  <Override ContentType="application/vnd.openxmlformats-officedocument.presentationml.notesSlide+xml" PartName="/ppt/notesSlides/notesSlide13.xml"/>
  <Override ContentType="application/vnd.openxmlformats-officedocument.presentationml.notesSlide+xml" PartName="/ppt/notesSlides/notesSlide1.xml"/>
  <Override ContentType="application/vnd.openxmlformats-officedocument.presentationml.notesSlide+xml" PartName="/ppt/notesSlides/notesSlide3.xml"/>
  <Override ContentType="application/vnd.openxmlformats-officedocument.presentationml.notesSlide+xml" PartName="/ppt/notesSlides/notesSlide9.xml"/>
  <Override ContentType="application/vnd.openxmlformats-officedocument.presentationml.notesSlide+xml" PartName="/ppt/notesSlides/notesSlide15.xml"/>
  <Override ContentType="application/vnd.openxmlformats-officedocument.presentationml.notesSlide+xml" PartName="/ppt/notesSlides/notesSlide7.xml"/>
  <Override ContentType="application/vnd.openxmlformats-officedocument.presentationml.notesSlide+xml" PartName="/ppt/notesSlides/notesSlide11.xml"/>
  <Override ContentType="application/vnd.openxmlformats-officedocument.presentationml.notesSlide+xml" PartName="/ppt/notesSlides/notesSlide5.xml"/>
  <Override ContentType="application/vnd.openxmlformats-officedocument.presentationml.notesSlide+xml" PartName="/ppt/notesSlides/notesSlide12.xml"/>
  <Override ContentType="application/vnd.openxmlformats-officedocument.presentationml.notesSlide+xml" PartName="/ppt/notesSlides/notesSlide17.xml"/>
  <Override ContentType="application/vnd.openxmlformats-officedocument.presentationml.notesSlide+xml" PartName="/ppt/notesSlides/notesSlide16.xml"/>
  <Override ContentType="application/vnd.openxmlformats-officedocument.presentationml.notesSlide+xml" PartName="/ppt/notesSlides/notesSlide8.xml"/>
  <Override ContentType="application/vnd.openxmlformats-officedocument.presentationml.notesSlide+xml" PartName="/ppt/notesSlides/notesSlide14.xml"/>
  <Override ContentType="application/vnd.openxmlformats-officedocument.presentationml.notesSlide+xml" PartName="/ppt/notesSlides/notesSlide2.xml"/>
  <Override ContentType="application/vnd.openxmlformats-officedocument.presentationml.notesSlide+xml" PartName="/ppt/notesSlides/notesSlide4.xml"/>
  <Override ContentType="application/vnd.openxmlformats-officedocument.presentationml.notesSlide+xml" PartName="/ppt/notesSlides/notesSlide10.xml"/>
  <Override ContentType="application/vnd.openxmlformats-officedocument.presentationml.slideLayout+xml" PartName="/ppt/slideLayouts/slideLayout3.xml"/>
  <Override ContentType="application/vnd.openxmlformats-officedocument.presentationml.slideLayout+xml" PartName="/ppt/slideLayouts/slideLayout4.xml"/>
  <Override ContentType="application/vnd.openxmlformats-officedocument.presentationml.slideLayout+xml" PartName="/ppt/slideLayouts/slideLayout5.xml"/>
  <Override ContentType="application/vnd.openxmlformats-officedocument.presentationml.slideLayout+xml" PartName="/ppt/slideLayouts/slideLayout2.xml"/>
  <Override ContentType="application/vnd.openxmlformats-officedocument.presentationml.slideLayout+xml" PartName="/ppt/slideLayouts/slideLayout11.xml"/>
  <Override ContentType="application/vnd.openxmlformats-officedocument.presentationml.slideLayout+xml" PartName="/ppt/slideLayouts/slideLayout1.xml"/>
  <Override ContentType="application/vnd.openxmlformats-officedocument.presentationml.slideLayout+xml" PartName="/ppt/slideLayouts/slideLayout10.xml"/>
  <Override ContentType="application/vnd.openxmlformats-officedocument.presentationml.slideLayout+xml" PartName="/ppt/slideLayouts/slideLayout7.xml"/>
  <Override ContentType="application/vnd.openxmlformats-officedocument.presentationml.slideLayout+xml" PartName="/ppt/slideLayouts/slideLayout6.xml"/>
  <Override ContentType="application/vnd.openxmlformats-officedocument.presentationml.slideLayout+xml" PartName="/ppt/slideLayouts/slideLayout8.xml"/>
  <Override ContentType="application/vnd.openxmlformats-officedocument.presentationml.slideLayout+xml" PartName="/ppt/slideLayouts/slideLayout9.xml"/>
  <Override ContentType="application/vnd.openxmlformats-officedocument.presentationml.slideMaster+xml" PartName="/ppt/slideMasters/slideMaster1.xml"/>
  <Override ContentType="application/binary" PartName="/ppt/metadata"/>
  <Override ContentType="application/vnd.openxmlformats-officedocument.presentationml.slide+xml" PartName="/ppt/slides/slide4.xml"/>
  <Override ContentType="application/vnd.openxmlformats-officedocument.presentationml.slide+xml" PartName="/ppt/slides/slide18.xml"/>
  <Override ContentType="application/vnd.openxmlformats-officedocument.presentationml.slide+xml" PartName="/ppt/slides/slide11.xml"/>
  <Override ContentType="application/vnd.openxmlformats-officedocument.presentationml.slide+xml" PartName="/ppt/slides/slide1.xml"/>
  <Override ContentType="application/vnd.openxmlformats-officedocument.presentationml.slide+xml" PartName="/ppt/slides/slide3.xml"/>
  <Override ContentType="application/vnd.openxmlformats-officedocument.presentationml.slide+xml" PartName="/ppt/slides/slide9.xml"/>
  <Override ContentType="application/vnd.openxmlformats-officedocument.presentationml.slide+xml" PartName="/ppt/slides/slide13.xml"/>
  <Override ContentType="application/vnd.openxmlformats-officedocument.presentationml.slide+xml" PartName="/ppt/slides/slide5.xml"/>
  <Override ContentType="application/vnd.openxmlformats-officedocument.presentationml.slide+xml" PartName="/ppt/slides/slide7.xml"/>
  <Override ContentType="application/vnd.openxmlformats-officedocument.presentationml.slide+xml" PartName="/ppt/slides/slide15.xml"/>
  <Override ContentType="application/vnd.openxmlformats-officedocument.presentationml.slide+xml" PartName="/ppt/slides/slide12.xml"/>
  <Override ContentType="application/vnd.openxmlformats-officedocument.presentationml.slide+xml" PartName="/ppt/slides/slide17.xml"/>
  <Override ContentType="application/vnd.openxmlformats-officedocument.presentationml.slide+xml" PartName="/ppt/slides/slide10.xml"/>
  <Override ContentType="application/vnd.openxmlformats-officedocument.presentationml.slide+xml" PartName="/ppt/slides/slide2.xml"/>
  <Override ContentType="application/vnd.openxmlformats-officedocument.presentationml.slide+xml" PartName="/ppt/slides/slide6.xml"/>
  <Override ContentType="application/vnd.openxmlformats-officedocument.presentationml.slide+xml" PartName="/ppt/slides/slide16.xml"/>
  <Override ContentType="application/vnd.openxmlformats-officedocument.presentationml.slide+xml" PartName="/ppt/slides/slide8.xml"/>
  <Override ContentType="application/vnd.openxmlformats-officedocument.presentationml.slide+xml" PartName="/ppt/slides/slide14.xml"/>
  <Override ContentType="application/vnd.openxmlformats-officedocument.presentationml.notesMaster+xml" PartName="/ppt/notesMasters/notesMaster1.xml"/>
  <Override ContentType="application/vnd.openxmlformats-package.core-properties+xml" PartName="/docProps/core.xml"/>
  <Override ContentType="application/vnd.openxmlformats-officedocument.presentationml.presentation.main+xml" PartName="/ppt/presentation.xml"/>
  <Override ContentType="application/vnd.openxmlformats-officedocument.presentationml.presProps+xml" PartName="/ppt/presProps.xml"/>
  <Override ContentType="application/vnd.openxmlformats-officedocument.theme+xml" PartName="/ppt/theme/theme1.xml"/>
  <Override ContentType="application/vnd.openxmlformats-officedocument.theme+xml" PartName="/ppt/theme/theme2.xml"/>
  <Override ContentType="application/vnd.openxmlformats-officedocument.presentationml.viewProps+xml" PartName="/ppt/viewProps.xml"/>
</Types>
</file>

<file path=_rels/.rels><?xml version="1.0" encoding="UTF-8" standalone="yes"?><Relationships xmlns="http://schemas.openxmlformats.org/package/2006/relationships"><Relationship Id="rId1" Type="http://schemas.openxmlformats.org/package/2006/relationships/metadata/core-properties" Target="docProps/core.xml"/><Relationship Id="rId2"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autoCompressPictures="0" embedTrueTypeFonts="1" strictFirstAndLastChars="0" saveSubsetFonts="1">
  <p:sldMasterIdLst>
    <p:sldMasterId id="2147483648" r:id="rId4"/>
  </p:sldMasterIdLst>
  <p:notesMasterIdLst>
    <p:notesMasterId r:id="rId5"/>
  </p:notesMasterIdLst>
  <p:sldIdLst>
    <p:sldId id="256" r:id="rId6"/>
    <p:sldId id="257" r:id="rId7"/>
    <p:sldId id="258" r:id="rId8"/>
    <p:sldId id="259" r:id="rId9"/>
    <p:sldId id="260" r:id="rId10"/>
    <p:sldId id="261" r:id="rId11"/>
    <p:sldId id="262" r:id="rId12"/>
    <p:sldId id="263" r:id="rId13"/>
    <p:sldId id="264" r:id="rId14"/>
    <p:sldId id="265" r:id="rId15"/>
    <p:sldId id="266" r:id="rId16"/>
    <p:sldId id="267" r:id="rId17"/>
    <p:sldId id="268" r:id="rId18"/>
    <p:sldId id="269" r:id="rId19"/>
    <p:sldId id="270" r:id="rId20"/>
    <p:sldId id="271" r:id="rId21"/>
    <p:sldId id="272" r:id="rId22"/>
    <p:sldId id="273" r:id="rId23"/>
  </p:sldIdLst>
  <p:sldSz cy="10287000" cx="18288000"/>
  <p:notesSz cx="6858000" cy="9144000"/>
  <p:embeddedFontLst>
    <p:embeddedFont>
      <p:font typeface="Play"/>
      <p:regular r:id="rId24"/>
      <p:bold r:id="rId25"/>
    </p:embeddedFont>
    <p:embeddedFont>
      <p:font typeface="Open Sans"/>
      <p:bold r:id="rId26"/>
      <p:boldItalic r:id="rId27"/>
    </p:embeddedFont>
  </p:embeddedFontLst>
  <p:defaultText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defaultTextStyle>
  <p:extLst>
    <p:ext uri="{EFAFB233-063F-42B5-8137-9DF3F51BA10A}">
      <p15:sldGuideLst>
        <p15:guide id="1" orient="horz" pos="2160">
          <p15:clr>
            <a:srgbClr val="000000"/>
          </p15:clr>
        </p15:guide>
        <p15:guide id="2" pos="2880">
          <p15:clr>
            <a:srgbClr val="000000"/>
          </p15:clr>
        </p15:guide>
      </p15:sldGuideLst>
    </p:ext>
    <p:ext uri="GoogleSlidesCustomDataVersion2">
      <go:slidesCustomData xmlns:go="http://customooxmlschemas.google.com/" r:id="rId28" roundtripDataSignature="AMtx7mj5/Zl4yKoc3Wq7C9VQ7isatMMdQw=="/>
    </p:ext>
  </p:extLst>
</p:presentation>
</file>

<file path=ppt/presProps.xml><?xml version="1.0" encoding="utf-8"?>
<p:presentation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file>

<file path=ppt/viewProps.xml><?xml version="1.0" encoding="utf-8"?>
<p:view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Comments="0">
  <p:slideViewPr>
    <p:cSldViewPr snapToGrid="0">
      <p:cViewPr varScale="1">
        <p:scale>
          <a:sx n="100" d="100"/>
          <a:sy n="100" d="100"/>
        </p:scale>
        <p:origin x="0" y="0"/>
      </p:cViewPr>
      <p:guideLst>
        <p:guide pos="2160" orient="horz"/>
        <p:guide pos="2880"/>
      </p:guideLst>
    </p:cSldViewPr>
  </p:slideViewPr>
</p:viewPr>
</file>

<file path=ppt/_rels/presentation.xml.rels><?xml version="1.0" encoding="UTF-8" standalone="yes"?><Relationships xmlns="http://schemas.openxmlformats.org/package/2006/relationships"><Relationship Id="rId20" Type="http://schemas.openxmlformats.org/officeDocument/2006/relationships/slide" Target="slides/slide15.xml"/><Relationship Id="rId22" Type="http://schemas.openxmlformats.org/officeDocument/2006/relationships/slide" Target="slides/slide17.xml"/><Relationship Id="rId21" Type="http://schemas.openxmlformats.org/officeDocument/2006/relationships/slide" Target="slides/slide16.xml"/><Relationship Id="rId24" Type="http://schemas.openxmlformats.org/officeDocument/2006/relationships/font" Target="fonts/Play-regular.fntdata"/><Relationship Id="rId23" Type="http://schemas.openxmlformats.org/officeDocument/2006/relationships/slide" Target="slides/slide18.xml"/><Relationship Id="rId1" Type="http://schemas.openxmlformats.org/officeDocument/2006/relationships/theme" Target="theme/theme2.xml"/><Relationship Id="rId2" Type="http://schemas.openxmlformats.org/officeDocument/2006/relationships/viewProps" Target="viewProps.xml"/><Relationship Id="rId3" Type="http://schemas.openxmlformats.org/officeDocument/2006/relationships/presProps" Target="presProps.xml"/><Relationship Id="rId4" Type="http://schemas.openxmlformats.org/officeDocument/2006/relationships/slideMaster" Target="slideMasters/slideMaster1.xml"/><Relationship Id="rId9" Type="http://schemas.openxmlformats.org/officeDocument/2006/relationships/slide" Target="slides/slide4.xml"/><Relationship Id="rId26" Type="http://schemas.openxmlformats.org/officeDocument/2006/relationships/font" Target="fonts/OpenSans-bold.fntdata"/><Relationship Id="rId25" Type="http://schemas.openxmlformats.org/officeDocument/2006/relationships/font" Target="fonts/Play-bold.fntdata"/><Relationship Id="rId28" Type="http://customschemas.google.com/relationships/presentationmetadata" Target="metadata"/><Relationship Id="rId27" Type="http://schemas.openxmlformats.org/officeDocument/2006/relationships/font" Target="fonts/OpenSans-boldItalic.fntdata"/><Relationship Id="rId5" Type="http://schemas.openxmlformats.org/officeDocument/2006/relationships/notesMaster" Target="notesMasters/notesMaster1.xml"/><Relationship Id="rId6" Type="http://schemas.openxmlformats.org/officeDocument/2006/relationships/slide" Target="slides/slide1.xml"/><Relationship Id="rId7" Type="http://schemas.openxmlformats.org/officeDocument/2006/relationships/slide" Target="slides/slide2.xml"/><Relationship Id="rId8" Type="http://schemas.openxmlformats.org/officeDocument/2006/relationships/slide" Target="slides/slide3.xml"/><Relationship Id="rId11" Type="http://schemas.openxmlformats.org/officeDocument/2006/relationships/slide" Target="slides/slide6.xml"/><Relationship Id="rId10" Type="http://schemas.openxmlformats.org/officeDocument/2006/relationships/slide" Target="slides/slide5.xml"/><Relationship Id="rId13" Type="http://schemas.openxmlformats.org/officeDocument/2006/relationships/slide" Target="slides/slide8.xml"/><Relationship Id="rId12" Type="http://schemas.openxmlformats.org/officeDocument/2006/relationships/slide" Target="slides/slide7.xml"/><Relationship Id="rId15" Type="http://schemas.openxmlformats.org/officeDocument/2006/relationships/slide" Target="slides/slide10.xml"/><Relationship Id="rId14" Type="http://schemas.openxmlformats.org/officeDocument/2006/relationships/slide" Target="slides/slide9.xml"/><Relationship Id="rId17" Type="http://schemas.openxmlformats.org/officeDocument/2006/relationships/slide" Target="slides/slide12.xml"/><Relationship Id="rId16" Type="http://schemas.openxmlformats.org/officeDocument/2006/relationships/slide" Target="slides/slide11.xml"/><Relationship Id="rId19" Type="http://schemas.openxmlformats.org/officeDocument/2006/relationships/slide" Target="slides/slide14.xml"/><Relationship Id="rId18" Type="http://schemas.openxmlformats.org/officeDocument/2006/relationships/slide" Target="slides/slide13.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1.xml"/></Relationships>
</file>

<file path=ppt/notesMasters/notesMaster1.xml><?xml version="1.0" encoding="utf-8"?>
<p:notes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 name="Shape 2"/>
        <p:cNvGrpSpPr/>
        <p:nvPr/>
      </p:nvGrpSpPr>
      <p:grpSpPr>
        <a:xfrm>
          <a:off x="0" y="0"/>
          <a:ext cx="0" cy="0"/>
          <a:chOff x="0" y="0"/>
          <a:chExt cx="0" cy="0"/>
        </a:xfrm>
      </p:grpSpPr>
      <p:sp>
        <p:nvSpPr>
          <p:cNvPr id="3" name="Google Shape;3;n"/>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4" name="Google Shape;4;n"/>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lvl1pPr indent="-298450" lvl="0" marL="457200">
              <a:spcBef>
                <a:spcPts val="0"/>
              </a:spcBef>
              <a:spcAft>
                <a:spcPts val="0"/>
              </a:spcAft>
              <a:buSzPts val="1100"/>
              <a:buChar char="●"/>
              <a:defRPr sz="1100"/>
            </a:lvl1pPr>
            <a:lvl2pPr indent="-298450" lvl="1" marL="914400">
              <a:spcBef>
                <a:spcPts val="0"/>
              </a:spcBef>
              <a:spcAft>
                <a:spcPts val="0"/>
              </a:spcAft>
              <a:buSzPts val="1100"/>
              <a:buChar char="○"/>
              <a:defRPr sz="1100"/>
            </a:lvl2pPr>
            <a:lvl3pPr indent="-298450" lvl="2" marL="1371600">
              <a:spcBef>
                <a:spcPts val="0"/>
              </a:spcBef>
              <a:spcAft>
                <a:spcPts val="0"/>
              </a:spcAft>
              <a:buSzPts val="1100"/>
              <a:buChar char="■"/>
              <a:defRPr sz="1100"/>
            </a:lvl3pPr>
            <a:lvl4pPr indent="-298450" lvl="3" marL="1828800">
              <a:spcBef>
                <a:spcPts val="0"/>
              </a:spcBef>
              <a:spcAft>
                <a:spcPts val="0"/>
              </a:spcAft>
              <a:buSzPts val="1100"/>
              <a:buChar char="●"/>
              <a:defRPr sz="1100"/>
            </a:lvl4pPr>
            <a:lvl5pPr indent="-298450" lvl="4" marL="2286000">
              <a:spcBef>
                <a:spcPts val="0"/>
              </a:spcBef>
              <a:spcAft>
                <a:spcPts val="0"/>
              </a:spcAft>
              <a:buSzPts val="1100"/>
              <a:buChar char="○"/>
              <a:defRPr sz="1100"/>
            </a:lvl5pPr>
            <a:lvl6pPr indent="-298450" lvl="5" marL="2743200">
              <a:spcBef>
                <a:spcPts val="0"/>
              </a:spcBef>
              <a:spcAft>
                <a:spcPts val="0"/>
              </a:spcAft>
              <a:buSzPts val="1100"/>
              <a:buChar char="■"/>
              <a:defRPr sz="1100"/>
            </a:lvl6pPr>
            <a:lvl7pPr indent="-298450" lvl="6" marL="3200400">
              <a:spcBef>
                <a:spcPts val="0"/>
              </a:spcBef>
              <a:spcAft>
                <a:spcPts val="0"/>
              </a:spcAft>
              <a:buSzPts val="1100"/>
              <a:buChar char="●"/>
              <a:defRPr sz="1100"/>
            </a:lvl7pPr>
            <a:lvl8pPr indent="-298450" lvl="7" marL="3657600">
              <a:spcBef>
                <a:spcPts val="0"/>
              </a:spcBef>
              <a:spcAft>
                <a:spcPts val="0"/>
              </a:spcAft>
              <a:buSzPts val="1100"/>
              <a:buChar char="○"/>
              <a:defRPr sz="1100"/>
            </a:lvl8pPr>
            <a:lvl9pPr indent="-298450" lvl="8" marL="4114800">
              <a:spcBef>
                <a:spcPts val="0"/>
              </a:spcBef>
              <a:spcAft>
                <a:spcPts val="0"/>
              </a:spcAft>
              <a:buSzPts val="1100"/>
              <a:buChar char="■"/>
              <a:defRPr sz="1100"/>
            </a:lvl9pPr>
          </a:lstStyle>
          <a:p/>
        </p:txBody>
      </p:sp>
    </p:spTree>
  </p:cSld>
  <p:clrMap accent1="accent1" accent2="accent2" accent3="accent3" accent4="accent4" accent5="accent5" accent6="accent6" bg1="lt1" bg2="dk2" tx1="dk1" tx2="lt2" folHlink="folHlink" hlink="hlink"/>
  <p:notes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80" name="Shape 80"/>
        <p:cNvGrpSpPr/>
        <p:nvPr/>
      </p:nvGrpSpPr>
      <p:grpSpPr>
        <a:xfrm>
          <a:off x="0" y="0"/>
          <a:ext cx="0" cy="0"/>
          <a:chOff x="0" y="0"/>
          <a:chExt cx="0" cy="0"/>
        </a:xfrm>
      </p:grpSpPr>
      <p:sp>
        <p:nvSpPr>
          <p:cNvPr id="81" name="Google Shape;81;p1: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82" name="Google Shape;82;p1: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92" name="Shape 92"/>
        <p:cNvGrpSpPr/>
        <p:nvPr/>
      </p:nvGrpSpPr>
      <p:grpSpPr>
        <a:xfrm>
          <a:off x="0" y="0"/>
          <a:ext cx="0" cy="0"/>
          <a:chOff x="0" y="0"/>
          <a:chExt cx="0" cy="0"/>
        </a:xfrm>
      </p:grpSpPr>
      <p:sp>
        <p:nvSpPr>
          <p:cNvPr id="93" name="Google Shape;93;p2: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94" name="Google Shape;94;p2: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22" name="Shape 122"/>
        <p:cNvGrpSpPr/>
        <p:nvPr/>
      </p:nvGrpSpPr>
      <p:grpSpPr>
        <a:xfrm>
          <a:off x="0" y="0"/>
          <a:ext cx="0" cy="0"/>
          <a:chOff x="0" y="0"/>
          <a:chExt cx="0" cy="0"/>
        </a:xfrm>
      </p:grpSpPr>
      <p:sp>
        <p:nvSpPr>
          <p:cNvPr id="123" name="Google Shape;123;p3: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124" name="Google Shape;124;p3: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30" name="Shape 130"/>
        <p:cNvGrpSpPr/>
        <p:nvPr/>
      </p:nvGrpSpPr>
      <p:grpSpPr>
        <a:xfrm>
          <a:off x="0" y="0"/>
          <a:ext cx="0" cy="0"/>
          <a:chOff x="0" y="0"/>
          <a:chExt cx="0" cy="0"/>
        </a:xfrm>
      </p:grpSpPr>
      <p:sp>
        <p:nvSpPr>
          <p:cNvPr id="131" name="Google Shape;131;p4: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132" name="Google Shape;132;p4: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36" name="Shape 136"/>
        <p:cNvGrpSpPr/>
        <p:nvPr/>
      </p:nvGrpSpPr>
      <p:grpSpPr>
        <a:xfrm>
          <a:off x="0" y="0"/>
          <a:ext cx="0" cy="0"/>
          <a:chOff x="0" y="0"/>
          <a:chExt cx="0" cy="0"/>
        </a:xfrm>
      </p:grpSpPr>
      <p:sp>
        <p:nvSpPr>
          <p:cNvPr id="137" name="Google Shape;137;p5: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138" name="Google Shape;138;p5: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42" name="Shape 142"/>
        <p:cNvGrpSpPr/>
        <p:nvPr/>
      </p:nvGrpSpPr>
      <p:grpSpPr>
        <a:xfrm>
          <a:off x="0" y="0"/>
          <a:ext cx="0" cy="0"/>
          <a:chOff x="0" y="0"/>
          <a:chExt cx="0" cy="0"/>
        </a:xfrm>
      </p:grpSpPr>
      <p:sp>
        <p:nvSpPr>
          <p:cNvPr id="143" name="Google Shape;143;p6: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144" name="Google Shape;144;p6: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51" name="Shape 151"/>
        <p:cNvGrpSpPr/>
        <p:nvPr/>
      </p:nvGrpSpPr>
      <p:grpSpPr>
        <a:xfrm>
          <a:off x="0" y="0"/>
          <a:ext cx="0" cy="0"/>
          <a:chOff x="0" y="0"/>
          <a:chExt cx="0" cy="0"/>
        </a:xfrm>
      </p:grpSpPr>
      <p:sp>
        <p:nvSpPr>
          <p:cNvPr id="152" name="Google Shape;152;p7: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153" name="Google Shape;153;p7: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59" name="Shape 159"/>
        <p:cNvGrpSpPr/>
        <p:nvPr/>
      </p:nvGrpSpPr>
      <p:grpSpPr>
        <a:xfrm>
          <a:off x="0" y="0"/>
          <a:ext cx="0" cy="0"/>
          <a:chOff x="0" y="0"/>
          <a:chExt cx="0" cy="0"/>
        </a:xfrm>
      </p:grpSpPr>
      <p:sp>
        <p:nvSpPr>
          <p:cNvPr id="160" name="Google Shape;160;p8: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161" name="Google Shape;161;p8: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67" name="Shape 167"/>
        <p:cNvGrpSpPr/>
        <p:nvPr/>
      </p:nvGrpSpPr>
      <p:grpSpPr>
        <a:xfrm>
          <a:off x="0" y="0"/>
          <a:ext cx="0" cy="0"/>
          <a:chOff x="0" y="0"/>
          <a:chExt cx="0" cy="0"/>
        </a:xfrm>
      </p:grpSpPr>
      <p:sp>
        <p:nvSpPr>
          <p:cNvPr id="168" name="Google Shape;168;p9: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169" name="Google Shape;169;p9: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76" name="Shape 176"/>
        <p:cNvGrpSpPr/>
        <p:nvPr/>
      </p:nvGrpSpPr>
      <p:grpSpPr>
        <a:xfrm>
          <a:off x="0" y="0"/>
          <a:ext cx="0" cy="0"/>
          <a:chOff x="0" y="0"/>
          <a:chExt cx="0" cy="0"/>
        </a:xfrm>
      </p:grpSpPr>
      <p:sp>
        <p:nvSpPr>
          <p:cNvPr id="177" name="Google Shape;177;p1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178" name="Google Shape;178;p10: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84" name="Shape 184"/>
        <p:cNvGrpSpPr/>
        <p:nvPr/>
      </p:nvGrpSpPr>
      <p:grpSpPr>
        <a:xfrm>
          <a:off x="0" y="0"/>
          <a:ext cx="0" cy="0"/>
          <a:chOff x="0" y="0"/>
          <a:chExt cx="0" cy="0"/>
        </a:xfrm>
      </p:grpSpPr>
      <p:sp>
        <p:nvSpPr>
          <p:cNvPr id="185" name="Google Shape;185;p11: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186" name="Google Shape;186;p11: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93" name="Shape 193"/>
        <p:cNvGrpSpPr/>
        <p:nvPr/>
      </p:nvGrpSpPr>
      <p:grpSpPr>
        <a:xfrm>
          <a:off x="0" y="0"/>
          <a:ext cx="0" cy="0"/>
          <a:chOff x="0" y="0"/>
          <a:chExt cx="0" cy="0"/>
        </a:xfrm>
      </p:grpSpPr>
      <p:sp>
        <p:nvSpPr>
          <p:cNvPr id="194" name="Google Shape;194;p12: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195" name="Google Shape;195;p12: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02" name="Shape 202"/>
        <p:cNvGrpSpPr/>
        <p:nvPr/>
      </p:nvGrpSpPr>
      <p:grpSpPr>
        <a:xfrm>
          <a:off x="0" y="0"/>
          <a:ext cx="0" cy="0"/>
          <a:chOff x="0" y="0"/>
          <a:chExt cx="0" cy="0"/>
        </a:xfrm>
      </p:grpSpPr>
      <p:sp>
        <p:nvSpPr>
          <p:cNvPr id="203" name="Google Shape;203;p13: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204" name="Google Shape;204;p13: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11" name="Shape 211"/>
        <p:cNvGrpSpPr/>
        <p:nvPr/>
      </p:nvGrpSpPr>
      <p:grpSpPr>
        <a:xfrm>
          <a:off x="0" y="0"/>
          <a:ext cx="0" cy="0"/>
          <a:chOff x="0" y="0"/>
          <a:chExt cx="0" cy="0"/>
        </a:xfrm>
      </p:grpSpPr>
      <p:sp>
        <p:nvSpPr>
          <p:cNvPr id="212" name="Google Shape;212;p14: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213" name="Google Shape;213;p14: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21" name="Shape 221"/>
        <p:cNvGrpSpPr/>
        <p:nvPr/>
      </p:nvGrpSpPr>
      <p:grpSpPr>
        <a:xfrm>
          <a:off x="0" y="0"/>
          <a:ext cx="0" cy="0"/>
          <a:chOff x="0" y="0"/>
          <a:chExt cx="0" cy="0"/>
        </a:xfrm>
      </p:grpSpPr>
      <p:sp>
        <p:nvSpPr>
          <p:cNvPr id="222" name="Google Shape;222;p15: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223" name="Google Shape;223;p15: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29" name="Shape 229"/>
        <p:cNvGrpSpPr/>
        <p:nvPr/>
      </p:nvGrpSpPr>
      <p:grpSpPr>
        <a:xfrm>
          <a:off x="0" y="0"/>
          <a:ext cx="0" cy="0"/>
          <a:chOff x="0" y="0"/>
          <a:chExt cx="0" cy="0"/>
        </a:xfrm>
      </p:grpSpPr>
      <p:sp>
        <p:nvSpPr>
          <p:cNvPr id="230" name="Google Shape;230;p16: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231" name="Google Shape;231;p16: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35" name="Shape 235"/>
        <p:cNvGrpSpPr/>
        <p:nvPr/>
      </p:nvGrpSpPr>
      <p:grpSpPr>
        <a:xfrm>
          <a:off x="0" y="0"/>
          <a:ext cx="0" cy="0"/>
          <a:chOff x="0" y="0"/>
          <a:chExt cx="0" cy="0"/>
        </a:xfrm>
      </p:grpSpPr>
      <p:sp>
        <p:nvSpPr>
          <p:cNvPr id="236" name="Google Shape;236;p17: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237" name="Google Shape;237;p17: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41" name="Shape 241"/>
        <p:cNvGrpSpPr/>
        <p:nvPr/>
      </p:nvGrpSpPr>
      <p:grpSpPr>
        <a:xfrm>
          <a:off x="0" y="0"/>
          <a:ext cx="0" cy="0"/>
          <a:chOff x="0" y="0"/>
          <a:chExt cx="0" cy="0"/>
        </a:xfrm>
      </p:grpSpPr>
      <p:sp>
        <p:nvSpPr>
          <p:cNvPr id="242" name="Google Shape;242;p18: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243" name="Google Shape;243;p18: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lank" type="blank">
  <p:cSld name="BLANK">
    <p:spTree>
      <p:nvGrpSpPr>
        <p:cNvPr id="11" name="Shape 11"/>
        <p:cNvGrpSpPr/>
        <p:nvPr/>
      </p:nvGrpSpPr>
      <p:grpSpPr>
        <a:xfrm>
          <a:off x="0" y="0"/>
          <a:ext cx="0" cy="0"/>
          <a:chOff x="0" y="0"/>
          <a:chExt cx="0" cy="0"/>
        </a:xfrm>
      </p:grpSpPr>
      <p:sp>
        <p:nvSpPr>
          <p:cNvPr id="12" name="Google Shape;12;p20"/>
          <p:cNvSpPr txBox="1"/>
          <p:nvPr>
            <p:ph idx="10" type="dt"/>
          </p:nvPr>
        </p:nvSpPr>
        <p:spPr>
          <a:xfrm>
            <a:off x="457200" y="6356350"/>
            <a:ext cx="2133600" cy="365125"/>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13" name="Google Shape;13;p20"/>
          <p:cNvSpPr txBox="1"/>
          <p:nvPr>
            <p:ph idx="11" type="ftr"/>
          </p:nvPr>
        </p:nvSpPr>
        <p:spPr>
          <a:xfrm>
            <a:off x="3124200" y="6356350"/>
            <a:ext cx="2895600" cy="365125"/>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14" name="Google Shape;14;p20"/>
          <p:cNvSpPr txBox="1"/>
          <p:nvPr>
            <p:ph idx="12" type="sldNum"/>
          </p:nvPr>
        </p:nvSpPr>
        <p:spPr>
          <a:xfrm>
            <a:off x="6553200" y="6356350"/>
            <a:ext cx="2133600" cy="365125"/>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Slide" type="title">
  <p:cSld name="TITLE">
    <p:spTree>
      <p:nvGrpSpPr>
        <p:cNvPr id="15" name="Shape 15"/>
        <p:cNvGrpSpPr/>
        <p:nvPr/>
      </p:nvGrpSpPr>
      <p:grpSpPr>
        <a:xfrm>
          <a:off x="0" y="0"/>
          <a:ext cx="0" cy="0"/>
          <a:chOff x="0" y="0"/>
          <a:chExt cx="0" cy="0"/>
        </a:xfrm>
      </p:grpSpPr>
      <p:sp>
        <p:nvSpPr>
          <p:cNvPr id="16" name="Google Shape;16;p21"/>
          <p:cNvSpPr txBox="1"/>
          <p:nvPr>
            <p:ph type="ctrTitle"/>
          </p:nvPr>
        </p:nvSpPr>
        <p:spPr>
          <a:xfrm>
            <a:off x="685800" y="2130425"/>
            <a:ext cx="7772400" cy="1470025"/>
          </a:xfrm>
          <a:prstGeom prst="rect">
            <a:avLst/>
          </a:prstGeom>
          <a:noFill/>
          <a:ln>
            <a:noFill/>
          </a:ln>
        </p:spPr>
        <p:txBody>
          <a:bodyPr anchorCtr="0" anchor="ctr" bIns="45700" lIns="91425" spcFirstLastPara="1" rIns="91425" wrap="square" tIns="45700">
            <a:normAutofit/>
          </a:bodyPr>
          <a:lstStyle>
            <a:lvl1pPr lvl="0" algn="ctr">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17" name="Google Shape;17;p21"/>
          <p:cNvSpPr txBox="1"/>
          <p:nvPr>
            <p:ph idx="1" type="subTitle"/>
          </p:nvPr>
        </p:nvSpPr>
        <p:spPr>
          <a:xfrm>
            <a:off x="1371600" y="3886200"/>
            <a:ext cx="6400800" cy="1752600"/>
          </a:xfrm>
          <a:prstGeom prst="rect">
            <a:avLst/>
          </a:prstGeom>
          <a:noFill/>
          <a:ln>
            <a:noFill/>
          </a:ln>
        </p:spPr>
        <p:txBody>
          <a:bodyPr anchorCtr="0" anchor="t" bIns="45700" lIns="91425" spcFirstLastPara="1" rIns="91425" wrap="square" tIns="45700">
            <a:normAutofit/>
          </a:bodyPr>
          <a:lstStyle>
            <a:lvl1pPr lvl="0" algn="ctr">
              <a:spcBef>
                <a:spcPts val="640"/>
              </a:spcBef>
              <a:spcAft>
                <a:spcPts val="0"/>
              </a:spcAft>
              <a:buClr>
                <a:srgbClr val="888888"/>
              </a:buClr>
              <a:buSzPts val="3200"/>
              <a:buNone/>
              <a:defRPr>
                <a:solidFill>
                  <a:srgbClr val="888888"/>
                </a:solidFill>
              </a:defRPr>
            </a:lvl1pPr>
            <a:lvl2pPr lvl="1" algn="ctr">
              <a:spcBef>
                <a:spcPts val="560"/>
              </a:spcBef>
              <a:spcAft>
                <a:spcPts val="0"/>
              </a:spcAft>
              <a:buClr>
                <a:srgbClr val="888888"/>
              </a:buClr>
              <a:buSzPts val="2800"/>
              <a:buNone/>
              <a:defRPr>
                <a:solidFill>
                  <a:srgbClr val="888888"/>
                </a:solidFill>
              </a:defRPr>
            </a:lvl2pPr>
            <a:lvl3pPr lvl="2" algn="ctr">
              <a:spcBef>
                <a:spcPts val="480"/>
              </a:spcBef>
              <a:spcAft>
                <a:spcPts val="0"/>
              </a:spcAft>
              <a:buClr>
                <a:srgbClr val="888888"/>
              </a:buClr>
              <a:buSzPts val="2400"/>
              <a:buNone/>
              <a:defRPr>
                <a:solidFill>
                  <a:srgbClr val="888888"/>
                </a:solidFill>
              </a:defRPr>
            </a:lvl3pPr>
            <a:lvl4pPr lvl="3" algn="ctr">
              <a:spcBef>
                <a:spcPts val="400"/>
              </a:spcBef>
              <a:spcAft>
                <a:spcPts val="0"/>
              </a:spcAft>
              <a:buClr>
                <a:srgbClr val="888888"/>
              </a:buClr>
              <a:buSzPts val="2000"/>
              <a:buNone/>
              <a:defRPr>
                <a:solidFill>
                  <a:srgbClr val="888888"/>
                </a:solidFill>
              </a:defRPr>
            </a:lvl4pPr>
            <a:lvl5pPr lvl="4" algn="ctr">
              <a:spcBef>
                <a:spcPts val="400"/>
              </a:spcBef>
              <a:spcAft>
                <a:spcPts val="0"/>
              </a:spcAft>
              <a:buClr>
                <a:srgbClr val="888888"/>
              </a:buClr>
              <a:buSzPts val="2000"/>
              <a:buNone/>
              <a:defRPr>
                <a:solidFill>
                  <a:srgbClr val="888888"/>
                </a:solidFill>
              </a:defRPr>
            </a:lvl5pPr>
            <a:lvl6pPr lvl="5" algn="ctr">
              <a:spcBef>
                <a:spcPts val="400"/>
              </a:spcBef>
              <a:spcAft>
                <a:spcPts val="0"/>
              </a:spcAft>
              <a:buClr>
                <a:srgbClr val="888888"/>
              </a:buClr>
              <a:buSzPts val="2000"/>
              <a:buNone/>
              <a:defRPr>
                <a:solidFill>
                  <a:srgbClr val="888888"/>
                </a:solidFill>
              </a:defRPr>
            </a:lvl6pPr>
            <a:lvl7pPr lvl="6" algn="ctr">
              <a:spcBef>
                <a:spcPts val="400"/>
              </a:spcBef>
              <a:spcAft>
                <a:spcPts val="0"/>
              </a:spcAft>
              <a:buClr>
                <a:srgbClr val="888888"/>
              </a:buClr>
              <a:buSzPts val="2000"/>
              <a:buNone/>
              <a:defRPr>
                <a:solidFill>
                  <a:srgbClr val="888888"/>
                </a:solidFill>
              </a:defRPr>
            </a:lvl7pPr>
            <a:lvl8pPr lvl="7" algn="ctr">
              <a:spcBef>
                <a:spcPts val="400"/>
              </a:spcBef>
              <a:spcAft>
                <a:spcPts val="0"/>
              </a:spcAft>
              <a:buClr>
                <a:srgbClr val="888888"/>
              </a:buClr>
              <a:buSzPts val="2000"/>
              <a:buNone/>
              <a:defRPr>
                <a:solidFill>
                  <a:srgbClr val="888888"/>
                </a:solidFill>
              </a:defRPr>
            </a:lvl8pPr>
            <a:lvl9pPr lvl="8" algn="ctr">
              <a:spcBef>
                <a:spcPts val="400"/>
              </a:spcBef>
              <a:spcAft>
                <a:spcPts val="0"/>
              </a:spcAft>
              <a:buClr>
                <a:srgbClr val="888888"/>
              </a:buClr>
              <a:buSzPts val="2000"/>
              <a:buNone/>
              <a:defRPr>
                <a:solidFill>
                  <a:srgbClr val="888888"/>
                </a:solidFill>
              </a:defRPr>
            </a:lvl9pPr>
          </a:lstStyle>
          <a:p/>
        </p:txBody>
      </p:sp>
      <p:sp>
        <p:nvSpPr>
          <p:cNvPr id="18" name="Google Shape;18;p21"/>
          <p:cNvSpPr txBox="1"/>
          <p:nvPr>
            <p:ph idx="10" type="dt"/>
          </p:nvPr>
        </p:nvSpPr>
        <p:spPr>
          <a:xfrm>
            <a:off x="457200" y="6356350"/>
            <a:ext cx="2133600" cy="365125"/>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19" name="Google Shape;19;p21"/>
          <p:cNvSpPr txBox="1"/>
          <p:nvPr>
            <p:ph idx="11" type="ftr"/>
          </p:nvPr>
        </p:nvSpPr>
        <p:spPr>
          <a:xfrm>
            <a:off x="3124200" y="6356350"/>
            <a:ext cx="2895600" cy="365125"/>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20" name="Google Shape;20;p21"/>
          <p:cNvSpPr txBox="1"/>
          <p:nvPr>
            <p:ph idx="12" type="sldNum"/>
          </p:nvPr>
        </p:nvSpPr>
        <p:spPr>
          <a:xfrm>
            <a:off x="6553200" y="6356350"/>
            <a:ext cx="2133600" cy="365125"/>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Content" type="obj">
  <p:cSld name="OBJECT">
    <p:spTree>
      <p:nvGrpSpPr>
        <p:cNvPr id="21" name="Shape 21"/>
        <p:cNvGrpSpPr/>
        <p:nvPr/>
      </p:nvGrpSpPr>
      <p:grpSpPr>
        <a:xfrm>
          <a:off x="0" y="0"/>
          <a:ext cx="0" cy="0"/>
          <a:chOff x="0" y="0"/>
          <a:chExt cx="0" cy="0"/>
        </a:xfrm>
      </p:grpSpPr>
      <p:sp>
        <p:nvSpPr>
          <p:cNvPr id="22" name="Google Shape;22;p22"/>
          <p:cNvSpPr txBox="1"/>
          <p:nvPr>
            <p:ph type="title"/>
          </p:nvPr>
        </p:nvSpPr>
        <p:spPr>
          <a:xfrm>
            <a:off x="457200" y="274638"/>
            <a:ext cx="8229600" cy="1143000"/>
          </a:xfrm>
          <a:prstGeom prst="rect">
            <a:avLst/>
          </a:prstGeom>
          <a:noFill/>
          <a:ln>
            <a:noFill/>
          </a:ln>
        </p:spPr>
        <p:txBody>
          <a:bodyPr anchorCtr="0" anchor="ctr" bIns="45700" lIns="91425" spcFirstLastPara="1" rIns="91425" wrap="square" tIns="45700">
            <a:normAutofit/>
          </a:bodyPr>
          <a:lstStyle>
            <a:lvl1pPr lvl="0" algn="ctr">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23" name="Google Shape;23;p22"/>
          <p:cNvSpPr txBox="1"/>
          <p:nvPr>
            <p:ph idx="1" type="body"/>
          </p:nvPr>
        </p:nvSpPr>
        <p:spPr>
          <a:xfrm>
            <a:off x="457200" y="1600200"/>
            <a:ext cx="8229600" cy="4525963"/>
          </a:xfrm>
          <a:prstGeom prst="rect">
            <a:avLst/>
          </a:prstGeom>
          <a:noFill/>
          <a:ln>
            <a:noFill/>
          </a:ln>
        </p:spPr>
        <p:txBody>
          <a:bodyPr anchorCtr="0" anchor="t" bIns="45700" lIns="91425" spcFirstLastPara="1" rIns="91425" wrap="square" tIns="45700">
            <a:normAutofit/>
          </a:bodyPr>
          <a:lstStyle>
            <a:lvl1pPr indent="-342900" lvl="0" marL="457200" algn="l">
              <a:spcBef>
                <a:spcPts val="360"/>
              </a:spcBef>
              <a:spcAft>
                <a:spcPts val="0"/>
              </a:spcAft>
              <a:buClr>
                <a:schemeClr val="dk1"/>
              </a:buClr>
              <a:buSzPts val="1800"/>
              <a:buChar char="•"/>
              <a:defRPr/>
            </a:lvl1pPr>
            <a:lvl2pPr indent="-342900" lvl="1" marL="914400" algn="l">
              <a:spcBef>
                <a:spcPts val="360"/>
              </a:spcBef>
              <a:spcAft>
                <a:spcPts val="0"/>
              </a:spcAft>
              <a:buClr>
                <a:schemeClr val="dk1"/>
              </a:buClr>
              <a:buSzPts val="1800"/>
              <a:buChar char="–"/>
              <a:defRPr/>
            </a:lvl2pPr>
            <a:lvl3pPr indent="-342900" lvl="2" marL="1371600" algn="l">
              <a:spcBef>
                <a:spcPts val="360"/>
              </a:spcBef>
              <a:spcAft>
                <a:spcPts val="0"/>
              </a:spcAft>
              <a:buClr>
                <a:schemeClr val="dk1"/>
              </a:buClr>
              <a:buSzPts val="1800"/>
              <a:buChar char="•"/>
              <a:defRPr/>
            </a:lvl3pPr>
            <a:lvl4pPr indent="-342900" lvl="3" marL="1828800" algn="l">
              <a:spcBef>
                <a:spcPts val="360"/>
              </a:spcBef>
              <a:spcAft>
                <a:spcPts val="0"/>
              </a:spcAft>
              <a:buClr>
                <a:schemeClr val="dk1"/>
              </a:buClr>
              <a:buSzPts val="1800"/>
              <a:buChar char="–"/>
              <a:defRPr/>
            </a:lvl4pPr>
            <a:lvl5pPr indent="-342900" lvl="4" marL="2286000" algn="l">
              <a:spcBef>
                <a:spcPts val="360"/>
              </a:spcBef>
              <a:spcAft>
                <a:spcPts val="0"/>
              </a:spcAft>
              <a:buClr>
                <a:schemeClr val="dk1"/>
              </a:buClr>
              <a:buSzPts val="1800"/>
              <a:buChar char="»"/>
              <a:defRPr/>
            </a:lvl5pPr>
            <a:lvl6pPr indent="-342900" lvl="5" marL="2743200" algn="l">
              <a:spcBef>
                <a:spcPts val="360"/>
              </a:spcBef>
              <a:spcAft>
                <a:spcPts val="0"/>
              </a:spcAft>
              <a:buClr>
                <a:schemeClr val="dk1"/>
              </a:buClr>
              <a:buSzPts val="1800"/>
              <a:buChar char="•"/>
              <a:defRPr/>
            </a:lvl6pPr>
            <a:lvl7pPr indent="-342900" lvl="6" marL="3200400" algn="l">
              <a:spcBef>
                <a:spcPts val="360"/>
              </a:spcBef>
              <a:spcAft>
                <a:spcPts val="0"/>
              </a:spcAft>
              <a:buClr>
                <a:schemeClr val="dk1"/>
              </a:buClr>
              <a:buSzPts val="1800"/>
              <a:buChar char="•"/>
              <a:defRPr/>
            </a:lvl7pPr>
            <a:lvl8pPr indent="-342900" lvl="7" marL="3657600" algn="l">
              <a:spcBef>
                <a:spcPts val="360"/>
              </a:spcBef>
              <a:spcAft>
                <a:spcPts val="0"/>
              </a:spcAft>
              <a:buClr>
                <a:schemeClr val="dk1"/>
              </a:buClr>
              <a:buSzPts val="1800"/>
              <a:buChar char="•"/>
              <a:defRPr/>
            </a:lvl8pPr>
            <a:lvl9pPr indent="-342900" lvl="8" marL="4114800" algn="l">
              <a:spcBef>
                <a:spcPts val="360"/>
              </a:spcBef>
              <a:spcAft>
                <a:spcPts val="0"/>
              </a:spcAft>
              <a:buClr>
                <a:schemeClr val="dk1"/>
              </a:buClr>
              <a:buSzPts val="1800"/>
              <a:buChar char="•"/>
              <a:defRPr/>
            </a:lvl9pPr>
          </a:lstStyle>
          <a:p/>
        </p:txBody>
      </p:sp>
      <p:sp>
        <p:nvSpPr>
          <p:cNvPr id="24" name="Google Shape;24;p22"/>
          <p:cNvSpPr txBox="1"/>
          <p:nvPr>
            <p:ph idx="10" type="dt"/>
          </p:nvPr>
        </p:nvSpPr>
        <p:spPr>
          <a:xfrm>
            <a:off x="457200" y="6356350"/>
            <a:ext cx="2133600" cy="365125"/>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25" name="Google Shape;25;p22"/>
          <p:cNvSpPr txBox="1"/>
          <p:nvPr>
            <p:ph idx="11" type="ftr"/>
          </p:nvPr>
        </p:nvSpPr>
        <p:spPr>
          <a:xfrm>
            <a:off x="3124200" y="6356350"/>
            <a:ext cx="2895600" cy="365125"/>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26" name="Google Shape;26;p22"/>
          <p:cNvSpPr txBox="1"/>
          <p:nvPr>
            <p:ph idx="12" type="sldNum"/>
          </p:nvPr>
        </p:nvSpPr>
        <p:spPr>
          <a:xfrm>
            <a:off x="6553200" y="6356350"/>
            <a:ext cx="2133600" cy="365125"/>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Header" type="secHead">
  <p:cSld name="SECTION_HEADER">
    <p:spTree>
      <p:nvGrpSpPr>
        <p:cNvPr id="27" name="Shape 27"/>
        <p:cNvGrpSpPr/>
        <p:nvPr/>
      </p:nvGrpSpPr>
      <p:grpSpPr>
        <a:xfrm>
          <a:off x="0" y="0"/>
          <a:ext cx="0" cy="0"/>
          <a:chOff x="0" y="0"/>
          <a:chExt cx="0" cy="0"/>
        </a:xfrm>
      </p:grpSpPr>
      <p:sp>
        <p:nvSpPr>
          <p:cNvPr id="28" name="Google Shape;28;p23"/>
          <p:cNvSpPr txBox="1"/>
          <p:nvPr>
            <p:ph type="title"/>
          </p:nvPr>
        </p:nvSpPr>
        <p:spPr>
          <a:xfrm>
            <a:off x="722313" y="4406900"/>
            <a:ext cx="7772400" cy="1362075"/>
          </a:xfrm>
          <a:prstGeom prst="rect">
            <a:avLst/>
          </a:prstGeom>
          <a:noFill/>
          <a:ln>
            <a:noFill/>
          </a:ln>
        </p:spPr>
        <p:txBody>
          <a:bodyPr anchorCtr="0" anchor="t" bIns="45700" lIns="91425" spcFirstLastPara="1" rIns="91425" wrap="square" tIns="45700">
            <a:normAutofit/>
          </a:bodyPr>
          <a:lstStyle>
            <a:lvl1pPr lvl="0" algn="l">
              <a:spcBef>
                <a:spcPts val="0"/>
              </a:spcBef>
              <a:spcAft>
                <a:spcPts val="0"/>
              </a:spcAft>
              <a:buClr>
                <a:schemeClr val="dk1"/>
              </a:buClr>
              <a:buSzPts val="4000"/>
              <a:buFont typeface="Calibri"/>
              <a:buNone/>
              <a:defRPr b="1" sz="4000" cap="none"/>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29" name="Google Shape;29;p23"/>
          <p:cNvSpPr txBox="1"/>
          <p:nvPr>
            <p:ph idx="1" type="body"/>
          </p:nvPr>
        </p:nvSpPr>
        <p:spPr>
          <a:xfrm>
            <a:off x="722313" y="2906713"/>
            <a:ext cx="7772400" cy="1500187"/>
          </a:xfrm>
          <a:prstGeom prst="rect">
            <a:avLst/>
          </a:prstGeom>
          <a:noFill/>
          <a:ln>
            <a:noFill/>
          </a:ln>
        </p:spPr>
        <p:txBody>
          <a:bodyPr anchorCtr="0" anchor="b" bIns="45700" lIns="91425" spcFirstLastPara="1" rIns="91425" wrap="square" tIns="45700">
            <a:normAutofit/>
          </a:bodyPr>
          <a:lstStyle>
            <a:lvl1pPr indent="-228600" lvl="0" marL="457200" algn="l">
              <a:spcBef>
                <a:spcPts val="400"/>
              </a:spcBef>
              <a:spcAft>
                <a:spcPts val="0"/>
              </a:spcAft>
              <a:buClr>
                <a:srgbClr val="888888"/>
              </a:buClr>
              <a:buSzPts val="2000"/>
              <a:buNone/>
              <a:defRPr sz="2000">
                <a:solidFill>
                  <a:srgbClr val="888888"/>
                </a:solidFill>
              </a:defRPr>
            </a:lvl1pPr>
            <a:lvl2pPr indent="-228600" lvl="1" marL="914400" algn="l">
              <a:spcBef>
                <a:spcPts val="360"/>
              </a:spcBef>
              <a:spcAft>
                <a:spcPts val="0"/>
              </a:spcAft>
              <a:buClr>
                <a:srgbClr val="888888"/>
              </a:buClr>
              <a:buSzPts val="1800"/>
              <a:buNone/>
              <a:defRPr sz="1800">
                <a:solidFill>
                  <a:srgbClr val="888888"/>
                </a:solidFill>
              </a:defRPr>
            </a:lvl2pPr>
            <a:lvl3pPr indent="-228600" lvl="2" marL="1371600" algn="l">
              <a:spcBef>
                <a:spcPts val="320"/>
              </a:spcBef>
              <a:spcAft>
                <a:spcPts val="0"/>
              </a:spcAft>
              <a:buClr>
                <a:srgbClr val="888888"/>
              </a:buClr>
              <a:buSzPts val="1600"/>
              <a:buNone/>
              <a:defRPr sz="1600">
                <a:solidFill>
                  <a:srgbClr val="888888"/>
                </a:solidFill>
              </a:defRPr>
            </a:lvl3pPr>
            <a:lvl4pPr indent="-228600" lvl="3" marL="1828800" algn="l">
              <a:spcBef>
                <a:spcPts val="280"/>
              </a:spcBef>
              <a:spcAft>
                <a:spcPts val="0"/>
              </a:spcAft>
              <a:buClr>
                <a:srgbClr val="888888"/>
              </a:buClr>
              <a:buSzPts val="1400"/>
              <a:buNone/>
              <a:defRPr sz="1400">
                <a:solidFill>
                  <a:srgbClr val="888888"/>
                </a:solidFill>
              </a:defRPr>
            </a:lvl4pPr>
            <a:lvl5pPr indent="-228600" lvl="4" marL="2286000" algn="l">
              <a:spcBef>
                <a:spcPts val="280"/>
              </a:spcBef>
              <a:spcAft>
                <a:spcPts val="0"/>
              </a:spcAft>
              <a:buClr>
                <a:srgbClr val="888888"/>
              </a:buClr>
              <a:buSzPts val="1400"/>
              <a:buNone/>
              <a:defRPr sz="1400">
                <a:solidFill>
                  <a:srgbClr val="888888"/>
                </a:solidFill>
              </a:defRPr>
            </a:lvl5pPr>
            <a:lvl6pPr indent="-228600" lvl="5" marL="2743200" algn="l">
              <a:spcBef>
                <a:spcPts val="280"/>
              </a:spcBef>
              <a:spcAft>
                <a:spcPts val="0"/>
              </a:spcAft>
              <a:buClr>
                <a:srgbClr val="888888"/>
              </a:buClr>
              <a:buSzPts val="1400"/>
              <a:buNone/>
              <a:defRPr sz="1400">
                <a:solidFill>
                  <a:srgbClr val="888888"/>
                </a:solidFill>
              </a:defRPr>
            </a:lvl6pPr>
            <a:lvl7pPr indent="-228600" lvl="6" marL="3200400" algn="l">
              <a:spcBef>
                <a:spcPts val="280"/>
              </a:spcBef>
              <a:spcAft>
                <a:spcPts val="0"/>
              </a:spcAft>
              <a:buClr>
                <a:srgbClr val="888888"/>
              </a:buClr>
              <a:buSzPts val="1400"/>
              <a:buNone/>
              <a:defRPr sz="1400">
                <a:solidFill>
                  <a:srgbClr val="888888"/>
                </a:solidFill>
              </a:defRPr>
            </a:lvl7pPr>
            <a:lvl8pPr indent="-228600" lvl="7" marL="3657600" algn="l">
              <a:spcBef>
                <a:spcPts val="280"/>
              </a:spcBef>
              <a:spcAft>
                <a:spcPts val="0"/>
              </a:spcAft>
              <a:buClr>
                <a:srgbClr val="888888"/>
              </a:buClr>
              <a:buSzPts val="1400"/>
              <a:buNone/>
              <a:defRPr sz="1400">
                <a:solidFill>
                  <a:srgbClr val="888888"/>
                </a:solidFill>
              </a:defRPr>
            </a:lvl8pPr>
            <a:lvl9pPr indent="-228600" lvl="8" marL="4114800" algn="l">
              <a:spcBef>
                <a:spcPts val="280"/>
              </a:spcBef>
              <a:spcAft>
                <a:spcPts val="0"/>
              </a:spcAft>
              <a:buClr>
                <a:srgbClr val="888888"/>
              </a:buClr>
              <a:buSzPts val="1400"/>
              <a:buNone/>
              <a:defRPr sz="1400">
                <a:solidFill>
                  <a:srgbClr val="888888"/>
                </a:solidFill>
              </a:defRPr>
            </a:lvl9pPr>
          </a:lstStyle>
          <a:p/>
        </p:txBody>
      </p:sp>
      <p:sp>
        <p:nvSpPr>
          <p:cNvPr id="30" name="Google Shape;30;p23"/>
          <p:cNvSpPr txBox="1"/>
          <p:nvPr>
            <p:ph idx="10" type="dt"/>
          </p:nvPr>
        </p:nvSpPr>
        <p:spPr>
          <a:xfrm>
            <a:off x="457200" y="6356350"/>
            <a:ext cx="2133600" cy="365125"/>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31" name="Google Shape;31;p23"/>
          <p:cNvSpPr txBox="1"/>
          <p:nvPr>
            <p:ph idx="11" type="ftr"/>
          </p:nvPr>
        </p:nvSpPr>
        <p:spPr>
          <a:xfrm>
            <a:off x="3124200" y="6356350"/>
            <a:ext cx="2895600" cy="365125"/>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32" name="Google Shape;32;p23"/>
          <p:cNvSpPr txBox="1"/>
          <p:nvPr>
            <p:ph idx="12" type="sldNum"/>
          </p:nvPr>
        </p:nvSpPr>
        <p:spPr>
          <a:xfrm>
            <a:off x="6553200" y="6356350"/>
            <a:ext cx="2133600" cy="365125"/>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wo Content" type="twoObj">
  <p:cSld name="TWO_OBJECTS">
    <p:spTree>
      <p:nvGrpSpPr>
        <p:cNvPr id="33" name="Shape 33"/>
        <p:cNvGrpSpPr/>
        <p:nvPr/>
      </p:nvGrpSpPr>
      <p:grpSpPr>
        <a:xfrm>
          <a:off x="0" y="0"/>
          <a:ext cx="0" cy="0"/>
          <a:chOff x="0" y="0"/>
          <a:chExt cx="0" cy="0"/>
        </a:xfrm>
      </p:grpSpPr>
      <p:sp>
        <p:nvSpPr>
          <p:cNvPr id="34" name="Google Shape;34;p24"/>
          <p:cNvSpPr txBox="1"/>
          <p:nvPr>
            <p:ph type="title"/>
          </p:nvPr>
        </p:nvSpPr>
        <p:spPr>
          <a:xfrm>
            <a:off x="457200" y="274638"/>
            <a:ext cx="8229600" cy="1143000"/>
          </a:xfrm>
          <a:prstGeom prst="rect">
            <a:avLst/>
          </a:prstGeom>
          <a:noFill/>
          <a:ln>
            <a:noFill/>
          </a:ln>
        </p:spPr>
        <p:txBody>
          <a:bodyPr anchorCtr="0" anchor="ctr" bIns="45700" lIns="91425" spcFirstLastPara="1" rIns="91425" wrap="square" tIns="45700">
            <a:normAutofit/>
          </a:bodyPr>
          <a:lstStyle>
            <a:lvl1pPr lvl="0" algn="ctr">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35" name="Google Shape;35;p24"/>
          <p:cNvSpPr txBox="1"/>
          <p:nvPr>
            <p:ph idx="1" type="body"/>
          </p:nvPr>
        </p:nvSpPr>
        <p:spPr>
          <a:xfrm>
            <a:off x="457200" y="1600200"/>
            <a:ext cx="4038600" cy="4525963"/>
          </a:xfrm>
          <a:prstGeom prst="rect">
            <a:avLst/>
          </a:prstGeom>
          <a:noFill/>
          <a:ln>
            <a:noFill/>
          </a:ln>
        </p:spPr>
        <p:txBody>
          <a:bodyPr anchorCtr="0" anchor="t" bIns="45700" lIns="91425" spcFirstLastPara="1" rIns="91425" wrap="square" tIns="45700">
            <a:normAutofit/>
          </a:bodyPr>
          <a:lstStyle>
            <a:lvl1pPr indent="-406400" lvl="0" marL="457200" algn="l">
              <a:spcBef>
                <a:spcPts val="560"/>
              </a:spcBef>
              <a:spcAft>
                <a:spcPts val="0"/>
              </a:spcAft>
              <a:buClr>
                <a:schemeClr val="dk1"/>
              </a:buClr>
              <a:buSzPts val="2800"/>
              <a:buChar char="•"/>
              <a:defRPr sz="2800"/>
            </a:lvl1pPr>
            <a:lvl2pPr indent="-381000" lvl="1" marL="914400" algn="l">
              <a:spcBef>
                <a:spcPts val="480"/>
              </a:spcBef>
              <a:spcAft>
                <a:spcPts val="0"/>
              </a:spcAft>
              <a:buClr>
                <a:schemeClr val="dk1"/>
              </a:buClr>
              <a:buSzPts val="2400"/>
              <a:buChar char="–"/>
              <a:defRPr sz="2400"/>
            </a:lvl2pPr>
            <a:lvl3pPr indent="-355600" lvl="2" marL="1371600" algn="l">
              <a:spcBef>
                <a:spcPts val="400"/>
              </a:spcBef>
              <a:spcAft>
                <a:spcPts val="0"/>
              </a:spcAft>
              <a:buClr>
                <a:schemeClr val="dk1"/>
              </a:buClr>
              <a:buSzPts val="2000"/>
              <a:buChar char="•"/>
              <a:defRPr sz="2000"/>
            </a:lvl3pPr>
            <a:lvl4pPr indent="-342900" lvl="3" marL="1828800" algn="l">
              <a:spcBef>
                <a:spcPts val="360"/>
              </a:spcBef>
              <a:spcAft>
                <a:spcPts val="0"/>
              </a:spcAft>
              <a:buClr>
                <a:schemeClr val="dk1"/>
              </a:buClr>
              <a:buSzPts val="1800"/>
              <a:buChar char="–"/>
              <a:defRPr sz="1800"/>
            </a:lvl4pPr>
            <a:lvl5pPr indent="-342900" lvl="4" marL="2286000" algn="l">
              <a:spcBef>
                <a:spcPts val="360"/>
              </a:spcBef>
              <a:spcAft>
                <a:spcPts val="0"/>
              </a:spcAft>
              <a:buClr>
                <a:schemeClr val="dk1"/>
              </a:buClr>
              <a:buSzPts val="1800"/>
              <a:buChar char="»"/>
              <a:defRPr sz="1800"/>
            </a:lvl5pPr>
            <a:lvl6pPr indent="-342900" lvl="5" marL="2743200" algn="l">
              <a:spcBef>
                <a:spcPts val="360"/>
              </a:spcBef>
              <a:spcAft>
                <a:spcPts val="0"/>
              </a:spcAft>
              <a:buClr>
                <a:schemeClr val="dk1"/>
              </a:buClr>
              <a:buSzPts val="1800"/>
              <a:buChar char="•"/>
              <a:defRPr sz="1800"/>
            </a:lvl6pPr>
            <a:lvl7pPr indent="-342900" lvl="6" marL="3200400" algn="l">
              <a:spcBef>
                <a:spcPts val="360"/>
              </a:spcBef>
              <a:spcAft>
                <a:spcPts val="0"/>
              </a:spcAft>
              <a:buClr>
                <a:schemeClr val="dk1"/>
              </a:buClr>
              <a:buSzPts val="1800"/>
              <a:buChar char="•"/>
              <a:defRPr sz="1800"/>
            </a:lvl7pPr>
            <a:lvl8pPr indent="-342900" lvl="7" marL="3657600" algn="l">
              <a:spcBef>
                <a:spcPts val="360"/>
              </a:spcBef>
              <a:spcAft>
                <a:spcPts val="0"/>
              </a:spcAft>
              <a:buClr>
                <a:schemeClr val="dk1"/>
              </a:buClr>
              <a:buSzPts val="1800"/>
              <a:buChar char="•"/>
              <a:defRPr sz="1800"/>
            </a:lvl8pPr>
            <a:lvl9pPr indent="-342900" lvl="8" marL="4114800" algn="l">
              <a:spcBef>
                <a:spcPts val="360"/>
              </a:spcBef>
              <a:spcAft>
                <a:spcPts val="0"/>
              </a:spcAft>
              <a:buClr>
                <a:schemeClr val="dk1"/>
              </a:buClr>
              <a:buSzPts val="1800"/>
              <a:buChar char="•"/>
              <a:defRPr sz="1800"/>
            </a:lvl9pPr>
          </a:lstStyle>
          <a:p/>
        </p:txBody>
      </p:sp>
      <p:sp>
        <p:nvSpPr>
          <p:cNvPr id="36" name="Google Shape;36;p24"/>
          <p:cNvSpPr txBox="1"/>
          <p:nvPr>
            <p:ph idx="2" type="body"/>
          </p:nvPr>
        </p:nvSpPr>
        <p:spPr>
          <a:xfrm>
            <a:off x="4648200" y="1600200"/>
            <a:ext cx="4038600" cy="4525963"/>
          </a:xfrm>
          <a:prstGeom prst="rect">
            <a:avLst/>
          </a:prstGeom>
          <a:noFill/>
          <a:ln>
            <a:noFill/>
          </a:ln>
        </p:spPr>
        <p:txBody>
          <a:bodyPr anchorCtr="0" anchor="t" bIns="45700" lIns="91425" spcFirstLastPara="1" rIns="91425" wrap="square" tIns="45700">
            <a:normAutofit/>
          </a:bodyPr>
          <a:lstStyle>
            <a:lvl1pPr indent="-406400" lvl="0" marL="457200" algn="l">
              <a:spcBef>
                <a:spcPts val="560"/>
              </a:spcBef>
              <a:spcAft>
                <a:spcPts val="0"/>
              </a:spcAft>
              <a:buClr>
                <a:schemeClr val="dk1"/>
              </a:buClr>
              <a:buSzPts val="2800"/>
              <a:buChar char="•"/>
              <a:defRPr sz="2800"/>
            </a:lvl1pPr>
            <a:lvl2pPr indent="-381000" lvl="1" marL="914400" algn="l">
              <a:spcBef>
                <a:spcPts val="480"/>
              </a:spcBef>
              <a:spcAft>
                <a:spcPts val="0"/>
              </a:spcAft>
              <a:buClr>
                <a:schemeClr val="dk1"/>
              </a:buClr>
              <a:buSzPts val="2400"/>
              <a:buChar char="–"/>
              <a:defRPr sz="2400"/>
            </a:lvl2pPr>
            <a:lvl3pPr indent="-355600" lvl="2" marL="1371600" algn="l">
              <a:spcBef>
                <a:spcPts val="400"/>
              </a:spcBef>
              <a:spcAft>
                <a:spcPts val="0"/>
              </a:spcAft>
              <a:buClr>
                <a:schemeClr val="dk1"/>
              </a:buClr>
              <a:buSzPts val="2000"/>
              <a:buChar char="•"/>
              <a:defRPr sz="2000"/>
            </a:lvl3pPr>
            <a:lvl4pPr indent="-342900" lvl="3" marL="1828800" algn="l">
              <a:spcBef>
                <a:spcPts val="360"/>
              </a:spcBef>
              <a:spcAft>
                <a:spcPts val="0"/>
              </a:spcAft>
              <a:buClr>
                <a:schemeClr val="dk1"/>
              </a:buClr>
              <a:buSzPts val="1800"/>
              <a:buChar char="–"/>
              <a:defRPr sz="1800"/>
            </a:lvl4pPr>
            <a:lvl5pPr indent="-342900" lvl="4" marL="2286000" algn="l">
              <a:spcBef>
                <a:spcPts val="360"/>
              </a:spcBef>
              <a:spcAft>
                <a:spcPts val="0"/>
              </a:spcAft>
              <a:buClr>
                <a:schemeClr val="dk1"/>
              </a:buClr>
              <a:buSzPts val="1800"/>
              <a:buChar char="»"/>
              <a:defRPr sz="1800"/>
            </a:lvl5pPr>
            <a:lvl6pPr indent="-342900" lvl="5" marL="2743200" algn="l">
              <a:spcBef>
                <a:spcPts val="360"/>
              </a:spcBef>
              <a:spcAft>
                <a:spcPts val="0"/>
              </a:spcAft>
              <a:buClr>
                <a:schemeClr val="dk1"/>
              </a:buClr>
              <a:buSzPts val="1800"/>
              <a:buChar char="•"/>
              <a:defRPr sz="1800"/>
            </a:lvl6pPr>
            <a:lvl7pPr indent="-342900" lvl="6" marL="3200400" algn="l">
              <a:spcBef>
                <a:spcPts val="360"/>
              </a:spcBef>
              <a:spcAft>
                <a:spcPts val="0"/>
              </a:spcAft>
              <a:buClr>
                <a:schemeClr val="dk1"/>
              </a:buClr>
              <a:buSzPts val="1800"/>
              <a:buChar char="•"/>
              <a:defRPr sz="1800"/>
            </a:lvl7pPr>
            <a:lvl8pPr indent="-342900" lvl="7" marL="3657600" algn="l">
              <a:spcBef>
                <a:spcPts val="360"/>
              </a:spcBef>
              <a:spcAft>
                <a:spcPts val="0"/>
              </a:spcAft>
              <a:buClr>
                <a:schemeClr val="dk1"/>
              </a:buClr>
              <a:buSzPts val="1800"/>
              <a:buChar char="•"/>
              <a:defRPr sz="1800"/>
            </a:lvl8pPr>
            <a:lvl9pPr indent="-342900" lvl="8" marL="4114800" algn="l">
              <a:spcBef>
                <a:spcPts val="360"/>
              </a:spcBef>
              <a:spcAft>
                <a:spcPts val="0"/>
              </a:spcAft>
              <a:buClr>
                <a:schemeClr val="dk1"/>
              </a:buClr>
              <a:buSzPts val="1800"/>
              <a:buChar char="•"/>
              <a:defRPr sz="1800"/>
            </a:lvl9pPr>
          </a:lstStyle>
          <a:p/>
        </p:txBody>
      </p:sp>
      <p:sp>
        <p:nvSpPr>
          <p:cNvPr id="37" name="Google Shape;37;p24"/>
          <p:cNvSpPr txBox="1"/>
          <p:nvPr>
            <p:ph idx="10" type="dt"/>
          </p:nvPr>
        </p:nvSpPr>
        <p:spPr>
          <a:xfrm>
            <a:off x="457200" y="6356350"/>
            <a:ext cx="2133600" cy="365125"/>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38" name="Google Shape;38;p24"/>
          <p:cNvSpPr txBox="1"/>
          <p:nvPr>
            <p:ph idx="11" type="ftr"/>
          </p:nvPr>
        </p:nvSpPr>
        <p:spPr>
          <a:xfrm>
            <a:off x="3124200" y="6356350"/>
            <a:ext cx="2895600" cy="365125"/>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39" name="Google Shape;39;p24"/>
          <p:cNvSpPr txBox="1"/>
          <p:nvPr>
            <p:ph idx="12" type="sldNum"/>
          </p:nvPr>
        </p:nvSpPr>
        <p:spPr>
          <a:xfrm>
            <a:off x="6553200" y="6356350"/>
            <a:ext cx="2133600" cy="365125"/>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omparison" type="twoTxTwoObj">
  <p:cSld name="TWO_OBJECTS_WITH_TEXT">
    <p:spTree>
      <p:nvGrpSpPr>
        <p:cNvPr id="40" name="Shape 40"/>
        <p:cNvGrpSpPr/>
        <p:nvPr/>
      </p:nvGrpSpPr>
      <p:grpSpPr>
        <a:xfrm>
          <a:off x="0" y="0"/>
          <a:ext cx="0" cy="0"/>
          <a:chOff x="0" y="0"/>
          <a:chExt cx="0" cy="0"/>
        </a:xfrm>
      </p:grpSpPr>
      <p:sp>
        <p:nvSpPr>
          <p:cNvPr id="41" name="Google Shape;41;p25"/>
          <p:cNvSpPr txBox="1"/>
          <p:nvPr>
            <p:ph type="title"/>
          </p:nvPr>
        </p:nvSpPr>
        <p:spPr>
          <a:xfrm>
            <a:off x="457200" y="274638"/>
            <a:ext cx="8229600" cy="1143000"/>
          </a:xfrm>
          <a:prstGeom prst="rect">
            <a:avLst/>
          </a:prstGeom>
          <a:noFill/>
          <a:ln>
            <a:noFill/>
          </a:ln>
        </p:spPr>
        <p:txBody>
          <a:bodyPr anchorCtr="0" anchor="ctr" bIns="45700" lIns="91425" spcFirstLastPara="1" rIns="91425" wrap="square" tIns="45700">
            <a:normAutofit/>
          </a:bodyPr>
          <a:lstStyle>
            <a:lvl1pPr lvl="0" algn="ctr">
              <a:spcBef>
                <a:spcPts val="0"/>
              </a:spcBef>
              <a:spcAft>
                <a:spcPts val="0"/>
              </a:spcAft>
              <a:buClr>
                <a:schemeClr val="dk1"/>
              </a:buClr>
              <a:buSzPts val="4400"/>
              <a:buFont typeface="Calibri"/>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42" name="Google Shape;42;p25"/>
          <p:cNvSpPr txBox="1"/>
          <p:nvPr>
            <p:ph idx="1" type="body"/>
          </p:nvPr>
        </p:nvSpPr>
        <p:spPr>
          <a:xfrm>
            <a:off x="457200" y="1535113"/>
            <a:ext cx="4040188" cy="639762"/>
          </a:xfrm>
          <a:prstGeom prst="rect">
            <a:avLst/>
          </a:prstGeom>
          <a:noFill/>
          <a:ln>
            <a:noFill/>
          </a:ln>
        </p:spPr>
        <p:txBody>
          <a:bodyPr anchorCtr="0" anchor="b" bIns="45700" lIns="91425" spcFirstLastPara="1" rIns="91425" wrap="square" tIns="45700">
            <a:normAutofit/>
          </a:bodyPr>
          <a:lstStyle>
            <a:lvl1pPr indent="-228600" lvl="0" marL="457200" algn="l">
              <a:spcBef>
                <a:spcPts val="480"/>
              </a:spcBef>
              <a:spcAft>
                <a:spcPts val="0"/>
              </a:spcAft>
              <a:buClr>
                <a:schemeClr val="dk1"/>
              </a:buClr>
              <a:buSzPts val="2400"/>
              <a:buNone/>
              <a:defRPr b="1" sz="2400"/>
            </a:lvl1pPr>
            <a:lvl2pPr indent="-228600" lvl="1" marL="914400" algn="l">
              <a:spcBef>
                <a:spcPts val="400"/>
              </a:spcBef>
              <a:spcAft>
                <a:spcPts val="0"/>
              </a:spcAft>
              <a:buClr>
                <a:schemeClr val="dk1"/>
              </a:buClr>
              <a:buSzPts val="2000"/>
              <a:buNone/>
              <a:defRPr b="1" sz="2000"/>
            </a:lvl2pPr>
            <a:lvl3pPr indent="-228600" lvl="2" marL="1371600" algn="l">
              <a:spcBef>
                <a:spcPts val="360"/>
              </a:spcBef>
              <a:spcAft>
                <a:spcPts val="0"/>
              </a:spcAft>
              <a:buClr>
                <a:schemeClr val="dk1"/>
              </a:buClr>
              <a:buSzPts val="1800"/>
              <a:buNone/>
              <a:defRPr b="1" sz="1800"/>
            </a:lvl3pPr>
            <a:lvl4pPr indent="-228600" lvl="3" marL="1828800" algn="l">
              <a:spcBef>
                <a:spcPts val="320"/>
              </a:spcBef>
              <a:spcAft>
                <a:spcPts val="0"/>
              </a:spcAft>
              <a:buClr>
                <a:schemeClr val="dk1"/>
              </a:buClr>
              <a:buSzPts val="1600"/>
              <a:buNone/>
              <a:defRPr b="1" sz="1600"/>
            </a:lvl4pPr>
            <a:lvl5pPr indent="-228600" lvl="4" marL="2286000" algn="l">
              <a:spcBef>
                <a:spcPts val="320"/>
              </a:spcBef>
              <a:spcAft>
                <a:spcPts val="0"/>
              </a:spcAft>
              <a:buClr>
                <a:schemeClr val="dk1"/>
              </a:buClr>
              <a:buSzPts val="1600"/>
              <a:buNone/>
              <a:defRPr b="1" sz="1600"/>
            </a:lvl5pPr>
            <a:lvl6pPr indent="-228600" lvl="5" marL="2743200" algn="l">
              <a:spcBef>
                <a:spcPts val="320"/>
              </a:spcBef>
              <a:spcAft>
                <a:spcPts val="0"/>
              </a:spcAft>
              <a:buClr>
                <a:schemeClr val="dk1"/>
              </a:buClr>
              <a:buSzPts val="1600"/>
              <a:buNone/>
              <a:defRPr b="1" sz="1600"/>
            </a:lvl6pPr>
            <a:lvl7pPr indent="-228600" lvl="6" marL="3200400" algn="l">
              <a:spcBef>
                <a:spcPts val="320"/>
              </a:spcBef>
              <a:spcAft>
                <a:spcPts val="0"/>
              </a:spcAft>
              <a:buClr>
                <a:schemeClr val="dk1"/>
              </a:buClr>
              <a:buSzPts val="1600"/>
              <a:buNone/>
              <a:defRPr b="1" sz="1600"/>
            </a:lvl7pPr>
            <a:lvl8pPr indent="-228600" lvl="7" marL="3657600" algn="l">
              <a:spcBef>
                <a:spcPts val="320"/>
              </a:spcBef>
              <a:spcAft>
                <a:spcPts val="0"/>
              </a:spcAft>
              <a:buClr>
                <a:schemeClr val="dk1"/>
              </a:buClr>
              <a:buSzPts val="1600"/>
              <a:buNone/>
              <a:defRPr b="1" sz="1600"/>
            </a:lvl8pPr>
            <a:lvl9pPr indent="-228600" lvl="8" marL="4114800" algn="l">
              <a:spcBef>
                <a:spcPts val="320"/>
              </a:spcBef>
              <a:spcAft>
                <a:spcPts val="0"/>
              </a:spcAft>
              <a:buClr>
                <a:schemeClr val="dk1"/>
              </a:buClr>
              <a:buSzPts val="1600"/>
              <a:buNone/>
              <a:defRPr b="1" sz="1600"/>
            </a:lvl9pPr>
          </a:lstStyle>
          <a:p/>
        </p:txBody>
      </p:sp>
      <p:sp>
        <p:nvSpPr>
          <p:cNvPr id="43" name="Google Shape;43;p25"/>
          <p:cNvSpPr txBox="1"/>
          <p:nvPr>
            <p:ph idx="2" type="body"/>
          </p:nvPr>
        </p:nvSpPr>
        <p:spPr>
          <a:xfrm>
            <a:off x="457200" y="2174875"/>
            <a:ext cx="4040188" cy="3951288"/>
          </a:xfrm>
          <a:prstGeom prst="rect">
            <a:avLst/>
          </a:prstGeom>
          <a:noFill/>
          <a:ln>
            <a:noFill/>
          </a:ln>
        </p:spPr>
        <p:txBody>
          <a:bodyPr anchorCtr="0" anchor="t" bIns="45700" lIns="91425" spcFirstLastPara="1" rIns="91425" wrap="square" tIns="45700">
            <a:normAutofit/>
          </a:bodyPr>
          <a:lstStyle>
            <a:lvl1pPr indent="-381000" lvl="0" marL="457200" algn="l">
              <a:spcBef>
                <a:spcPts val="480"/>
              </a:spcBef>
              <a:spcAft>
                <a:spcPts val="0"/>
              </a:spcAft>
              <a:buClr>
                <a:schemeClr val="dk1"/>
              </a:buClr>
              <a:buSzPts val="2400"/>
              <a:buChar char="•"/>
              <a:defRPr sz="2400"/>
            </a:lvl1pPr>
            <a:lvl2pPr indent="-355600" lvl="1" marL="914400" algn="l">
              <a:spcBef>
                <a:spcPts val="400"/>
              </a:spcBef>
              <a:spcAft>
                <a:spcPts val="0"/>
              </a:spcAft>
              <a:buClr>
                <a:schemeClr val="dk1"/>
              </a:buClr>
              <a:buSzPts val="2000"/>
              <a:buChar char="–"/>
              <a:defRPr sz="2000"/>
            </a:lvl2pPr>
            <a:lvl3pPr indent="-342900" lvl="2" marL="1371600" algn="l">
              <a:spcBef>
                <a:spcPts val="360"/>
              </a:spcBef>
              <a:spcAft>
                <a:spcPts val="0"/>
              </a:spcAft>
              <a:buClr>
                <a:schemeClr val="dk1"/>
              </a:buClr>
              <a:buSzPts val="1800"/>
              <a:buChar char="•"/>
              <a:defRPr sz="1800"/>
            </a:lvl3pPr>
            <a:lvl4pPr indent="-330200" lvl="3" marL="1828800" algn="l">
              <a:spcBef>
                <a:spcPts val="320"/>
              </a:spcBef>
              <a:spcAft>
                <a:spcPts val="0"/>
              </a:spcAft>
              <a:buClr>
                <a:schemeClr val="dk1"/>
              </a:buClr>
              <a:buSzPts val="1600"/>
              <a:buChar char="–"/>
              <a:defRPr sz="1600"/>
            </a:lvl4pPr>
            <a:lvl5pPr indent="-330200" lvl="4" marL="2286000" algn="l">
              <a:spcBef>
                <a:spcPts val="320"/>
              </a:spcBef>
              <a:spcAft>
                <a:spcPts val="0"/>
              </a:spcAft>
              <a:buClr>
                <a:schemeClr val="dk1"/>
              </a:buClr>
              <a:buSzPts val="1600"/>
              <a:buChar char="»"/>
              <a:defRPr sz="1600"/>
            </a:lvl5pPr>
            <a:lvl6pPr indent="-330200" lvl="5" marL="2743200" algn="l">
              <a:spcBef>
                <a:spcPts val="320"/>
              </a:spcBef>
              <a:spcAft>
                <a:spcPts val="0"/>
              </a:spcAft>
              <a:buClr>
                <a:schemeClr val="dk1"/>
              </a:buClr>
              <a:buSzPts val="1600"/>
              <a:buChar char="•"/>
              <a:defRPr sz="1600"/>
            </a:lvl6pPr>
            <a:lvl7pPr indent="-330200" lvl="6" marL="3200400" algn="l">
              <a:spcBef>
                <a:spcPts val="320"/>
              </a:spcBef>
              <a:spcAft>
                <a:spcPts val="0"/>
              </a:spcAft>
              <a:buClr>
                <a:schemeClr val="dk1"/>
              </a:buClr>
              <a:buSzPts val="1600"/>
              <a:buChar char="•"/>
              <a:defRPr sz="1600"/>
            </a:lvl7pPr>
            <a:lvl8pPr indent="-330200" lvl="7" marL="3657600" algn="l">
              <a:spcBef>
                <a:spcPts val="320"/>
              </a:spcBef>
              <a:spcAft>
                <a:spcPts val="0"/>
              </a:spcAft>
              <a:buClr>
                <a:schemeClr val="dk1"/>
              </a:buClr>
              <a:buSzPts val="1600"/>
              <a:buChar char="•"/>
              <a:defRPr sz="1600"/>
            </a:lvl8pPr>
            <a:lvl9pPr indent="-330200" lvl="8" marL="4114800" algn="l">
              <a:spcBef>
                <a:spcPts val="320"/>
              </a:spcBef>
              <a:spcAft>
                <a:spcPts val="0"/>
              </a:spcAft>
              <a:buClr>
                <a:schemeClr val="dk1"/>
              </a:buClr>
              <a:buSzPts val="1600"/>
              <a:buChar char="•"/>
              <a:defRPr sz="1600"/>
            </a:lvl9pPr>
          </a:lstStyle>
          <a:p/>
        </p:txBody>
      </p:sp>
      <p:sp>
        <p:nvSpPr>
          <p:cNvPr id="44" name="Google Shape;44;p25"/>
          <p:cNvSpPr txBox="1"/>
          <p:nvPr>
            <p:ph idx="3" type="body"/>
          </p:nvPr>
        </p:nvSpPr>
        <p:spPr>
          <a:xfrm>
            <a:off x="4645025" y="1535113"/>
            <a:ext cx="4041775" cy="639762"/>
          </a:xfrm>
          <a:prstGeom prst="rect">
            <a:avLst/>
          </a:prstGeom>
          <a:noFill/>
          <a:ln>
            <a:noFill/>
          </a:ln>
        </p:spPr>
        <p:txBody>
          <a:bodyPr anchorCtr="0" anchor="b" bIns="45700" lIns="91425" spcFirstLastPara="1" rIns="91425" wrap="square" tIns="45700">
            <a:normAutofit/>
          </a:bodyPr>
          <a:lstStyle>
            <a:lvl1pPr indent="-228600" lvl="0" marL="457200" algn="l">
              <a:spcBef>
                <a:spcPts val="480"/>
              </a:spcBef>
              <a:spcAft>
                <a:spcPts val="0"/>
              </a:spcAft>
              <a:buClr>
                <a:schemeClr val="dk1"/>
              </a:buClr>
              <a:buSzPts val="2400"/>
              <a:buNone/>
              <a:defRPr b="1" sz="2400"/>
            </a:lvl1pPr>
            <a:lvl2pPr indent="-228600" lvl="1" marL="914400" algn="l">
              <a:spcBef>
                <a:spcPts val="400"/>
              </a:spcBef>
              <a:spcAft>
                <a:spcPts val="0"/>
              </a:spcAft>
              <a:buClr>
                <a:schemeClr val="dk1"/>
              </a:buClr>
              <a:buSzPts val="2000"/>
              <a:buNone/>
              <a:defRPr b="1" sz="2000"/>
            </a:lvl2pPr>
            <a:lvl3pPr indent="-228600" lvl="2" marL="1371600" algn="l">
              <a:spcBef>
                <a:spcPts val="360"/>
              </a:spcBef>
              <a:spcAft>
                <a:spcPts val="0"/>
              </a:spcAft>
              <a:buClr>
                <a:schemeClr val="dk1"/>
              </a:buClr>
              <a:buSzPts val="1800"/>
              <a:buNone/>
              <a:defRPr b="1" sz="1800"/>
            </a:lvl3pPr>
            <a:lvl4pPr indent="-228600" lvl="3" marL="1828800" algn="l">
              <a:spcBef>
                <a:spcPts val="320"/>
              </a:spcBef>
              <a:spcAft>
                <a:spcPts val="0"/>
              </a:spcAft>
              <a:buClr>
                <a:schemeClr val="dk1"/>
              </a:buClr>
              <a:buSzPts val="1600"/>
              <a:buNone/>
              <a:defRPr b="1" sz="1600"/>
            </a:lvl4pPr>
            <a:lvl5pPr indent="-228600" lvl="4" marL="2286000" algn="l">
              <a:spcBef>
                <a:spcPts val="320"/>
              </a:spcBef>
              <a:spcAft>
                <a:spcPts val="0"/>
              </a:spcAft>
              <a:buClr>
                <a:schemeClr val="dk1"/>
              </a:buClr>
              <a:buSzPts val="1600"/>
              <a:buNone/>
              <a:defRPr b="1" sz="1600"/>
            </a:lvl5pPr>
            <a:lvl6pPr indent="-228600" lvl="5" marL="2743200" algn="l">
              <a:spcBef>
                <a:spcPts val="320"/>
              </a:spcBef>
              <a:spcAft>
                <a:spcPts val="0"/>
              </a:spcAft>
              <a:buClr>
                <a:schemeClr val="dk1"/>
              </a:buClr>
              <a:buSzPts val="1600"/>
              <a:buNone/>
              <a:defRPr b="1" sz="1600"/>
            </a:lvl6pPr>
            <a:lvl7pPr indent="-228600" lvl="6" marL="3200400" algn="l">
              <a:spcBef>
                <a:spcPts val="320"/>
              </a:spcBef>
              <a:spcAft>
                <a:spcPts val="0"/>
              </a:spcAft>
              <a:buClr>
                <a:schemeClr val="dk1"/>
              </a:buClr>
              <a:buSzPts val="1600"/>
              <a:buNone/>
              <a:defRPr b="1" sz="1600"/>
            </a:lvl7pPr>
            <a:lvl8pPr indent="-228600" lvl="7" marL="3657600" algn="l">
              <a:spcBef>
                <a:spcPts val="320"/>
              </a:spcBef>
              <a:spcAft>
                <a:spcPts val="0"/>
              </a:spcAft>
              <a:buClr>
                <a:schemeClr val="dk1"/>
              </a:buClr>
              <a:buSzPts val="1600"/>
              <a:buNone/>
              <a:defRPr b="1" sz="1600"/>
            </a:lvl8pPr>
            <a:lvl9pPr indent="-228600" lvl="8" marL="4114800" algn="l">
              <a:spcBef>
                <a:spcPts val="320"/>
              </a:spcBef>
              <a:spcAft>
                <a:spcPts val="0"/>
              </a:spcAft>
              <a:buClr>
                <a:schemeClr val="dk1"/>
              </a:buClr>
              <a:buSzPts val="1600"/>
              <a:buNone/>
              <a:defRPr b="1" sz="1600"/>
            </a:lvl9pPr>
          </a:lstStyle>
          <a:p/>
        </p:txBody>
      </p:sp>
      <p:sp>
        <p:nvSpPr>
          <p:cNvPr id="45" name="Google Shape;45;p25"/>
          <p:cNvSpPr txBox="1"/>
          <p:nvPr>
            <p:ph idx="4" type="body"/>
          </p:nvPr>
        </p:nvSpPr>
        <p:spPr>
          <a:xfrm>
            <a:off x="4645025" y="2174875"/>
            <a:ext cx="4041775" cy="3951288"/>
          </a:xfrm>
          <a:prstGeom prst="rect">
            <a:avLst/>
          </a:prstGeom>
          <a:noFill/>
          <a:ln>
            <a:noFill/>
          </a:ln>
        </p:spPr>
        <p:txBody>
          <a:bodyPr anchorCtr="0" anchor="t" bIns="45700" lIns="91425" spcFirstLastPara="1" rIns="91425" wrap="square" tIns="45700">
            <a:normAutofit/>
          </a:bodyPr>
          <a:lstStyle>
            <a:lvl1pPr indent="-381000" lvl="0" marL="457200" algn="l">
              <a:spcBef>
                <a:spcPts val="480"/>
              </a:spcBef>
              <a:spcAft>
                <a:spcPts val="0"/>
              </a:spcAft>
              <a:buClr>
                <a:schemeClr val="dk1"/>
              </a:buClr>
              <a:buSzPts val="2400"/>
              <a:buChar char="•"/>
              <a:defRPr sz="2400"/>
            </a:lvl1pPr>
            <a:lvl2pPr indent="-355600" lvl="1" marL="914400" algn="l">
              <a:spcBef>
                <a:spcPts val="400"/>
              </a:spcBef>
              <a:spcAft>
                <a:spcPts val="0"/>
              </a:spcAft>
              <a:buClr>
                <a:schemeClr val="dk1"/>
              </a:buClr>
              <a:buSzPts val="2000"/>
              <a:buChar char="–"/>
              <a:defRPr sz="2000"/>
            </a:lvl2pPr>
            <a:lvl3pPr indent="-342900" lvl="2" marL="1371600" algn="l">
              <a:spcBef>
                <a:spcPts val="360"/>
              </a:spcBef>
              <a:spcAft>
                <a:spcPts val="0"/>
              </a:spcAft>
              <a:buClr>
                <a:schemeClr val="dk1"/>
              </a:buClr>
              <a:buSzPts val="1800"/>
              <a:buChar char="•"/>
              <a:defRPr sz="1800"/>
            </a:lvl3pPr>
            <a:lvl4pPr indent="-330200" lvl="3" marL="1828800" algn="l">
              <a:spcBef>
                <a:spcPts val="320"/>
              </a:spcBef>
              <a:spcAft>
                <a:spcPts val="0"/>
              </a:spcAft>
              <a:buClr>
                <a:schemeClr val="dk1"/>
              </a:buClr>
              <a:buSzPts val="1600"/>
              <a:buChar char="–"/>
              <a:defRPr sz="1600"/>
            </a:lvl4pPr>
            <a:lvl5pPr indent="-330200" lvl="4" marL="2286000" algn="l">
              <a:spcBef>
                <a:spcPts val="320"/>
              </a:spcBef>
              <a:spcAft>
                <a:spcPts val="0"/>
              </a:spcAft>
              <a:buClr>
                <a:schemeClr val="dk1"/>
              </a:buClr>
              <a:buSzPts val="1600"/>
              <a:buChar char="»"/>
              <a:defRPr sz="1600"/>
            </a:lvl5pPr>
            <a:lvl6pPr indent="-330200" lvl="5" marL="2743200" algn="l">
              <a:spcBef>
                <a:spcPts val="320"/>
              </a:spcBef>
              <a:spcAft>
                <a:spcPts val="0"/>
              </a:spcAft>
              <a:buClr>
                <a:schemeClr val="dk1"/>
              </a:buClr>
              <a:buSzPts val="1600"/>
              <a:buChar char="•"/>
              <a:defRPr sz="1600"/>
            </a:lvl6pPr>
            <a:lvl7pPr indent="-330200" lvl="6" marL="3200400" algn="l">
              <a:spcBef>
                <a:spcPts val="320"/>
              </a:spcBef>
              <a:spcAft>
                <a:spcPts val="0"/>
              </a:spcAft>
              <a:buClr>
                <a:schemeClr val="dk1"/>
              </a:buClr>
              <a:buSzPts val="1600"/>
              <a:buChar char="•"/>
              <a:defRPr sz="1600"/>
            </a:lvl7pPr>
            <a:lvl8pPr indent="-330200" lvl="7" marL="3657600" algn="l">
              <a:spcBef>
                <a:spcPts val="320"/>
              </a:spcBef>
              <a:spcAft>
                <a:spcPts val="0"/>
              </a:spcAft>
              <a:buClr>
                <a:schemeClr val="dk1"/>
              </a:buClr>
              <a:buSzPts val="1600"/>
              <a:buChar char="•"/>
              <a:defRPr sz="1600"/>
            </a:lvl8pPr>
            <a:lvl9pPr indent="-330200" lvl="8" marL="4114800" algn="l">
              <a:spcBef>
                <a:spcPts val="320"/>
              </a:spcBef>
              <a:spcAft>
                <a:spcPts val="0"/>
              </a:spcAft>
              <a:buClr>
                <a:schemeClr val="dk1"/>
              </a:buClr>
              <a:buSzPts val="1600"/>
              <a:buChar char="•"/>
              <a:defRPr sz="1600"/>
            </a:lvl9pPr>
          </a:lstStyle>
          <a:p/>
        </p:txBody>
      </p:sp>
      <p:sp>
        <p:nvSpPr>
          <p:cNvPr id="46" name="Google Shape;46;p25"/>
          <p:cNvSpPr txBox="1"/>
          <p:nvPr>
            <p:ph idx="10" type="dt"/>
          </p:nvPr>
        </p:nvSpPr>
        <p:spPr>
          <a:xfrm>
            <a:off x="457200" y="6356350"/>
            <a:ext cx="2133600" cy="365125"/>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47" name="Google Shape;47;p25"/>
          <p:cNvSpPr txBox="1"/>
          <p:nvPr>
            <p:ph idx="11" type="ftr"/>
          </p:nvPr>
        </p:nvSpPr>
        <p:spPr>
          <a:xfrm>
            <a:off x="3124200" y="6356350"/>
            <a:ext cx="2895600" cy="365125"/>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48" name="Google Shape;48;p25"/>
          <p:cNvSpPr txBox="1"/>
          <p:nvPr>
            <p:ph idx="12" type="sldNum"/>
          </p:nvPr>
        </p:nvSpPr>
        <p:spPr>
          <a:xfrm>
            <a:off x="6553200" y="6356350"/>
            <a:ext cx="2133600" cy="365125"/>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Only" type="titleOnly">
  <p:cSld name="TITLE_ONLY">
    <p:spTree>
      <p:nvGrpSpPr>
        <p:cNvPr id="49" name="Shape 49"/>
        <p:cNvGrpSpPr/>
        <p:nvPr/>
      </p:nvGrpSpPr>
      <p:grpSpPr>
        <a:xfrm>
          <a:off x="0" y="0"/>
          <a:ext cx="0" cy="0"/>
          <a:chOff x="0" y="0"/>
          <a:chExt cx="0" cy="0"/>
        </a:xfrm>
      </p:grpSpPr>
      <p:sp>
        <p:nvSpPr>
          <p:cNvPr id="50" name="Google Shape;50;p26"/>
          <p:cNvSpPr txBox="1"/>
          <p:nvPr>
            <p:ph type="title"/>
          </p:nvPr>
        </p:nvSpPr>
        <p:spPr>
          <a:xfrm>
            <a:off x="457200" y="274638"/>
            <a:ext cx="8229600" cy="1143000"/>
          </a:xfrm>
          <a:prstGeom prst="rect">
            <a:avLst/>
          </a:prstGeom>
          <a:noFill/>
          <a:ln>
            <a:noFill/>
          </a:ln>
        </p:spPr>
        <p:txBody>
          <a:bodyPr anchorCtr="0" anchor="ctr" bIns="45700" lIns="91425" spcFirstLastPara="1" rIns="91425" wrap="square" tIns="45700">
            <a:normAutofit/>
          </a:bodyPr>
          <a:lstStyle>
            <a:lvl1pPr lvl="0" algn="ctr">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51" name="Google Shape;51;p26"/>
          <p:cNvSpPr txBox="1"/>
          <p:nvPr>
            <p:ph idx="10" type="dt"/>
          </p:nvPr>
        </p:nvSpPr>
        <p:spPr>
          <a:xfrm>
            <a:off x="457200" y="6356350"/>
            <a:ext cx="2133600" cy="365125"/>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52" name="Google Shape;52;p26"/>
          <p:cNvSpPr txBox="1"/>
          <p:nvPr>
            <p:ph idx="11" type="ftr"/>
          </p:nvPr>
        </p:nvSpPr>
        <p:spPr>
          <a:xfrm>
            <a:off x="3124200" y="6356350"/>
            <a:ext cx="2895600" cy="365125"/>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53" name="Google Shape;53;p26"/>
          <p:cNvSpPr txBox="1"/>
          <p:nvPr>
            <p:ph idx="12" type="sldNum"/>
          </p:nvPr>
        </p:nvSpPr>
        <p:spPr>
          <a:xfrm>
            <a:off x="6553200" y="6356350"/>
            <a:ext cx="2133600" cy="365125"/>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ontent with Caption" type="objTx">
  <p:cSld name="OBJECT_WITH_CAPTION_TEXT">
    <p:spTree>
      <p:nvGrpSpPr>
        <p:cNvPr id="54" name="Shape 54"/>
        <p:cNvGrpSpPr/>
        <p:nvPr/>
      </p:nvGrpSpPr>
      <p:grpSpPr>
        <a:xfrm>
          <a:off x="0" y="0"/>
          <a:ext cx="0" cy="0"/>
          <a:chOff x="0" y="0"/>
          <a:chExt cx="0" cy="0"/>
        </a:xfrm>
      </p:grpSpPr>
      <p:sp>
        <p:nvSpPr>
          <p:cNvPr id="55" name="Google Shape;55;p27"/>
          <p:cNvSpPr txBox="1"/>
          <p:nvPr>
            <p:ph type="title"/>
          </p:nvPr>
        </p:nvSpPr>
        <p:spPr>
          <a:xfrm>
            <a:off x="457200" y="273050"/>
            <a:ext cx="3008313" cy="1162050"/>
          </a:xfrm>
          <a:prstGeom prst="rect">
            <a:avLst/>
          </a:prstGeom>
          <a:noFill/>
          <a:ln>
            <a:noFill/>
          </a:ln>
        </p:spPr>
        <p:txBody>
          <a:bodyPr anchorCtr="0" anchor="b" bIns="45700" lIns="91425" spcFirstLastPara="1" rIns="91425" wrap="square" tIns="45700">
            <a:normAutofit/>
          </a:bodyPr>
          <a:lstStyle>
            <a:lvl1pPr lvl="0" algn="l">
              <a:spcBef>
                <a:spcPts val="0"/>
              </a:spcBef>
              <a:spcAft>
                <a:spcPts val="0"/>
              </a:spcAft>
              <a:buClr>
                <a:schemeClr val="dk1"/>
              </a:buClr>
              <a:buSzPts val="2000"/>
              <a:buFont typeface="Calibri"/>
              <a:buNone/>
              <a:defRPr b="1" sz="2000"/>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56" name="Google Shape;56;p27"/>
          <p:cNvSpPr txBox="1"/>
          <p:nvPr>
            <p:ph idx="1" type="body"/>
          </p:nvPr>
        </p:nvSpPr>
        <p:spPr>
          <a:xfrm>
            <a:off x="3575050" y="273050"/>
            <a:ext cx="5111750" cy="5853113"/>
          </a:xfrm>
          <a:prstGeom prst="rect">
            <a:avLst/>
          </a:prstGeom>
          <a:noFill/>
          <a:ln>
            <a:noFill/>
          </a:ln>
        </p:spPr>
        <p:txBody>
          <a:bodyPr anchorCtr="0" anchor="t" bIns="45700" lIns="91425" spcFirstLastPara="1" rIns="91425" wrap="square" tIns="45700">
            <a:normAutofit/>
          </a:bodyPr>
          <a:lstStyle>
            <a:lvl1pPr indent="-431800" lvl="0" marL="457200" algn="l">
              <a:spcBef>
                <a:spcPts val="640"/>
              </a:spcBef>
              <a:spcAft>
                <a:spcPts val="0"/>
              </a:spcAft>
              <a:buClr>
                <a:schemeClr val="dk1"/>
              </a:buClr>
              <a:buSzPts val="3200"/>
              <a:buChar char="•"/>
              <a:defRPr sz="3200"/>
            </a:lvl1pPr>
            <a:lvl2pPr indent="-406400" lvl="1" marL="914400" algn="l">
              <a:spcBef>
                <a:spcPts val="560"/>
              </a:spcBef>
              <a:spcAft>
                <a:spcPts val="0"/>
              </a:spcAft>
              <a:buClr>
                <a:schemeClr val="dk1"/>
              </a:buClr>
              <a:buSzPts val="2800"/>
              <a:buChar char="–"/>
              <a:defRPr sz="2800"/>
            </a:lvl2pPr>
            <a:lvl3pPr indent="-381000" lvl="2" marL="1371600" algn="l">
              <a:spcBef>
                <a:spcPts val="480"/>
              </a:spcBef>
              <a:spcAft>
                <a:spcPts val="0"/>
              </a:spcAft>
              <a:buClr>
                <a:schemeClr val="dk1"/>
              </a:buClr>
              <a:buSzPts val="2400"/>
              <a:buChar char="•"/>
              <a:defRPr sz="2400"/>
            </a:lvl3pPr>
            <a:lvl4pPr indent="-355600" lvl="3" marL="1828800" algn="l">
              <a:spcBef>
                <a:spcPts val="400"/>
              </a:spcBef>
              <a:spcAft>
                <a:spcPts val="0"/>
              </a:spcAft>
              <a:buClr>
                <a:schemeClr val="dk1"/>
              </a:buClr>
              <a:buSzPts val="2000"/>
              <a:buChar char="–"/>
              <a:defRPr sz="2000"/>
            </a:lvl4pPr>
            <a:lvl5pPr indent="-355600" lvl="4" marL="2286000" algn="l">
              <a:spcBef>
                <a:spcPts val="400"/>
              </a:spcBef>
              <a:spcAft>
                <a:spcPts val="0"/>
              </a:spcAft>
              <a:buClr>
                <a:schemeClr val="dk1"/>
              </a:buClr>
              <a:buSzPts val="2000"/>
              <a:buChar char="»"/>
              <a:defRPr sz="2000"/>
            </a:lvl5pPr>
            <a:lvl6pPr indent="-355600" lvl="5" marL="2743200" algn="l">
              <a:spcBef>
                <a:spcPts val="400"/>
              </a:spcBef>
              <a:spcAft>
                <a:spcPts val="0"/>
              </a:spcAft>
              <a:buClr>
                <a:schemeClr val="dk1"/>
              </a:buClr>
              <a:buSzPts val="2000"/>
              <a:buChar char="•"/>
              <a:defRPr sz="2000"/>
            </a:lvl6pPr>
            <a:lvl7pPr indent="-355600" lvl="6" marL="3200400" algn="l">
              <a:spcBef>
                <a:spcPts val="400"/>
              </a:spcBef>
              <a:spcAft>
                <a:spcPts val="0"/>
              </a:spcAft>
              <a:buClr>
                <a:schemeClr val="dk1"/>
              </a:buClr>
              <a:buSzPts val="2000"/>
              <a:buChar char="•"/>
              <a:defRPr sz="2000"/>
            </a:lvl7pPr>
            <a:lvl8pPr indent="-355600" lvl="7" marL="3657600" algn="l">
              <a:spcBef>
                <a:spcPts val="400"/>
              </a:spcBef>
              <a:spcAft>
                <a:spcPts val="0"/>
              </a:spcAft>
              <a:buClr>
                <a:schemeClr val="dk1"/>
              </a:buClr>
              <a:buSzPts val="2000"/>
              <a:buChar char="•"/>
              <a:defRPr sz="2000"/>
            </a:lvl8pPr>
            <a:lvl9pPr indent="-355600" lvl="8" marL="4114800" algn="l">
              <a:spcBef>
                <a:spcPts val="400"/>
              </a:spcBef>
              <a:spcAft>
                <a:spcPts val="0"/>
              </a:spcAft>
              <a:buClr>
                <a:schemeClr val="dk1"/>
              </a:buClr>
              <a:buSzPts val="2000"/>
              <a:buChar char="•"/>
              <a:defRPr sz="2000"/>
            </a:lvl9pPr>
          </a:lstStyle>
          <a:p/>
        </p:txBody>
      </p:sp>
      <p:sp>
        <p:nvSpPr>
          <p:cNvPr id="57" name="Google Shape;57;p27"/>
          <p:cNvSpPr txBox="1"/>
          <p:nvPr>
            <p:ph idx="2" type="body"/>
          </p:nvPr>
        </p:nvSpPr>
        <p:spPr>
          <a:xfrm>
            <a:off x="457200" y="1435100"/>
            <a:ext cx="3008313" cy="4691063"/>
          </a:xfrm>
          <a:prstGeom prst="rect">
            <a:avLst/>
          </a:prstGeom>
          <a:noFill/>
          <a:ln>
            <a:noFill/>
          </a:ln>
        </p:spPr>
        <p:txBody>
          <a:bodyPr anchorCtr="0" anchor="t" bIns="45700" lIns="91425" spcFirstLastPara="1" rIns="91425" wrap="square" tIns="45700">
            <a:normAutofit/>
          </a:bodyPr>
          <a:lstStyle>
            <a:lvl1pPr indent="-228600" lvl="0" marL="457200" algn="l">
              <a:spcBef>
                <a:spcPts val="280"/>
              </a:spcBef>
              <a:spcAft>
                <a:spcPts val="0"/>
              </a:spcAft>
              <a:buClr>
                <a:schemeClr val="dk1"/>
              </a:buClr>
              <a:buSzPts val="1400"/>
              <a:buNone/>
              <a:defRPr sz="1400"/>
            </a:lvl1pPr>
            <a:lvl2pPr indent="-228600" lvl="1" marL="914400" algn="l">
              <a:spcBef>
                <a:spcPts val="240"/>
              </a:spcBef>
              <a:spcAft>
                <a:spcPts val="0"/>
              </a:spcAft>
              <a:buClr>
                <a:schemeClr val="dk1"/>
              </a:buClr>
              <a:buSzPts val="1200"/>
              <a:buNone/>
              <a:defRPr sz="1200"/>
            </a:lvl2pPr>
            <a:lvl3pPr indent="-228600" lvl="2" marL="1371600" algn="l">
              <a:spcBef>
                <a:spcPts val="200"/>
              </a:spcBef>
              <a:spcAft>
                <a:spcPts val="0"/>
              </a:spcAft>
              <a:buClr>
                <a:schemeClr val="dk1"/>
              </a:buClr>
              <a:buSzPts val="1000"/>
              <a:buNone/>
              <a:defRPr sz="1000"/>
            </a:lvl3pPr>
            <a:lvl4pPr indent="-228600" lvl="3" marL="1828800" algn="l">
              <a:spcBef>
                <a:spcPts val="180"/>
              </a:spcBef>
              <a:spcAft>
                <a:spcPts val="0"/>
              </a:spcAft>
              <a:buClr>
                <a:schemeClr val="dk1"/>
              </a:buClr>
              <a:buSzPts val="900"/>
              <a:buNone/>
              <a:defRPr sz="900"/>
            </a:lvl4pPr>
            <a:lvl5pPr indent="-228600" lvl="4" marL="2286000" algn="l">
              <a:spcBef>
                <a:spcPts val="180"/>
              </a:spcBef>
              <a:spcAft>
                <a:spcPts val="0"/>
              </a:spcAft>
              <a:buClr>
                <a:schemeClr val="dk1"/>
              </a:buClr>
              <a:buSzPts val="900"/>
              <a:buNone/>
              <a:defRPr sz="900"/>
            </a:lvl5pPr>
            <a:lvl6pPr indent="-228600" lvl="5" marL="2743200" algn="l">
              <a:spcBef>
                <a:spcPts val="180"/>
              </a:spcBef>
              <a:spcAft>
                <a:spcPts val="0"/>
              </a:spcAft>
              <a:buClr>
                <a:schemeClr val="dk1"/>
              </a:buClr>
              <a:buSzPts val="900"/>
              <a:buNone/>
              <a:defRPr sz="900"/>
            </a:lvl6pPr>
            <a:lvl7pPr indent="-228600" lvl="6" marL="3200400" algn="l">
              <a:spcBef>
                <a:spcPts val="180"/>
              </a:spcBef>
              <a:spcAft>
                <a:spcPts val="0"/>
              </a:spcAft>
              <a:buClr>
                <a:schemeClr val="dk1"/>
              </a:buClr>
              <a:buSzPts val="900"/>
              <a:buNone/>
              <a:defRPr sz="900"/>
            </a:lvl7pPr>
            <a:lvl8pPr indent="-228600" lvl="7" marL="3657600" algn="l">
              <a:spcBef>
                <a:spcPts val="180"/>
              </a:spcBef>
              <a:spcAft>
                <a:spcPts val="0"/>
              </a:spcAft>
              <a:buClr>
                <a:schemeClr val="dk1"/>
              </a:buClr>
              <a:buSzPts val="900"/>
              <a:buNone/>
              <a:defRPr sz="900"/>
            </a:lvl8pPr>
            <a:lvl9pPr indent="-228600" lvl="8" marL="4114800" algn="l">
              <a:spcBef>
                <a:spcPts val="180"/>
              </a:spcBef>
              <a:spcAft>
                <a:spcPts val="0"/>
              </a:spcAft>
              <a:buClr>
                <a:schemeClr val="dk1"/>
              </a:buClr>
              <a:buSzPts val="900"/>
              <a:buNone/>
              <a:defRPr sz="900"/>
            </a:lvl9pPr>
          </a:lstStyle>
          <a:p/>
        </p:txBody>
      </p:sp>
      <p:sp>
        <p:nvSpPr>
          <p:cNvPr id="58" name="Google Shape;58;p27"/>
          <p:cNvSpPr txBox="1"/>
          <p:nvPr>
            <p:ph idx="10" type="dt"/>
          </p:nvPr>
        </p:nvSpPr>
        <p:spPr>
          <a:xfrm>
            <a:off x="457200" y="6356350"/>
            <a:ext cx="2133600" cy="365125"/>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59" name="Google Shape;59;p27"/>
          <p:cNvSpPr txBox="1"/>
          <p:nvPr>
            <p:ph idx="11" type="ftr"/>
          </p:nvPr>
        </p:nvSpPr>
        <p:spPr>
          <a:xfrm>
            <a:off x="3124200" y="6356350"/>
            <a:ext cx="2895600" cy="365125"/>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60" name="Google Shape;60;p27"/>
          <p:cNvSpPr txBox="1"/>
          <p:nvPr>
            <p:ph idx="12" type="sldNum"/>
          </p:nvPr>
        </p:nvSpPr>
        <p:spPr>
          <a:xfrm>
            <a:off x="6553200" y="6356350"/>
            <a:ext cx="2133600" cy="365125"/>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Picture with Caption" type="picTx">
  <p:cSld name="PICTURE_WITH_CAPTION_TEXT">
    <p:spTree>
      <p:nvGrpSpPr>
        <p:cNvPr id="61" name="Shape 61"/>
        <p:cNvGrpSpPr/>
        <p:nvPr/>
      </p:nvGrpSpPr>
      <p:grpSpPr>
        <a:xfrm>
          <a:off x="0" y="0"/>
          <a:ext cx="0" cy="0"/>
          <a:chOff x="0" y="0"/>
          <a:chExt cx="0" cy="0"/>
        </a:xfrm>
      </p:grpSpPr>
      <p:sp>
        <p:nvSpPr>
          <p:cNvPr id="62" name="Google Shape;62;p28"/>
          <p:cNvSpPr txBox="1"/>
          <p:nvPr>
            <p:ph type="title"/>
          </p:nvPr>
        </p:nvSpPr>
        <p:spPr>
          <a:xfrm>
            <a:off x="1792288" y="4800600"/>
            <a:ext cx="5486400" cy="566738"/>
          </a:xfrm>
          <a:prstGeom prst="rect">
            <a:avLst/>
          </a:prstGeom>
          <a:noFill/>
          <a:ln>
            <a:noFill/>
          </a:ln>
        </p:spPr>
        <p:txBody>
          <a:bodyPr anchorCtr="0" anchor="b" bIns="45700" lIns="91425" spcFirstLastPara="1" rIns="91425" wrap="square" tIns="45700">
            <a:normAutofit/>
          </a:bodyPr>
          <a:lstStyle>
            <a:lvl1pPr lvl="0" algn="l">
              <a:spcBef>
                <a:spcPts val="0"/>
              </a:spcBef>
              <a:spcAft>
                <a:spcPts val="0"/>
              </a:spcAft>
              <a:buClr>
                <a:schemeClr val="dk1"/>
              </a:buClr>
              <a:buSzPts val="2000"/>
              <a:buFont typeface="Calibri"/>
              <a:buNone/>
              <a:defRPr b="1" sz="2000"/>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63" name="Google Shape;63;p28"/>
          <p:cNvSpPr/>
          <p:nvPr>
            <p:ph idx="2" type="pic"/>
          </p:nvPr>
        </p:nvSpPr>
        <p:spPr>
          <a:xfrm>
            <a:off x="1792288" y="612775"/>
            <a:ext cx="5486400" cy="4114800"/>
          </a:xfrm>
          <a:prstGeom prst="rect">
            <a:avLst/>
          </a:prstGeom>
          <a:noFill/>
          <a:ln>
            <a:noFill/>
          </a:ln>
        </p:spPr>
      </p:sp>
      <p:sp>
        <p:nvSpPr>
          <p:cNvPr id="64" name="Google Shape;64;p28"/>
          <p:cNvSpPr txBox="1"/>
          <p:nvPr>
            <p:ph idx="1" type="body"/>
          </p:nvPr>
        </p:nvSpPr>
        <p:spPr>
          <a:xfrm>
            <a:off x="1792288" y="5367338"/>
            <a:ext cx="5486400" cy="804862"/>
          </a:xfrm>
          <a:prstGeom prst="rect">
            <a:avLst/>
          </a:prstGeom>
          <a:noFill/>
          <a:ln>
            <a:noFill/>
          </a:ln>
        </p:spPr>
        <p:txBody>
          <a:bodyPr anchorCtr="0" anchor="t" bIns="45700" lIns="91425" spcFirstLastPara="1" rIns="91425" wrap="square" tIns="45700">
            <a:normAutofit/>
          </a:bodyPr>
          <a:lstStyle>
            <a:lvl1pPr indent="-228600" lvl="0" marL="457200" algn="l">
              <a:spcBef>
                <a:spcPts val="280"/>
              </a:spcBef>
              <a:spcAft>
                <a:spcPts val="0"/>
              </a:spcAft>
              <a:buClr>
                <a:schemeClr val="dk1"/>
              </a:buClr>
              <a:buSzPts val="1400"/>
              <a:buNone/>
              <a:defRPr sz="1400"/>
            </a:lvl1pPr>
            <a:lvl2pPr indent="-228600" lvl="1" marL="914400" algn="l">
              <a:spcBef>
                <a:spcPts val="240"/>
              </a:spcBef>
              <a:spcAft>
                <a:spcPts val="0"/>
              </a:spcAft>
              <a:buClr>
                <a:schemeClr val="dk1"/>
              </a:buClr>
              <a:buSzPts val="1200"/>
              <a:buNone/>
              <a:defRPr sz="1200"/>
            </a:lvl2pPr>
            <a:lvl3pPr indent="-228600" lvl="2" marL="1371600" algn="l">
              <a:spcBef>
                <a:spcPts val="200"/>
              </a:spcBef>
              <a:spcAft>
                <a:spcPts val="0"/>
              </a:spcAft>
              <a:buClr>
                <a:schemeClr val="dk1"/>
              </a:buClr>
              <a:buSzPts val="1000"/>
              <a:buNone/>
              <a:defRPr sz="1000"/>
            </a:lvl3pPr>
            <a:lvl4pPr indent="-228600" lvl="3" marL="1828800" algn="l">
              <a:spcBef>
                <a:spcPts val="180"/>
              </a:spcBef>
              <a:spcAft>
                <a:spcPts val="0"/>
              </a:spcAft>
              <a:buClr>
                <a:schemeClr val="dk1"/>
              </a:buClr>
              <a:buSzPts val="900"/>
              <a:buNone/>
              <a:defRPr sz="900"/>
            </a:lvl4pPr>
            <a:lvl5pPr indent="-228600" lvl="4" marL="2286000" algn="l">
              <a:spcBef>
                <a:spcPts val="180"/>
              </a:spcBef>
              <a:spcAft>
                <a:spcPts val="0"/>
              </a:spcAft>
              <a:buClr>
                <a:schemeClr val="dk1"/>
              </a:buClr>
              <a:buSzPts val="900"/>
              <a:buNone/>
              <a:defRPr sz="900"/>
            </a:lvl5pPr>
            <a:lvl6pPr indent="-228600" lvl="5" marL="2743200" algn="l">
              <a:spcBef>
                <a:spcPts val="180"/>
              </a:spcBef>
              <a:spcAft>
                <a:spcPts val="0"/>
              </a:spcAft>
              <a:buClr>
                <a:schemeClr val="dk1"/>
              </a:buClr>
              <a:buSzPts val="900"/>
              <a:buNone/>
              <a:defRPr sz="900"/>
            </a:lvl6pPr>
            <a:lvl7pPr indent="-228600" lvl="6" marL="3200400" algn="l">
              <a:spcBef>
                <a:spcPts val="180"/>
              </a:spcBef>
              <a:spcAft>
                <a:spcPts val="0"/>
              </a:spcAft>
              <a:buClr>
                <a:schemeClr val="dk1"/>
              </a:buClr>
              <a:buSzPts val="900"/>
              <a:buNone/>
              <a:defRPr sz="900"/>
            </a:lvl7pPr>
            <a:lvl8pPr indent="-228600" lvl="7" marL="3657600" algn="l">
              <a:spcBef>
                <a:spcPts val="180"/>
              </a:spcBef>
              <a:spcAft>
                <a:spcPts val="0"/>
              </a:spcAft>
              <a:buClr>
                <a:schemeClr val="dk1"/>
              </a:buClr>
              <a:buSzPts val="900"/>
              <a:buNone/>
              <a:defRPr sz="900"/>
            </a:lvl8pPr>
            <a:lvl9pPr indent="-228600" lvl="8" marL="4114800" algn="l">
              <a:spcBef>
                <a:spcPts val="180"/>
              </a:spcBef>
              <a:spcAft>
                <a:spcPts val="0"/>
              </a:spcAft>
              <a:buClr>
                <a:schemeClr val="dk1"/>
              </a:buClr>
              <a:buSzPts val="900"/>
              <a:buNone/>
              <a:defRPr sz="900"/>
            </a:lvl9pPr>
          </a:lstStyle>
          <a:p/>
        </p:txBody>
      </p:sp>
      <p:sp>
        <p:nvSpPr>
          <p:cNvPr id="65" name="Google Shape;65;p28"/>
          <p:cNvSpPr txBox="1"/>
          <p:nvPr>
            <p:ph idx="10" type="dt"/>
          </p:nvPr>
        </p:nvSpPr>
        <p:spPr>
          <a:xfrm>
            <a:off x="457200" y="6356350"/>
            <a:ext cx="2133600" cy="365125"/>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66" name="Google Shape;66;p28"/>
          <p:cNvSpPr txBox="1"/>
          <p:nvPr>
            <p:ph idx="11" type="ftr"/>
          </p:nvPr>
        </p:nvSpPr>
        <p:spPr>
          <a:xfrm>
            <a:off x="3124200" y="6356350"/>
            <a:ext cx="2895600" cy="365125"/>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67" name="Google Shape;67;p28"/>
          <p:cNvSpPr txBox="1"/>
          <p:nvPr>
            <p:ph idx="12" type="sldNum"/>
          </p:nvPr>
        </p:nvSpPr>
        <p:spPr>
          <a:xfrm>
            <a:off x="6553200" y="6356350"/>
            <a:ext cx="2133600" cy="365125"/>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Vertical Text" type="vertTx">
  <p:cSld name="VERTICAL_TEXT">
    <p:spTree>
      <p:nvGrpSpPr>
        <p:cNvPr id="68" name="Shape 68"/>
        <p:cNvGrpSpPr/>
        <p:nvPr/>
      </p:nvGrpSpPr>
      <p:grpSpPr>
        <a:xfrm>
          <a:off x="0" y="0"/>
          <a:ext cx="0" cy="0"/>
          <a:chOff x="0" y="0"/>
          <a:chExt cx="0" cy="0"/>
        </a:xfrm>
      </p:grpSpPr>
      <p:sp>
        <p:nvSpPr>
          <p:cNvPr id="69" name="Google Shape;69;p29"/>
          <p:cNvSpPr txBox="1"/>
          <p:nvPr>
            <p:ph type="title"/>
          </p:nvPr>
        </p:nvSpPr>
        <p:spPr>
          <a:xfrm>
            <a:off x="457200" y="274638"/>
            <a:ext cx="8229600" cy="1143000"/>
          </a:xfrm>
          <a:prstGeom prst="rect">
            <a:avLst/>
          </a:prstGeom>
          <a:noFill/>
          <a:ln>
            <a:noFill/>
          </a:ln>
        </p:spPr>
        <p:txBody>
          <a:bodyPr anchorCtr="0" anchor="ctr" bIns="45700" lIns="91425" spcFirstLastPara="1" rIns="91425" wrap="square" tIns="45700">
            <a:normAutofit/>
          </a:bodyPr>
          <a:lstStyle>
            <a:lvl1pPr lvl="0" algn="ctr">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70" name="Google Shape;70;p29"/>
          <p:cNvSpPr txBox="1"/>
          <p:nvPr>
            <p:ph idx="1" type="body"/>
          </p:nvPr>
        </p:nvSpPr>
        <p:spPr>
          <a:xfrm rot="5400000">
            <a:off x="2309019" y="-251618"/>
            <a:ext cx="4525963" cy="8229600"/>
          </a:xfrm>
          <a:prstGeom prst="rect">
            <a:avLst/>
          </a:prstGeom>
          <a:noFill/>
          <a:ln>
            <a:noFill/>
          </a:ln>
        </p:spPr>
        <p:txBody>
          <a:bodyPr anchorCtr="0" anchor="t" bIns="45700" lIns="91425" spcFirstLastPara="1" rIns="91425" wrap="square" tIns="45700">
            <a:normAutofit/>
          </a:bodyPr>
          <a:lstStyle>
            <a:lvl1pPr indent="-342900" lvl="0" marL="457200" algn="l">
              <a:spcBef>
                <a:spcPts val="360"/>
              </a:spcBef>
              <a:spcAft>
                <a:spcPts val="0"/>
              </a:spcAft>
              <a:buClr>
                <a:schemeClr val="dk1"/>
              </a:buClr>
              <a:buSzPts val="1800"/>
              <a:buChar char="•"/>
              <a:defRPr/>
            </a:lvl1pPr>
            <a:lvl2pPr indent="-342900" lvl="1" marL="914400" algn="l">
              <a:spcBef>
                <a:spcPts val="360"/>
              </a:spcBef>
              <a:spcAft>
                <a:spcPts val="0"/>
              </a:spcAft>
              <a:buClr>
                <a:schemeClr val="dk1"/>
              </a:buClr>
              <a:buSzPts val="1800"/>
              <a:buChar char="–"/>
              <a:defRPr/>
            </a:lvl2pPr>
            <a:lvl3pPr indent="-342900" lvl="2" marL="1371600" algn="l">
              <a:spcBef>
                <a:spcPts val="360"/>
              </a:spcBef>
              <a:spcAft>
                <a:spcPts val="0"/>
              </a:spcAft>
              <a:buClr>
                <a:schemeClr val="dk1"/>
              </a:buClr>
              <a:buSzPts val="1800"/>
              <a:buChar char="•"/>
              <a:defRPr/>
            </a:lvl3pPr>
            <a:lvl4pPr indent="-342900" lvl="3" marL="1828800" algn="l">
              <a:spcBef>
                <a:spcPts val="360"/>
              </a:spcBef>
              <a:spcAft>
                <a:spcPts val="0"/>
              </a:spcAft>
              <a:buClr>
                <a:schemeClr val="dk1"/>
              </a:buClr>
              <a:buSzPts val="1800"/>
              <a:buChar char="–"/>
              <a:defRPr/>
            </a:lvl4pPr>
            <a:lvl5pPr indent="-342900" lvl="4" marL="2286000" algn="l">
              <a:spcBef>
                <a:spcPts val="360"/>
              </a:spcBef>
              <a:spcAft>
                <a:spcPts val="0"/>
              </a:spcAft>
              <a:buClr>
                <a:schemeClr val="dk1"/>
              </a:buClr>
              <a:buSzPts val="1800"/>
              <a:buChar char="»"/>
              <a:defRPr/>
            </a:lvl5pPr>
            <a:lvl6pPr indent="-342900" lvl="5" marL="2743200" algn="l">
              <a:spcBef>
                <a:spcPts val="360"/>
              </a:spcBef>
              <a:spcAft>
                <a:spcPts val="0"/>
              </a:spcAft>
              <a:buClr>
                <a:schemeClr val="dk1"/>
              </a:buClr>
              <a:buSzPts val="1800"/>
              <a:buChar char="•"/>
              <a:defRPr/>
            </a:lvl6pPr>
            <a:lvl7pPr indent="-342900" lvl="6" marL="3200400" algn="l">
              <a:spcBef>
                <a:spcPts val="360"/>
              </a:spcBef>
              <a:spcAft>
                <a:spcPts val="0"/>
              </a:spcAft>
              <a:buClr>
                <a:schemeClr val="dk1"/>
              </a:buClr>
              <a:buSzPts val="1800"/>
              <a:buChar char="•"/>
              <a:defRPr/>
            </a:lvl7pPr>
            <a:lvl8pPr indent="-342900" lvl="7" marL="3657600" algn="l">
              <a:spcBef>
                <a:spcPts val="360"/>
              </a:spcBef>
              <a:spcAft>
                <a:spcPts val="0"/>
              </a:spcAft>
              <a:buClr>
                <a:schemeClr val="dk1"/>
              </a:buClr>
              <a:buSzPts val="1800"/>
              <a:buChar char="•"/>
              <a:defRPr/>
            </a:lvl8pPr>
            <a:lvl9pPr indent="-342900" lvl="8" marL="4114800" algn="l">
              <a:spcBef>
                <a:spcPts val="360"/>
              </a:spcBef>
              <a:spcAft>
                <a:spcPts val="0"/>
              </a:spcAft>
              <a:buClr>
                <a:schemeClr val="dk1"/>
              </a:buClr>
              <a:buSzPts val="1800"/>
              <a:buChar char="•"/>
              <a:defRPr/>
            </a:lvl9pPr>
          </a:lstStyle>
          <a:p/>
        </p:txBody>
      </p:sp>
      <p:sp>
        <p:nvSpPr>
          <p:cNvPr id="71" name="Google Shape;71;p29"/>
          <p:cNvSpPr txBox="1"/>
          <p:nvPr>
            <p:ph idx="10" type="dt"/>
          </p:nvPr>
        </p:nvSpPr>
        <p:spPr>
          <a:xfrm>
            <a:off x="457200" y="6356350"/>
            <a:ext cx="2133600" cy="365125"/>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72" name="Google Shape;72;p29"/>
          <p:cNvSpPr txBox="1"/>
          <p:nvPr>
            <p:ph idx="11" type="ftr"/>
          </p:nvPr>
        </p:nvSpPr>
        <p:spPr>
          <a:xfrm>
            <a:off x="3124200" y="6356350"/>
            <a:ext cx="2895600" cy="365125"/>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73" name="Google Shape;73;p29"/>
          <p:cNvSpPr txBox="1"/>
          <p:nvPr>
            <p:ph idx="12" type="sldNum"/>
          </p:nvPr>
        </p:nvSpPr>
        <p:spPr>
          <a:xfrm>
            <a:off x="6553200" y="6356350"/>
            <a:ext cx="2133600" cy="365125"/>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Vertical Title and Text" type="vertTitleAndTx">
  <p:cSld name="VERTICAL_TITLE_AND_VERTICAL_TEXT">
    <p:spTree>
      <p:nvGrpSpPr>
        <p:cNvPr id="74" name="Shape 74"/>
        <p:cNvGrpSpPr/>
        <p:nvPr/>
      </p:nvGrpSpPr>
      <p:grpSpPr>
        <a:xfrm>
          <a:off x="0" y="0"/>
          <a:ext cx="0" cy="0"/>
          <a:chOff x="0" y="0"/>
          <a:chExt cx="0" cy="0"/>
        </a:xfrm>
      </p:grpSpPr>
      <p:sp>
        <p:nvSpPr>
          <p:cNvPr id="75" name="Google Shape;75;p30"/>
          <p:cNvSpPr txBox="1"/>
          <p:nvPr>
            <p:ph type="title"/>
          </p:nvPr>
        </p:nvSpPr>
        <p:spPr>
          <a:xfrm rot="5400000">
            <a:off x="4732338" y="2171701"/>
            <a:ext cx="5851525" cy="2057400"/>
          </a:xfrm>
          <a:prstGeom prst="rect">
            <a:avLst/>
          </a:prstGeom>
          <a:noFill/>
          <a:ln>
            <a:noFill/>
          </a:ln>
        </p:spPr>
        <p:txBody>
          <a:bodyPr anchorCtr="0" anchor="ctr" bIns="45700" lIns="91425" spcFirstLastPara="1" rIns="91425" wrap="square" tIns="45700">
            <a:normAutofit/>
          </a:bodyPr>
          <a:lstStyle>
            <a:lvl1pPr lvl="0" algn="ctr">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76" name="Google Shape;76;p30"/>
          <p:cNvSpPr txBox="1"/>
          <p:nvPr>
            <p:ph idx="1" type="body"/>
          </p:nvPr>
        </p:nvSpPr>
        <p:spPr>
          <a:xfrm rot="5400000">
            <a:off x="541338" y="190500"/>
            <a:ext cx="5851525" cy="6019800"/>
          </a:xfrm>
          <a:prstGeom prst="rect">
            <a:avLst/>
          </a:prstGeom>
          <a:noFill/>
          <a:ln>
            <a:noFill/>
          </a:ln>
        </p:spPr>
        <p:txBody>
          <a:bodyPr anchorCtr="0" anchor="t" bIns="45700" lIns="91425" spcFirstLastPara="1" rIns="91425" wrap="square" tIns="45700">
            <a:normAutofit/>
          </a:bodyPr>
          <a:lstStyle>
            <a:lvl1pPr indent="-342900" lvl="0" marL="457200" algn="l">
              <a:spcBef>
                <a:spcPts val="360"/>
              </a:spcBef>
              <a:spcAft>
                <a:spcPts val="0"/>
              </a:spcAft>
              <a:buClr>
                <a:schemeClr val="dk1"/>
              </a:buClr>
              <a:buSzPts val="1800"/>
              <a:buChar char="•"/>
              <a:defRPr/>
            </a:lvl1pPr>
            <a:lvl2pPr indent="-342900" lvl="1" marL="914400" algn="l">
              <a:spcBef>
                <a:spcPts val="360"/>
              </a:spcBef>
              <a:spcAft>
                <a:spcPts val="0"/>
              </a:spcAft>
              <a:buClr>
                <a:schemeClr val="dk1"/>
              </a:buClr>
              <a:buSzPts val="1800"/>
              <a:buChar char="–"/>
              <a:defRPr/>
            </a:lvl2pPr>
            <a:lvl3pPr indent="-342900" lvl="2" marL="1371600" algn="l">
              <a:spcBef>
                <a:spcPts val="360"/>
              </a:spcBef>
              <a:spcAft>
                <a:spcPts val="0"/>
              </a:spcAft>
              <a:buClr>
                <a:schemeClr val="dk1"/>
              </a:buClr>
              <a:buSzPts val="1800"/>
              <a:buChar char="•"/>
              <a:defRPr/>
            </a:lvl3pPr>
            <a:lvl4pPr indent="-342900" lvl="3" marL="1828800" algn="l">
              <a:spcBef>
                <a:spcPts val="360"/>
              </a:spcBef>
              <a:spcAft>
                <a:spcPts val="0"/>
              </a:spcAft>
              <a:buClr>
                <a:schemeClr val="dk1"/>
              </a:buClr>
              <a:buSzPts val="1800"/>
              <a:buChar char="–"/>
              <a:defRPr/>
            </a:lvl4pPr>
            <a:lvl5pPr indent="-342900" lvl="4" marL="2286000" algn="l">
              <a:spcBef>
                <a:spcPts val="360"/>
              </a:spcBef>
              <a:spcAft>
                <a:spcPts val="0"/>
              </a:spcAft>
              <a:buClr>
                <a:schemeClr val="dk1"/>
              </a:buClr>
              <a:buSzPts val="1800"/>
              <a:buChar char="»"/>
              <a:defRPr/>
            </a:lvl5pPr>
            <a:lvl6pPr indent="-342900" lvl="5" marL="2743200" algn="l">
              <a:spcBef>
                <a:spcPts val="360"/>
              </a:spcBef>
              <a:spcAft>
                <a:spcPts val="0"/>
              </a:spcAft>
              <a:buClr>
                <a:schemeClr val="dk1"/>
              </a:buClr>
              <a:buSzPts val="1800"/>
              <a:buChar char="•"/>
              <a:defRPr/>
            </a:lvl6pPr>
            <a:lvl7pPr indent="-342900" lvl="6" marL="3200400" algn="l">
              <a:spcBef>
                <a:spcPts val="360"/>
              </a:spcBef>
              <a:spcAft>
                <a:spcPts val="0"/>
              </a:spcAft>
              <a:buClr>
                <a:schemeClr val="dk1"/>
              </a:buClr>
              <a:buSzPts val="1800"/>
              <a:buChar char="•"/>
              <a:defRPr/>
            </a:lvl7pPr>
            <a:lvl8pPr indent="-342900" lvl="7" marL="3657600" algn="l">
              <a:spcBef>
                <a:spcPts val="360"/>
              </a:spcBef>
              <a:spcAft>
                <a:spcPts val="0"/>
              </a:spcAft>
              <a:buClr>
                <a:schemeClr val="dk1"/>
              </a:buClr>
              <a:buSzPts val="1800"/>
              <a:buChar char="•"/>
              <a:defRPr/>
            </a:lvl8pPr>
            <a:lvl9pPr indent="-342900" lvl="8" marL="4114800" algn="l">
              <a:spcBef>
                <a:spcPts val="360"/>
              </a:spcBef>
              <a:spcAft>
                <a:spcPts val="0"/>
              </a:spcAft>
              <a:buClr>
                <a:schemeClr val="dk1"/>
              </a:buClr>
              <a:buSzPts val="1800"/>
              <a:buChar char="•"/>
              <a:defRPr/>
            </a:lvl9pPr>
          </a:lstStyle>
          <a:p/>
        </p:txBody>
      </p:sp>
      <p:sp>
        <p:nvSpPr>
          <p:cNvPr id="77" name="Google Shape;77;p30"/>
          <p:cNvSpPr txBox="1"/>
          <p:nvPr>
            <p:ph idx="10" type="dt"/>
          </p:nvPr>
        </p:nvSpPr>
        <p:spPr>
          <a:xfrm>
            <a:off x="457200" y="6356350"/>
            <a:ext cx="2133600" cy="365125"/>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78" name="Google Shape;78;p30"/>
          <p:cNvSpPr txBox="1"/>
          <p:nvPr>
            <p:ph idx="11" type="ftr"/>
          </p:nvPr>
        </p:nvSpPr>
        <p:spPr>
          <a:xfrm>
            <a:off x="3124200" y="6356350"/>
            <a:ext cx="2895600" cy="365125"/>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79" name="Google Shape;79;p30"/>
          <p:cNvSpPr txBox="1"/>
          <p:nvPr>
            <p:ph idx="12" type="sldNum"/>
          </p:nvPr>
        </p:nvSpPr>
        <p:spPr>
          <a:xfrm>
            <a:off x="6553200" y="6356350"/>
            <a:ext cx="2133600" cy="365125"/>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11" Type="http://schemas.openxmlformats.org/officeDocument/2006/relationships/slideLayout" Target="../slideLayouts/slideLayout11.xml"/><Relationship Id="rId10" Type="http://schemas.openxmlformats.org/officeDocument/2006/relationships/slideLayout" Target="../slideLayouts/slideLayout10.xml"/><Relationship Id="rId12" Type="http://schemas.openxmlformats.org/officeDocument/2006/relationships/theme" Target="../theme/theme2.xml"/><Relationship Id="rId9" Type="http://schemas.openxmlformats.org/officeDocument/2006/relationships/slideLayout" Target="../slideLayouts/slideLayout9.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s>
</file>

<file path=ppt/slideMasters/slideMaster1.xml><?xml version="1.0" encoding="utf-8"?>
<p:sld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lt1"/>
        </a:solidFill>
      </p:bgPr>
    </p:bg>
    <p:spTree>
      <p:nvGrpSpPr>
        <p:cNvPr id="5" name="Shape 5"/>
        <p:cNvGrpSpPr/>
        <p:nvPr/>
      </p:nvGrpSpPr>
      <p:grpSpPr>
        <a:xfrm>
          <a:off x="0" y="0"/>
          <a:ext cx="0" cy="0"/>
          <a:chOff x="0" y="0"/>
          <a:chExt cx="0" cy="0"/>
        </a:xfrm>
      </p:grpSpPr>
      <p:sp>
        <p:nvSpPr>
          <p:cNvPr id="6" name="Google Shape;6;p19"/>
          <p:cNvSpPr txBox="1"/>
          <p:nvPr>
            <p:ph type="title"/>
          </p:nvPr>
        </p:nvSpPr>
        <p:spPr>
          <a:xfrm>
            <a:off x="457200" y="274638"/>
            <a:ext cx="8229600" cy="1143000"/>
          </a:xfrm>
          <a:prstGeom prst="rect">
            <a:avLst/>
          </a:prstGeom>
          <a:noFill/>
          <a:ln>
            <a:noFill/>
          </a:ln>
        </p:spPr>
        <p:txBody>
          <a:bodyPr anchorCtr="0" anchor="ctr" bIns="45700" lIns="91425" spcFirstLastPara="1" rIns="91425" wrap="square" tIns="45700">
            <a:normAutofit/>
          </a:bodyPr>
          <a:lstStyle>
            <a:lvl1pPr lvl="0" marR="0" rtl="0" algn="ctr">
              <a:spcBef>
                <a:spcPts val="0"/>
              </a:spcBef>
              <a:spcAft>
                <a:spcPts val="0"/>
              </a:spcAft>
              <a:buClr>
                <a:schemeClr val="dk1"/>
              </a:buClr>
              <a:buSzPts val="4400"/>
              <a:buFont typeface="Calibri"/>
              <a:buNone/>
              <a:defRPr b="0" i="0" sz="4400" u="none" cap="none" strike="noStrike">
                <a:solidFill>
                  <a:schemeClr val="dk1"/>
                </a:solidFill>
                <a:latin typeface="Calibri"/>
                <a:ea typeface="Calibri"/>
                <a:cs typeface="Calibri"/>
                <a:sym typeface="Calibri"/>
              </a:defRPr>
            </a:lvl1pPr>
            <a:lvl2pPr lvl="1">
              <a:spcBef>
                <a:spcPts val="0"/>
              </a:spcBef>
              <a:spcAft>
                <a:spcPts val="0"/>
              </a:spcAft>
              <a:buSzPts val="1400"/>
              <a:buNone/>
              <a:defRPr sz="1800"/>
            </a:lvl2pPr>
            <a:lvl3pPr lvl="2">
              <a:spcBef>
                <a:spcPts val="0"/>
              </a:spcBef>
              <a:spcAft>
                <a:spcPts val="0"/>
              </a:spcAft>
              <a:buSzPts val="1400"/>
              <a:buNone/>
              <a:defRPr sz="1800"/>
            </a:lvl3pPr>
            <a:lvl4pPr lvl="3">
              <a:spcBef>
                <a:spcPts val="0"/>
              </a:spcBef>
              <a:spcAft>
                <a:spcPts val="0"/>
              </a:spcAft>
              <a:buSzPts val="1400"/>
              <a:buNone/>
              <a:defRPr sz="1800"/>
            </a:lvl4pPr>
            <a:lvl5pPr lvl="4">
              <a:spcBef>
                <a:spcPts val="0"/>
              </a:spcBef>
              <a:spcAft>
                <a:spcPts val="0"/>
              </a:spcAft>
              <a:buSzPts val="1400"/>
              <a:buNone/>
              <a:defRPr sz="1800"/>
            </a:lvl5pPr>
            <a:lvl6pPr lvl="5">
              <a:spcBef>
                <a:spcPts val="0"/>
              </a:spcBef>
              <a:spcAft>
                <a:spcPts val="0"/>
              </a:spcAft>
              <a:buSzPts val="1400"/>
              <a:buNone/>
              <a:defRPr sz="1800"/>
            </a:lvl6pPr>
            <a:lvl7pPr lvl="6">
              <a:spcBef>
                <a:spcPts val="0"/>
              </a:spcBef>
              <a:spcAft>
                <a:spcPts val="0"/>
              </a:spcAft>
              <a:buSzPts val="1400"/>
              <a:buNone/>
              <a:defRPr sz="1800"/>
            </a:lvl7pPr>
            <a:lvl8pPr lvl="7">
              <a:spcBef>
                <a:spcPts val="0"/>
              </a:spcBef>
              <a:spcAft>
                <a:spcPts val="0"/>
              </a:spcAft>
              <a:buSzPts val="1400"/>
              <a:buNone/>
              <a:defRPr sz="1800"/>
            </a:lvl8pPr>
            <a:lvl9pPr lvl="8">
              <a:spcBef>
                <a:spcPts val="0"/>
              </a:spcBef>
              <a:spcAft>
                <a:spcPts val="0"/>
              </a:spcAft>
              <a:buSzPts val="1400"/>
              <a:buNone/>
              <a:defRPr sz="1800"/>
            </a:lvl9pPr>
          </a:lstStyle>
          <a:p/>
        </p:txBody>
      </p:sp>
      <p:sp>
        <p:nvSpPr>
          <p:cNvPr id="7" name="Google Shape;7;p19"/>
          <p:cNvSpPr txBox="1"/>
          <p:nvPr>
            <p:ph idx="1" type="body"/>
          </p:nvPr>
        </p:nvSpPr>
        <p:spPr>
          <a:xfrm>
            <a:off x="457200" y="1600200"/>
            <a:ext cx="8229600" cy="4525963"/>
          </a:xfrm>
          <a:prstGeom prst="rect">
            <a:avLst/>
          </a:prstGeom>
          <a:noFill/>
          <a:ln>
            <a:noFill/>
          </a:ln>
        </p:spPr>
        <p:txBody>
          <a:bodyPr anchorCtr="0" anchor="t" bIns="45700" lIns="91425" spcFirstLastPara="1" rIns="91425" wrap="square" tIns="45700">
            <a:normAutofit/>
          </a:bodyPr>
          <a:lstStyle>
            <a:lvl1pPr indent="-431800" lvl="0" marL="457200" marR="0" rtl="0" algn="l">
              <a:spcBef>
                <a:spcPts val="640"/>
              </a:spcBef>
              <a:spcAft>
                <a:spcPts val="0"/>
              </a:spcAft>
              <a:buClr>
                <a:schemeClr val="dk1"/>
              </a:buClr>
              <a:buSzPts val="3200"/>
              <a:buFont typeface="Arial"/>
              <a:buChar char="•"/>
              <a:defRPr b="0" i="0" sz="3200" u="none" cap="none" strike="noStrike">
                <a:solidFill>
                  <a:schemeClr val="dk1"/>
                </a:solidFill>
                <a:latin typeface="Calibri"/>
                <a:ea typeface="Calibri"/>
                <a:cs typeface="Calibri"/>
                <a:sym typeface="Calibri"/>
              </a:defRPr>
            </a:lvl1pPr>
            <a:lvl2pPr indent="-406400" lvl="1" marL="914400" marR="0" rtl="0" algn="l">
              <a:spcBef>
                <a:spcPts val="560"/>
              </a:spcBef>
              <a:spcAft>
                <a:spcPts val="0"/>
              </a:spcAft>
              <a:buClr>
                <a:schemeClr val="dk1"/>
              </a:buClr>
              <a:buSzPts val="2800"/>
              <a:buFont typeface="Arial"/>
              <a:buChar char="–"/>
              <a:defRPr b="0" i="0" sz="2800" u="none" cap="none" strike="noStrike">
                <a:solidFill>
                  <a:schemeClr val="dk1"/>
                </a:solidFill>
                <a:latin typeface="Calibri"/>
                <a:ea typeface="Calibri"/>
                <a:cs typeface="Calibri"/>
                <a:sym typeface="Calibri"/>
              </a:defRPr>
            </a:lvl2pPr>
            <a:lvl3pPr indent="-381000" lvl="2" marL="1371600" marR="0" rtl="0" algn="l">
              <a:spcBef>
                <a:spcPts val="480"/>
              </a:spcBef>
              <a:spcAft>
                <a:spcPts val="0"/>
              </a:spcAft>
              <a:buClr>
                <a:schemeClr val="dk1"/>
              </a:buClr>
              <a:buSzPts val="2400"/>
              <a:buFont typeface="Arial"/>
              <a:buChar char="•"/>
              <a:defRPr b="0" i="0" sz="2400" u="none" cap="none" strike="noStrike">
                <a:solidFill>
                  <a:schemeClr val="dk1"/>
                </a:solidFill>
                <a:latin typeface="Calibri"/>
                <a:ea typeface="Calibri"/>
                <a:cs typeface="Calibri"/>
                <a:sym typeface="Calibri"/>
              </a:defRPr>
            </a:lvl3pPr>
            <a:lvl4pPr indent="-355600" lvl="3" marL="1828800" marR="0" rtl="0" algn="l">
              <a:spcBef>
                <a:spcPts val="400"/>
              </a:spcBef>
              <a:spcAft>
                <a:spcPts val="0"/>
              </a:spcAft>
              <a:buClr>
                <a:schemeClr val="dk1"/>
              </a:buClr>
              <a:buSzPts val="2000"/>
              <a:buFont typeface="Arial"/>
              <a:buChar char="–"/>
              <a:defRPr b="0" i="0" sz="2000" u="none" cap="none" strike="noStrike">
                <a:solidFill>
                  <a:schemeClr val="dk1"/>
                </a:solidFill>
                <a:latin typeface="Calibri"/>
                <a:ea typeface="Calibri"/>
                <a:cs typeface="Calibri"/>
                <a:sym typeface="Calibri"/>
              </a:defRPr>
            </a:lvl4pPr>
            <a:lvl5pPr indent="-355600" lvl="4" marL="2286000" marR="0" rtl="0" algn="l">
              <a:spcBef>
                <a:spcPts val="400"/>
              </a:spcBef>
              <a:spcAft>
                <a:spcPts val="0"/>
              </a:spcAft>
              <a:buClr>
                <a:schemeClr val="dk1"/>
              </a:buClr>
              <a:buSzPts val="2000"/>
              <a:buFont typeface="Arial"/>
              <a:buChar char="»"/>
              <a:defRPr b="0" i="0" sz="2000" u="none" cap="none" strike="noStrike">
                <a:solidFill>
                  <a:schemeClr val="dk1"/>
                </a:solidFill>
                <a:latin typeface="Calibri"/>
                <a:ea typeface="Calibri"/>
                <a:cs typeface="Calibri"/>
                <a:sym typeface="Calibri"/>
              </a:defRPr>
            </a:lvl5pPr>
            <a:lvl6pPr indent="-355600" lvl="5" marL="2743200" marR="0" rtl="0" algn="l">
              <a:spcBef>
                <a:spcPts val="400"/>
              </a:spcBef>
              <a:spcAft>
                <a:spcPts val="0"/>
              </a:spcAft>
              <a:buClr>
                <a:schemeClr val="dk1"/>
              </a:buClr>
              <a:buSzPts val="2000"/>
              <a:buFont typeface="Arial"/>
              <a:buChar char="•"/>
              <a:defRPr b="0" i="0" sz="2000" u="none" cap="none" strike="noStrike">
                <a:solidFill>
                  <a:schemeClr val="dk1"/>
                </a:solidFill>
                <a:latin typeface="Calibri"/>
                <a:ea typeface="Calibri"/>
                <a:cs typeface="Calibri"/>
                <a:sym typeface="Calibri"/>
              </a:defRPr>
            </a:lvl6pPr>
            <a:lvl7pPr indent="-355600" lvl="6" marL="3200400" marR="0" rtl="0" algn="l">
              <a:spcBef>
                <a:spcPts val="400"/>
              </a:spcBef>
              <a:spcAft>
                <a:spcPts val="0"/>
              </a:spcAft>
              <a:buClr>
                <a:schemeClr val="dk1"/>
              </a:buClr>
              <a:buSzPts val="2000"/>
              <a:buFont typeface="Arial"/>
              <a:buChar char="•"/>
              <a:defRPr b="0" i="0" sz="2000" u="none" cap="none" strike="noStrike">
                <a:solidFill>
                  <a:schemeClr val="dk1"/>
                </a:solidFill>
                <a:latin typeface="Calibri"/>
                <a:ea typeface="Calibri"/>
                <a:cs typeface="Calibri"/>
                <a:sym typeface="Calibri"/>
              </a:defRPr>
            </a:lvl7pPr>
            <a:lvl8pPr indent="-355600" lvl="7" marL="3657600" marR="0" rtl="0" algn="l">
              <a:spcBef>
                <a:spcPts val="400"/>
              </a:spcBef>
              <a:spcAft>
                <a:spcPts val="0"/>
              </a:spcAft>
              <a:buClr>
                <a:schemeClr val="dk1"/>
              </a:buClr>
              <a:buSzPts val="2000"/>
              <a:buFont typeface="Arial"/>
              <a:buChar char="•"/>
              <a:defRPr b="0" i="0" sz="2000" u="none" cap="none" strike="noStrike">
                <a:solidFill>
                  <a:schemeClr val="dk1"/>
                </a:solidFill>
                <a:latin typeface="Calibri"/>
                <a:ea typeface="Calibri"/>
                <a:cs typeface="Calibri"/>
                <a:sym typeface="Calibri"/>
              </a:defRPr>
            </a:lvl8pPr>
            <a:lvl9pPr indent="-355600" lvl="8" marL="4114800" marR="0" rtl="0" algn="l">
              <a:spcBef>
                <a:spcPts val="400"/>
              </a:spcBef>
              <a:spcAft>
                <a:spcPts val="0"/>
              </a:spcAft>
              <a:buClr>
                <a:schemeClr val="dk1"/>
              </a:buClr>
              <a:buSzPts val="2000"/>
              <a:buFont typeface="Arial"/>
              <a:buChar char="•"/>
              <a:defRPr b="0" i="0" sz="2000" u="none" cap="none" strike="noStrike">
                <a:solidFill>
                  <a:schemeClr val="dk1"/>
                </a:solidFill>
                <a:latin typeface="Calibri"/>
                <a:ea typeface="Calibri"/>
                <a:cs typeface="Calibri"/>
                <a:sym typeface="Calibri"/>
              </a:defRPr>
            </a:lvl9pPr>
          </a:lstStyle>
          <a:p/>
        </p:txBody>
      </p:sp>
      <p:sp>
        <p:nvSpPr>
          <p:cNvPr id="8" name="Google Shape;8;p19"/>
          <p:cNvSpPr txBox="1"/>
          <p:nvPr>
            <p:ph idx="10" type="dt"/>
          </p:nvPr>
        </p:nvSpPr>
        <p:spPr>
          <a:xfrm>
            <a:off x="457200" y="6356350"/>
            <a:ext cx="2133600" cy="365125"/>
          </a:xfrm>
          <a:prstGeom prst="rect">
            <a:avLst/>
          </a:prstGeom>
          <a:noFill/>
          <a:ln>
            <a:noFill/>
          </a:ln>
        </p:spPr>
        <p:txBody>
          <a:bodyPr anchorCtr="0" anchor="ctr" bIns="45700" lIns="91425" spcFirstLastPara="1" rIns="91425" wrap="square" tIns="45700">
            <a:noAutofit/>
          </a:bodyPr>
          <a:lstStyle>
            <a:lvl1pPr lvl="0" marR="0" rtl="0" algn="l">
              <a:spcBef>
                <a:spcPts val="0"/>
              </a:spcBef>
              <a:spcAft>
                <a:spcPts val="0"/>
              </a:spcAft>
              <a:buSzPts val="1400"/>
              <a:buNone/>
              <a:defRPr b="0" i="0" sz="1200" u="none" cap="none" strike="noStrike">
                <a:solidFill>
                  <a:srgbClr val="888888"/>
                </a:solidFill>
                <a:latin typeface="Calibri"/>
                <a:ea typeface="Calibri"/>
                <a:cs typeface="Calibri"/>
                <a:sym typeface="Calibri"/>
              </a:defRPr>
            </a:lvl1pPr>
            <a:lvl2pPr lvl="1"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2pPr>
            <a:lvl3pPr lvl="2"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3pPr>
            <a:lvl4pPr lvl="3"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4pPr>
            <a:lvl5pPr lvl="4"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5pPr>
            <a:lvl6pPr lvl="5"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6pPr>
            <a:lvl7pPr lvl="6"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7pPr>
            <a:lvl8pPr lvl="7"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8pPr>
            <a:lvl9pPr lvl="8"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9pPr>
          </a:lstStyle>
          <a:p/>
        </p:txBody>
      </p:sp>
      <p:sp>
        <p:nvSpPr>
          <p:cNvPr id="9" name="Google Shape;9;p19"/>
          <p:cNvSpPr txBox="1"/>
          <p:nvPr>
            <p:ph idx="11" type="ftr"/>
          </p:nvPr>
        </p:nvSpPr>
        <p:spPr>
          <a:xfrm>
            <a:off x="3124200" y="6356350"/>
            <a:ext cx="2895600" cy="365125"/>
          </a:xfrm>
          <a:prstGeom prst="rect">
            <a:avLst/>
          </a:prstGeom>
          <a:noFill/>
          <a:ln>
            <a:noFill/>
          </a:ln>
        </p:spPr>
        <p:txBody>
          <a:bodyPr anchorCtr="0" anchor="ctr" bIns="45700" lIns="91425" spcFirstLastPara="1" rIns="91425" wrap="square" tIns="45700">
            <a:noAutofit/>
          </a:bodyPr>
          <a:lstStyle>
            <a:lvl1pPr lvl="0" marR="0" rtl="0" algn="ctr">
              <a:spcBef>
                <a:spcPts val="0"/>
              </a:spcBef>
              <a:spcAft>
                <a:spcPts val="0"/>
              </a:spcAft>
              <a:buSzPts val="1400"/>
              <a:buNone/>
              <a:defRPr b="0" i="0" sz="1200" u="none" cap="none" strike="noStrike">
                <a:solidFill>
                  <a:srgbClr val="888888"/>
                </a:solidFill>
                <a:latin typeface="Calibri"/>
                <a:ea typeface="Calibri"/>
                <a:cs typeface="Calibri"/>
                <a:sym typeface="Calibri"/>
              </a:defRPr>
            </a:lvl1pPr>
            <a:lvl2pPr lvl="1"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2pPr>
            <a:lvl3pPr lvl="2"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3pPr>
            <a:lvl4pPr lvl="3"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4pPr>
            <a:lvl5pPr lvl="4"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5pPr>
            <a:lvl6pPr lvl="5"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6pPr>
            <a:lvl7pPr lvl="6"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7pPr>
            <a:lvl8pPr lvl="7"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8pPr>
            <a:lvl9pPr lvl="8"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9pPr>
          </a:lstStyle>
          <a:p/>
        </p:txBody>
      </p:sp>
      <p:sp>
        <p:nvSpPr>
          <p:cNvPr id="10" name="Google Shape;10;p19"/>
          <p:cNvSpPr txBox="1"/>
          <p:nvPr>
            <p:ph idx="12" type="sldNum"/>
          </p:nvPr>
        </p:nvSpPr>
        <p:spPr>
          <a:xfrm>
            <a:off x="6553200" y="6356350"/>
            <a:ext cx="2133600" cy="365125"/>
          </a:xfrm>
          <a:prstGeom prst="rect">
            <a:avLst/>
          </a:prstGeom>
          <a:noFill/>
          <a:ln>
            <a:noFill/>
          </a:ln>
        </p:spPr>
        <p:txBody>
          <a:bodyPr anchorCtr="0" anchor="ctr" bIns="45700" lIns="91425" spcFirstLastPara="1" rIns="91425" wrap="square" tIns="45700">
            <a:noAutofit/>
          </a:bodyPr>
          <a:lstStyle>
            <a:lvl1pPr indent="0" lvl="0" marL="0" marR="0" rtl="0" algn="r">
              <a:spcBef>
                <a:spcPts val="0"/>
              </a:spcBef>
              <a:buNone/>
              <a:defRPr b="0" i="0" sz="1200" u="none" cap="none" strike="noStrike">
                <a:solidFill>
                  <a:srgbClr val="888888"/>
                </a:solidFill>
                <a:latin typeface="Calibri"/>
                <a:ea typeface="Calibri"/>
                <a:cs typeface="Calibri"/>
                <a:sym typeface="Calibri"/>
              </a:defRPr>
            </a:lvl1pPr>
            <a:lvl2pPr indent="0" lvl="1" marL="0" marR="0" rtl="0" algn="r">
              <a:spcBef>
                <a:spcPts val="0"/>
              </a:spcBef>
              <a:buNone/>
              <a:defRPr b="0" i="0" sz="1200" u="none" cap="none" strike="noStrike">
                <a:solidFill>
                  <a:srgbClr val="888888"/>
                </a:solidFill>
                <a:latin typeface="Calibri"/>
                <a:ea typeface="Calibri"/>
                <a:cs typeface="Calibri"/>
                <a:sym typeface="Calibri"/>
              </a:defRPr>
            </a:lvl2pPr>
            <a:lvl3pPr indent="0" lvl="2" marL="0" marR="0" rtl="0" algn="r">
              <a:spcBef>
                <a:spcPts val="0"/>
              </a:spcBef>
              <a:buNone/>
              <a:defRPr b="0" i="0" sz="1200" u="none" cap="none" strike="noStrike">
                <a:solidFill>
                  <a:srgbClr val="888888"/>
                </a:solidFill>
                <a:latin typeface="Calibri"/>
                <a:ea typeface="Calibri"/>
                <a:cs typeface="Calibri"/>
                <a:sym typeface="Calibri"/>
              </a:defRPr>
            </a:lvl3pPr>
            <a:lvl4pPr indent="0" lvl="3" marL="0" marR="0" rtl="0" algn="r">
              <a:spcBef>
                <a:spcPts val="0"/>
              </a:spcBef>
              <a:buNone/>
              <a:defRPr b="0" i="0" sz="1200" u="none" cap="none" strike="noStrike">
                <a:solidFill>
                  <a:srgbClr val="888888"/>
                </a:solidFill>
                <a:latin typeface="Calibri"/>
                <a:ea typeface="Calibri"/>
                <a:cs typeface="Calibri"/>
                <a:sym typeface="Calibri"/>
              </a:defRPr>
            </a:lvl4pPr>
            <a:lvl5pPr indent="0" lvl="4" marL="0" marR="0" rtl="0" algn="r">
              <a:spcBef>
                <a:spcPts val="0"/>
              </a:spcBef>
              <a:buNone/>
              <a:defRPr b="0" i="0" sz="1200" u="none" cap="none" strike="noStrike">
                <a:solidFill>
                  <a:srgbClr val="888888"/>
                </a:solidFill>
                <a:latin typeface="Calibri"/>
                <a:ea typeface="Calibri"/>
                <a:cs typeface="Calibri"/>
                <a:sym typeface="Calibri"/>
              </a:defRPr>
            </a:lvl5pPr>
            <a:lvl6pPr indent="0" lvl="5" marL="0" marR="0" rtl="0" algn="r">
              <a:spcBef>
                <a:spcPts val="0"/>
              </a:spcBef>
              <a:buNone/>
              <a:defRPr b="0" i="0" sz="1200" u="none" cap="none" strike="noStrike">
                <a:solidFill>
                  <a:srgbClr val="888888"/>
                </a:solidFill>
                <a:latin typeface="Calibri"/>
                <a:ea typeface="Calibri"/>
                <a:cs typeface="Calibri"/>
                <a:sym typeface="Calibri"/>
              </a:defRPr>
            </a:lvl6pPr>
            <a:lvl7pPr indent="0" lvl="6" marL="0" marR="0" rtl="0" algn="r">
              <a:spcBef>
                <a:spcPts val="0"/>
              </a:spcBef>
              <a:buNone/>
              <a:defRPr b="0" i="0" sz="1200" u="none" cap="none" strike="noStrike">
                <a:solidFill>
                  <a:srgbClr val="888888"/>
                </a:solidFill>
                <a:latin typeface="Calibri"/>
                <a:ea typeface="Calibri"/>
                <a:cs typeface="Calibri"/>
                <a:sym typeface="Calibri"/>
              </a:defRPr>
            </a:lvl7pPr>
            <a:lvl8pPr indent="0" lvl="7" marL="0" marR="0" rtl="0" algn="r">
              <a:spcBef>
                <a:spcPts val="0"/>
              </a:spcBef>
              <a:buNone/>
              <a:defRPr b="0" i="0" sz="1200" u="none" cap="none" strike="noStrike">
                <a:solidFill>
                  <a:srgbClr val="888888"/>
                </a:solidFill>
                <a:latin typeface="Calibri"/>
                <a:ea typeface="Calibri"/>
                <a:cs typeface="Calibri"/>
                <a:sym typeface="Calibri"/>
              </a:defRPr>
            </a:lvl8pPr>
            <a:lvl9pPr indent="0" lvl="8" marL="0" marR="0" rtl="0" algn="r">
              <a:spcBef>
                <a:spcPts val="0"/>
              </a:spcBef>
              <a:buNone/>
              <a:defRPr b="0" i="0" sz="1200" u="none" cap="none" strike="noStrike">
                <a:solidFill>
                  <a:srgbClr val="888888"/>
                </a:solidFill>
                <a:latin typeface="Calibri"/>
                <a:ea typeface="Calibri"/>
                <a:cs typeface="Calibri"/>
                <a:sym typeface="Calibri"/>
              </a:defRPr>
            </a:lvl9pPr>
          </a:lstStyle>
          <a:p>
            <a:pPr indent="0" lvl="0" marL="0" rtl="0" algn="r">
              <a:spcBef>
                <a:spcPts val="0"/>
              </a:spcBef>
              <a:spcAft>
                <a:spcPts val="0"/>
              </a:spcAft>
              <a:buNone/>
            </a:pPr>
            <a:fld id="{00000000-1234-1234-1234-123412341234}" type="slidenum">
              <a:rPr lang="en-US"/>
              <a:t>‹#›</a:t>
            </a:fld>
            <a:endParaRPr/>
          </a:p>
        </p:txBody>
      </p:sp>
    </p:spTree>
  </p:cSld>
  <p:clrMap accent1="accent1" accent2="accent2" accent3="accent3" accent4="accent4" accent5="accent5" accent6="accent6" bg1="lt1" bg2="dk2" tx1="dk1" tx2="lt2" folHlink="folHlink" hlink="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hf dt="0" ftr="0" hdr="0" sldNum="0"/>
  <p:txStyles>
    <p:title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titleStyle>
    <p:body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bodyStyle>
    <p:other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 Id="rId3" Type="http://schemas.openxmlformats.org/officeDocument/2006/relationships/image" Target="../media/image5.png"/><Relationship Id="rId4" Type="http://schemas.openxmlformats.org/officeDocument/2006/relationships/image" Target="../media/image2.png"/></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xml"/><Relationship Id="rId3" Type="http://schemas.openxmlformats.org/officeDocument/2006/relationships/image" Target="../media/image1.png"/><Relationship Id="rId4" Type="http://schemas.openxmlformats.org/officeDocument/2006/relationships/image" Target="../media/image3.png"/><Relationship Id="rId5" Type="http://schemas.openxmlformats.org/officeDocument/2006/relationships/image" Target="../media/image2.png"/></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xml"/><Relationship Id="rId3" Type="http://schemas.openxmlformats.org/officeDocument/2006/relationships/image" Target="../media/image2.png"/></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7.xml"/><Relationship Id="rId3" Type="http://schemas.openxmlformats.org/officeDocument/2006/relationships/image" Target="../media/image9.png"/></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8.xml"/><Relationship Id="rId3" Type="http://schemas.openxmlformats.org/officeDocument/2006/relationships/image" Target="../media/image8.png"/></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7.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8.xml"/><Relationship Id="rId3" Type="http://schemas.openxmlformats.org/officeDocument/2006/relationships/image" Target="../media/image7.png"/></Relationships>
</file>

<file path=ppt/slides/slide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83" name="Shape 83"/>
        <p:cNvGrpSpPr/>
        <p:nvPr/>
      </p:nvGrpSpPr>
      <p:grpSpPr>
        <a:xfrm>
          <a:off x="0" y="0"/>
          <a:ext cx="0" cy="0"/>
          <a:chOff x="0" y="0"/>
          <a:chExt cx="0" cy="0"/>
        </a:xfrm>
      </p:grpSpPr>
      <p:sp>
        <p:nvSpPr>
          <p:cNvPr id="84" name="Google Shape;84;p1"/>
          <p:cNvSpPr/>
          <p:nvPr/>
        </p:nvSpPr>
        <p:spPr>
          <a:xfrm>
            <a:off x="12541309" y="0"/>
            <a:ext cx="5746691" cy="1711780"/>
          </a:xfrm>
          <a:custGeom>
            <a:rect b="b" l="l" r="r" t="t"/>
            <a:pathLst>
              <a:path extrusionOk="0" h="1711780" w="5746691">
                <a:moveTo>
                  <a:pt x="0" y="0"/>
                </a:moveTo>
                <a:lnTo>
                  <a:pt x="5746691" y="0"/>
                </a:lnTo>
                <a:lnTo>
                  <a:pt x="5746691" y="1711780"/>
                </a:lnTo>
                <a:lnTo>
                  <a:pt x="0" y="1711780"/>
                </a:lnTo>
                <a:lnTo>
                  <a:pt x="0" y="0"/>
                </a:lnTo>
                <a:close/>
              </a:path>
            </a:pathLst>
          </a:custGeom>
          <a:blipFill rotWithShape="1">
            <a:blip r:embed="rId3">
              <a:alphaModFix/>
            </a:blip>
            <a:stretch>
              <a:fillRect b="0" l="0" r="0" t="0"/>
            </a:stretch>
          </a:blipFill>
          <a:ln>
            <a:noFill/>
          </a:ln>
        </p:spPr>
      </p:sp>
      <p:sp>
        <p:nvSpPr>
          <p:cNvPr id="85" name="Google Shape;85;p1"/>
          <p:cNvSpPr/>
          <p:nvPr/>
        </p:nvSpPr>
        <p:spPr>
          <a:xfrm>
            <a:off x="12541309" y="6021878"/>
            <a:ext cx="4160184" cy="4114800"/>
          </a:xfrm>
          <a:custGeom>
            <a:rect b="b" l="l" r="r" t="t"/>
            <a:pathLst>
              <a:path extrusionOk="0" h="4114800" w="4160184">
                <a:moveTo>
                  <a:pt x="0" y="0"/>
                </a:moveTo>
                <a:lnTo>
                  <a:pt x="4160184" y="0"/>
                </a:lnTo>
                <a:lnTo>
                  <a:pt x="4160184" y="4114800"/>
                </a:lnTo>
                <a:lnTo>
                  <a:pt x="0" y="4114800"/>
                </a:lnTo>
                <a:lnTo>
                  <a:pt x="0" y="0"/>
                </a:lnTo>
                <a:close/>
              </a:path>
            </a:pathLst>
          </a:custGeom>
          <a:blipFill rotWithShape="1">
            <a:blip r:embed="rId4">
              <a:alphaModFix/>
            </a:blip>
            <a:stretch>
              <a:fillRect b="0" l="0" r="0" t="0"/>
            </a:stretch>
          </a:blipFill>
          <a:ln>
            <a:noFill/>
          </a:ln>
        </p:spPr>
      </p:sp>
      <p:sp>
        <p:nvSpPr>
          <p:cNvPr id="86" name="Google Shape;86;p1"/>
          <p:cNvSpPr txBox="1"/>
          <p:nvPr/>
        </p:nvSpPr>
        <p:spPr>
          <a:xfrm>
            <a:off x="1063303" y="7865776"/>
            <a:ext cx="6467475" cy="1749425"/>
          </a:xfrm>
          <a:prstGeom prst="rect">
            <a:avLst/>
          </a:prstGeom>
          <a:noFill/>
          <a:ln>
            <a:noFill/>
          </a:ln>
        </p:spPr>
        <p:txBody>
          <a:bodyPr anchorCtr="0" anchor="t" bIns="0" lIns="0" spcFirstLastPara="1" rIns="0" wrap="square" tIns="0">
            <a:spAutoFit/>
          </a:bodyPr>
          <a:lstStyle/>
          <a:p>
            <a:pPr indent="0" lvl="0" marL="0" marR="0" rtl="0" algn="ctr">
              <a:lnSpc>
                <a:spcPct val="140000"/>
              </a:lnSpc>
              <a:spcBef>
                <a:spcPts val="0"/>
              </a:spcBef>
              <a:spcAft>
                <a:spcPts val="0"/>
              </a:spcAft>
              <a:buNone/>
            </a:pPr>
            <a:r>
              <a:rPr b="1" i="0" lang="en-US" sz="5000" u="none" cap="none" strike="noStrike">
                <a:solidFill>
                  <a:srgbClr val="131416"/>
                </a:solidFill>
                <a:latin typeface="Open Sans"/>
                <a:ea typeface="Open Sans"/>
                <a:cs typeface="Open Sans"/>
                <a:sym typeface="Open Sans"/>
              </a:rPr>
              <a:t>Teoría de Sistemas 2</a:t>
            </a:r>
            <a:endParaRPr/>
          </a:p>
          <a:p>
            <a:pPr indent="0" lvl="0" marL="0" marR="0" rtl="0" algn="ctr">
              <a:lnSpc>
                <a:spcPct val="140000"/>
              </a:lnSpc>
              <a:spcBef>
                <a:spcPts val="0"/>
              </a:spcBef>
              <a:spcAft>
                <a:spcPts val="0"/>
              </a:spcAft>
              <a:buNone/>
            </a:pPr>
            <a:r>
              <a:t/>
            </a:r>
            <a:endParaRPr b="1" i="0" sz="5000" u="none" cap="none" strike="noStrike">
              <a:solidFill>
                <a:srgbClr val="131416"/>
              </a:solidFill>
              <a:latin typeface="Open Sans"/>
              <a:ea typeface="Open Sans"/>
              <a:cs typeface="Open Sans"/>
              <a:sym typeface="Open Sans"/>
            </a:endParaRPr>
          </a:p>
        </p:txBody>
      </p:sp>
      <p:sp>
        <p:nvSpPr>
          <p:cNvPr id="87" name="Google Shape;87;p1"/>
          <p:cNvSpPr txBox="1"/>
          <p:nvPr/>
        </p:nvSpPr>
        <p:spPr>
          <a:xfrm>
            <a:off x="0" y="3141906"/>
            <a:ext cx="18288000" cy="3195319"/>
          </a:xfrm>
          <a:prstGeom prst="rect">
            <a:avLst/>
          </a:prstGeom>
          <a:noFill/>
          <a:ln>
            <a:noFill/>
          </a:ln>
        </p:spPr>
        <p:txBody>
          <a:bodyPr anchorCtr="0" anchor="t" bIns="0" lIns="0" spcFirstLastPara="1" rIns="0" wrap="square" tIns="0">
            <a:spAutoFit/>
          </a:bodyPr>
          <a:lstStyle/>
          <a:p>
            <a:pPr indent="0" lvl="0" marL="0" marR="0" rtl="0" algn="ctr">
              <a:lnSpc>
                <a:spcPct val="140000"/>
              </a:lnSpc>
              <a:spcBef>
                <a:spcPts val="0"/>
              </a:spcBef>
              <a:spcAft>
                <a:spcPts val="0"/>
              </a:spcAft>
              <a:buNone/>
            </a:pPr>
            <a:r>
              <a:rPr b="1" i="0" lang="en-US" sz="9200" u="none" cap="none" strike="noStrike">
                <a:solidFill>
                  <a:srgbClr val="131416"/>
                </a:solidFill>
                <a:latin typeface="Open Sans"/>
                <a:ea typeface="Open Sans"/>
                <a:cs typeface="Open Sans"/>
                <a:sym typeface="Open Sans"/>
              </a:rPr>
              <a:t>Presentación de informes gerenciales</a:t>
            </a:r>
            <a:endParaRPr/>
          </a:p>
        </p:txBody>
      </p:sp>
      <p:sp>
        <p:nvSpPr>
          <p:cNvPr id="88" name="Google Shape;88;p1"/>
          <p:cNvSpPr txBox="1"/>
          <p:nvPr/>
        </p:nvSpPr>
        <p:spPr>
          <a:xfrm>
            <a:off x="1063303" y="8745251"/>
            <a:ext cx="6981379" cy="422275"/>
          </a:xfrm>
          <a:prstGeom prst="rect">
            <a:avLst/>
          </a:prstGeom>
          <a:noFill/>
          <a:ln>
            <a:noFill/>
          </a:ln>
        </p:spPr>
        <p:txBody>
          <a:bodyPr anchorCtr="0" anchor="t" bIns="0" lIns="0" spcFirstLastPara="1" rIns="0" wrap="square" tIns="0">
            <a:spAutoFit/>
          </a:bodyPr>
          <a:lstStyle/>
          <a:p>
            <a:pPr indent="0" lvl="0" marL="0" marR="0" rtl="0" algn="ctr">
              <a:lnSpc>
                <a:spcPct val="140016"/>
              </a:lnSpc>
              <a:spcBef>
                <a:spcPts val="0"/>
              </a:spcBef>
              <a:spcAft>
                <a:spcPts val="0"/>
              </a:spcAft>
              <a:buNone/>
            </a:pPr>
            <a:r>
              <a:rPr b="1" i="0" lang="en-US" sz="2499" u="none" cap="none" strike="noStrike">
                <a:solidFill>
                  <a:srgbClr val="131416"/>
                </a:solidFill>
                <a:latin typeface="Open Sans"/>
                <a:ea typeface="Open Sans"/>
                <a:cs typeface="Open Sans"/>
                <a:sym typeface="Open Sans"/>
              </a:rPr>
              <a:t>Escuela de Ingenieria de Ciencias Y Sistemas</a:t>
            </a:r>
            <a:endParaRPr/>
          </a:p>
        </p:txBody>
      </p:sp>
      <p:sp>
        <p:nvSpPr>
          <p:cNvPr id="89" name="Google Shape;89;p1"/>
          <p:cNvSpPr txBox="1"/>
          <p:nvPr/>
        </p:nvSpPr>
        <p:spPr>
          <a:xfrm>
            <a:off x="1028700" y="9210675"/>
            <a:ext cx="3525292" cy="422275"/>
          </a:xfrm>
          <a:prstGeom prst="rect">
            <a:avLst/>
          </a:prstGeom>
          <a:noFill/>
          <a:ln>
            <a:noFill/>
          </a:ln>
        </p:spPr>
        <p:txBody>
          <a:bodyPr anchorCtr="0" anchor="t" bIns="0" lIns="0" spcFirstLastPara="1" rIns="0" wrap="square" tIns="0">
            <a:spAutoFit/>
          </a:bodyPr>
          <a:lstStyle/>
          <a:p>
            <a:pPr indent="0" lvl="0" marL="0" marR="0" rtl="0" algn="ctr">
              <a:lnSpc>
                <a:spcPct val="140016"/>
              </a:lnSpc>
              <a:spcBef>
                <a:spcPts val="0"/>
              </a:spcBef>
              <a:spcAft>
                <a:spcPts val="0"/>
              </a:spcAft>
              <a:buNone/>
            </a:pPr>
            <a:r>
              <a:rPr b="1" i="0" lang="en-US" sz="2499" u="none" cap="none" strike="noStrike">
                <a:solidFill>
                  <a:srgbClr val="131416"/>
                </a:solidFill>
                <a:latin typeface="Open Sans"/>
                <a:ea typeface="Open Sans"/>
                <a:cs typeface="Open Sans"/>
                <a:sym typeface="Open Sans"/>
              </a:rPr>
              <a:t>Facultad de Ingenieria</a:t>
            </a:r>
            <a:endParaRPr/>
          </a:p>
        </p:txBody>
      </p:sp>
      <p:sp>
        <p:nvSpPr>
          <p:cNvPr id="90" name="Google Shape;90;p1"/>
          <p:cNvSpPr txBox="1"/>
          <p:nvPr/>
        </p:nvSpPr>
        <p:spPr>
          <a:xfrm>
            <a:off x="1028700" y="9585325"/>
            <a:ext cx="6407944" cy="422275"/>
          </a:xfrm>
          <a:prstGeom prst="rect">
            <a:avLst/>
          </a:prstGeom>
          <a:noFill/>
          <a:ln>
            <a:noFill/>
          </a:ln>
        </p:spPr>
        <p:txBody>
          <a:bodyPr anchorCtr="0" anchor="t" bIns="0" lIns="0" spcFirstLastPara="1" rIns="0" wrap="square" tIns="0">
            <a:spAutoFit/>
          </a:bodyPr>
          <a:lstStyle/>
          <a:p>
            <a:pPr indent="0" lvl="0" marL="0" marR="0" rtl="0" algn="ctr">
              <a:lnSpc>
                <a:spcPct val="140016"/>
              </a:lnSpc>
              <a:spcBef>
                <a:spcPts val="0"/>
              </a:spcBef>
              <a:spcAft>
                <a:spcPts val="0"/>
              </a:spcAft>
              <a:buNone/>
            </a:pPr>
            <a:r>
              <a:rPr b="1" i="0" lang="en-US" sz="2499" u="none" cap="none" strike="noStrike">
                <a:solidFill>
                  <a:srgbClr val="131416"/>
                </a:solidFill>
                <a:latin typeface="Open Sans"/>
                <a:ea typeface="Open Sans"/>
                <a:cs typeface="Open Sans"/>
                <a:sym typeface="Open Sans"/>
              </a:rPr>
              <a:t>Universidad de San Carlos de Guatemala</a:t>
            </a:r>
            <a:endParaRPr/>
          </a:p>
        </p:txBody>
      </p:sp>
      <p:sp>
        <p:nvSpPr>
          <p:cNvPr id="91" name="Google Shape;91;p1"/>
          <p:cNvSpPr txBox="1"/>
          <p:nvPr/>
        </p:nvSpPr>
        <p:spPr>
          <a:xfrm>
            <a:off x="12979082" y="7426039"/>
            <a:ext cx="3284637" cy="1736725"/>
          </a:xfrm>
          <a:prstGeom prst="rect">
            <a:avLst/>
          </a:prstGeom>
          <a:noFill/>
          <a:ln>
            <a:noFill/>
          </a:ln>
        </p:spPr>
        <p:txBody>
          <a:bodyPr anchorCtr="0" anchor="t" bIns="0" lIns="0" spcFirstLastPara="1" rIns="0" wrap="square" tIns="0">
            <a:spAutoFit/>
          </a:bodyPr>
          <a:lstStyle/>
          <a:p>
            <a:pPr indent="0" lvl="0" marL="0" marR="0" rtl="0" algn="ctr">
              <a:lnSpc>
                <a:spcPct val="140016"/>
              </a:lnSpc>
              <a:spcBef>
                <a:spcPts val="0"/>
              </a:spcBef>
              <a:spcAft>
                <a:spcPts val="0"/>
              </a:spcAft>
              <a:buNone/>
            </a:pPr>
            <a:r>
              <a:rPr b="0" i="0" lang="en-US" sz="2499" u="none" cap="none" strike="noStrike">
                <a:solidFill>
                  <a:srgbClr val="000000"/>
                </a:solidFill>
                <a:latin typeface="Open Sans"/>
                <a:ea typeface="Open Sans"/>
                <a:cs typeface="Open Sans"/>
                <a:sym typeface="Open Sans"/>
              </a:rPr>
              <a:t>Puedes usar el </a:t>
            </a:r>
            <a:endParaRPr/>
          </a:p>
          <a:p>
            <a:pPr indent="0" lvl="0" marL="0" marR="0" rtl="0" algn="ctr">
              <a:lnSpc>
                <a:spcPct val="140016"/>
              </a:lnSpc>
              <a:spcBef>
                <a:spcPts val="0"/>
              </a:spcBef>
              <a:spcAft>
                <a:spcPts val="0"/>
              </a:spcAft>
              <a:buNone/>
            </a:pPr>
            <a:r>
              <a:rPr b="0" i="0" lang="en-US" sz="2499" u="none" cap="none" strike="noStrike">
                <a:solidFill>
                  <a:srgbClr val="000000"/>
                </a:solidFill>
                <a:latin typeface="Open Sans"/>
                <a:ea typeface="Open Sans"/>
                <a:cs typeface="Open Sans"/>
                <a:sym typeface="Open Sans"/>
              </a:rPr>
              <a:t>diseño que desees</a:t>
            </a:r>
            <a:endParaRPr/>
          </a:p>
          <a:p>
            <a:pPr indent="0" lvl="0" marL="0" marR="0" rtl="0" algn="ctr">
              <a:lnSpc>
                <a:spcPct val="140016"/>
              </a:lnSpc>
              <a:spcBef>
                <a:spcPts val="0"/>
              </a:spcBef>
              <a:spcAft>
                <a:spcPts val="0"/>
              </a:spcAft>
              <a:buNone/>
            </a:pPr>
            <a:r>
              <a:rPr b="0" i="0" lang="en-US" sz="2499" u="none" cap="none" strike="noStrike">
                <a:solidFill>
                  <a:srgbClr val="000000"/>
                </a:solidFill>
                <a:latin typeface="Open Sans"/>
                <a:ea typeface="Open Sans"/>
                <a:cs typeface="Open Sans"/>
                <a:sym typeface="Open Sans"/>
              </a:rPr>
              <a:t>conserva la estructura</a:t>
            </a:r>
            <a:endParaRPr/>
          </a:p>
          <a:p>
            <a:pPr indent="0" lvl="0" marL="0" marR="0" rtl="0" algn="ctr">
              <a:lnSpc>
                <a:spcPct val="140016"/>
              </a:lnSpc>
              <a:spcBef>
                <a:spcPts val="0"/>
              </a:spcBef>
              <a:spcAft>
                <a:spcPts val="0"/>
              </a:spcAft>
              <a:buNone/>
            </a:pPr>
            <a:r>
              <a:rPr b="0" i="0" lang="en-US" sz="2499" u="none" cap="none" strike="noStrike">
                <a:solidFill>
                  <a:srgbClr val="000000"/>
                </a:solidFill>
                <a:latin typeface="Open Sans"/>
                <a:ea typeface="Open Sans"/>
                <a:cs typeface="Open Sans"/>
                <a:sym typeface="Open Sans"/>
              </a:rPr>
              <a:t>base</a:t>
            </a:r>
            <a:endParaRPr/>
          </a:p>
        </p:txBody>
      </p:sp>
    </p:spTree>
  </p:cSld>
  <p:clrMapOvr>
    <a:masterClrMapping/>
  </p:clrMapOvr>
</p:sld>
</file>

<file path=ppt/slides/slide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95" name="Shape 95"/>
        <p:cNvGrpSpPr/>
        <p:nvPr/>
      </p:nvGrpSpPr>
      <p:grpSpPr>
        <a:xfrm>
          <a:off x="0" y="0"/>
          <a:ext cx="0" cy="0"/>
          <a:chOff x="0" y="0"/>
          <a:chExt cx="0" cy="0"/>
        </a:xfrm>
      </p:grpSpPr>
      <p:grpSp>
        <p:nvGrpSpPr>
          <p:cNvPr id="96" name="Google Shape;96;p2"/>
          <p:cNvGrpSpPr/>
          <p:nvPr/>
        </p:nvGrpSpPr>
        <p:grpSpPr>
          <a:xfrm>
            <a:off x="1866989" y="4452403"/>
            <a:ext cx="12118639" cy="1363379"/>
            <a:chOff x="0" y="-76200"/>
            <a:chExt cx="5159516" cy="580459"/>
          </a:xfrm>
        </p:grpSpPr>
        <p:sp>
          <p:nvSpPr>
            <p:cNvPr id="97" name="Google Shape;97;p2"/>
            <p:cNvSpPr/>
            <p:nvPr/>
          </p:nvSpPr>
          <p:spPr>
            <a:xfrm>
              <a:off x="0" y="0"/>
              <a:ext cx="5159516" cy="504259"/>
            </a:xfrm>
            <a:custGeom>
              <a:rect b="b" l="l" r="r" t="t"/>
              <a:pathLst>
                <a:path extrusionOk="0" h="504259" w="5159516">
                  <a:moveTo>
                    <a:pt x="4956316" y="0"/>
                  </a:moveTo>
                  <a:lnTo>
                    <a:pt x="0" y="0"/>
                  </a:lnTo>
                  <a:lnTo>
                    <a:pt x="0" y="504259"/>
                  </a:lnTo>
                  <a:lnTo>
                    <a:pt x="4956316" y="504259"/>
                  </a:lnTo>
                  <a:lnTo>
                    <a:pt x="5159516" y="252130"/>
                  </a:lnTo>
                  <a:lnTo>
                    <a:pt x="4956316" y="0"/>
                  </a:lnTo>
                  <a:close/>
                </a:path>
              </a:pathLst>
            </a:custGeom>
            <a:solidFill>
              <a:srgbClr val="FFFFFF"/>
            </a:solidFill>
            <a:ln>
              <a:noFill/>
            </a:ln>
          </p:spPr>
        </p:sp>
        <p:sp>
          <p:nvSpPr>
            <p:cNvPr id="98" name="Google Shape;98;p2"/>
            <p:cNvSpPr txBox="1"/>
            <p:nvPr/>
          </p:nvSpPr>
          <p:spPr>
            <a:xfrm>
              <a:off x="0" y="-76200"/>
              <a:ext cx="5045216" cy="580459"/>
            </a:xfrm>
            <a:prstGeom prst="rect">
              <a:avLst/>
            </a:prstGeom>
            <a:noFill/>
            <a:ln>
              <a:noFill/>
            </a:ln>
          </p:spPr>
          <p:txBody>
            <a:bodyPr anchorCtr="0" anchor="ctr" bIns="50800" lIns="50800" spcFirstLastPara="1" rIns="50800" wrap="square" tIns="50800">
              <a:noAutofit/>
            </a:bodyPr>
            <a:lstStyle/>
            <a:p>
              <a:pPr indent="0" lvl="0" marL="0" marR="0" rtl="0" algn="l">
                <a:lnSpc>
                  <a:spcPct val="148017"/>
                </a:lnSpc>
                <a:spcBef>
                  <a:spcPts val="0"/>
                </a:spcBef>
                <a:spcAft>
                  <a:spcPts val="0"/>
                </a:spcAft>
                <a:buNone/>
              </a:pPr>
              <a:r>
                <a:rPr b="0" i="0" lang="en-US" sz="2799" u="none" cap="none" strike="noStrike">
                  <a:solidFill>
                    <a:srgbClr val="000000"/>
                  </a:solidFill>
                  <a:latin typeface="Arial"/>
                  <a:ea typeface="Arial"/>
                  <a:cs typeface="Arial"/>
                  <a:sym typeface="Arial"/>
                </a:rPr>
                <a:t>Estructura de un informe gerencial de proyectos</a:t>
              </a:r>
              <a:endParaRPr/>
            </a:p>
            <a:p>
              <a:pPr indent="0" lvl="0" marL="0" marR="0" rtl="0" algn="l">
                <a:lnSpc>
                  <a:spcPct val="148017"/>
                </a:lnSpc>
                <a:spcBef>
                  <a:spcPts val="0"/>
                </a:spcBef>
                <a:spcAft>
                  <a:spcPts val="0"/>
                </a:spcAft>
                <a:buNone/>
              </a:pPr>
              <a:r>
                <a:t/>
              </a:r>
              <a:endParaRPr b="0" i="0" sz="2799" u="none" cap="none" strike="noStrike">
                <a:solidFill>
                  <a:srgbClr val="000000"/>
                </a:solidFill>
                <a:latin typeface="Arial"/>
                <a:ea typeface="Arial"/>
                <a:cs typeface="Arial"/>
                <a:sym typeface="Arial"/>
              </a:endParaRPr>
            </a:p>
          </p:txBody>
        </p:sp>
      </p:grpSp>
      <p:sp>
        <p:nvSpPr>
          <p:cNvPr id="99" name="Google Shape;99;p2"/>
          <p:cNvSpPr/>
          <p:nvPr/>
        </p:nvSpPr>
        <p:spPr>
          <a:xfrm>
            <a:off x="878654" y="4740441"/>
            <a:ext cx="453358" cy="550094"/>
          </a:xfrm>
          <a:custGeom>
            <a:rect b="b" l="l" r="r" t="t"/>
            <a:pathLst>
              <a:path extrusionOk="0" h="550094" w="453358">
                <a:moveTo>
                  <a:pt x="0" y="0"/>
                </a:moveTo>
                <a:lnTo>
                  <a:pt x="453359" y="0"/>
                </a:lnTo>
                <a:lnTo>
                  <a:pt x="453359" y="550094"/>
                </a:lnTo>
                <a:lnTo>
                  <a:pt x="0" y="550094"/>
                </a:lnTo>
                <a:lnTo>
                  <a:pt x="0" y="0"/>
                </a:lnTo>
                <a:close/>
              </a:path>
            </a:pathLst>
          </a:custGeom>
          <a:blipFill rotWithShape="1">
            <a:blip r:embed="rId3">
              <a:alphaModFix/>
            </a:blip>
            <a:stretch>
              <a:fillRect b="0" l="0" r="0" t="0"/>
            </a:stretch>
          </a:blipFill>
          <a:ln>
            <a:noFill/>
          </a:ln>
        </p:spPr>
      </p:sp>
      <p:grpSp>
        <p:nvGrpSpPr>
          <p:cNvPr id="100" name="Google Shape;100;p2"/>
          <p:cNvGrpSpPr/>
          <p:nvPr/>
        </p:nvGrpSpPr>
        <p:grpSpPr>
          <a:xfrm>
            <a:off x="1866989" y="3013983"/>
            <a:ext cx="4115190" cy="1556484"/>
            <a:chOff x="0" y="-76200"/>
            <a:chExt cx="1083836" cy="409938"/>
          </a:xfrm>
        </p:grpSpPr>
        <p:sp>
          <p:nvSpPr>
            <p:cNvPr id="101" name="Google Shape;101;p2"/>
            <p:cNvSpPr/>
            <p:nvPr/>
          </p:nvSpPr>
          <p:spPr>
            <a:xfrm>
              <a:off x="0" y="0"/>
              <a:ext cx="1083836" cy="333738"/>
            </a:xfrm>
            <a:custGeom>
              <a:rect b="b" l="l" r="r" t="t"/>
              <a:pathLst>
                <a:path extrusionOk="0" h="333738" w="1083836">
                  <a:moveTo>
                    <a:pt x="880636" y="0"/>
                  </a:moveTo>
                  <a:lnTo>
                    <a:pt x="0" y="0"/>
                  </a:lnTo>
                  <a:lnTo>
                    <a:pt x="0" y="333738"/>
                  </a:lnTo>
                  <a:lnTo>
                    <a:pt x="880636" y="333738"/>
                  </a:lnTo>
                  <a:lnTo>
                    <a:pt x="1083836" y="166869"/>
                  </a:lnTo>
                  <a:lnTo>
                    <a:pt x="880636" y="0"/>
                  </a:lnTo>
                  <a:close/>
                </a:path>
              </a:pathLst>
            </a:custGeom>
            <a:solidFill>
              <a:srgbClr val="FFFFFF"/>
            </a:solidFill>
            <a:ln>
              <a:noFill/>
            </a:ln>
          </p:spPr>
        </p:sp>
        <p:sp>
          <p:nvSpPr>
            <p:cNvPr id="102" name="Google Shape;102;p2"/>
            <p:cNvSpPr txBox="1"/>
            <p:nvPr/>
          </p:nvSpPr>
          <p:spPr>
            <a:xfrm>
              <a:off x="0" y="-76200"/>
              <a:ext cx="969536" cy="409938"/>
            </a:xfrm>
            <a:prstGeom prst="rect">
              <a:avLst/>
            </a:prstGeom>
            <a:noFill/>
            <a:ln>
              <a:noFill/>
            </a:ln>
          </p:spPr>
          <p:txBody>
            <a:bodyPr anchorCtr="0" anchor="ctr" bIns="50800" lIns="50800" spcFirstLastPara="1" rIns="50800" wrap="square" tIns="50800">
              <a:noAutofit/>
            </a:bodyPr>
            <a:lstStyle/>
            <a:p>
              <a:pPr indent="0" lvl="0" marL="0" marR="0" rtl="0" algn="ctr">
                <a:lnSpc>
                  <a:spcPct val="148017"/>
                </a:lnSpc>
                <a:spcBef>
                  <a:spcPts val="0"/>
                </a:spcBef>
                <a:spcAft>
                  <a:spcPts val="0"/>
                </a:spcAft>
                <a:buNone/>
              </a:pPr>
              <a:r>
                <a:rPr b="0" i="0" lang="en-US" sz="2799" u="none" cap="none" strike="noStrike">
                  <a:solidFill>
                    <a:srgbClr val="000000"/>
                  </a:solidFill>
                  <a:latin typeface="Arial"/>
                  <a:ea typeface="Arial"/>
                  <a:cs typeface="Arial"/>
                  <a:sym typeface="Arial"/>
                </a:rPr>
                <a:t>RECORDATORIOS</a:t>
              </a:r>
              <a:endParaRPr/>
            </a:p>
          </p:txBody>
        </p:sp>
      </p:grpSp>
      <p:sp>
        <p:nvSpPr>
          <p:cNvPr id="103" name="Google Shape;103;p2"/>
          <p:cNvSpPr/>
          <p:nvPr/>
        </p:nvSpPr>
        <p:spPr>
          <a:xfrm>
            <a:off x="651754" y="3429735"/>
            <a:ext cx="753892" cy="872928"/>
          </a:xfrm>
          <a:custGeom>
            <a:rect b="b" l="l" r="r" t="t"/>
            <a:pathLst>
              <a:path extrusionOk="0" h="872928" w="753892">
                <a:moveTo>
                  <a:pt x="0" y="0"/>
                </a:moveTo>
                <a:lnTo>
                  <a:pt x="753892" y="0"/>
                </a:lnTo>
                <a:lnTo>
                  <a:pt x="753892" y="872927"/>
                </a:lnTo>
                <a:lnTo>
                  <a:pt x="0" y="872927"/>
                </a:lnTo>
                <a:lnTo>
                  <a:pt x="0" y="0"/>
                </a:lnTo>
                <a:close/>
              </a:path>
            </a:pathLst>
          </a:custGeom>
          <a:blipFill rotWithShape="1">
            <a:blip r:embed="rId4">
              <a:alphaModFix/>
            </a:blip>
            <a:stretch>
              <a:fillRect b="0" l="0" r="0" t="0"/>
            </a:stretch>
          </a:blipFill>
          <a:ln>
            <a:noFill/>
          </a:ln>
        </p:spPr>
      </p:sp>
      <p:grpSp>
        <p:nvGrpSpPr>
          <p:cNvPr id="104" name="Google Shape;104;p2"/>
          <p:cNvGrpSpPr/>
          <p:nvPr/>
        </p:nvGrpSpPr>
        <p:grpSpPr>
          <a:xfrm>
            <a:off x="651754" y="-320617"/>
            <a:ext cx="6140237" cy="3052280"/>
            <a:chOff x="0" y="-95250"/>
            <a:chExt cx="8186982" cy="4069708"/>
          </a:xfrm>
        </p:grpSpPr>
        <p:sp>
          <p:nvSpPr>
            <p:cNvPr id="105" name="Google Shape;105;p2"/>
            <p:cNvSpPr txBox="1"/>
            <p:nvPr/>
          </p:nvSpPr>
          <p:spPr>
            <a:xfrm>
              <a:off x="0" y="986783"/>
              <a:ext cx="8186982" cy="2987675"/>
            </a:xfrm>
            <a:prstGeom prst="rect">
              <a:avLst/>
            </a:prstGeom>
            <a:noFill/>
            <a:ln>
              <a:noFill/>
            </a:ln>
          </p:spPr>
          <p:txBody>
            <a:bodyPr anchorCtr="0" anchor="t" bIns="0" lIns="0" spcFirstLastPara="1" rIns="0" wrap="square" tIns="0">
              <a:spAutoFit/>
            </a:bodyPr>
            <a:lstStyle/>
            <a:p>
              <a:pPr indent="0" lvl="0" marL="0" marR="0" rtl="0" algn="l">
                <a:lnSpc>
                  <a:spcPct val="115000"/>
                </a:lnSpc>
                <a:spcBef>
                  <a:spcPts val="0"/>
                </a:spcBef>
                <a:spcAft>
                  <a:spcPts val="0"/>
                </a:spcAft>
                <a:buNone/>
              </a:pPr>
              <a:r>
                <a:rPr b="0" i="0" lang="en-US" sz="15000" u="none" cap="none" strike="noStrike">
                  <a:solidFill>
                    <a:srgbClr val="131416"/>
                  </a:solidFill>
                  <a:latin typeface="Play"/>
                  <a:ea typeface="Play"/>
                  <a:cs typeface="Play"/>
                  <a:sym typeface="Play"/>
                </a:rPr>
                <a:t>Agenda</a:t>
              </a:r>
              <a:endParaRPr/>
            </a:p>
          </p:txBody>
        </p:sp>
        <p:sp>
          <p:nvSpPr>
            <p:cNvPr id="106" name="Google Shape;106;p2"/>
            <p:cNvSpPr txBox="1"/>
            <p:nvPr/>
          </p:nvSpPr>
          <p:spPr>
            <a:xfrm>
              <a:off x="0" y="-95250"/>
              <a:ext cx="8186982" cy="927435"/>
            </a:xfrm>
            <a:prstGeom prst="rect">
              <a:avLst/>
            </a:prstGeom>
            <a:noFill/>
            <a:ln>
              <a:noFill/>
            </a:ln>
          </p:spPr>
          <p:txBody>
            <a:bodyPr anchorCtr="0" anchor="t" bIns="0" lIns="0" spcFirstLastPara="1" rIns="0" wrap="square" tIns="0">
              <a:spAutoFit/>
            </a:bodyPr>
            <a:lstStyle/>
            <a:p>
              <a:pPr indent="0" lvl="0" marL="0" marR="0" rtl="0" algn="l">
                <a:lnSpc>
                  <a:spcPct val="318500"/>
                </a:lnSpc>
                <a:spcBef>
                  <a:spcPts val="0"/>
                </a:spcBef>
                <a:spcAft>
                  <a:spcPts val="0"/>
                </a:spcAft>
                <a:buNone/>
              </a:pPr>
              <a:r>
                <a:t/>
              </a:r>
              <a:endParaRPr b="0" i="0" sz="1800" u="none" cap="none" strike="noStrike">
                <a:solidFill>
                  <a:schemeClr val="dk1"/>
                </a:solidFill>
                <a:latin typeface="Calibri"/>
                <a:ea typeface="Calibri"/>
                <a:cs typeface="Calibri"/>
                <a:sym typeface="Calibri"/>
              </a:endParaRPr>
            </a:p>
          </p:txBody>
        </p:sp>
      </p:grpSp>
      <p:sp>
        <p:nvSpPr>
          <p:cNvPr id="107" name="Google Shape;107;p2"/>
          <p:cNvSpPr txBox="1"/>
          <p:nvPr/>
        </p:nvSpPr>
        <p:spPr>
          <a:xfrm>
            <a:off x="11131715" y="78516"/>
            <a:ext cx="8416862" cy="579709"/>
          </a:xfrm>
          <a:prstGeom prst="rect">
            <a:avLst/>
          </a:prstGeom>
          <a:noFill/>
          <a:ln>
            <a:noFill/>
          </a:ln>
        </p:spPr>
        <p:txBody>
          <a:bodyPr anchorCtr="0" anchor="t" bIns="0" lIns="0" spcFirstLastPara="1" rIns="0" wrap="square" tIns="0">
            <a:spAutoFit/>
          </a:bodyPr>
          <a:lstStyle/>
          <a:p>
            <a:pPr indent="0" lvl="0" marL="0" marR="0" rtl="0" algn="l">
              <a:lnSpc>
                <a:spcPct val="256944"/>
              </a:lnSpc>
              <a:spcBef>
                <a:spcPts val="0"/>
              </a:spcBef>
              <a:spcAft>
                <a:spcPts val="0"/>
              </a:spcAft>
              <a:buNone/>
            </a:pPr>
            <a:r>
              <a:t/>
            </a:r>
            <a:endParaRPr b="0" i="0" sz="1800" u="none" cap="none" strike="noStrike">
              <a:solidFill>
                <a:schemeClr val="dk1"/>
              </a:solidFill>
              <a:latin typeface="Calibri"/>
              <a:ea typeface="Calibri"/>
              <a:cs typeface="Calibri"/>
              <a:sym typeface="Calibri"/>
            </a:endParaRPr>
          </a:p>
        </p:txBody>
      </p:sp>
      <p:grpSp>
        <p:nvGrpSpPr>
          <p:cNvPr id="108" name="Google Shape;108;p2"/>
          <p:cNvGrpSpPr/>
          <p:nvPr/>
        </p:nvGrpSpPr>
        <p:grpSpPr>
          <a:xfrm>
            <a:off x="1866989" y="5610989"/>
            <a:ext cx="12661175" cy="1363379"/>
            <a:chOff x="0" y="-76200"/>
            <a:chExt cx="5390501" cy="580459"/>
          </a:xfrm>
        </p:grpSpPr>
        <p:sp>
          <p:nvSpPr>
            <p:cNvPr id="109" name="Google Shape;109;p2"/>
            <p:cNvSpPr/>
            <p:nvPr/>
          </p:nvSpPr>
          <p:spPr>
            <a:xfrm>
              <a:off x="0" y="0"/>
              <a:ext cx="5390501" cy="504259"/>
            </a:xfrm>
            <a:custGeom>
              <a:rect b="b" l="l" r="r" t="t"/>
              <a:pathLst>
                <a:path extrusionOk="0" h="504259" w="5390501">
                  <a:moveTo>
                    <a:pt x="5187301" y="0"/>
                  </a:moveTo>
                  <a:lnTo>
                    <a:pt x="0" y="0"/>
                  </a:lnTo>
                  <a:lnTo>
                    <a:pt x="0" y="504259"/>
                  </a:lnTo>
                  <a:lnTo>
                    <a:pt x="5187301" y="504259"/>
                  </a:lnTo>
                  <a:lnTo>
                    <a:pt x="5390501" y="252130"/>
                  </a:lnTo>
                  <a:lnTo>
                    <a:pt x="5187301" y="0"/>
                  </a:lnTo>
                  <a:close/>
                </a:path>
              </a:pathLst>
            </a:custGeom>
            <a:solidFill>
              <a:srgbClr val="FFFFFF"/>
            </a:solidFill>
            <a:ln>
              <a:noFill/>
            </a:ln>
          </p:spPr>
        </p:sp>
        <p:sp>
          <p:nvSpPr>
            <p:cNvPr id="110" name="Google Shape;110;p2"/>
            <p:cNvSpPr txBox="1"/>
            <p:nvPr/>
          </p:nvSpPr>
          <p:spPr>
            <a:xfrm>
              <a:off x="0" y="-76200"/>
              <a:ext cx="5276201" cy="580459"/>
            </a:xfrm>
            <a:prstGeom prst="rect">
              <a:avLst/>
            </a:prstGeom>
            <a:noFill/>
            <a:ln>
              <a:noFill/>
            </a:ln>
          </p:spPr>
          <p:txBody>
            <a:bodyPr anchorCtr="0" anchor="ctr" bIns="50800" lIns="50800" spcFirstLastPara="1" rIns="50800" wrap="square" tIns="50800">
              <a:noAutofit/>
            </a:bodyPr>
            <a:lstStyle/>
            <a:p>
              <a:pPr indent="0" lvl="0" marL="0" marR="0" rtl="0" algn="l">
                <a:lnSpc>
                  <a:spcPct val="148017"/>
                </a:lnSpc>
                <a:spcBef>
                  <a:spcPts val="0"/>
                </a:spcBef>
                <a:spcAft>
                  <a:spcPts val="0"/>
                </a:spcAft>
                <a:buNone/>
              </a:pPr>
              <a:r>
                <a:rPr b="0" i="0" lang="en-US" sz="2799" u="none" cap="none" strike="noStrike">
                  <a:solidFill>
                    <a:srgbClr val="000000"/>
                  </a:solidFill>
                  <a:latin typeface="Arial"/>
                  <a:ea typeface="Arial"/>
                  <a:cs typeface="Arial"/>
                  <a:sym typeface="Arial"/>
                </a:rPr>
                <a:t>Principales indicadores a presentar a los interesados</a:t>
              </a:r>
              <a:endParaRPr/>
            </a:p>
            <a:p>
              <a:pPr indent="0" lvl="0" marL="0" marR="0" rtl="0" algn="l">
                <a:lnSpc>
                  <a:spcPct val="148017"/>
                </a:lnSpc>
                <a:spcBef>
                  <a:spcPts val="0"/>
                </a:spcBef>
                <a:spcAft>
                  <a:spcPts val="0"/>
                </a:spcAft>
                <a:buNone/>
              </a:pPr>
              <a:r>
                <a:t/>
              </a:r>
              <a:endParaRPr b="0" i="0" sz="2799" u="none" cap="none" strike="noStrike">
                <a:solidFill>
                  <a:srgbClr val="000000"/>
                </a:solidFill>
                <a:latin typeface="Arial"/>
                <a:ea typeface="Arial"/>
                <a:cs typeface="Arial"/>
                <a:sym typeface="Arial"/>
              </a:endParaRPr>
            </a:p>
          </p:txBody>
        </p:sp>
      </p:grpSp>
      <p:sp>
        <p:nvSpPr>
          <p:cNvPr id="111" name="Google Shape;111;p2"/>
          <p:cNvSpPr/>
          <p:nvPr/>
        </p:nvSpPr>
        <p:spPr>
          <a:xfrm>
            <a:off x="878654" y="5623280"/>
            <a:ext cx="453358" cy="550094"/>
          </a:xfrm>
          <a:custGeom>
            <a:rect b="b" l="l" r="r" t="t"/>
            <a:pathLst>
              <a:path extrusionOk="0" h="550094" w="453358">
                <a:moveTo>
                  <a:pt x="0" y="0"/>
                </a:moveTo>
                <a:lnTo>
                  <a:pt x="453359" y="0"/>
                </a:lnTo>
                <a:lnTo>
                  <a:pt x="453359" y="550094"/>
                </a:lnTo>
                <a:lnTo>
                  <a:pt x="0" y="550094"/>
                </a:lnTo>
                <a:lnTo>
                  <a:pt x="0" y="0"/>
                </a:lnTo>
                <a:close/>
              </a:path>
            </a:pathLst>
          </a:custGeom>
          <a:blipFill rotWithShape="1">
            <a:blip r:embed="rId3">
              <a:alphaModFix/>
            </a:blip>
            <a:stretch>
              <a:fillRect b="0" l="0" r="0" t="0"/>
            </a:stretch>
          </a:blipFill>
          <a:ln>
            <a:noFill/>
          </a:ln>
        </p:spPr>
      </p:sp>
      <p:sp>
        <p:nvSpPr>
          <p:cNvPr id="112" name="Google Shape;112;p2"/>
          <p:cNvSpPr/>
          <p:nvPr/>
        </p:nvSpPr>
        <p:spPr>
          <a:xfrm>
            <a:off x="13026912" y="1241242"/>
            <a:ext cx="4626468" cy="4575998"/>
          </a:xfrm>
          <a:custGeom>
            <a:rect b="b" l="l" r="r" t="t"/>
            <a:pathLst>
              <a:path extrusionOk="0" h="4575998" w="4626468">
                <a:moveTo>
                  <a:pt x="0" y="0"/>
                </a:moveTo>
                <a:lnTo>
                  <a:pt x="4626468" y="0"/>
                </a:lnTo>
                <a:lnTo>
                  <a:pt x="4626468" y="4575997"/>
                </a:lnTo>
                <a:lnTo>
                  <a:pt x="0" y="4575997"/>
                </a:lnTo>
                <a:lnTo>
                  <a:pt x="0" y="0"/>
                </a:lnTo>
                <a:close/>
              </a:path>
            </a:pathLst>
          </a:custGeom>
          <a:blipFill rotWithShape="1">
            <a:blip r:embed="rId5">
              <a:alphaModFix/>
            </a:blip>
            <a:stretch>
              <a:fillRect b="0" l="0" r="0" t="0"/>
            </a:stretch>
          </a:blipFill>
          <a:ln>
            <a:noFill/>
          </a:ln>
        </p:spPr>
      </p:sp>
      <p:sp>
        <p:nvSpPr>
          <p:cNvPr id="113" name="Google Shape;113;p2"/>
          <p:cNvSpPr txBox="1"/>
          <p:nvPr/>
        </p:nvSpPr>
        <p:spPr>
          <a:xfrm>
            <a:off x="13625929" y="2413382"/>
            <a:ext cx="3428436" cy="2730118"/>
          </a:xfrm>
          <a:prstGeom prst="rect">
            <a:avLst/>
          </a:prstGeom>
          <a:noFill/>
          <a:ln>
            <a:noFill/>
          </a:ln>
        </p:spPr>
        <p:txBody>
          <a:bodyPr anchorCtr="0" anchor="t" bIns="0" lIns="0" spcFirstLastPara="1" rIns="0" wrap="square" tIns="0">
            <a:spAutoFit/>
          </a:bodyPr>
          <a:lstStyle/>
          <a:p>
            <a:pPr indent="0" lvl="0" marL="0" marR="0" rtl="0" algn="ctr">
              <a:lnSpc>
                <a:spcPct val="139982"/>
              </a:lnSpc>
              <a:spcBef>
                <a:spcPts val="0"/>
              </a:spcBef>
              <a:spcAft>
                <a:spcPts val="0"/>
              </a:spcAft>
              <a:buNone/>
            </a:pPr>
            <a:r>
              <a:rPr b="0" i="0" lang="en-US" sz="2241" u="none" cap="none" strike="noStrike">
                <a:solidFill>
                  <a:srgbClr val="131416"/>
                </a:solidFill>
                <a:latin typeface="Open Sans"/>
                <a:ea typeface="Open Sans"/>
                <a:cs typeface="Open Sans"/>
                <a:sym typeface="Open Sans"/>
              </a:rPr>
              <a:t>Colocaras todos los recordatorios como lo sean, cortos, entregas, horarios de calificación. Colocaras, link de video y link o codigo de quizziz si lo amerita </a:t>
            </a:r>
            <a:endParaRPr/>
          </a:p>
        </p:txBody>
      </p:sp>
      <p:grpSp>
        <p:nvGrpSpPr>
          <p:cNvPr id="114" name="Google Shape;114;p2"/>
          <p:cNvGrpSpPr/>
          <p:nvPr/>
        </p:nvGrpSpPr>
        <p:grpSpPr>
          <a:xfrm>
            <a:off x="1866989" y="6472659"/>
            <a:ext cx="12118639" cy="1363379"/>
            <a:chOff x="0" y="-76200"/>
            <a:chExt cx="5159516" cy="580459"/>
          </a:xfrm>
        </p:grpSpPr>
        <p:sp>
          <p:nvSpPr>
            <p:cNvPr id="115" name="Google Shape;115;p2"/>
            <p:cNvSpPr/>
            <p:nvPr/>
          </p:nvSpPr>
          <p:spPr>
            <a:xfrm>
              <a:off x="0" y="0"/>
              <a:ext cx="5159516" cy="504259"/>
            </a:xfrm>
            <a:custGeom>
              <a:rect b="b" l="l" r="r" t="t"/>
              <a:pathLst>
                <a:path extrusionOk="0" h="504259" w="5159516">
                  <a:moveTo>
                    <a:pt x="4956316" y="0"/>
                  </a:moveTo>
                  <a:lnTo>
                    <a:pt x="0" y="0"/>
                  </a:lnTo>
                  <a:lnTo>
                    <a:pt x="0" y="504259"/>
                  </a:lnTo>
                  <a:lnTo>
                    <a:pt x="4956316" y="504259"/>
                  </a:lnTo>
                  <a:lnTo>
                    <a:pt x="5159516" y="252130"/>
                  </a:lnTo>
                  <a:lnTo>
                    <a:pt x="4956316" y="0"/>
                  </a:lnTo>
                  <a:close/>
                </a:path>
              </a:pathLst>
            </a:custGeom>
            <a:solidFill>
              <a:srgbClr val="FFFFFF"/>
            </a:solidFill>
            <a:ln>
              <a:noFill/>
            </a:ln>
          </p:spPr>
        </p:sp>
        <p:sp>
          <p:nvSpPr>
            <p:cNvPr id="116" name="Google Shape;116;p2"/>
            <p:cNvSpPr txBox="1"/>
            <p:nvPr/>
          </p:nvSpPr>
          <p:spPr>
            <a:xfrm>
              <a:off x="0" y="-76200"/>
              <a:ext cx="5045216" cy="580459"/>
            </a:xfrm>
            <a:prstGeom prst="rect">
              <a:avLst/>
            </a:prstGeom>
            <a:noFill/>
            <a:ln>
              <a:noFill/>
            </a:ln>
          </p:spPr>
          <p:txBody>
            <a:bodyPr anchorCtr="0" anchor="ctr" bIns="50800" lIns="50800" spcFirstLastPara="1" rIns="50800" wrap="square" tIns="50800">
              <a:noAutofit/>
            </a:bodyPr>
            <a:lstStyle/>
            <a:p>
              <a:pPr indent="0" lvl="0" marL="0" marR="0" rtl="0" algn="l">
                <a:lnSpc>
                  <a:spcPct val="148017"/>
                </a:lnSpc>
                <a:spcBef>
                  <a:spcPts val="0"/>
                </a:spcBef>
                <a:spcAft>
                  <a:spcPts val="0"/>
                </a:spcAft>
                <a:buNone/>
              </a:pPr>
              <a:r>
                <a:rPr b="0" i="0" lang="en-US" sz="2799" u="none" cap="none" strike="noStrike">
                  <a:solidFill>
                    <a:srgbClr val="000000"/>
                  </a:solidFill>
                  <a:latin typeface="Arial"/>
                  <a:ea typeface="Arial"/>
                  <a:cs typeface="Arial"/>
                  <a:sym typeface="Arial"/>
                </a:rPr>
                <a:t>Técnicas para resumir información clave</a:t>
              </a:r>
              <a:endParaRPr/>
            </a:p>
            <a:p>
              <a:pPr indent="0" lvl="0" marL="0" marR="0" rtl="0" algn="l">
                <a:lnSpc>
                  <a:spcPct val="148017"/>
                </a:lnSpc>
                <a:spcBef>
                  <a:spcPts val="0"/>
                </a:spcBef>
                <a:spcAft>
                  <a:spcPts val="0"/>
                </a:spcAft>
                <a:buNone/>
              </a:pPr>
              <a:r>
                <a:t/>
              </a:r>
              <a:endParaRPr b="0" i="0" sz="2799" u="none" cap="none" strike="noStrike">
                <a:solidFill>
                  <a:srgbClr val="000000"/>
                </a:solidFill>
                <a:latin typeface="Arial"/>
                <a:ea typeface="Arial"/>
                <a:cs typeface="Arial"/>
                <a:sym typeface="Arial"/>
              </a:endParaRPr>
            </a:p>
          </p:txBody>
        </p:sp>
      </p:grpSp>
      <p:sp>
        <p:nvSpPr>
          <p:cNvPr id="117" name="Google Shape;117;p2"/>
          <p:cNvSpPr/>
          <p:nvPr/>
        </p:nvSpPr>
        <p:spPr>
          <a:xfrm>
            <a:off x="878654" y="6793036"/>
            <a:ext cx="453358" cy="550094"/>
          </a:xfrm>
          <a:custGeom>
            <a:rect b="b" l="l" r="r" t="t"/>
            <a:pathLst>
              <a:path extrusionOk="0" h="550094" w="453358">
                <a:moveTo>
                  <a:pt x="0" y="0"/>
                </a:moveTo>
                <a:lnTo>
                  <a:pt x="453359" y="0"/>
                </a:lnTo>
                <a:lnTo>
                  <a:pt x="453359" y="550094"/>
                </a:lnTo>
                <a:lnTo>
                  <a:pt x="0" y="550094"/>
                </a:lnTo>
                <a:lnTo>
                  <a:pt x="0" y="0"/>
                </a:lnTo>
                <a:close/>
              </a:path>
            </a:pathLst>
          </a:custGeom>
          <a:blipFill rotWithShape="1">
            <a:blip r:embed="rId3">
              <a:alphaModFix/>
            </a:blip>
            <a:stretch>
              <a:fillRect b="0" l="0" r="0" t="0"/>
            </a:stretch>
          </a:blipFill>
          <a:ln>
            <a:noFill/>
          </a:ln>
        </p:spPr>
      </p:sp>
      <p:grpSp>
        <p:nvGrpSpPr>
          <p:cNvPr id="118" name="Google Shape;118;p2"/>
          <p:cNvGrpSpPr/>
          <p:nvPr/>
        </p:nvGrpSpPr>
        <p:grpSpPr>
          <a:xfrm>
            <a:off x="1866989" y="7496897"/>
            <a:ext cx="12661175" cy="1363379"/>
            <a:chOff x="0" y="-76200"/>
            <a:chExt cx="5390501" cy="580459"/>
          </a:xfrm>
        </p:grpSpPr>
        <p:sp>
          <p:nvSpPr>
            <p:cNvPr id="119" name="Google Shape;119;p2"/>
            <p:cNvSpPr/>
            <p:nvPr/>
          </p:nvSpPr>
          <p:spPr>
            <a:xfrm>
              <a:off x="0" y="0"/>
              <a:ext cx="5390501" cy="504259"/>
            </a:xfrm>
            <a:custGeom>
              <a:rect b="b" l="l" r="r" t="t"/>
              <a:pathLst>
                <a:path extrusionOk="0" h="504259" w="5390501">
                  <a:moveTo>
                    <a:pt x="5187301" y="0"/>
                  </a:moveTo>
                  <a:lnTo>
                    <a:pt x="0" y="0"/>
                  </a:lnTo>
                  <a:lnTo>
                    <a:pt x="0" y="504259"/>
                  </a:lnTo>
                  <a:lnTo>
                    <a:pt x="5187301" y="504259"/>
                  </a:lnTo>
                  <a:lnTo>
                    <a:pt x="5390501" y="252130"/>
                  </a:lnTo>
                  <a:lnTo>
                    <a:pt x="5187301" y="0"/>
                  </a:lnTo>
                  <a:close/>
                </a:path>
              </a:pathLst>
            </a:custGeom>
            <a:solidFill>
              <a:srgbClr val="FFFFFF"/>
            </a:solidFill>
            <a:ln>
              <a:noFill/>
            </a:ln>
          </p:spPr>
        </p:sp>
        <p:sp>
          <p:nvSpPr>
            <p:cNvPr id="120" name="Google Shape;120;p2"/>
            <p:cNvSpPr txBox="1"/>
            <p:nvPr/>
          </p:nvSpPr>
          <p:spPr>
            <a:xfrm>
              <a:off x="0" y="-76200"/>
              <a:ext cx="5276201" cy="580459"/>
            </a:xfrm>
            <a:prstGeom prst="rect">
              <a:avLst/>
            </a:prstGeom>
            <a:noFill/>
            <a:ln>
              <a:noFill/>
            </a:ln>
          </p:spPr>
          <p:txBody>
            <a:bodyPr anchorCtr="0" anchor="ctr" bIns="50800" lIns="50800" spcFirstLastPara="1" rIns="50800" wrap="square" tIns="50800">
              <a:noAutofit/>
            </a:bodyPr>
            <a:lstStyle/>
            <a:p>
              <a:pPr indent="0" lvl="0" marL="0" marR="0" rtl="0" algn="l">
                <a:lnSpc>
                  <a:spcPct val="148017"/>
                </a:lnSpc>
                <a:spcBef>
                  <a:spcPts val="0"/>
                </a:spcBef>
                <a:spcAft>
                  <a:spcPts val="0"/>
                </a:spcAft>
                <a:buNone/>
              </a:pPr>
              <a:r>
                <a:rPr b="0" i="0" lang="en-US" sz="2799" u="none" cap="none" strike="noStrike">
                  <a:solidFill>
                    <a:srgbClr val="000000"/>
                  </a:solidFill>
                  <a:latin typeface="Arial"/>
                  <a:ea typeface="Arial"/>
                  <a:cs typeface="Arial"/>
                  <a:sym typeface="Arial"/>
                </a:rPr>
                <a:t>Comunicación efectiva con stakeholders</a:t>
              </a:r>
              <a:endParaRPr/>
            </a:p>
            <a:p>
              <a:pPr indent="0" lvl="0" marL="0" marR="0" rtl="0" algn="l">
                <a:lnSpc>
                  <a:spcPct val="148017"/>
                </a:lnSpc>
                <a:spcBef>
                  <a:spcPts val="0"/>
                </a:spcBef>
                <a:spcAft>
                  <a:spcPts val="0"/>
                </a:spcAft>
                <a:buNone/>
              </a:pPr>
              <a:r>
                <a:t/>
              </a:r>
              <a:endParaRPr b="0" i="0" sz="2799" u="none" cap="none" strike="noStrike">
                <a:solidFill>
                  <a:srgbClr val="000000"/>
                </a:solidFill>
                <a:latin typeface="Arial"/>
                <a:ea typeface="Arial"/>
                <a:cs typeface="Arial"/>
                <a:sym typeface="Arial"/>
              </a:endParaRPr>
            </a:p>
          </p:txBody>
        </p:sp>
      </p:grpSp>
      <p:sp>
        <p:nvSpPr>
          <p:cNvPr id="121" name="Google Shape;121;p2"/>
          <p:cNvSpPr/>
          <p:nvPr/>
        </p:nvSpPr>
        <p:spPr>
          <a:xfrm>
            <a:off x="878654" y="7675875"/>
            <a:ext cx="453358" cy="550094"/>
          </a:xfrm>
          <a:custGeom>
            <a:rect b="b" l="l" r="r" t="t"/>
            <a:pathLst>
              <a:path extrusionOk="0" h="550094" w="453358">
                <a:moveTo>
                  <a:pt x="0" y="0"/>
                </a:moveTo>
                <a:lnTo>
                  <a:pt x="453359" y="0"/>
                </a:lnTo>
                <a:lnTo>
                  <a:pt x="453359" y="550094"/>
                </a:lnTo>
                <a:lnTo>
                  <a:pt x="0" y="550094"/>
                </a:lnTo>
                <a:lnTo>
                  <a:pt x="0" y="0"/>
                </a:lnTo>
                <a:close/>
              </a:path>
            </a:pathLst>
          </a:custGeom>
          <a:blipFill rotWithShape="1">
            <a:blip r:embed="rId3">
              <a:alphaModFix/>
            </a:blip>
            <a:stretch>
              <a:fillRect b="0" l="0" r="0" t="0"/>
            </a:stretch>
          </a:blipFill>
          <a:ln>
            <a:noFill/>
          </a:ln>
        </p:spPr>
      </p:sp>
    </p:spTree>
  </p:cSld>
  <p:clrMapOvr>
    <a:masterClrMapping/>
  </p:clrMapOvr>
</p:sld>
</file>

<file path=ppt/slides/slide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25" name="Shape 125"/>
        <p:cNvGrpSpPr/>
        <p:nvPr/>
      </p:nvGrpSpPr>
      <p:grpSpPr>
        <a:xfrm>
          <a:off x="0" y="0"/>
          <a:ext cx="0" cy="0"/>
          <a:chOff x="0" y="0"/>
          <a:chExt cx="0" cy="0"/>
        </a:xfrm>
      </p:grpSpPr>
      <p:sp>
        <p:nvSpPr>
          <p:cNvPr id="126" name="Google Shape;126;p3"/>
          <p:cNvSpPr txBox="1"/>
          <p:nvPr/>
        </p:nvSpPr>
        <p:spPr>
          <a:xfrm>
            <a:off x="1374889" y="654364"/>
            <a:ext cx="13991174" cy="1801020"/>
          </a:xfrm>
          <a:prstGeom prst="rect">
            <a:avLst/>
          </a:prstGeom>
          <a:noFill/>
          <a:ln>
            <a:noFill/>
          </a:ln>
        </p:spPr>
        <p:txBody>
          <a:bodyPr anchorCtr="0" anchor="t" bIns="0" lIns="0" spcFirstLastPara="1" rIns="0" wrap="square" tIns="0">
            <a:spAutoFit/>
          </a:bodyPr>
          <a:lstStyle/>
          <a:p>
            <a:pPr indent="0" lvl="0" marL="0" marR="0" rtl="0" algn="just">
              <a:lnSpc>
                <a:spcPct val="112987"/>
              </a:lnSpc>
              <a:spcBef>
                <a:spcPts val="0"/>
              </a:spcBef>
              <a:spcAft>
                <a:spcPts val="0"/>
              </a:spcAft>
              <a:buNone/>
            </a:pPr>
            <a:r>
              <a:rPr b="0" i="0" lang="en-US" sz="6098" u="none" cap="none" strike="noStrike">
                <a:solidFill>
                  <a:srgbClr val="131416"/>
                </a:solidFill>
                <a:latin typeface="Arial"/>
                <a:ea typeface="Arial"/>
                <a:cs typeface="Arial"/>
                <a:sym typeface="Arial"/>
              </a:rPr>
              <a:t>COMPETENCIA(S) QUE DESARROLLAREMOS</a:t>
            </a:r>
            <a:endParaRPr/>
          </a:p>
        </p:txBody>
      </p:sp>
      <p:sp>
        <p:nvSpPr>
          <p:cNvPr id="127" name="Google Shape;127;p3"/>
          <p:cNvSpPr txBox="1"/>
          <p:nvPr/>
        </p:nvSpPr>
        <p:spPr>
          <a:xfrm>
            <a:off x="1367785" y="2926462"/>
            <a:ext cx="16920215" cy="3171825"/>
          </a:xfrm>
          <a:prstGeom prst="rect">
            <a:avLst/>
          </a:prstGeom>
          <a:noFill/>
          <a:ln>
            <a:noFill/>
          </a:ln>
        </p:spPr>
        <p:txBody>
          <a:bodyPr anchorCtr="0" anchor="t" bIns="0" lIns="0" spcFirstLastPara="1" rIns="0" wrap="square" tIns="0">
            <a:spAutoFit/>
          </a:bodyPr>
          <a:lstStyle/>
          <a:p>
            <a:pPr indent="0" lvl="0" marL="0" marR="0" rtl="0" algn="just">
              <a:lnSpc>
                <a:spcPct val="140000"/>
              </a:lnSpc>
              <a:spcBef>
                <a:spcPts val="0"/>
              </a:spcBef>
              <a:spcAft>
                <a:spcPts val="0"/>
              </a:spcAft>
              <a:buNone/>
            </a:pPr>
            <a:r>
              <a:rPr b="1" i="0" lang="en-US" sz="4500" u="none" cap="none" strike="noStrike">
                <a:solidFill>
                  <a:srgbClr val="131416"/>
                </a:solidFill>
                <a:latin typeface="Open Sans"/>
                <a:ea typeface="Open Sans"/>
                <a:cs typeface="Open Sans"/>
                <a:sym typeface="Open Sans"/>
              </a:rPr>
              <a:t>Integra principios de calidad, eficiencia y control de tiempos mediante el uso de cronogramas, presupuestos y simuladores para mejorar el desempeño y cumplimiento de los objetivos de proyectos de TI </a:t>
            </a:r>
            <a:endParaRPr/>
          </a:p>
        </p:txBody>
      </p:sp>
      <p:sp>
        <p:nvSpPr>
          <p:cNvPr id="128" name="Google Shape;128;p3"/>
          <p:cNvSpPr/>
          <p:nvPr/>
        </p:nvSpPr>
        <p:spPr>
          <a:xfrm>
            <a:off x="12632832" y="5711002"/>
            <a:ext cx="4626468" cy="4575998"/>
          </a:xfrm>
          <a:custGeom>
            <a:rect b="b" l="l" r="r" t="t"/>
            <a:pathLst>
              <a:path extrusionOk="0" h="4575998" w="4626468">
                <a:moveTo>
                  <a:pt x="0" y="0"/>
                </a:moveTo>
                <a:lnTo>
                  <a:pt x="4626468" y="0"/>
                </a:lnTo>
                <a:lnTo>
                  <a:pt x="4626468" y="4575998"/>
                </a:lnTo>
                <a:lnTo>
                  <a:pt x="0" y="4575998"/>
                </a:lnTo>
                <a:lnTo>
                  <a:pt x="0" y="0"/>
                </a:lnTo>
                <a:close/>
              </a:path>
            </a:pathLst>
          </a:custGeom>
          <a:blipFill rotWithShape="1">
            <a:blip r:embed="rId3">
              <a:alphaModFix/>
            </a:blip>
            <a:stretch>
              <a:fillRect b="0" l="0" r="0" t="0"/>
            </a:stretch>
          </a:blipFill>
          <a:ln>
            <a:noFill/>
          </a:ln>
        </p:spPr>
      </p:sp>
      <p:sp>
        <p:nvSpPr>
          <p:cNvPr id="129" name="Google Shape;129;p3"/>
          <p:cNvSpPr txBox="1"/>
          <p:nvPr/>
        </p:nvSpPr>
        <p:spPr>
          <a:xfrm>
            <a:off x="13231848" y="6905163"/>
            <a:ext cx="3428436" cy="3121463"/>
          </a:xfrm>
          <a:prstGeom prst="rect">
            <a:avLst/>
          </a:prstGeom>
          <a:noFill/>
          <a:ln>
            <a:noFill/>
          </a:ln>
        </p:spPr>
        <p:txBody>
          <a:bodyPr anchorCtr="0" anchor="t" bIns="0" lIns="0" spcFirstLastPara="1" rIns="0" wrap="square" tIns="0">
            <a:spAutoFit/>
          </a:bodyPr>
          <a:lstStyle/>
          <a:p>
            <a:pPr indent="0" lvl="0" marL="0" marR="0" rtl="0" algn="ctr">
              <a:lnSpc>
                <a:spcPct val="139982"/>
              </a:lnSpc>
              <a:spcBef>
                <a:spcPts val="0"/>
              </a:spcBef>
              <a:spcAft>
                <a:spcPts val="0"/>
              </a:spcAft>
              <a:buNone/>
            </a:pPr>
            <a:r>
              <a:rPr b="0" i="0" lang="en-US" sz="2241" u="none" cap="none" strike="noStrike">
                <a:solidFill>
                  <a:srgbClr val="131416"/>
                </a:solidFill>
                <a:latin typeface="Open Sans"/>
                <a:ea typeface="Open Sans"/>
                <a:cs typeface="Open Sans"/>
                <a:sym typeface="Open Sans"/>
              </a:rPr>
              <a:t>En el programa del curso encontraras la competencia o competencias que debe cumplir el curso que estas impartiendo.</a:t>
            </a:r>
            <a:endParaRPr/>
          </a:p>
          <a:p>
            <a:pPr indent="0" lvl="0" marL="0" marR="0" rtl="0" algn="ctr">
              <a:lnSpc>
                <a:spcPct val="139982"/>
              </a:lnSpc>
              <a:spcBef>
                <a:spcPts val="0"/>
              </a:spcBef>
              <a:spcAft>
                <a:spcPts val="0"/>
              </a:spcAft>
              <a:buNone/>
            </a:pPr>
            <a:r>
              <a:rPr b="0" i="0" lang="en-US" sz="2241" u="none" cap="none" strike="noStrike">
                <a:solidFill>
                  <a:srgbClr val="131416"/>
                </a:solidFill>
                <a:latin typeface="Open Sans"/>
                <a:ea typeface="Open Sans"/>
                <a:cs typeface="Open Sans"/>
                <a:sym typeface="Open Sans"/>
              </a:rPr>
              <a:t>Colocala(s) en este apartado </a:t>
            </a:r>
            <a:endParaRPr/>
          </a:p>
        </p:txBody>
      </p:sp>
    </p:spTree>
  </p:cSld>
  <p:clrMapOvr>
    <a:masterClrMapping/>
  </p:clrMapOvr>
</p:sld>
</file>

<file path=ppt/slides/slide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33" name="Shape 133"/>
        <p:cNvGrpSpPr/>
        <p:nvPr/>
      </p:nvGrpSpPr>
      <p:grpSpPr>
        <a:xfrm>
          <a:off x="0" y="0"/>
          <a:ext cx="0" cy="0"/>
          <a:chOff x="0" y="0"/>
          <a:chExt cx="0" cy="0"/>
        </a:xfrm>
      </p:grpSpPr>
      <p:sp>
        <p:nvSpPr>
          <p:cNvPr id="134" name="Google Shape;134;p4"/>
          <p:cNvSpPr txBox="1"/>
          <p:nvPr/>
        </p:nvSpPr>
        <p:spPr>
          <a:xfrm>
            <a:off x="1536822" y="2612993"/>
            <a:ext cx="15722478" cy="3908848"/>
          </a:xfrm>
          <a:prstGeom prst="rect">
            <a:avLst/>
          </a:prstGeom>
          <a:noFill/>
          <a:ln>
            <a:noFill/>
          </a:ln>
        </p:spPr>
        <p:txBody>
          <a:bodyPr anchorCtr="0" anchor="t" bIns="0" lIns="0" spcFirstLastPara="1" rIns="0" wrap="square" tIns="0">
            <a:spAutoFit/>
          </a:bodyPr>
          <a:lstStyle/>
          <a:p>
            <a:pPr indent="0" lvl="0" marL="0" marR="0" rtl="0" algn="l">
              <a:lnSpc>
                <a:spcPct val="173040"/>
              </a:lnSpc>
              <a:spcBef>
                <a:spcPts val="0"/>
              </a:spcBef>
              <a:spcAft>
                <a:spcPts val="0"/>
              </a:spcAft>
              <a:buNone/>
            </a:pPr>
            <a:r>
              <a:rPr b="0" i="0" lang="en-US" sz="2526" u="none" cap="none" strike="noStrike">
                <a:solidFill>
                  <a:srgbClr val="131416"/>
                </a:solidFill>
                <a:latin typeface="Arial"/>
                <a:ea typeface="Arial"/>
                <a:cs typeface="Arial"/>
                <a:sym typeface="Arial"/>
              </a:rPr>
              <a:t>Un informe gerencial tiene como objetivo proporcionar una visión clara y concisa del estado de un proyecto a la alta dirección y otros interesados clave. No es simplemente un resumen técnico, sino un reporte estratégico que debe centrarse en lo que es importante para los tomadores de decisiones.</a:t>
            </a:r>
            <a:endParaRPr/>
          </a:p>
          <a:p>
            <a:pPr indent="0" lvl="0" marL="0" marR="0" rtl="0" algn="l">
              <a:lnSpc>
                <a:spcPct val="173040"/>
              </a:lnSpc>
              <a:spcBef>
                <a:spcPts val="0"/>
              </a:spcBef>
              <a:spcAft>
                <a:spcPts val="0"/>
              </a:spcAft>
              <a:buNone/>
            </a:pPr>
            <a:r>
              <a:t/>
            </a:r>
            <a:endParaRPr b="0" i="0" sz="2526" u="none" cap="none" strike="noStrike">
              <a:solidFill>
                <a:srgbClr val="131416"/>
              </a:solidFill>
              <a:latin typeface="Arial"/>
              <a:ea typeface="Arial"/>
              <a:cs typeface="Arial"/>
              <a:sym typeface="Arial"/>
            </a:endParaRPr>
          </a:p>
          <a:p>
            <a:pPr indent="0" lvl="0" marL="0" marR="0" rtl="0" algn="l">
              <a:lnSpc>
                <a:spcPct val="173040"/>
              </a:lnSpc>
              <a:spcBef>
                <a:spcPts val="0"/>
              </a:spcBef>
              <a:spcAft>
                <a:spcPts val="0"/>
              </a:spcAft>
              <a:buNone/>
            </a:pPr>
            <a:r>
              <a:t/>
            </a:r>
            <a:endParaRPr b="0" i="0" sz="2526" u="none" cap="none" strike="noStrike">
              <a:solidFill>
                <a:srgbClr val="131416"/>
              </a:solidFill>
              <a:latin typeface="Arial"/>
              <a:ea typeface="Arial"/>
              <a:cs typeface="Arial"/>
              <a:sym typeface="Arial"/>
            </a:endParaRPr>
          </a:p>
          <a:p>
            <a:pPr indent="0" lvl="0" marL="0" marR="0" rtl="0" algn="l">
              <a:lnSpc>
                <a:spcPct val="207284"/>
              </a:lnSpc>
              <a:spcBef>
                <a:spcPts val="0"/>
              </a:spcBef>
              <a:spcAft>
                <a:spcPts val="0"/>
              </a:spcAft>
              <a:buNone/>
            </a:pPr>
            <a:r>
              <a:t/>
            </a:r>
            <a:endParaRPr b="0" i="0" sz="2526" u="none" cap="none" strike="noStrike">
              <a:solidFill>
                <a:srgbClr val="131416"/>
              </a:solidFill>
              <a:latin typeface="Arial"/>
              <a:ea typeface="Arial"/>
              <a:cs typeface="Arial"/>
              <a:sym typeface="Arial"/>
            </a:endParaRPr>
          </a:p>
        </p:txBody>
      </p:sp>
      <p:sp>
        <p:nvSpPr>
          <p:cNvPr id="135" name="Google Shape;135;p4"/>
          <p:cNvSpPr txBox="1"/>
          <p:nvPr/>
        </p:nvSpPr>
        <p:spPr>
          <a:xfrm>
            <a:off x="1374889" y="654364"/>
            <a:ext cx="16698774" cy="2381614"/>
          </a:xfrm>
          <a:prstGeom prst="rect">
            <a:avLst/>
          </a:prstGeom>
          <a:noFill/>
          <a:ln>
            <a:noFill/>
          </a:ln>
        </p:spPr>
        <p:txBody>
          <a:bodyPr anchorCtr="0" anchor="t" bIns="0" lIns="0" spcFirstLastPara="1" rIns="0" wrap="square" tIns="0">
            <a:spAutoFit/>
          </a:bodyPr>
          <a:lstStyle/>
          <a:p>
            <a:pPr indent="0" lvl="0" marL="0" marR="0" rtl="0" algn="just">
              <a:lnSpc>
                <a:spcPct val="112986"/>
              </a:lnSpc>
              <a:spcBef>
                <a:spcPts val="0"/>
              </a:spcBef>
              <a:spcAft>
                <a:spcPts val="0"/>
              </a:spcAft>
              <a:buNone/>
            </a:pPr>
            <a:r>
              <a:rPr b="0" i="0" lang="en-US" sz="5398" u="none" cap="none" strike="noStrike">
                <a:solidFill>
                  <a:srgbClr val="131416"/>
                </a:solidFill>
                <a:latin typeface="Arial"/>
                <a:ea typeface="Arial"/>
                <a:cs typeface="Arial"/>
                <a:sym typeface="Arial"/>
              </a:rPr>
              <a:t>ESTRUCTURA DE UN INFORME GERENCIAL DE PROYECTOS</a:t>
            </a:r>
            <a:endParaRPr/>
          </a:p>
          <a:p>
            <a:pPr indent="0" lvl="0" marL="0" marR="0" rtl="0" algn="just">
              <a:lnSpc>
                <a:spcPct val="112986"/>
              </a:lnSpc>
              <a:spcBef>
                <a:spcPts val="0"/>
              </a:spcBef>
              <a:spcAft>
                <a:spcPts val="0"/>
              </a:spcAft>
              <a:buNone/>
            </a:pPr>
            <a:r>
              <a:t/>
            </a:r>
            <a:endParaRPr b="0" i="0" sz="5398" u="none" cap="none" strike="noStrike">
              <a:solidFill>
                <a:srgbClr val="131416"/>
              </a:solidFill>
              <a:latin typeface="Arial"/>
              <a:ea typeface="Arial"/>
              <a:cs typeface="Arial"/>
              <a:sym typeface="Arial"/>
            </a:endParaRPr>
          </a:p>
        </p:txBody>
      </p:sp>
    </p:spTree>
  </p:cSld>
  <p:clrMapOvr>
    <a:masterClrMapping/>
  </p:clrMapOvr>
</p:sld>
</file>

<file path=ppt/slides/slide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39" name="Shape 139"/>
        <p:cNvGrpSpPr/>
        <p:nvPr/>
      </p:nvGrpSpPr>
      <p:grpSpPr>
        <a:xfrm>
          <a:off x="0" y="0"/>
          <a:ext cx="0" cy="0"/>
          <a:chOff x="0" y="0"/>
          <a:chExt cx="0" cy="0"/>
        </a:xfrm>
      </p:grpSpPr>
      <p:sp>
        <p:nvSpPr>
          <p:cNvPr id="140" name="Google Shape;140;p5"/>
          <p:cNvSpPr txBox="1"/>
          <p:nvPr/>
        </p:nvSpPr>
        <p:spPr>
          <a:xfrm>
            <a:off x="1028700" y="914400"/>
            <a:ext cx="15950051" cy="967463"/>
          </a:xfrm>
          <a:prstGeom prst="rect">
            <a:avLst/>
          </a:prstGeom>
          <a:noFill/>
          <a:ln>
            <a:noFill/>
          </a:ln>
        </p:spPr>
        <p:txBody>
          <a:bodyPr anchorCtr="0" anchor="t" bIns="0" lIns="0" spcFirstLastPara="1" rIns="0" wrap="square" tIns="0">
            <a:spAutoFit/>
          </a:bodyPr>
          <a:lstStyle/>
          <a:p>
            <a:pPr indent="0" lvl="0" marL="0" marR="0" rtl="0" algn="l">
              <a:lnSpc>
                <a:spcPct val="172987"/>
              </a:lnSpc>
              <a:spcBef>
                <a:spcPts val="0"/>
              </a:spcBef>
              <a:spcAft>
                <a:spcPts val="0"/>
              </a:spcAft>
              <a:buNone/>
            </a:pPr>
            <a:r>
              <a:rPr b="0" i="0" lang="en-US" sz="2310" u="none" cap="none" strike="noStrike">
                <a:solidFill>
                  <a:srgbClr val="131416"/>
                </a:solidFill>
                <a:latin typeface="Arial"/>
                <a:ea typeface="Arial"/>
                <a:cs typeface="Arial"/>
                <a:sym typeface="Arial"/>
              </a:rPr>
              <a:t>Componentes clave de un informe gerencial:</a:t>
            </a:r>
            <a:endParaRPr/>
          </a:p>
          <a:p>
            <a:pPr indent="0" lvl="0" marL="0" marR="0" rtl="0" algn="l">
              <a:lnSpc>
                <a:spcPct val="172987"/>
              </a:lnSpc>
              <a:spcBef>
                <a:spcPts val="0"/>
              </a:spcBef>
              <a:spcAft>
                <a:spcPts val="0"/>
              </a:spcAft>
              <a:buNone/>
            </a:pPr>
            <a:r>
              <a:t/>
            </a:r>
            <a:endParaRPr b="0" i="0" sz="2310" u="none" cap="none" strike="noStrike">
              <a:solidFill>
                <a:srgbClr val="131416"/>
              </a:solidFill>
              <a:latin typeface="Arial"/>
              <a:ea typeface="Arial"/>
              <a:cs typeface="Arial"/>
              <a:sym typeface="Arial"/>
            </a:endParaRPr>
          </a:p>
        </p:txBody>
      </p:sp>
      <p:sp>
        <p:nvSpPr>
          <p:cNvPr id="141" name="Google Shape;141;p5"/>
          <p:cNvSpPr txBox="1"/>
          <p:nvPr/>
        </p:nvSpPr>
        <p:spPr>
          <a:xfrm>
            <a:off x="1750722" y="2238892"/>
            <a:ext cx="13666877" cy="5002093"/>
          </a:xfrm>
          <a:prstGeom prst="rect">
            <a:avLst/>
          </a:prstGeom>
          <a:noFill/>
          <a:ln>
            <a:noFill/>
          </a:ln>
        </p:spPr>
        <p:txBody>
          <a:bodyPr anchorCtr="0" anchor="t" bIns="0" lIns="0" spcFirstLastPara="1" rIns="0" wrap="square" tIns="0">
            <a:spAutoFit/>
          </a:bodyPr>
          <a:lstStyle/>
          <a:p>
            <a:pPr indent="0" lvl="0" marL="0" marR="0" rtl="0" algn="l">
              <a:lnSpc>
                <a:spcPct val="172987"/>
              </a:lnSpc>
              <a:spcBef>
                <a:spcPts val="0"/>
              </a:spcBef>
              <a:spcAft>
                <a:spcPts val="0"/>
              </a:spcAft>
              <a:buNone/>
            </a:pPr>
            <a:r>
              <a:rPr b="0" i="0" lang="en-US" sz="2310" u="none" cap="none" strike="noStrike">
                <a:solidFill>
                  <a:srgbClr val="131416"/>
                </a:solidFill>
                <a:latin typeface="Arial"/>
                <a:ea typeface="Arial"/>
                <a:cs typeface="Arial"/>
                <a:sym typeface="Arial"/>
              </a:rPr>
              <a:t>Resumen Ejecutivo: Un breve resumen de alto nivel del estado del proyecto, donde se destacan los logros, desafíos y decisiones clave que se han tomado o se deben tomar.</a:t>
            </a:r>
            <a:endParaRPr/>
          </a:p>
          <a:p>
            <a:pPr indent="0" lvl="0" marL="0" marR="0" rtl="0" algn="l">
              <a:lnSpc>
                <a:spcPct val="172987"/>
              </a:lnSpc>
              <a:spcBef>
                <a:spcPts val="0"/>
              </a:spcBef>
              <a:spcAft>
                <a:spcPts val="0"/>
              </a:spcAft>
              <a:buNone/>
            </a:pPr>
            <a:r>
              <a:t/>
            </a:r>
            <a:endParaRPr b="0" i="0" sz="2310" u="none" cap="none" strike="noStrike">
              <a:solidFill>
                <a:srgbClr val="131416"/>
              </a:solidFill>
              <a:latin typeface="Arial"/>
              <a:ea typeface="Arial"/>
              <a:cs typeface="Arial"/>
              <a:sym typeface="Arial"/>
            </a:endParaRPr>
          </a:p>
          <a:p>
            <a:pPr indent="0" lvl="0" marL="0" marR="0" rtl="0" algn="l">
              <a:lnSpc>
                <a:spcPct val="172987"/>
              </a:lnSpc>
              <a:spcBef>
                <a:spcPts val="0"/>
              </a:spcBef>
              <a:spcAft>
                <a:spcPts val="0"/>
              </a:spcAft>
              <a:buNone/>
            </a:pPr>
            <a:r>
              <a:rPr b="0" i="0" lang="en-US" sz="2310" u="none" cap="none" strike="noStrike">
                <a:solidFill>
                  <a:srgbClr val="131416"/>
                </a:solidFill>
                <a:latin typeface="Arial"/>
                <a:ea typeface="Arial"/>
                <a:cs typeface="Arial"/>
                <a:sym typeface="Arial"/>
              </a:rPr>
              <a:t>Ejemplo: “El proyecto de desarrollo de la aplicación web está 80% completo, dentro del presupuesto, pero enfrenta un retraso de 2 semanas en la integración del sistema de pagos.”</a:t>
            </a:r>
            <a:endParaRPr/>
          </a:p>
          <a:p>
            <a:pPr indent="0" lvl="0" marL="0" marR="0" rtl="0" algn="l">
              <a:lnSpc>
                <a:spcPct val="172987"/>
              </a:lnSpc>
              <a:spcBef>
                <a:spcPts val="0"/>
              </a:spcBef>
              <a:spcAft>
                <a:spcPts val="0"/>
              </a:spcAft>
              <a:buNone/>
            </a:pPr>
            <a:r>
              <a:t/>
            </a:r>
            <a:endParaRPr b="0" i="0" sz="2310" u="none" cap="none" strike="noStrike">
              <a:solidFill>
                <a:srgbClr val="131416"/>
              </a:solidFill>
              <a:latin typeface="Arial"/>
              <a:ea typeface="Arial"/>
              <a:cs typeface="Arial"/>
              <a:sym typeface="Arial"/>
            </a:endParaRPr>
          </a:p>
          <a:p>
            <a:pPr indent="0" lvl="0" marL="0" marR="0" rtl="0" algn="l">
              <a:lnSpc>
                <a:spcPct val="172987"/>
              </a:lnSpc>
              <a:spcBef>
                <a:spcPts val="0"/>
              </a:spcBef>
              <a:spcAft>
                <a:spcPts val="0"/>
              </a:spcAft>
              <a:buNone/>
            </a:pPr>
            <a:r>
              <a:t/>
            </a:r>
            <a:endParaRPr b="0" i="0" sz="2310" u="none" cap="none" strike="noStrike">
              <a:solidFill>
                <a:srgbClr val="131416"/>
              </a:solidFill>
              <a:latin typeface="Arial"/>
              <a:ea typeface="Arial"/>
              <a:cs typeface="Arial"/>
              <a:sym typeface="Arial"/>
            </a:endParaRPr>
          </a:p>
          <a:p>
            <a:pPr indent="0" lvl="0" marL="0" marR="0" rtl="0" algn="l">
              <a:lnSpc>
                <a:spcPct val="172987"/>
              </a:lnSpc>
              <a:spcBef>
                <a:spcPts val="0"/>
              </a:spcBef>
              <a:spcAft>
                <a:spcPts val="0"/>
              </a:spcAft>
              <a:buNone/>
            </a:pPr>
            <a:r>
              <a:t/>
            </a:r>
            <a:endParaRPr b="0" i="0" sz="2310" u="none" cap="none" strike="noStrike">
              <a:solidFill>
                <a:srgbClr val="131416"/>
              </a:solidFill>
              <a:latin typeface="Arial"/>
              <a:ea typeface="Arial"/>
              <a:cs typeface="Arial"/>
              <a:sym typeface="Arial"/>
            </a:endParaRPr>
          </a:p>
          <a:p>
            <a:pPr indent="0" lvl="0" marL="0" marR="0" rtl="0" algn="l">
              <a:lnSpc>
                <a:spcPct val="172987"/>
              </a:lnSpc>
              <a:spcBef>
                <a:spcPts val="0"/>
              </a:spcBef>
              <a:spcAft>
                <a:spcPts val="0"/>
              </a:spcAft>
              <a:buNone/>
            </a:pPr>
            <a:r>
              <a:t/>
            </a:r>
            <a:endParaRPr b="0" i="0" sz="2310" u="none" cap="none" strike="noStrike">
              <a:solidFill>
                <a:srgbClr val="131416"/>
              </a:solidFill>
              <a:latin typeface="Arial"/>
              <a:ea typeface="Arial"/>
              <a:cs typeface="Arial"/>
              <a:sym typeface="Arial"/>
            </a:endParaRPr>
          </a:p>
        </p:txBody>
      </p:sp>
    </p:spTree>
  </p:cSld>
  <p:clrMapOvr>
    <a:masterClrMapping/>
  </p:clrMapOvr>
</p:sld>
</file>

<file path=ppt/slides/slide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45" name="Shape 145"/>
        <p:cNvGrpSpPr/>
        <p:nvPr/>
      </p:nvGrpSpPr>
      <p:grpSpPr>
        <a:xfrm>
          <a:off x="0" y="0"/>
          <a:ext cx="0" cy="0"/>
          <a:chOff x="0" y="0"/>
          <a:chExt cx="0" cy="0"/>
        </a:xfrm>
      </p:grpSpPr>
      <p:sp>
        <p:nvSpPr>
          <p:cNvPr id="146" name="Google Shape;146;p6"/>
          <p:cNvSpPr txBox="1"/>
          <p:nvPr/>
        </p:nvSpPr>
        <p:spPr>
          <a:xfrm>
            <a:off x="2313966" y="2271892"/>
            <a:ext cx="13660067" cy="1471116"/>
          </a:xfrm>
          <a:prstGeom prst="rect">
            <a:avLst/>
          </a:prstGeom>
          <a:noFill/>
          <a:ln>
            <a:noFill/>
          </a:ln>
        </p:spPr>
        <p:txBody>
          <a:bodyPr anchorCtr="0" anchor="t" bIns="0" lIns="0" spcFirstLastPara="1" rIns="0" wrap="square" tIns="0">
            <a:spAutoFit/>
          </a:bodyPr>
          <a:lstStyle/>
          <a:p>
            <a:pPr indent="0" lvl="0" marL="0" marR="0" rtl="0" algn="l">
              <a:lnSpc>
                <a:spcPct val="173050"/>
              </a:lnSpc>
              <a:spcBef>
                <a:spcPts val="0"/>
              </a:spcBef>
              <a:spcAft>
                <a:spcPts val="0"/>
              </a:spcAft>
              <a:buNone/>
            </a:pPr>
            <a:r>
              <a:rPr b="0" i="0" lang="en-US" sz="2308" u="none" cap="none" strike="noStrike">
                <a:solidFill>
                  <a:srgbClr val="131416"/>
                </a:solidFill>
                <a:latin typeface="Arial"/>
                <a:ea typeface="Arial"/>
                <a:cs typeface="Arial"/>
                <a:sym typeface="Arial"/>
              </a:rPr>
              <a:t>Ejemplo: Se puede incluir una tabla que muestre las principales tareas completadas, las que están en curso y las próximas.</a:t>
            </a:r>
            <a:endParaRPr/>
          </a:p>
          <a:p>
            <a:pPr indent="0" lvl="0" marL="0" marR="0" rtl="0" algn="l">
              <a:lnSpc>
                <a:spcPct val="173050"/>
              </a:lnSpc>
              <a:spcBef>
                <a:spcPts val="0"/>
              </a:spcBef>
              <a:spcAft>
                <a:spcPts val="0"/>
              </a:spcAft>
              <a:buNone/>
            </a:pPr>
            <a:r>
              <a:t/>
            </a:r>
            <a:endParaRPr b="0" i="0" sz="2308" u="none" cap="none" strike="noStrike">
              <a:solidFill>
                <a:srgbClr val="131416"/>
              </a:solidFill>
              <a:latin typeface="Arial"/>
              <a:ea typeface="Arial"/>
              <a:cs typeface="Arial"/>
              <a:sym typeface="Arial"/>
            </a:endParaRPr>
          </a:p>
        </p:txBody>
      </p:sp>
      <p:sp>
        <p:nvSpPr>
          <p:cNvPr id="147" name="Google Shape;147;p6"/>
          <p:cNvSpPr txBox="1"/>
          <p:nvPr/>
        </p:nvSpPr>
        <p:spPr>
          <a:xfrm>
            <a:off x="1028700" y="914400"/>
            <a:ext cx="15950051" cy="1471792"/>
          </a:xfrm>
          <a:prstGeom prst="rect">
            <a:avLst/>
          </a:prstGeom>
          <a:noFill/>
          <a:ln>
            <a:noFill/>
          </a:ln>
        </p:spPr>
        <p:txBody>
          <a:bodyPr anchorCtr="0" anchor="t" bIns="0" lIns="0" spcFirstLastPara="1" rIns="0" wrap="square" tIns="0">
            <a:spAutoFit/>
          </a:bodyPr>
          <a:lstStyle/>
          <a:p>
            <a:pPr indent="0" lvl="0" marL="0" marR="0" rtl="0" algn="l">
              <a:lnSpc>
                <a:spcPct val="172987"/>
              </a:lnSpc>
              <a:spcBef>
                <a:spcPts val="0"/>
              </a:spcBef>
              <a:spcAft>
                <a:spcPts val="0"/>
              </a:spcAft>
              <a:buNone/>
            </a:pPr>
            <a:r>
              <a:rPr b="0" i="0" lang="en-US" sz="2310" u="none" cap="none" strike="noStrike">
                <a:solidFill>
                  <a:srgbClr val="131416"/>
                </a:solidFill>
                <a:latin typeface="Arial"/>
                <a:ea typeface="Arial"/>
                <a:cs typeface="Arial"/>
                <a:sym typeface="Arial"/>
              </a:rPr>
              <a:t>Estado del Proyecto: Detalle del progreso en comparación con el cronograma original, el presupuesto y el alcance.</a:t>
            </a:r>
            <a:endParaRPr/>
          </a:p>
          <a:p>
            <a:pPr indent="0" lvl="0" marL="0" marR="0" rtl="0" algn="l">
              <a:lnSpc>
                <a:spcPct val="172987"/>
              </a:lnSpc>
              <a:spcBef>
                <a:spcPts val="0"/>
              </a:spcBef>
              <a:spcAft>
                <a:spcPts val="0"/>
              </a:spcAft>
              <a:buNone/>
            </a:pPr>
            <a:r>
              <a:t/>
            </a:r>
            <a:endParaRPr b="0" i="0" sz="2310" u="none" cap="none" strike="noStrike">
              <a:solidFill>
                <a:srgbClr val="131416"/>
              </a:solidFill>
              <a:latin typeface="Arial"/>
              <a:ea typeface="Arial"/>
              <a:cs typeface="Arial"/>
              <a:sym typeface="Arial"/>
            </a:endParaRPr>
          </a:p>
        </p:txBody>
      </p:sp>
      <p:sp>
        <p:nvSpPr>
          <p:cNvPr id="148" name="Google Shape;148;p6"/>
          <p:cNvSpPr txBox="1"/>
          <p:nvPr/>
        </p:nvSpPr>
        <p:spPr>
          <a:xfrm>
            <a:off x="1028700" y="4049481"/>
            <a:ext cx="13660067" cy="1471116"/>
          </a:xfrm>
          <a:prstGeom prst="rect">
            <a:avLst/>
          </a:prstGeom>
          <a:noFill/>
          <a:ln>
            <a:noFill/>
          </a:ln>
        </p:spPr>
        <p:txBody>
          <a:bodyPr anchorCtr="0" anchor="t" bIns="0" lIns="0" spcFirstLastPara="1" rIns="0" wrap="square" tIns="0">
            <a:spAutoFit/>
          </a:bodyPr>
          <a:lstStyle/>
          <a:p>
            <a:pPr indent="0" lvl="0" marL="0" marR="0" rtl="0" algn="l">
              <a:lnSpc>
                <a:spcPct val="173050"/>
              </a:lnSpc>
              <a:spcBef>
                <a:spcPts val="0"/>
              </a:spcBef>
              <a:spcAft>
                <a:spcPts val="0"/>
              </a:spcAft>
              <a:buNone/>
            </a:pPr>
            <a:r>
              <a:rPr b="0" i="0" lang="en-US" sz="2308" u="none" cap="none" strike="noStrike">
                <a:solidFill>
                  <a:srgbClr val="131416"/>
                </a:solidFill>
                <a:latin typeface="Arial"/>
                <a:ea typeface="Arial"/>
                <a:cs typeface="Arial"/>
                <a:sym typeface="Arial"/>
              </a:rPr>
              <a:t>Indicadores de Desempeño Clave (KPIs): Aquí se muestran los indicadores que ayudan a evaluar el rendimiento del proyecto (más adelante hablaremos de ellos).</a:t>
            </a:r>
            <a:endParaRPr/>
          </a:p>
          <a:p>
            <a:pPr indent="0" lvl="0" marL="0" marR="0" rtl="0" algn="l">
              <a:lnSpc>
                <a:spcPct val="173050"/>
              </a:lnSpc>
              <a:spcBef>
                <a:spcPts val="0"/>
              </a:spcBef>
              <a:spcAft>
                <a:spcPts val="0"/>
              </a:spcAft>
              <a:buNone/>
            </a:pPr>
            <a:r>
              <a:t/>
            </a:r>
            <a:endParaRPr b="0" i="0" sz="2308" u="none" cap="none" strike="noStrike">
              <a:solidFill>
                <a:srgbClr val="131416"/>
              </a:solidFill>
              <a:latin typeface="Arial"/>
              <a:ea typeface="Arial"/>
              <a:cs typeface="Arial"/>
              <a:sym typeface="Arial"/>
            </a:endParaRPr>
          </a:p>
        </p:txBody>
      </p:sp>
      <p:sp>
        <p:nvSpPr>
          <p:cNvPr id="149" name="Google Shape;149;p6"/>
          <p:cNvSpPr txBox="1"/>
          <p:nvPr/>
        </p:nvSpPr>
        <p:spPr>
          <a:xfrm>
            <a:off x="1163605" y="6213804"/>
            <a:ext cx="13660067" cy="1471116"/>
          </a:xfrm>
          <a:prstGeom prst="rect">
            <a:avLst/>
          </a:prstGeom>
          <a:noFill/>
          <a:ln>
            <a:noFill/>
          </a:ln>
        </p:spPr>
        <p:txBody>
          <a:bodyPr anchorCtr="0" anchor="t" bIns="0" lIns="0" spcFirstLastPara="1" rIns="0" wrap="square" tIns="0">
            <a:spAutoFit/>
          </a:bodyPr>
          <a:lstStyle/>
          <a:p>
            <a:pPr indent="0" lvl="0" marL="0" marR="0" rtl="0" algn="l">
              <a:lnSpc>
                <a:spcPct val="173050"/>
              </a:lnSpc>
              <a:spcBef>
                <a:spcPts val="0"/>
              </a:spcBef>
              <a:spcAft>
                <a:spcPts val="0"/>
              </a:spcAft>
              <a:buNone/>
            </a:pPr>
            <a:r>
              <a:rPr b="0" i="0" lang="en-US" sz="2308" u="none" cap="none" strike="noStrike">
                <a:solidFill>
                  <a:srgbClr val="131416"/>
                </a:solidFill>
                <a:latin typeface="Arial"/>
                <a:ea typeface="Arial"/>
                <a:cs typeface="Arial"/>
                <a:sym typeface="Arial"/>
              </a:rPr>
              <a:t>Riesgos y Oportunidades: Evaluación de los riesgos actuales del proyecto y las medidas que se están tomando para mitigarlos, así como oportunidades potenciales.</a:t>
            </a:r>
            <a:endParaRPr/>
          </a:p>
          <a:p>
            <a:pPr indent="0" lvl="0" marL="0" marR="0" rtl="0" algn="l">
              <a:lnSpc>
                <a:spcPct val="173050"/>
              </a:lnSpc>
              <a:spcBef>
                <a:spcPts val="0"/>
              </a:spcBef>
              <a:spcAft>
                <a:spcPts val="0"/>
              </a:spcAft>
              <a:buNone/>
            </a:pPr>
            <a:r>
              <a:t/>
            </a:r>
            <a:endParaRPr b="0" i="0" sz="2308" u="none" cap="none" strike="noStrike">
              <a:solidFill>
                <a:srgbClr val="131416"/>
              </a:solidFill>
              <a:latin typeface="Arial"/>
              <a:ea typeface="Arial"/>
              <a:cs typeface="Arial"/>
              <a:sym typeface="Arial"/>
            </a:endParaRPr>
          </a:p>
        </p:txBody>
      </p:sp>
      <p:sp>
        <p:nvSpPr>
          <p:cNvPr id="150" name="Google Shape;150;p6"/>
          <p:cNvSpPr txBox="1"/>
          <p:nvPr/>
        </p:nvSpPr>
        <p:spPr>
          <a:xfrm>
            <a:off x="2658811" y="7787184"/>
            <a:ext cx="13660067" cy="2479271"/>
          </a:xfrm>
          <a:prstGeom prst="rect">
            <a:avLst/>
          </a:prstGeom>
          <a:noFill/>
          <a:ln>
            <a:noFill/>
          </a:ln>
        </p:spPr>
        <p:txBody>
          <a:bodyPr anchorCtr="0" anchor="t" bIns="0" lIns="0" spcFirstLastPara="1" rIns="0" wrap="square" tIns="0">
            <a:spAutoFit/>
          </a:bodyPr>
          <a:lstStyle/>
          <a:p>
            <a:pPr indent="0" lvl="0" marL="0" marR="0" rtl="0" algn="l">
              <a:lnSpc>
                <a:spcPct val="173050"/>
              </a:lnSpc>
              <a:spcBef>
                <a:spcPts val="0"/>
              </a:spcBef>
              <a:spcAft>
                <a:spcPts val="0"/>
              </a:spcAft>
              <a:buNone/>
            </a:pPr>
            <a:r>
              <a:rPr b="0" i="0" lang="en-US" sz="2308" u="none" cap="none" strike="noStrike">
                <a:solidFill>
                  <a:srgbClr val="131416"/>
                </a:solidFill>
                <a:latin typeface="Arial"/>
                <a:ea typeface="Arial"/>
                <a:cs typeface="Arial"/>
                <a:sym typeface="Arial"/>
              </a:rPr>
              <a:t>Ejemplo: “El riesgo de pérdida de calidad en la entrega de video sigue siendo alto, pero se ha adoptado una estrategia para incrementar la calidad en la fase final de postproducción.”</a:t>
            </a:r>
            <a:endParaRPr/>
          </a:p>
          <a:p>
            <a:pPr indent="0" lvl="0" marL="0" marR="0" rtl="0" algn="l">
              <a:lnSpc>
                <a:spcPct val="173050"/>
              </a:lnSpc>
              <a:spcBef>
                <a:spcPts val="0"/>
              </a:spcBef>
              <a:spcAft>
                <a:spcPts val="0"/>
              </a:spcAft>
              <a:buNone/>
            </a:pPr>
            <a:r>
              <a:t/>
            </a:r>
            <a:endParaRPr b="0" i="0" sz="2308" u="none" cap="none" strike="noStrike">
              <a:solidFill>
                <a:srgbClr val="131416"/>
              </a:solidFill>
              <a:latin typeface="Arial"/>
              <a:ea typeface="Arial"/>
              <a:cs typeface="Arial"/>
              <a:sym typeface="Arial"/>
            </a:endParaRPr>
          </a:p>
          <a:p>
            <a:pPr indent="0" lvl="0" marL="0" marR="0" rtl="0" algn="l">
              <a:lnSpc>
                <a:spcPct val="173050"/>
              </a:lnSpc>
              <a:spcBef>
                <a:spcPts val="0"/>
              </a:spcBef>
              <a:spcAft>
                <a:spcPts val="0"/>
              </a:spcAft>
              <a:buNone/>
            </a:pPr>
            <a:r>
              <a:t/>
            </a:r>
            <a:endParaRPr b="0" i="0" sz="2308" u="none" cap="none" strike="noStrike">
              <a:solidFill>
                <a:srgbClr val="131416"/>
              </a:solidFill>
              <a:latin typeface="Arial"/>
              <a:ea typeface="Arial"/>
              <a:cs typeface="Arial"/>
              <a:sym typeface="Arial"/>
            </a:endParaRPr>
          </a:p>
        </p:txBody>
      </p:sp>
    </p:spTree>
  </p:cSld>
  <p:clrMapOvr>
    <a:masterClrMapping/>
  </p:clrMapOvr>
</p:sld>
</file>

<file path=ppt/slides/slide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54" name="Shape 154"/>
        <p:cNvGrpSpPr/>
        <p:nvPr/>
      </p:nvGrpSpPr>
      <p:grpSpPr>
        <a:xfrm>
          <a:off x="0" y="0"/>
          <a:ext cx="0" cy="0"/>
          <a:chOff x="0" y="0"/>
          <a:chExt cx="0" cy="0"/>
        </a:xfrm>
      </p:grpSpPr>
      <p:sp>
        <p:nvSpPr>
          <p:cNvPr id="155" name="Google Shape;155;p7"/>
          <p:cNvSpPr/>
          <p:nvPr/>
        </p:nvSpPr>
        <p:spPr>
          <a:xfrm>
            <a:off x="7287178" y="8519689"/>
            <a:ext cx="3433096" cy="1477222"/>
          </a:xfrm>
          <a:custGeom>
            <a:rect b="b" l="l" r="r" t="t"/>
            <a:pathLst>
              <a:path extrusionOk="0" h="1477222" w="3433096">
                <a:moveTo>
                  <a:pt x="0" y="0"/>
                </a:moveTo>
                <a:lnTo>
                  <a:pt x="3433095" y="0"/>
                </a:lnTo>
                <a:lnTo>
                  <a:pt x="3433095" y="1477222"/>
                </a:lnTo>
                <a:lnTo>
                  <a:pt x="0" y="1477222"/>
                </a:lnTo>
                <a:lnTo>
                  <a:pt x="0" y="0"/>
                </a:lnTo>
                <a:close/>
              </a:path>
            </a:pathLst>
          </a:custGeom>
          <a:blipFill rotWithShape="1">
            <a:blip r:embed="rId3">
              <a:alphaModFix/>
            </a:blip>
            <a:stretch>
              <a:fillRect b="0" l="0" r="0" t="0"/>
            </a:stretch>
          </a:blipFill>
          <a:ln>
            <a:noFill/>
          </a:ln>
        </p:spPr>
      </p:sp>
      <p:sp>
        <p:nvSpPr>
          <p:cNvPr id="156" name="Google Shape;156;p7"/>
          <p:cNvSpPr txBox="1"/>
          <p:nvPr/>
        </p:nvSpPr>
        <p:spPr>
          <a:xfrm>
            <a:off x="923730" y="4183172"/>
            <a:ext cx="13666877" cy="5506422"/>
          </a:xfrm>
          <a:prstGeom prst="rect">
            <a:avLst/>
          </a:prstGeom>
          <a:noFill/>
          <a:ln>
            <a:noFill/>
          </a:ln>
        </p:spPr>
        <p:txBody>
          <a:bodyPr anchorCtr="0" anchor="t" bIns="0" lIns="0" spcFirstLastPara="1" rIns="0" wrap="square" tIns="0">
            <a:spAutoFit/>
          </a:bodyPr>
          <a:lstStyle/>
          <a:p>
            <a:pPr indent="0" lvl="0" marL="0" marR="0" rtl="0" algn="l">
              <a:lnSpc>
                <a:spcPct val="172987"/>
              </a:lnSpc>
              <a:spcBef>
                <a:spcPts val="0"/>
              </a:spcBef>
              <a:spcAft>
                <a:spcPts val="0"/>
              </a:spcAft>
              <a:buNone/>
            </a:pPr>
            <a:r>
              <a:rPr b="1" i="0" lang="en-US" sz="2310" u="none" cap="none" strike="noStrike">
                <a:solidFill>
                  <a:srgbClr val="131416"/>
                </a:solidFill>
                <a:latin typeface="Arial"/>
                <a:ea typeface="Arial"/>
                <a:cs typeface="Arial"/>
                <a:sym typeface="Arial"/>
              </a:rPr>
              <a:t>Los indicadores clave de rendimiento (KPIs) son métricas que permiten evaluar cómo avanza el proyecto en términos de tiempo, costo, alcance y calidad. A continuación, algunos de los más importantes:</a:t>
            </a:r>
            <a:endParaRPr/>
          </a:p>
          <a:p>
            <a:pPr indent="0" lvl="0" marL="0" marR="0" rtl="0" algn="l">
              <a:lnSpc>
                <a:spcPct val="172987"/>
              </a:lnSpc>
              <a:spcBef>
                <a:spcPts val="0"/>
              </a:spcBef>
              <a:spcAft>
                <a:spcPts val="0"/>
              </a:spcAft>
              <a:buNone/>
            </a:pPr>
            <a:r>
              <a:t/>
            </a:r>
            <a:endParaRPr b="1" i="0" sz="2310" u="none" cap="none" strike="noStrike">
              <a:solidFill>
                <a:srgbClr val="131416"/>
              </a:solidFill>
              <a:latin typeface="Arial"/>
              <a:ea typeface="Arial"/>
              <a:cs typeface="Arial"/>
              <a:sym typeface="Arial"/>
            </a:endParaRPr>
          </a:p>
          <a:p>
            <a:pPr indent="0" lvl="0" marL="0" marR="0" rtl="0" algn="l">
              <a:lnSpc>
                <a:spcPct val="172987"/>
              </a:lnSpc>
              <a:spcBef>
                <a:spcPts val="0"/>
              </a:spcBef>
              <a:spcAft>
                <a:spcPts val="0"/>
              </a:spcAft>
              <a:buNone/>
            </a:pPr>
            <a:r>
              <a:rPr b="1" i="0" lang="en-US" sz="2310" u="none" cap="none" strike="noStrike">
                <a:solidFill>
                  <a:srgbClr val="131416"/>
                </a:solidFill>
                <a:latin typeface="Arial"/>
                <a:ea typeface="Arial"/>
                <a:cs typeface="Arial"/>
                <a:sym typeface="Arial"/>
              </a:rPr>
              <a:t>Valor Ganado (EV): Indica cuánto trabajo se ha completado en relación con el presupuesto asignado.</a:t>
            </a:r>
            <a:endParaRPr/>
          </a:p>
          <a:p>
            <a:pPr indent="0" lvl="0" marL="0" marR="0" rtl="0" algn="l">
              <a:lnSpc>
                <a:spcPct val="172987"/>
              </a:lnSpc>
              <a:spcBef>
                <a:spcPts val="0"/>
              </a:spcBef>
              <a:spcAft>
                <a:spcPts val="0"/>
              </a:spcAft>
              <a:buNone/>
            </a:pPr>
            <a:r>
              <a:t/>
            </a:r>
            <a:endParaRPr b="1" i="0" sz="2310" u="none" cap="none" strike="noStrike">
              <a:solidFill>
                <a:srgbClr val="131416"/>
              </a:solidFill>
              <a:latin typeface="Arial"/>
              <a:ea typeface="Arial"/>
              <a:cs typeface="Arial"/>
              <a:sym typeface="Arial"/>
            </a:endParaRPr>
          </a:p>
          <a:p>
            <a:pPr indent="0" lvl="0" marL="0" marR="0" rtl="0" algn="l">
              <a:lnSpc>
                <a:spcPct val="172987"/>
              </a:lnSpc>
              <a:spcBef>
                <a:spcPts val="0"/>
              </a:spcBef>
              <a:spcAft>
                <a:spcPts val="0"/>
              </a:spcAft>
              <a:buNone/>
            </a:pPr>
            <a:r>
              <a:rPr b="0" i="0" lang="en-US" sz="2310" u="none" cap="none" strike="noStrike">
                <a:solidFill>
                  <a:srgbClr val="131416"/>
                </a:solidFill>
                <a:latin typeface="Arial"/>
                <a:ea typeface="Arial"/>
                <a:cs typeface="Arial"/>
                <a:sym typeface="Arial"/>
              </a:rPr>
              <a:t>Índice de Desempeño del Cronograma (SPI): Mide si el proyecto está adelantado o retrasado en el tiempo.</a:t>
            </a:r>
            <a:endParaRPr/>
          </a:p>
          <a:p>
            <a:pPr indent="0" lvl="0" marL="0" marR="0" rtl="0" algn="l">
              <a:lnSpc>
                <a:spcPct val="172987"/>
              </a:lnSpc>
              <a:spcBef>
                <a:spcPts val="0"/>
              </a:spcBef>
              <a:spcAft>
                <a:spcPts val="0"/>
              </a:spcAft>
              <a:buNone/>
            </a:pPr>
            <a:r>
              <a:t/>
            </a:r>
            <a:endParaRPr b="0" i="0" sz="2310" u="none" cap="none" strike="noStrike">
              <a:solidFill>
                <a:srgbClr val="131416"/>
              </a:solidFill>
              <a:latin typeface="Arial"/>
              <a:ea typeface="Arial"/>
              <a:cs typeface="Arial"/>
              <a:sym typeface="Arial"/>
            </a:endParaRPr>
          </a:p>
          <a:p>
            <a:pPr indent="0" lvl="0" marL="0" marR="0" rtl="0" algn="l">
              <a:lnSpc>
                <a:spcPct val="172987"/>
              </a:lnSpc>
              <a:spcBef>
                <a:spcPts val="0"/>
              </a:spcBef>
              <a:spcAft>
                <a:spcPts val="0"/>
              </a:spcAft>
              <a:buNone/>
            </a:pPr>
            <a:r>
              <a:t/>
            </a:r>
            <a:endParaRPr b="0" i="0" sz="2310" u="none" cap="none" strike="noStrike">
              <a:solidFill>
                <a:srgbClr val="131416"/>
              </a:solidFill>
              <a:latin typeface="Arial"/>
              <a:ea typeface="Arial"/>
              <a:cs typeface="Arial"/>
              <a:sym typeface="Arial"/>
            </a:endParaRPr>
          </a:p>
        </p:txBody>
      </p:sp>
      <p:sp>
        <p:nvSpPr>
          <p:cNvPr id="157" name="Google Shape;157;p7"/>
          <p:cNvSpPr txBox="1"/>
          <p:nvPr/>
        </p:nvSpPr>
        <p:spPr>
          <a:xfrm>
            <a:off x="1028700" y="914400"/>
            <a:ext cx="15950051" cy="1471792"/>
          </a:xfrm>
          <a:prstGeom prst="rect">
            <a:avLst/>
          </a:prstGeom>
          <a:noFill/>
          <a:ln>
            <a:noFill/>
          </a:ln>
        </p:spPr>
        <p:txBody>
          <a:bodyPr anchorCtr="0" anchor="t" bIns="0" lIns="0" spcFirstLastPara="1" rIns="0" wrap="square" tIns="0">
            <a:spAutoFit/>
          </a:bodyPr>
          <a:lstStyle/>
          <a:p>
            <a:pPr indent="0" lvl="0" marL="0" marR="0" rtl="0" algn="l">
              <a:lnSpc>
                <a:spcPct val="172987"/>
              </a:lnSpc>
              <a:spcBef>
                <a:spcPts val="0"/>
              </a:spcBef>
              <a:spcAft>
                <a:spcPts val="0"/>
              </a:spcAft>
              <a:buNone/>
            </a:pPr>
            <a:r>
              <a:rPr b="0" i="0" lang="en-US" sz="2310" u="none" cap="none" strike="noStrike">
                <a:solidFill>
                  <a:srgbClr val="131416"/>
                </a:solidFill>
                <a:latin typeface="Arial"/>
                <a:ea typeface="Arial"/>
                <a:cs typeface="Arial"/>
                <a:sym typeface="Arial"/>
              </a:rPr>
              <a:t>Acciones Recomendadas: Sugerencias o decisiones necesarias para mantener el proyecto en curso o corregir posibles desviaciones.</a:t>
            </a:r>
            <a:endParaRPr/>
          </a:p>
          <a:p>
            <a:pPr indent="0" lvl="0" marL="0" marR="0" rtl="0" algn="l">
              <a:lnSpc>
                <a:spcPct val="172987"/>
              </a:lnSpc>
              <a:spcBef>
                <a:spcPts val="0"/>
              </a:spcBef>
              <a:spcAft>
                <a:spcPts val="0"/>
              </a:spcAft>
              <a:buNone/>
            </a:pPr>
            <a:r>
              <a:t/>
            </a:r>
            <a:endParaRPr b="0" i="0" sz="2310" u="none" cap="none" strike="noStrike">
              <a:solidFill>
                <a:srgbClr val="131416"/>
              </a:solidFill>
              <a:latin typeface="Arial"/>
              <a:ea typeface="Arial"/>
              <a:cs typeface="Arial"/>
              <a:sym typeface="Arial"/>
            </a:endParaRPr>
          </a:p>
        </p:txBody>
      </p:sp>
      <p:sp>
        <p:nvSpPr>
          <p:cNvPr id="158" name="Google Shape;158;p7"/>
          <p:cNvSpPr txBox="1"/>
          <p:nvPr/>
        </p:nvSpPr>
        <p:spPr>
          <a:xfrm>
            <a:off x="1028700" y="2271892"/>
            <a:ext cx="13666877" cy="2480450"/>
          </a:xfrm>
          <a:prstGeom prst="rect">
            <a:avLst/>
          </a:prstGeom>
          <a:noFill/>
          <a:ln>
            <a:noFill/>
          </a:ln>
        </p:spPr>
        <p:txBody>
          <a:bodyPr anchorCtr="0" anchor="t" bIns="0" lIns="0" spcFirstLastPara="1" rIns="0" wrap="square" tIns="0">
            <a:spAutoFit/>
          </a:bodyPr>
          <a:lstStyle/>
          <a:p>
            <a:pPr indent="0" lvl="0" marL="0" marR="0" rtl="0" algn="l">
              <a:lnSpc>
                <a:spcPct val="172987"/>
              </a:lnSpc>
              <a:spcBef>
                <a:spcPts val="0"/>
              </a:spcBef>
              <a:spcAft>
                <a:spcPts val="0"/>
              </a:spcAft>
              <a:buNone/>
            </a:pPr>
            <a:r>
              <a:rPr b="0" i="0" lang="en-US" sz="2310" u="none" cap="none" strike="noStrike">
                <a:solidFill>
                  <a:srgbClr val="131416"/>
                </a:solidFill>
                <a:latin typeface="Arial"/>
                <a:ea typeface="Arial"/>
                <a:cs typeface="Arial"/>
                <a:sym typeface="Arial"/>
              </a:rPr>
              <a:t>Próximos Pasos: Un desglose de las actividades clave por venir y los hitos importantes.</a:t>
            </a:r>
            <a:endParaRPr/>
          </a:p>
          <a:p>
            <a:pPr indent="0" lvl="0" marL="0" marR="0" rtl="0" algn="l">
              <a:lnSpc>
                <a:spcPct val="172987"/>
              </a:lnSpc>
              <a:spcBef>
                <a:spcPts val="0"/>
              </a:spcBef>
              <a:spcAft>
                <a:spcPts val="0"/>
              </a:spcAft>
              <a:buNone/>
            </a:pPr>
            <a:r>
              <a:t/>
            </a:r>
            <a:endParaRPr b="0" i="0" sz="2310" u="none" cap="none" strike="noStrike">
              <a:solidFill>
                <a:srgbClr val="131416"/>
              </a:solidFill>
              <a:latin typeface="Arial"/>
              <a:ea typeface="Arial"/>
              <a:cs typeface="Arial"/>
              <a:sym typeface="Arial"/>
            </a:endParaRPr>
          </a:p>
          <a:p>
            <a:pPr indent="0" lvl="0" marL="0" marR="0" rtl="0" algn="l">
              <a:lnSpc>
                <a:spcPct val="172987"/>
              </a:lnSpc>
              <a:spcBef>
                <a:spcPts val="0"/>
              </a:spcBef>
              <a:spcAft>
                <a:spcPts val="0"/>
              </a:spcAft>
              <a:buNone/>
            </a:pPr>
            <a:r>
              <a:rPr b="1" i="0" lang="en-US" sz="2310" u="none" cap="none" strike="noStrike">
                <a:solidFill>
                  <a:srgbClr val="131416"/>
                </a:solidFill>
                <a:latin typeface="Arial"/>
                <a:ea typeface="Arial"/>
                <a:cs typeface="Arial"/>
                <a:sym typeface="Arial"/>
              </a:rPr>
              <a:t>Principales Indicadores a Presentar a los Interesados</a:t>
            </a:r>
            <a:endParaRPr/>
          </a:p>
          <a:p>
            <a:pPr indent="0" lvl="0" marL="0" marR="0" rtl="0" algn="l">
              <a:lnSpc>
                <a:spcPct val="172987"/>
              </a:lnSpc>
              <a:spcBef>
                <a:spcPts val="0"/>
              </a:spcBef>
              <a:spcAft>
                <a:spcPts val="0"/>
              </a:spcAft>
              <a:buNone/>
            </a:pPr>
            <a:r>
              <a:t/>
            </a:r>
            <a:endParaRPr b="1" i="0" sz="2310" u="none" cap="none" strike="noStrike">
              <a:solidFill>
                <a:srgbClr val="131416"/>
              </a:solidFill>
              <a:latin typeface="Arial"/>
              <a:ea typeface="Arial"/>
              <a:cs typeface="Arial"/>
              <a:sym typeface="Arial"/>
            </a:endParaRPr>
          </a:p>
          <a:p>
            <a:pPr indent="0" lvl="0" marL="0" marR="0" rtl="0" algn="l">
              <a:lnSpc>
                <a:spcPct val="172987"/>
              </a:lnSpc>
              <a:spcBef>
                <a:spcPts val="0"/>
              </a:spcBef>
              <a:spcAft>
                <a:spcPts val="0"/>
              </a:spcAft>
              <a:buNone/>
            </a:pPr>
            <a:r>
              <a:t/>
            </a:r>
            <a:endParaRPr b="1" i="0" sz="2310" u="none" cap="none" strike="noStrike">
              <a:solidFill>
                <a:srgbClr val="131416"/>
              </a:solidFill>
              <a:latin typeface="Arial"/>
              <a:ea typeface="Arial"/>
              <a:cs typeface="Arial"/>
              <a:sym typeface="Arial"/>
            </a:endParaRPr>
          </a:p>
        </p:txBody>
      </p:sp>
    </p:spTree>
  </p:cSld>
  <p:clrMapOvr>
    <a:masterClrMapping/>
  </p:clrMapOvr>
</p:sld>
</file>

<file path=ppt/slides/slide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62" name="Shape 162"/>
        <p:cNvGrpSpPr/>
        <p:nvPr/>
      </p:nvGrpSpPr>
      <p:grpSpPr>
        <a:xfrm>
          <a:off x="0" y="0"/>
          <a:ext cx="0" cy="0"/>
          <a:chOff x="0" y="0"/>
          <a:chExt cx="0" cy="0"/>
        </a:xfrm>
      </p:grpSpPr>
      <p:sp>
        <p:nvSpPr>
          <p:cNvPr id="163" name="Google Shape;163;p8"/>
          <p:cNvSpPr/>
          <p:nvPr/>
        </p:nvSpPr>
        <p:spPr>
          <a:xfrm>
            <a:off x="5286389" y="1593700"/>
            <a:ext cx="4705313" cy="2084780"/>
          </a:xfrm>
          <a:custGeom>
            <a:rect b="b" l="l" r="r" t="t"/>
            <a:pathLst>
              <a:path extrusionOk="0" h="2084780" w="4705313">
                <a:moveTo>
                  <a:pt x="0" y="0"/>
                </a:moveTo>
                <a:lnTo>
                  <a:pt x="4705312" y="0"/>
                </a:lnTo>
                <a:lnTo>
                  <a:pt x="4705312" y="2084779"/>
                </a:lnTo>
                <a:lnTo>
                  <a:pt x="0" y="2084779"/>
                </a:lnTo>
                <a:lnTo>
                  <a:pt x="0" y="0"/>
                </a:lnTo>
                <a:close/>
              </a:path>
            </a:pathLst>
          </a:custGeom>
          <a:blipFill rotWithShape="1">
            <a:blip r:embed="rId3">
              <a:alphaModFix/>
            </a:blip>
            <a:stretch>
              <a:fillRect b="0" l="0" r="0" t="0"/>
            </a:stretch>
          </a:blipFill>
          <a:ln>
            <a:noFill/>
          </a:ln>
        </p:spPr>
      </p:sp>
      <p:sp>
        <p:nvSpPr>
          <p:cNvPr id="164" name="Google Shape;164;p8"/>
          <p:cNvSpPr txBox="1"/>
          <p:nvPr/>
        </p:nvSpPr>
        <p:spPr>
          <a:xfrm>
            <a:off x="1330528" y="7233568"/>
            <a:ext cx="13666877" cy="1471792"/>
          </a:xfrm>
          <a:prstGeom prst="rect">
            <a:avLst/>
          </a:prstGeom>
          <a:noFill/>
          <a:ln>
            <a:noFill/>
          </a:ln>
        </p:spPr>
        <p:txBody>
          <a:bodyPr anchorCtr="0" anchor="t" bIns="0" lIns="0" spcFirstLastPara="1" rIns="0" wrap="square" tIns="0">
            <a:spAutoFit/>
          </a:bodyPr>
          <a:lstStyle/>
          <a:p>
            <a:pPr indent="0" lvl="0" marL="0" marR="0" rtl="0" algn="l">
              <a:lnSpc>
                <a:spcPct val="172987"/>
              </a:lnSpc>
              <a:spcBef>
                <a:spcPts val="0"/>
              </a:spcBef>
              <a:spcAft>
                <a:spcPts val="0"/>
              </a:spcAft>
              <a:buNone/>
            </a:pPr>
            <a:r>
              <a:rPr b="0" i="0" lang="en-US" sz="2310" u="none" cap="none" strike="noStrike">
                <a:solidFill>
                  <a:srgbClr val="131416"/>
                </a:solidFill>
                <a:latin typeface="Arial"/>
                <a:ea typeface="Arial"/>
                <a:cs typeface="Arial"/>
                <a:sym typeface="Arial"/>
              </a:rPr>
              <a:t>Riesgos Críticos: Enumerar los riesgos que tienen el mayor potencial de impacto en el proyecto.</a:t>
            </a:r>
            <a:endParaRPr/>
          </a:p>
          <a:p>
            <a:pPr indent="0" lvl="0" marL="0" marR="0" rtl="0" algn="l">
              <a:lnSpc>
                <a:spcPct val="172987"/>
              </a:lnSpc>
              <a:spcBef>
                <a:spcPts val="0"/>
              </a:spcBef>
              <a:spcAft>
                <a:spcPts val="0"/>
              </a:spcAft>
              <a:buNone/>
            </a:pPr>
            <a:r>
              <a:t/>
            </a:r>
            <a:endParaRPr b="0" i="0" sz="2310" u="none" cap="none" strike="noStrike">
              <a:solidFill>
                <a:srgbClr val="131416"/>
              </a:solidFill>
              <a:latin typeface="Arial"/>
              <a:ea typeface="Arial"/>
              <a:cs typeface="Arial"/>
              <a:sym typeface="Arial"/>
            </a:endParaRPr>
          </a:p>
        </p:txBody>
      </p:sp>
      <p:sp>
        <p:nvSpPr>
          <p:cNvPr id="165" name="Google Shape;165;p8"/>
          <p:cNvSpPr txBox="1"/>
          <p:nvPr/>
        </p:nvSpPr>
        <p:spPr>
          <a:xfrm>
            <a:off x="1028700" y="914400"/>
            <a:ext cx="15950051" cy="967463"/>
          </a:xfrm>
          <a:prstGeom prst="rect">
            <a:avLst/>
          </a:prstGeom>
          <a:noFill/>
          <a:ln>
            <a:noFill/>
          </a:ln>
        </p:spPr>
        <p:txBody>
          <a:bodyPr anchorCtr="0" anchor="t" bIns="0" lIns="0" spcFirstLastPara="1" rIns="0" wrap="square" tIns="0">
            <a:spAutoFit/>
          </a:bodyPr>
          <a:lstStyle/>
          <a:p>
            <a:pPr indent="0" lvl="0" marL="0" marR="0" rtl="0" algn="l">
              <a:lnSpc>
                <a:spcPct val="172987"/>
              </a:lnSpc>
              <a:spcBef>
                <a:spcPts val="0"/>
              </a:spcBef>
              <a:spcAft>
                <a:spcPts val="0"/>
              </a:spcAft>
              <a:buNone/>
            </a:pPr>
            <a:r>
              <a:rPr b="0" i="0" lang="en-US" sz="2310" u="none" cap="none" strike="noStrike">
                <a:solidFill>
                  <a:srgbClr val="131416"/>
                </a:solidFill>
                <a:latin typeface="Arial"/>
                <a:ea typeface="Arial"/>
                <a:cs typeface="Arial"/>
                <a:sym typeface="Arial"/>
              </a:rPr>
              <a:t>Índice de Desempeño de Costo (CPI): Mide la eficiencia en el uso del presupuesto.</a:t>
            </a:r>
            <a:endParaRPr/>
          </a:p>
          <a:p>
            <a:pPr indent="0" lvl="0" marL="0" marR="0" rtl="0" algn="l">
              <a:lnSpc>
                <a:spcPct val="172987"/>
              </a:lnSpc>
              <a:spcBef>
                <a:spcPts val="0"/>
              </a:spcBef>
              <a:spcAft>
                <a:spcPts val="0"/>
              </a:spcAft>
              <a:buNone/>
            </a:pPr>
            <a:r>
              <a:t/>
            </a:r>
            <a:endParaRPr b="0" i="0" sz="2310" u="none" cap="none" strike="noStrike">
              <a:solidFill>
                <a:srgbClr val="131416"/>
              </a:solidFill>
              <a:latin typeface="Arial"/>
              <a:ea typeface="Arial"/>
              <a:cs typeface="Arial"/>
              <a:sym typeface="Arial"/>
            </a:endParaRPr>
          </a:p>
        </p:txBody>
      </p:sp>
      <p:sp>
        <p:nvSpPr>
          <p:cNvPr id="166" name="Google Shape;166;p8"/>
          <p:cNvSpPr txBox="1"/>
          <p:nvPr/>
        </p:nvSpPr>
        <p:spPr>
          <a:xfrm>
            <a:off x="1309249" y="4602618"/>
            <a:ext cx="15950051" cy="967463"/>
          </a:xfrm>
          <a:prstGeom prst="rect">
            <a:avLst/>
          </a:prstGeom>
          <a:noFill/>
          <a:ln>
            <a:noFill/>
          </a:ln>
        </p:spPr>
        <p:txBody>
          <a:bodyPr anchorCtr="0" anchor="t" bIns="0" lIns="0" spcFirstLastPara="1" rIns="0" wrap="square" tIns="0">
            <a:spAutoFit/>
          </a:bodyPr>
          <a:lstStyle/>
          <a:p>
            <a:pPr indent="0" lvl="0" marL="0" marR="0" rtl="0" algn="l">
              <a:lnSpc>
                <a:spcPct val="172987"/>
              </a:lnSpc>
              <a:spcBef>
                <a:spcPts val="0"/>
              </a:spcBef>
              <a:spcAft>
                <a:spcPts val="0"/>
              </a:spcAft>
              <a:buNone/>
            </a:pPr>
            <a:r>
              <a:rPr b="0" i="0" lang="en-US" sz="2310" u="none" cap="none" strike="noStrike">
                <a:solidFill>
                  <a:srgbClr val="131416"/>
                </a:solidFill>
                <a:latin typeface="Arial"/>
                <a:ea typeface="Arial"/>
                <a:cs typeface="Arial"/>
                <a:sym typeface="Arial"/>
              </a:rPr>
              <a:t>Porcentaje Completado: Indica el porcentaje del proyecto completado hasta la fecha.</a:t>
            </a:r>
            <a:endParaRPr/>
          </a:p>
          <a:p>
            <a:pPr indent="0" lvl="0" marL="0" marR="0" rtl="0" algn="l">
              <a:lnSpc>
                <a:spcPct val="172987"/>
              </a:lnSpc>
              <a:spcBef>
                <a:spcPts val="0"/>
              </a:spcBef>
              <a:spcAft>
                <a:spcPts val="0"/>
              </a:spcAft>
              <a:buNone/>
            </a:pPr>
            <a:r>
              <a:t/>
            </a:r>
            <a:endParaRPr b="0" i="0" sz="2310" u="none" cap="none" strike="noStrike">
              <a:solidFill>
                <a:srgbClr val="131416"/>
              </a:solidFill>
              <a:latin typeface="Arial"/>
              <a:ea typeface="Arial"/>
              <a:cs typeface="Arial"/>
              <a:sym typeface="Arial"/>
            </a:endParaRPr>
          </a:p>
        </p:txBody>
      </p:sp>
    </p:spTree>
  </p:cSld>
  <p:clrMapOvr>
    <a:masterClrMapping/>
  </p:clrMapOvr>
</p:sld>
</file>

<file path=ppt/slides/slide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70" name="Shape 170"/>
        <p:cNvGrpSpPr/>
        <p:nvPr/>
      </p:nvGrpSpPr>
      <p:grpSpPr>
        <a:xfrm>
          <a:off x="0" y="0"/>
          <a:ext cx="0" cy="0"/>
          <a:chOff x="0" y="0"/>
          <a:chExt cx="0" cy="0"/>
        </a:xfrm>
      </p:grpSpPr>
      <p:sp>
        <p:nvSpPr>
          <p:cNvPr id="171" name="Google Shape;171;p9"/>
          <p:cNvSpPr txBox="1"/>
          <p:nvPr/>
        </p:nvSpPr>
        <p:spPr>
          <a:xfrm>
            <a:off x="825249" y="1592571"/>
            <a:ext cx="15950051" cy="967463"/>
          </a:xfrm>
          <a:prstGeom prst="rect">
            <a:avLst/>
          </a:prstGeom>
          <a:noFill/>
          <a:ln>
            <a:noFill/>
          </a:ln>
        </p:spPr>
        <p:txBody>
          <a:bodyPr anchorCtr="0" anchor="t" bIns="0" lIns="0" spcFirstLastPara="1" rIns="0" wrap="square" tIns="0">
            <a:spAutoFit/>
          </a:bodyPr>
          <a:lstStyle/>
          <a:p>
            <a:pPr indent="0" lvl="0" marL="0" marR="0" rtl="0" algn="l">
              <a:lnSpc>
                <a:spcPct val="172987"/>
              </a:lnSpc>
              <a:spcBef>
                <a:spcPts val="0"/>
              </a:spcBef>
              <a:spcAft>
                <a:spcPts val="0"/>
              </a:spcAft>
              <a:buNone/>
            </a:pPr>
            <a:r>
              <a:rPr b="0" i="0" lang="en-US" sz="2310" u="none" cap="none" strike="noStrike">
                <a:solidFill>
                  <a:srgbClr val="131416"/>
                </a:solidFill>
                <a:latin typeface="Arial"/>
                <a:ea typeface="Arial"/>
                <a:cs typeface="Arial"/>
                <a:sym typeface="Arial"/>
              </a:rPr>
              <a:t>Ejemplo de un KPI en un informe:</a:t>
            </a:r>
            <a:endParaRPr/>
          </a:p>
          <a:p>
            <a:pPr indent="0" lvl="0" marL="0" marR="0" rtl="0" algn="l">
              <a:lnSpc>
                <a:spcPct val="172987"/>
              </a:lnSpc>
              <a:spcBef>
                <a:spcPts val="0"/>
              </a:spcBef>
              <a:spcAft>
                <a:spcPts val="0"/>
              </a:spcAft>
              <a:buNone/>
            </a:pPr>
            <a:r>
              <a:t/>
            </a:r>
            <a:endParaRPr b="0" i="0" sz="2310" u="none" cap="none" strike="noStrike">
              <a:solidFill>
                <a:srgbClr val="131416"/>
              </a:solidFill>
              <a:latin typeface="Arial"/>
              <a:ea typeface="Arial"/>
              <a:cs typeface="Arial"/>
              <a:sym typeface="Arial"/>
            </a:endParaRPr>
          </a:p>
        </p:txBody>
      </p:sp>
      <p:sp>
        <p:nvSpPr>
          <p:cNvPr id="172" name="Google Shape;172;p9"/>
          <p:cNvSpPr txBox="1"/>
          <p:nvPr/>
        </p:nvSpPr>
        <p:spPr>
          <a:xfrm>
            <a:off x="2310562" y="2664982"/>
            <a:ext cx="13666877" cy="1976121"/>
          </a:xfrm>
          <a:prstGeom prst="rect">
            <a:avLst/>
          </a:prstGeom>
          <a:noFill/>
          <a:ln>
            <a:noFill/>
          </a:ln>
        </p:spPr>
        <p:txBody>
          <a:bodyPr anchorCtr="0" anchor="t" bIns="0" lIns="0" spcFirstLastPara="1" rIns="0" wrap="square" tIns="0">
            <a:spAutoFit/>
          </a:bodyPr>
          <a:lstStyle/>
          <a:p>
            <a:pPr indent="0" lvl="0" marL="0" marR="0" rtl="0" algn="l">
              <a:lnSpc>
                <a:spcPct val="172987"/>
              </a:lnSpc>
              <a:spcBef>
                <a:spcPts val="0"/>
              </a:spcBef>
              <a:spcAft>
                <a:spcPts val="0"/>
              </a:spcAft>
              <a:buNone/>
            </a:pPr>
            <a:r>
              <a:rPr b="0" i="0" lang="en-US" sz="2310" u="none" cap="none" strike="noStrike">
                <a:solidFill>
                  <a:srgbClr val="131416"/>
                </a:solidFill>
                <a:latin typeface="Arial"/>
                <a:ea typeface="Arial"/>
                <a:cs typeface="Arial"/>
                <a:sym typeface="Arial"/>
              </a:rPr>
              <a:t>SPI: 0.95 (Esto indica que el proyecto está ligeramente retrasado).</a:t>
            </a:r>
            <a:endParaRPr/>
          </a:p>
          <a:p>
            <a:pPr indent="0" lvl="0" marL="0" marR="0" rtl="0" algn="l">
              <a:lnSpc>
                <a:spcPct val="172987"/>
              </a:lnSpc>
              <a:spcBef>
                <a:spcPts val="0"/>
              </a:spcBef>
              <a:spcAft>
                <a:spcPts val="0"/>
              </a:spcAft>
              <a:buNone/>
            </a:pPr>
            <a:r>
              <a:t/>
            </a:r>
            <a:endParaRPr b="0" i="0" sz="2310" u="none" cap="none" strike="noStrike">
              <a:solidFill>
                <a:srgbClr val="131416"/>
              </a:solidFill>
              <a:latin typeface="Arial"/>
              <a:ea typeface="Arial"/>
              <a:cs typeface="Arial"/>
              <a:sym typeface="Arial"/>
            </a:endParaRPr>
          </a:p>
          <a:p>
            <a:pPr indent="0" lvl="0" marL="0" marR="0" rtl="0" algn="l">
              <a:lnSpc>
                <a:spcPct val="172987"/>
              </a:lnSpc>
              <a:spcBef>
                <a:spcPts val="0"/>
              </a:spcBef>
              <a:spcAft>
                <a:spcPts val="0"/>
              </a:spcAft>
              <a:buNone/>
            </a:pPr>
            <a:r>
              <a:rPr b="0" i="0" lang="en-US" sz="2310" u="none" cap="none" strike="noStrike">
                <a:solidFill>
                  <a:srgbClr val="131416"/>
                </a:solidFill>
                <a:latin typeface="Arial"/>
                <a:ea typeface="Arial"/>
                <a:cs typeface="Arial"/>
                <a:sym typeface="Arial"/>
              </a:rPr>
              <a:t>CPI: 1.05 (Esto indica que están gastando menos de lo planificado, lo cual es positivo).</a:t>
            </a:r>
            <a:endParaRPr/>
          </a:p>
          <a:p>
            <a:pPr indent="0" lvl="0" marL="0" marR="0" rtl="0" algn="l">
              <a:lnSpc>
                <a:spcPct val="172987"/>
              </a:lnSpc>
              <a:spcBef>
                <a:spcPts val="0"/>
              </a:spcBef>
              <a:spcAft>
                <a:spcPts val="0"/>
              </a:spcAft>
              <a:buNone/>
            </a:pPr>
            <a:r>
              <a:t/>
            </a:r>
            <a:endParaRPr b="0" i="0" sz="2310" u="none" cap="none" strike="noStrike">
              <a:solidFill>
                <a:srgbClr val="131416"/>
              </a:solidFill>
              <a:latin typeface="Arial"/>
              <a:ea typeface="Arial"/>
              <a:cs typeface="Arial"/>
              <a:sym typeface="Arial"/>
            </a:endParaRPr>
          </a:p>
        </p:txBody>
      </p:sp>
      <p:sp>
        <p:nvSpPr>
          <p:cNvPr id="173" name="Google Shape;173;p9"/>
          <p:cNvSpPr txBox="1"/>
          <p:nvPr/>
        </p:nvSpPr>
        <p:spPr>
          <a:xfrm>
            <a:off x="825249" y="5029200"/>
            <a:ext cx="15950051" cy="967463"/>
          </a:xfrm>
          <a:prstGeom prst="rect">
            <a:avLst/>
          </a:prstGeom>
          <a:noFill/>
          <a:ln>
            <a:noFill/>
          </a:ln>
        </p:spPr>
        <p:txBody>
          <a:bodyPr anchorCtr="0" anchor="t" bIns="0" lIns="0" spcFirstLastPara="1" rIns="0" wrap="square" tIns="0">
            <a:spAutoFit/>
          </a:bodyPr>
          <a:lstStyle/>
          <a:p>
            <a:pPr indent="0" lvl="0" marL="0" marR="0" rtl="0" algn="l">
              <a:lnSpc>
                <a:spcPct val="172987"/>
              </a:lnSpc>
              <a:spcBef>
                <a:spcPts val="0"/>
              </a:spcBef>
              <a:spcAft>
                <a:spcPts val="0"/>
              </a:spcAft>
              <a:buNone/>
            </a:pPr>
            <a:r>
              <a:rPr b="0" i="0" lang="en-US" sz="2310" u="none" cap="none" strike="noStrike">
                <a:solidFill>
                  <a:srgbClr val="131416"/>
                </a:solidFill>
                <a:latin typeface="Arial"/>
                <a:ea typeface="Arial"/>
                <a:cs typeface="Arial"/>
                <a:sym typeface="Arial"/>
              </a:rPr>
              <a:t>Técnicas para Resumir Información Clave</a:t>
            </a:r>
            <a:endParaRPr/>
          </a:p>
          <a:p>
            <a:pPr indent="0" lvl="0" marL="0" marR="0" rtl="0" algn="l">
              <a:lnSpc>
                <a:spcPct val="172987"/>
              </a:lnSpc>
              <a:spcBef>
                <a:spcPts val="0"/>
              </a:spcBef>
              <a:spcAft>
                <a:spcPts val="0"/>
              </a:spcAft>
              <a:buNone/>
            </a:pPr>
            <a:r>
              <a:t/>
            </a:r>
            <a:endParaRPr b="0" i="0" sz="2310" u="none" cap="none" strike="noStrike">
              <a:solidFill>
                <a:srgbClr val="131416"/>
              </a:solidFill>
              <a:latin typeface="Arial"/>
              <a:ea typeface="Arial"/>
              <a:cs typeface="Arial"/>
              <a:sym typeface="Arial"/>
            </a:endParaRPr>
          </a:p>
        </p:txBody>
      </p:sp>
      <p:sp>
        <p:nvSpPr>
          <p:cNvPr id="174" name="Google Shape;174;p9"/>
          <p:cNvSpPr txBox="1"/>
          <p:nvPr/>
        </p:nvSpPr>
        <p:spPr>
          <a:xfrm>
            <a:off x="2310562" y="5882363"/>
            <a:ext cx="13666877" cy="1976121"/>
          </a:xfrm>
          <a:prstGeom prst="rect">
            <a:avLst/>
          </a:prstGeom>
          <a:noFill/>
          <a:ln>
            <a:noFill/>
          </a:ln>
        </p:spPr>
        <p:txBody>
          <a:bodyPr anchorCtr="0" anchor="t" bIns="0" lIns="0" spcFirstLastPara="1" rIns="0" wrap="square" tIns="0">
            <a:spAutoFit/>
          </a:bodyPr>
          <a:lstStyle/>
          <a:p>
            <a:pPr indent="0" lvl="0" marL="0" marR="0" rtl="0" algn="l">
              <a:lnSpc>
                <a:spcPct val="172987"/>
              </a:lnSpc>
              <a:spcBef>
                <a:spcPts val="0"/>
              </a:spcBef>
              <a:spcAft>
                <a:spcPts val="0"/>
              </a:spcAft>
              <a:buNone/>
            </a:pPr>
            <a:r>
              <a:rPr b="0" i="0" lang="en-US" sz="2310" u="none" cap="none" strike="noStrike">
                <a:solidFill>
                  <a:srgbClr val="131416"/>
                </a:solidFill>
                <a:latin typeface="Arial"/>
                <a:ea typeface="Arial"/>
                <a:cs typeface="Arial"/>
                <a:sym typeface="Arial"/>
              </a:rPr>
              <a:t>Dado que los stakeholders a menudo no tienen tiempo para revisar todos los detalles del proyecto, es crucial saber resumir la información clave sin perder claridad ni precisión.</a:t>
            </a:r>
            <a:endParaRPr/>
          </a:p>
          <a:p>
            <a:pPr indent="0" lvl="0" marL="0" marR="0" rtl="0" algn="l">
              <a:lnSpc>
                <a:spcPct val="172987"/>
              </a:lnSpc>
              <a:spcBef>
                <a:spcPts val="0"/>
              </a:spcBef>
              <a:spcAft>
                <a:spcPts val="0"/>
              </a:spcAft>
              <a:buNone/>
            </a:pPr>
            <a:r>
              <a:t/>
            </a:r>
            <a:endParaRPr b="0" i="0" sz="2310" u="none" cap="none" strike="noStrike">
              <a:solidFill>
                <a:srgbClr val="131416"/>
              </a:solidFill>
              <a:latin typeface="Arial"/>
              <a:ea typeface="Arial"/>
              <a:cs typeface="Arial"/>
              <a:sym typeface="Arial"/>
            </a:endParaRPr>
          </a:p>
          <a:p>
            <a:pPr indent="0" lvl="0" marL="0" marR="0" rtl="0" algn="l">
              <a:lnSpc>
                <a:spcPct val="172987"/>
              </a:lnSpc>
              <a:spcBef>
                <a:spcPts val="0"/>
              </a:spcBef>
              <a:spcAft>
                <a:spcPts val="0"/>
              </a:spcAft>
              <a:buNone/>
            </a:pPr>
            <a:r>
              <a:t/>
            </a:r>
            <a:endParaRPr b="0" i="0" sz="2310" u="none" cap="none" strike="noStrike">
              <a:solidFill>
                <a:srgbClr val="131416"/>
              </a:solidFill>
              <a:latin typeface="Arial"/>
              <a:ea typeface="Arial"/>
              <a:cs typeface="Arial"/>
              <a:sym typeface="Arial"/>
            </a:endParaRPr>
          </a:p>
        </p:txBody>
      </p:sp>
      <p:sp>
        <p:nvSpPr>
          <p:cNvPr id="175" name="Google Shape;175;p9"/>
          <p:cNvSpPr txBox="1"/>
          <p:nvPr/>
        </p:nvSpPr>
        <p:spPr>
          <a:xfrm>
            <a:off x="2310562" y="7434362"/>
            <a:ext cx="13666877" cy="1976121"/>
          </a:xfrm>
          <a:prstGeom prst="rect">
            <a:avLst/>
          </a:prstGeom>
          <a:noFill/>
          <a:ln>
            <a:noFill/>
          </a:ln>
        </p:spPr>
        <p:txBody>
          <a:bodyPr anchorCtr="0" anchor="t" bIns="0" lIns="0" spcFirstLastPara="1" rIns="0" wrap="square" tIns="0">
            <a:spAutoFit/>
          </a:bodyPr>
          <a:lstStyle/>
          <a:p>
            <a:pPr indent="0" lvl="0" marL="0" marR="0" rtl="0" algn="l">
              <a:lnSpc>
                <a:spcPct val="172987"/>
              </a:lnSpc>
              <a:spcBef>
                <a:spcPts val="0"/>
              </a:spcBef>
              <a:spcAft>
                <a:spcPts val="0"/>
              </a:spcAft>
              <a:buNone/>
            </a:pPr>
            <a:r>
              <a:rPr b="0" i="0" lang="en-US" sz="2310" u="none" cap="none" strike="noStrike">
                <a:solidFill>
                  <a:srgbClr val="131416"/>
                </a:solidFill>
                <a:latin typeface="Arial"/>
                <a:ea typeface="Arial"/>
                <a:cs typeface="Arial"/>
                <a:sym typeface="Arial"/>
              </a:rPr>
              <a:t>Uso de Bullet Points: Para destacar rápidamente los puntos clave sin saturar de información.</a:t>
            </a:r>
            <a:endParaRPr/>
          </a:p>
          <a:p>
            <a:pPr indent="0" lvl="0" marL="0" marR="0" rtl="0" algn="l">
              <a:lnSpc>
                <a:spcPct val="172987"/>
              </a:lnSpc>
              <a:spcBef>
                <a:spcPts val="0"/>
              </a:spcBef>
              <a:spcAft>
                <a:spcPts val="0"/>
              </a:spcAft>
              <a:buNone/>
            </a:pPr>
            <a:r>
              <a:t/>
            </a:r>
            <a:endParaRPr b="0" i="0" sz="2310" u="none" cap="none" strike="noStrike">
              <a:solidFill>
                <a:srgbClr val="131416"/>
              </a:solidFill>
              <a:latin typeface="Arial"/>
              <a:ea typeface="Arial"/>
              <a:cs typeface="Arial"/>
              <a:sym typeface="Arial"/>
            </a:endParaRPr>
          </a:p>
          <a:p>
            <a:pPr indent="0" lvl="0" marL="0" marR="0" rtl="0" algn="l">
              <a:lnSpc>
                <a:spcPct val="172987"/>
              </a:lnSpc>
              <a:spcBef>
                <a:spcPts val="0"/>
              </a:spcBef>
              <a:spcAft>
                <a:spcPts val="0"/>
              </a:spcAft>
              <a:buNone/>
            </a:pPr>
            <a:r>
              <a:t/>
            </a:r>
            <a:endParaRPr b="0" i="0" sz="2310" u="none" cap="none" strike="noStrike">
              <a:solidFill>
                <a:srgbClr val="131416"/>
              </a:solidFill>
              <a:latin typeface="Arial"/>
              <a:ea typeface="Arial"/>
              <a:cs typeface="Arial"/>
              <a:sym typeface="Arial"/>
            </a:endParaRPr>
          </a:p>
        </p:txBody>
      </p:sp>
    </p:spTree>
  </p:cSld>
  <p:clrMapOvr>
    <a:masterClrMapping/>
  </p:clrMapOvr>
</p:sld>
</file>

<file path=ppt/slides/slide1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79" name="Shape 179"/>
        <p:cNvGrpSpPr/>
        <p:nvPr/>
      </p:nvGrpSpPr>
      <p:grpSpPr>
        <a:xfrm>
          <a:off x="0" y="0"/>
          <a:ext cx="0" cy="0"/>
          <a:chOff x="0" y="0"/>
          <a:chExt cx="0" cy="0"/>
        </a:xfrm>
      </p:grpSpPr>
      <p:sp>
        <p:nvSpPr>
          <p:cNvPr id="180" name="Google Shape;180;p10"/>
          <p:cNvSpPr txBox="1"/>
          <p:nvPr/>
        </p:nvSpPr>
        <p:spPr>
          <a:xfrm>
            <a:off x="1028700" y="914400"/>
            <a:ext cx="15950051" cy="1471792"/>
          </a:xfrm>
          <a:prstGeom prst="rect">
            <a:avLst/>
          </a:prstGeom>
          <a:noFill/>
          <a:ln>
            <a:noFill/>
          </a:ln>
        </p:spPr>
        <p:txBody>
          <a:bodyPr anchorCtr="0" anchor="t" bIns="0" lIns="0" spcFirstLastPara="1" rIns="0" wrap="square" tIns="0">
            <a:spAutoFit/>
          </a:bodyPr>
          <a:lstStyle/>
          <a:p>
            <a:pPr indent="0" lvl="0" marL="0" marR="0" rtl="0" algn="l">
              <a:lnSpc>
                <a:spcPct val="172987"/>
              </a:lnSpc>
              <a:spcBef>
                <a:spcPts val="0"/>
              </a:spcBef>
              <a:spcAft>
                <a:spcPts val="0"/>
              </a:spcAft>
              <a:buNone/>
            </a:pPr>
            <a:r>
              <a:rPr b="0" i="0" lang="en-US" sz="2310" u="none" cap="none" strike="noStrike">
                <a:solidFill>
                  <a:srgbClr val="131416"/>
                </a:solidFill>
                <a:latin typeface="Arial"/>
                <a:ea typeface="Arial"/>
                <a:cs typeface="Arial"/>
                <a:sym typeface="Arial"/>
              </a:rPr>
              <a:t>Gráficos y Tablas: Resumen visual del progreso en términos de tiempo y presupuesto. Esto facilita la comprensión rápida de las tendencias.</a:t>
            </a:r>
            <a:endParaRPr/>
          </a:p>
          <a:p>
            <a:pPr indent="0" lvl="0" marL="0" marR="0" rtl="0" algn="l">
              <a:lnSpc>
                <a:spcPct val="172987"/>
              </a:lnSpc>
              <a:spcBef>
                <a:spcPts val="0"/>
              </a:spcBef>
              <a:spcAft>
                <a:spcPts val="0"/>
              </a:spcAft>
              <a:buNone/>
            </a:pPr>
            <a:r>
              <a:t/>
            </a:r>
            <a:endParaRPr b="0" i="0" sz="2310" u="none" cap="none" strike="noStrike">
              <a:solidFill>
                <a:srgbClr val="131416"/>
              </a:solidFill>
              <a:latin typeface="Arial"/>
              <a:ea typeface="Arial"/>
              <a:cs typeface="Arial"/>
              <a:sym typeface="Arial"/>
            </a:endParaRPr>
          </a:p>
        </p:txBody>
      </p:sp>
      <p:sp>
        <p:nvSpPr>
          <p:cNvPr id="181" name="Google Shape;181;p10"/>
          <p:cNvSpPr txBox="1"/>
          <p:nvPr/>
        </p:nvSpPr>
        <p:spPr>
          <a:xfrm>
            <a:off x="2021607" y="2377903"/>
            <a:ext cx="13666877" cy="1976121"/>
          </a:xfrm>
          <a:prstGeom prst="rect">
            <a:avLst/>
          </a:prstGeom>
          <a:noFill/>
          <a:ln>
            <a:noFill/>
          </a:ln>
        </p:spPr>
        <p:txBody>
          <a:bodyPr anchorCtr="0" anchor="t" bIns="0" lIns="0" spcFirstLastPara="1" rIns="0" wrap="square" tIns="0">
            <a:spAutoFit/>
          </a:bodyPr>
          <a:lstStyle/>
          <a:p>
            <a:pPr indent="0" lvl="0" marL="0" marR="0" rtl="0" algn="l">
              <a:lnSpc>
                <a:spcPct val="172987"/>
              </a:lnSpc>
              <a:spcBef>
                <a:spcPts val="0"/>
              </a:spcBef>
              <a:spcAft>
                <a:spcPts val="0"/>
              </a:spcAft>
              <a:buNone/>
            </a:pPr>
            <a:r>
              <a:rPr b="1" i="0" lang="en-US" sz="2310" u="none" cap="none" strike="noStrike">
                <a:solidFill>
                  <a:srgbClr val="131416"/>
                </a:solidFill>
                <a:latin typeface="Arial"/>
                <a:ea typeface="Arial"/>
                <a:cs typeface="Arial"/>
                <a:sym typeface="Arial"/>
              </a:rPr>
              <a:t>Ejemplo: Un gráfico de barras mostrando el progreso del proyecto en diferentes fases comparado con el cronograma original.</a:t>
            </a:r>
            <a:endParaRPr/>
          </a:p>
          <a:p>
            <a:pPr indent="0" lvl="0" marL="0" marR="0" rtl="0" algn="l">
              <a:lnSpc>
                <a:spcPct val="172987"/>
              </a:lnSpc>
              <a:spcBef>
                <a:spcPts val="0"/>
              </a:spcBef>
              <a:spcAft>
                <a:spcPts val="0"/>
              </a:spcAft>
              <a:buNone/>
            </a:pPr>
            <a:r>
              <a:t/>
            </a:r>
            <a:endParaRPr b="1" i="0" sz="2310" u="none" cap="none" strike="noStrike">
              <a:solidFill>
                <a:srgbClr val="131416"/>
              </a:solidFill>
              <a:latin typeface="Arial"/>
              <a:ea typeface="Arial"/>
              <a:cs typeface="Arial"/>
              <a:sym typeface="Arial"/>
            </a:endParaRPr>
          </a:p>
          <a:p>
            <a:pPr indent="0" lvl="0" marL="0" marR="0" rtl="0" algn="l">
              <a:lnSpc>
                <a:spcPct val="172987"/>
              </a:lnSpc>
              <a:spcBef>
                <a:spcPts val="0"/>
              </a:spcBef>
              <a:spcAft>
                <a:spcPts val="0"/>
              </a:spcAft>
              <a:buNone/>
            </a:pPr>
            <a:r>
              <a:t/>
            </a:r>
            <a:endParaRPr b="1" i="0" sz="2310" u="none" cap="none" strike="noStrike">
              <a:solidFill>
                <a:srgbClr val="131416"/>
              </a:solidFill>
              <a:latin typeface="Arial"/>
              <a:ea typeface="Arial"/>
              <a:cs typeface="Arial"/>
              <a:sym typeface="Arial"/>
            </a:endParaRPr>
          </a:p>
        </p:txBody>
      </p:sp>
      <p:sp>
        <p:nvSpPr>
          <p:cNvPr id="182" name="Google Shape;182;p10"/>
          <p:cNvSpPr txBox="1"/>
          <p:nvPr/>
        </p:nvSpPr>
        <p:spPr>
          <a:xfrm>
            <a:off x="880019" y="4344498"/>
            <a:ext cx="15950051" cy="1471792"/>
          </a:xfrm>
          <a:prstGeom prst="rect">
            <a:avLst/>
          </a:prstGeom>
          <a:noFill/>
          <a:ln>
            <a:noFill/>
          </a:ln>
        </p:spPr>
        <p:txBody>
          <a:bodyPr anchorCtr="0" anchor="t" bIns="0" lIns="0" spcFirstLastPara="1" rIns="0" wrap="square" tIns="0">
            <a:spAutoFit/>
          </a:bodyPr>
          <a:lstStyle/>
          <a:p>
            <a:pPr indent="0" lvl="0" marL="0" marR="0" rtl="0" algn="l">
              <a:lnSpc>
                <a:spcPct val="172987"/>
              </a:lnSpc>
              <a:spcBef>
                <a:spcPts val="0"/>
              </a:spcBef>
              <a:spcAft>
                <a:spcPts val="0"/>
              </a:spcAft>
              <a:buNone/>
            </a:pPr>
            <a:r>
              <a:rPr b="0" i="0" lang="en-US" sz="2310" u="none" cap="none" strike="noStrike">
                <a:solidFill>
                  <a:srgbClr val="131416"/>
                </a:solidFill>
                <a:latin typeface="Arial"/>
                <a:ea typeface="Arial"/>
                <a:cs typeface="Arial"/>
                <a:sym typeface="Arial"/>
              </a:rPr>
              <a:t>Destacar Resultados Clave: Siempre enfocar la atención en los logros más importantes, riesgos críticos y las decisiones que necesitan ser tomadas.</a:t>
            </a:r>
            <a:endParaRPr/>
          </a:p>
          <a:p>
            <a:pPr indent="0" lvl="0" marL="0" marR="0" rtl="0" algn="l">
              <a:lnSpc>
                <a:spcPct val="172987"/>
              </a:lnSpc>
              <a:spcBef>
                <a:spcPts val="0"/>
              </a:spcBef>
              <a:spcAft>
                <a:spcPts val="0"/>
              </a:spcAft>
              <a:buNone/>
            </a:pPr>
            <a:r>
              <a:t/>
            </a:r>
            <a:endParaRPr b="0" i="0" sz="2310" u="none" cap="none" strike="noStrike">
              <a:solidFill>
                <a:srgbClr val="131416"/>
              </a:solidFill>
              <a:latin typeface="Arial"/>
              <a:ea typeface="Arial"/>
              <a:cs typeface="Arial"/>
              <a:sym typeface="Arial"/>
            </a:endParaRPr>
          </a:p>
        </p:txBody>
      </p:sp>
      <p:sp>
        <p:nvSpPr>
          <p:cNvPr id="183" name="Google Shape;183;p10"/>
          <p:cNvSpPr txBox="1"/>
          <p:nvPr/>
        </p:nvSpPr>
        <p:spPr>
          <a:xfrm>
            <a:off x="1872926" y="5808001"/>
            <a:ext cx="13666877" cy="1976121"/>
          </a:xfrm>
          <a:prstGeom prst="rect">
            <a:avLst/>
          </a:prstGeom>
          <a:noFill/>
          <a:ln>
            <a:noFill/>
          </a:ln>
        </p:spPr>
        <p:txBody>
          <a:bodyPr anchorCtr="0" anchor="t" bIns="0" lIns="0" spcFirstLastPara="1" rIns="0" wrap="square" tIns="0">
            <a:spAutoFit/>
          </a:bodyPr>
          <a:lstStyle/>
          <a:p>
            <a:pPr indent="0" lvl="0" marL="0" marR="0" rtl="0" algn="l">
              <a:lnSpc>
                <a:spcPct val="172987"/>
              </a:lnSpc>
              <a:spcBef>
                <a:spcPts val="0"/>
              </a:spcBef>
              <a:spcAft>
                <a:spcPts val="0"/>
              </a:spcAft>
              <a:buNone/>
            </a:pPr>
            <a:r>
              <a:rPr b="1" i="0" lang="en-US" sz="2310" u="none" cap="none" strike="noStrike">
                <a:solidFill>
                  <a:srgbClr val="131416"/>
                </a:solidFill>
                <a:latin typeface="Arial"/>
                <a:ea typeface="Arial"/>
                <a:cs typeface="Arial"/>
                <a:sym typeface="Arial"/>
              </a:rPr>
              <a:t>Ejemplo: "Hemos completado el 80% del desarrollo del backend, aunque enfrentamos un retraso en la implementación de la base de datos."</a:t>
            </a:r>
            <a:endParaRPr/>
          </a:p>
          <a:p>
            <a:pPr indent="0" lvl="0" marL="0" marR="0" rtl="0" algn="l">
              <a:lnSpc>
                <a:spcPct val="172987"/>
              </a:lnSpc>
              <a:spcBef>
                <a:spcPts val="0"/>
              </a:spcBef>
              <a:spcAft>
                <a:spcPts val="0"/>
              </a:spcAft>
              <a:buNone/>
            </a:pPr>
            <a:r>
              <a:t/>
            </a:r>
            <a:endParaRPr b="1" i="0" sz="2310" u="none" cap="none" strike="noStrike">
              <a:solidFill>
                <a:srgbClr val="131416"/>
              </a:solidFill>
              <a:latin typeface="Arial"/>
              <a:ea typeface="Arial"/>
              <a:cs typeface="Arial"/>
              <a:sym typeface="Arial"/>
            </a:endParaRPr>
          </a:p>
          <a:p>
            <a:pPr indent="0" lvl="0" marL="0" marR="0" rtl="0" algn="l">
              <a:lnSpc>
                <a:spcPct val="172987"/>
              </a:lnSpc>
              <a:spcBef>
                <a:spcPts val="0"/>
              </a:spcBef>
              <a:spcAft>
                <a:spcPts val="0"/>
              </a:spcAft>
              <a:buNone/>
            </a:pPr>
            <a:r>
              <a:t/>
            </a:r>
            <a:endParaRPr b="1" i="0" sz="2310" u="none" cap="none" strike="noStrike">
              <a:solidFill>
                <a:srgbClr val="131416"/>
              </a:solidFill>
              <a:latin typeface="Arial"/>
              <a:ea typeface="Arial"/>
              <a:cs typeface="Arial"/>
              <a:sym typeface="Arial"/>
            </a:endParaRPr>
          </a:p>
        </p:txBody>
      </p:sp>
    </p:spTree>
  </p:cSld>
  <p:clrMapOvr>
    <a:masterClrMapping/>
  </p:clrMapOvr>
</p:sld>
</file>

<file path=ppt/slides/slide1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87" name="Shape 187"/>
        <p:cNvGrpSpPr/>
        <p:nvPr/>
      </p:nvGrpSpPr>
      <p:grpSpPr>
        <a:xfrm>
          <a:off x="0" y="0"/>
          <a:ext cx="0" cy="0"/>
          <a:chOff x="0" y="0"/>
          <a:chExt cx="0" cy="0"/>
        </a:xfrm>
      </p:grpSpPr>
      <p:sp>
        <p:nvSpPr>
          <p:cNvPr id="188" name="Google Shape;188;p11"/>
          <p:cNvSpPr txBox="1"/>
          <p:nvPr/>
        </p:nvSpPr>
        <p:spPr>
          <a:xfrm>
            <a:off x="1028700" y="914400"/>
            <a:ext cx="15950051" cy="967463"/>
          </a:xfrm>
          <a:prstGeom prst="rect">
            <a:avLst/>
          </a:prstGeom>
          <a:noFill/>
          <a:ln>
            <a:noFill/>
          </a:ln>
        </p:spPr>
        <p:txBody>
          <a:bodyPr anchorCtr="0" anchor="t" bIns="0" lIns="0" spcFirstLastPara="1" rIns="0" wrap="square" tIns="0">
            <a:spAutoFit/>
          </a:bodyPr>
          <a:lstStyle/>
          <a:p>
            <a:pPr indent="0" lvl="0" marL="0" marR="0" rtl="0" algn="l">
              <a:lnSpc>
                <a:spcPct val="172987"/>
              </a:lnSpc>
              <a:spcBef>
                <a:spcPts val="0"/>
              </a:spcBef>
              <a:spcAft>
                <a:spcPts val="0"/>
              </a:spcAft>
              <a:buNone/>
            </a:pPr>
            <a:r>
              <a:rPr b="0" i="0" lang="en-US" sz="2310" u="none" cap="none" strike="noStrike">
                <a:solidFill>
                  <a:srgbClr val="131416"/>
                </a:solidFill>
                <a:latin typeface="Arial"/>
                <a:ea typeface="Arial"/>
                <a:cs typeface="Arial"/>
                <a:sym typeface="Arial"/>
              </a:rPr>
              <a:t>Comunicación Efectiva con Stakeholders</a:t>
            </a:r>
            <a:endParaRPr/>
          </a:p>
          <a:p>
            <a:pPr indent="0" lvl="0" marL="0" marR="0" rtl="0" algn="l">
              <a:lnSpc>
                <a:spcPct val="172987"/>
              </a:lnSpc>
              <a:spcBef>
                <a:spcPts val="0"/>
              </a:spcBef>
              <a:spcAft>
                <a:spcPts val="0"/>
              </a:spcAft>
              <a:buNone/>
            </a:pPr>
            <a:r>
              <a:t/>
            </a:r>
            <a:endParaRPr b="0" i="0" sz="2310" u="none" cap="none" strike="noStrike">
              <a:solidFill>
                <a:srgbClr val="131416"/>
              </a:solidFill>
              <a:latin typeface="Arial"/>
              <a:ea typeface="Arial"/>
              <a:cs typeface="Arial"/>
              <a:sym typeface="Arial"/>
            </a:endParaRPr>
          </a:p>
        </p:txBody>
      </p:sp>
      <p:sp>
        <p:nvSpPr>
          <p:cNvPr id="189" name="Google Shape;189;p11"/>
          <p:cNvSpPr txBox="1"/>
          <p:nvPr/>
        </p:nvSpPr>
        <p:spPr>
          <a:xfrm>
            <a:off x="1671707" y="1993013"/>
            <a:ext cx="13666877" cy="1976121"/>
          </a:xfrm>
          <a:prstGeom prst="rect">
            <a:avLst/>
          </a:prstGeom>
          <a:noFill/>
          <a:ln>
            <a:noFill/>
          </a:ln>
        </p:spPr>
        <p:txBody>
          <a:bodyPr anchorCtr="0" anchor="t" bIns="0" lIns="0" spcFirstLastPara="1" rIns="0" wrap="square" tIns="0">
            <a:spAutoFit/>
          </a:bodyPr>
          <a:lstStyle/>
          <a:p>
            <a:pPr indent="0" lvl="0" marL="0" marR="0" rtl="0" algn="l">
              <a:lnSpc>
                <a:spcPct val="172987"/>
              </a:lnSpc>
              <a:spcBef>
                <a:spcPts val="0"/>
              </a:spcBef>
              <a:spcAft>
                <a:spcPts val="0"/>
              </a:spcAft>
              <a:buNone/>
            </a:pPr>
            <a:r>
              <a:rPr b="1" i="0" lang="en-US" sz="2310" u="none" cap="none" strike="noStrike">
                <a:solidFill>
                  <a:srgbClr val="131416"/>
                </a:solidFill>
                <a:latin typeface="Arial"/>
                <a:ea typeface="Arial"/>
                <a:cs typeface="Arial"/>
                <a:sym typeface="Arial"/>
              </a:rPr>
              <a:t>Una parte fundamental de la gestión de proyectos es la comunicación clara con los stakeholders, quienes toman decisiones estratégicas basadas en la información que reciben. Algunos consejos para una comunicación efectiva:</a:t>
            </a:r>
            <a:endParaRPr/>
          </a:p>
          <a:p>
            <a:pPr indent="0" lvl="0" marL="0" marR="0" rtl="0" algn="l">
              <a:lnSpc>
                <a:spcPct val="172987"/>
              </a:lnSpc>
              <a:spcBef>
                <a:spcPts val="0"/>
              </a:spcBef>
              <a:spcAft>
                <a:spcPts val="0"/>
              </a:spcAft>
              <a:buNone/>
            </a:pPr>
            <a:r>
              <a:t/>
            </a:r>
            <a:endParaRPr b="1" i="0" sz="2310" u="none" cap="none" strike="noStrike">
              <a:solidFill>
                <a:srgbClr val="131416"/>
              </a:solidFill>
              <a:latin typeface="Arial"/>
              <a:ea typeface="Arial"/>
              <a:cs typeface="Arial"/>
              <a:sym typeface="Arial"/>
            </a:endParaRPr>
          </a:p>
        </p:txBody>
      </p:sp>
      <p:sp>
        <p:nvSpPr>
          <p:cNvPr id="190" name="Google Shape;190;p11"/>
          <p:cNvSpPr txBox="1"/>
          <p:nvPr/>
        </p:nvSpPr>
        <p:spPr>
          <a:xfrm>
            <a:off x="1824107" y="4083434"/>
            <a:ext cx="13666877" cy="1471792"/>
          </a:xfrm>
          <a:prstGeom prst="rect">
            <a:avLst/>
          </a:prstGeom>
          <a:noFill/>
          <a:ln>
            <a:noFill/>
          </a:ln>
        </p:spPr>
        <p:txBody>
          <a:bodyPr anchorCtr="0" anchor="t" bIns="0" lIns="0" spcFirstLastPara="1" rIns="0" wrap="square" tIns="0">
            <a:spAutoFit/>
          </a:bodyPr>
          <a:lstStyle/>
          <a:p>
            <a:pPr indent="0" lvl="0" marL="0" marR="0" rtl="0" algn="l">
              <a:lnSpc>
                <a:spcPct val="172987"/>
              </a:lnSpc>
              <a:spcBef>
                <a:spcPts val="0"/>
              </a:spcBef>
              <a:spcAft>
                <a:spcPts val="0"/>
              </a:spcAft>
              <a:buNone/>
            </a:pPr>
            <a:r>
              <a:rPr b="1" i="0" lang="en-US" sz="2310" u="none" cap="none" strike="noStrike">
                <a:solidFill>
                  <a:srgbClr val="131416"/>
                </a:solidFill>
                <a:latin typeface="Arial"/>
                <a:ea typeface="Arial"/>
                <a:cs typeface="Arial"/>
                <a:sym typeface="Arial"/>
              </a:rPr>
              <a:t>Transparencia: Informar tanto los aspectos positivos como negativos del proyecto. Si hay un retraso o problema, es mejor ser franco y proponer soluciones.</a:t>
            </a:r>
            <a:endParaRPr/>
          </a:p>
          <a:p>
            <a:pPr indent="0" lvl="0" marL="0" marR="0" rtl="0" algn="l">
              <a:lnSpc>
                <a:spcPct val="172987"/>
              </a:lnSpc>
              <a:spcBef>
                <a:spcPts val="0"/>
              </a:spcBef>
              <a:spcAft>
                <a:spcPts val="0"/>
              </a:spcAft>
              <a:buNone/>
            </a:pPr>
            <a:r>
              <a:t/>
            </a:r>
            <a:endParaRPr b="1" i="0" sz="2310" u="none" cap="none" strike="noStrike">
              <a:solidFill>
                <a:srgbClr val="131416"/>
              </a:solidFill>
              <a:latin typeface="Arial"/>
              <a:ea typeface="Arial"/>
              <a:cs typeface="Arial"/>
              <a:sym typeface="Arial"/>
            </a:endParaRPr>
          </a:p>
        </p:txBody>
      </p:sp>
      <p:sp>
        <p:nvSpPr>
          <p:cNvPr id="191" name="Google Shape;191;p11"/>
          <p:cNvSpPr txBox="1"/>
          <p:nvPr/>
        </p:nvSpPr>
        <p:spPr>
          <a:xfrm>
            <a:off x="682520" y="5669526"/>
            <a:ext cx="15950051" cy="1471792"/>
          </a:xfrm>
          <a:prstGeom prst="rect">
            <a:avLst/>
          </a:prstGeom>
          <a:noFill/>
          <a:ln>
            <a:noFill/>
          </a:ln>
        </p:spPr>
        <p:txBody>
          <a:bodyPr anchorCtr="0" anchor="t" bIns="0" lIns="0" spcFirstLastPara="1" rIns="0" wrap="square" tIns="0">
            <a:spAutoFit/>
          </a:bodyPr>
          <a:lstStyle/>
          <a:p>
            <a:pPr indent="0" lvl="0" marL="0" marR="0" rtl="0" algn="l">
              <a:lnSpc>
                <a:spcPct val="172987"/>
              </a:lnSpc>
              <a:spcBef>
                <a:spcPts val="0"/>
              </a:spcBef>
              <a:spcAft>
                <a:spcPts val="0"/>
              </a:spcAft>
              <a:buNone/>
            </a:pPr>
            <a:r>
              <a:rPr b="0" i="0" lang="en-US" sz="2310" u="none" cap="none" strike="noStrike">
                <a:solidFill>
                  <a:srgbClr val="131416"/>
                </a:solidFill>
                <a:latin typeface="Arial"/>
                <a:ea typeface="Arial"/>
                <a:cs typeface="Arial"/>
                <a:sym typeface="Arial"/>
              </a:rPr>
              <a:t>Adaptar el Lenguaje: Los informes técnicos deben ser transformados en un lenguaje que los interesados no técnicos puedan comprender.</a:t>
            </a:r>
            <a:endParaRPr/>
          </a:p>
          <a:p>
            <a:pPr indent="0" lvl="0" marL="0" marR="0" rtl="0" algn="l">
              <a:lnSpc>
                <a:spcPct val="172987"/>
              </a:lnSpc>
              <a:spcBef>
                <a:spcPts val="0"/>
              </a:spcBef>
              <a:spcAft>
                <a:spcPts val="0"/>
              </a:spcAft>
              <a:buNone/>
            </a:pPr>
            <a:r>
              <a:t/>
            </a:r>
            <a:endParaRPr b="0" i="0" sz="2310" u="none" cap="none" strike="noStrike">
              <a:solidFill>
                <a:srgbClr val="131416"/>
              </a:solidFill>
              <a:latin typeface="Arial"/>
              <a:ea typeface="Arial"/>
              <a:cs typeface="Arial"/>
              <a:sym typeface="Arial"/>
            </a:endParaRPr>
          </a:p>
        </p:txBody>
      </p:sp>
      <p:sp>
        <p:nvSpPr>
          <p:cNvPr id="192" name="Google Shape;192;p11"/>
          <p:cNvSpPr txBox="1"/>
          <p:nvPr/>
        </p:nvSpPr>
        <p:spPr>
          <a:xfrm>
            <a:off x="2170287" y="7282179"/>
            <a:ext cx="13666877" cy="1976121"/>
          </a:xfrm>
          <a:prstGeom prst="rect">
            <a:avLst/>
          </a:prstGeom>
          <a:noFill/>
          <a:ln>
            <a:noFill/>
          </a:ln>
        </p:spPr>
        <p:txBody>
          <a:bodyPr anchorCtr="0" anchor="t" bIns="0" lIns="0" spcFirstLastPara="1" rIns="0" wrap="square" tIns="0">
            <a:spAutoFit/>
          </a:bodyPr>
          <a:lstStyle/>
          <a:p>
            <a:pPr indent="0" lvl="0" marL="0" marR="0" rtl="0" algn="l">
              <a:lnSpc>
                <a:spcPct val="172987"/>
              </a:lnSpc>
              <a:spcBef>
                <a:spcPts val="0"/>
              </a:spcBef>
              <a:spcAft>
                <a:spcPts val="0"/>
              </a:spcAft>
              <a:buNone/>
            </a:pPr>
            <a:r>
              <a:rPr b="1" i="0" lang="en-US" sz="2310" u="none" cap="none" strike="noStrike">
                <a:solidFill>
                  <a:srgbClr val="131416"/>
                </a:solidFill>
                <a:latin typeface="Arial"/>
                <a:ea typeface="Arial"/>
                <a:cs typeface="Arial"/>
                <a:sym typeface="Arial"/>
              </a:rPr>
              <a:t>Ejemplo: En lugar de decir "problemas con la API RESTful", explicar "tenemos un retraso en la integración del sistema debido a problemas en la comunicación entre servicios de software."</a:t>
            </a:r>
            <a:endParaRPr/>
          </a:p>
          <a:p>
            <a:pPr indent="0" lvl="0" marL="0" marR="0" rtl="0" algn="l">
              <a:lnSpc>
                <a:spcPct val="172987"/>
              </a:lnSpc>
              <a:spcBef>
                <a:spcPts val="0"/>
              </a:spcBef>
              <a:spcAft>
                <a:spcPts val="0"/>
              </a:spcAft>
              <a:buNone/>
            </a:pPr>
            <a:r>
              <a:t/>
            </a:r>
            <a:endParaRPr b="1" i="0" sz="2310" u="none" cap="none" strike="noStrike">
              <a:solidFill>
                <a:srgbClr val="131416"/>
              </a:solidFill>
              <a:latin typeface="Arial"/>
              <a:ea typeface="Arial"/>
              <a:cs typeface="Arial"/>
              <a:sym typeface="Arial"/>
            </a:endParaRPr>
          </a:p>
        </p:txBody>
      </p:sp>
    </p:spTree>
  </p:cSld>
  <p:clrMapOvr>
    <a:masterClrMapping/>
  </p:clrMapOvr>
</p:sld>
</file>

<file path=ppt/slides/slide1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96" name="Shape 196"/>
        <p:cNvGrpSpPr/>
        <p:nvPr/>
      </p:nvGrpSpPr>
      <p:grpSpPr>
        <a:xfrm>
          <a:off x="0" y="0"/>
          <a:ext cx="0" cy="0"/>
          <a:chOff x="0" y="0"/>
          <a:chExt cx="0" cy="0"/>
        </a:xfrm>
      </p:grpSpPr>
      <p:sp>
        <p:nvSpPr>
          <p:cNvPr id="197" name="Google Shape;197;p12"/>
          <p:cNvSpPr txBox="1"/>
          <p:nvPr/>
        </p:nvSpPr>
        <p:spPr>
          <a:xfrm>
            <a:off x="1028700" y="914400"/>
            <a:ext cx="15950051" cy="463134"/>
          </a:xfrm>
          <a:prstGeom prst="rect">
            <a:avLst/>
          </a:prstGeom>
          <a:noFill/>
          <a:ln>
            <a:noFill/>
          </a:ln>
        </p:spPr>
        <p:txBody>
          <a:bodyPr anchorCtr="0" anchor="t" bIns="0" lIns="0" spcFirstLastPara="1" rIns="0" wrap="square" tIns="0">
            <a:spAutoFit/>
          </a:bodyPr>
          <a:lstStyle/>
          <a:p>
            <a:pPr indent="0" lvl="0" marL="0" marR="0" rtl="0" algn="l">
              <a:lnSpc>
                <a:spcPct val="172987"/>
              </a:lnSpc>
              <a:spcBef>
                <a:spcPts val="0"/>
              </a:spcBef>
              <a:spcAft>
                <a:spcPts val="0"/>
              </a:spcAft>
              <a:buNone/>
            </a:pPr>
            <a:r>
              <a:rPr b="0" i="0" lang="en-US" sz="2310" u="none" cap="none" strike="noStrike">
                <a:solidFill>
                  <a:srgbClr val="131416"/>
                </a:solidFill>
                <a:latin typeface="Arial"/>
                <a:ea typeface="Arial"/>
                <a:cs typeface="Arial"/>
                <a:sym typeface="Arial"/>
              </a:rPr>
              <a:t>Enfocar en Decisiones: Enfocar el informe en las decisiones que los stakeholders deben tomar. </a:t>
            </a:r>
            <a:endParaRPr/>
          </a:p>
        </p:txBody>
      </p:sp>
      <p:sp>
        <p:nvSpPr>
          <p:cNvPr id="198" name="Google Shape;198;p12"/>
          <p:cNvSpPr txBox="1"/>
          <p:nvPr/>
        </p:nvSpPr>
        <p:spPr>
          <a:xfrm>
            <a:off x="1934132" y="1940528"/>
            <a:ext cx="13666877" cy="2480450"/>
          </a:xfrm>
          <a:prstGeom prst="rect">
            <a:avLst/>
          </a:prstGeom>
          <a:noFill/>
          <a:ln>
            <a:noFill/>
          </a:ln>
        </p:spPr>
        <p:txBody>
          <a:bodyPr anchorCtr="0" anchor="t" bIns="0" lIns="0" spcFirstLastPara="1" rIns="0" wrap="square" tIns="0">
            <a:spAutoFit/>
          </a:bodyPr>
          <a:lstStyle/>
          <a:p>
            <a:pPr indent="0" lvl="0" marL="0" marR="0" rtl="0" algn="l">
              <a:lnSpc>
                <a:spcPct val="172987"/>
              </a:lnSpc>
              <a:spcBef>
                <a:spcPts val="0"/>
              </a:spcBef>
              <a:spcAft>
                <a:spcPts val="0"/>
              </a:spcAft>
              <a:buNone/>
            </a:pPr>
            <a:r>
              <a:rPr b="1" i="0" lang="en-US" sz="2310" u="none" cap="none" strike="noStrike">
                <a:solidFill>
                  <a:srgbClr val="131416"/>
                </a:solidFill>
                <a:latin typeface="Arial"/>
                <a:ea typeface="Arial"/>
                <a:cs typeface="Arial"/>
                <a:sym typeface="Arial"/>
              </a:rPr>
              <a:t>Ejemplo: "Necesitamos la aprobación para aumentar el presupuesto en un 5% debido a un cambio en los requisitos del cliente."</a:t>
            </a:r>
            <a:endParaRPr/>
          </a:p>
          <a:p>
            <a:pPr indent="0" lvl="0" marL="0" marR="0" rtl="0" algn="l">
              <a:lnSpc>
                <a:spcPct val="172987"/>
              </a:lnSpc>
              <a:spcBef>
                <a:spcPts val="0"/>
              </a:spcBef>
              <a:spcAft>
                <a:spcPts val="0"/>
              </a:spcAft>
              <a:buNone/>
            </a:pPr>
            <a:r>
              <a:t/>
            </a:r>
            <a:endParaRPr b="1" i="0" sz="2310" u="none" cap="none" strike="noStrike">
              <a:solidFill>
                <a:srgbClr val="131416"/>
              </a:solidFill>
              <a:latin typeface="Arial"/>
              <a:ea typeface="Arial"/>
              <a:cs typeface="Arial"/>
              <a:sym typeface="Arial"/>
            </a:endParaRPr>
          </a:p>
          <a:p>
            <a:pPr indent="0" lvl="0" marL="0" marR="0" rtl="0" algn="l">
              <a:lnSpc>
                <a:spcPct val="172987"/>
              </a:lnSpc>
              <a:spcBef>
                <a:spcPts val="0"/>
              </a:spcBef>
              <a:spcAft>
                <a:spcPts val="0"/>
              </a:spcAft>
              <a:buNone/>
            </a:pPr>
            <a:r>
              <a:t/>
            </a:r>
            <a:endParaRPr b="1" i="0" sz="2310" u="none" cap="none" strike="noStrike">
              <a:solidFill>
                <a:srgbClr val="131416"/>
              </a:solidFill>
              <a:latin typeface="Arial"/>
              <a:ea typeface="Arial"/>
              <a:cs typeface="Arial"/>
              <a:sym typeface="Arial"/>
            </a:endParaRPr>
          </a:p>
          <a:p>
            <a:pPr indent="0" lvl="0" marL="0" marR="0" rtl="0" algn="l">
              <a:lnSpc>
                <a:spcPct val="172987"/>
              </a:lnSpc>
              <a:spcBef>
                <a:spcPts val="0"/>
              </a:spcBef>
              <a:spcAft>
                <a:spcPts val="0"/>
              </a:spcAft>
              <a:buNone/>
            </a:pPr>
            <a:r>
              <a:t/>
            </a:r>
            <a:endParaRPr b="1" i="0" sz="2310" u="none" cap="none" strike="noStrike">
              <a:solidFill>
                <a:srgbClr val="131416"/>
              </a:solidFill>
              <a:latin typeface="Arial"/>
              <a:ea typeface="Arial"/>
              <a:cs typeface="Arial"/>
              <a:sym typeface="Arial"/>
            </a:endParaRPr>
          </a:p>
        </p:txBody>
      </p:sp>
      <p:sp>
        <p:nvSpPr>
          <p:cNvPr id="199" name="Google Shape;199;p12"/>
          <p:cNvSpPr txBox="1"/>
          <p:nvPr/>
        </p:nvSpPr>
        <p:spPr>
          <a:xfrm>
            <a:off x="1028700" y="3957843"/>
            <a:ext cx="15950051" cy="967463"/>
          </a:xfrm>
          <a:prstGeom prst="rect">
            <a:avLst/>
          </a:prstGeom>
          <a:noFill/>
          <a:ln>
            <a:noFill/>
          </a:ln>
        </p:spPr>
        <p:txBody>
          <a:bodyPr anchorCtr="0" anchor="t" bIns="0" lIns="0" spcFirstLastPara="1" rIns="0" wrap="square" tIns="0">
            <a:spAutoFit/>
          </a:bodyPr>
          <a:lstStyle/>
          <a:p>
            <a:pPr indent="0" lvl="0" marL="0" marR="0" rtl="0" algn="l">
              <a:lnSpc>
                <a:spcPct val="172987"/>
              </a:lnSpc>
              <a:spcBef>
                <a:spcPts val="0"/>
              </a:spcBef>
              <a:spcAft>
                <a:spcPts val="0"/>
              </a:spcAft>
              <a:buNone/>
            </a:pPr>
            <a:r>
              <a:rPr b="0" i="0" lang="en-US" sz="2310" u="none" cap="none" strike="noStrike">
                <a:solidFill>
                  <a:srgbClr val="131416"/>
                </a:solidFill>
                <a:latin typeface="Arial"/>
                <a:ea typeface="Arial"/>
                <a:cs typeface="Arial"/>
                <a:sym typeface="Arial"/>
              </a:rPr>
              <a:t>Herramientas de Visualización para la Presentación de Informes</a:t>
            </a:r>
            <a:endParaRPr/>
          </a:p>
          <a:p>
            <a:pPr indent="0" lvl="0" marL="0" marR="0" rtl="0" algn="l">
              <a:lnSpc>
                <a:spcPct val="172987"/>
              </a:lnSpc>
              <a:spcBef>
                <a:spcPts val="0"/>
              </a:spcBef>
              <a:spcAft>
                <a:spcPts val="0"/>
              </a:spcAft>
              <a:buNone/>
            </a:pPr>
            <a:r>
              <a:t/>
            </a:r>
            <a:endParaRPr b="0" i="0" sz="2310" u="none" cap="none" strike="noStrike">
              <a:solidFill>
                <a:srgbClr val="131416"/>
              </a:solidFill>
              <a:latin typeface="Arial"/>
              <a:ea typeface="Arial"/>
              <a:cs typeface="Arial"/>
              <a:sym typeface="Arial"/>
            </a:endParaRPr>
          </a:p>
        </p:txBody>
      </p:sp>
      <p:sp>
        <p:nvSpPr>
          <p:cNvPr id="200" name="Google Shape;200;p12"/>
          <p:cNvSpPr txBox="1"/>
          <p:nvPr/>
        </p:nvSpPr>
        <p:spPr>
          <a:xfrm>
            <a:off x="1934132" y="4811006"/>
            <a:ext cx="13666877" cy="1976121"/>
          </a:xfrm>
          <a:prstGeom prst="rect">
            <a:avLst/>
          </a:prstGeom>
          <a:noFill/>
          <a:ln>
            <a:noFill/>
          </a:ln>
        </p:spPr>
        <p:txBody>
          <a:bodyPr anchorCtr="0" anchor="t" bIns="0" lIns="0" spcFirstLastPara="1" rIns="0" wrap="square" tIns="0">
            <a:spAutoFit/>
          </a:bodyPr>
          <a:lstStyle/>
          <a:p>
            <a:pPr indent="0" lvl="0" marL="0" marR="0" rtl="0" algn="l">
              <a:lnSpc>
                <a:spcPct val="172987"/>
              </a:lnSpc>
              <a:spcBef>
                <a:spcPts val="0"/>
              </a:spcBef>
              <a:spcAft>
                <a:spcPts val="0"/>
              </a:spcAft>
              <a:buNone/>
            </a:pPr>
            <a:r>
              <a:rPr b="1" i="0" lang="en-US" sz="2310" u="none" cap="none" strike="noStrike">
                <a:solidFill>
                  <a:srgbClr val="131416"/>
                </a:solidFill>
                <a:latin typeface="Arial"/>
                <a:ea typeface="Arial"/>
                <a:cs typeface="Arial"/>
                <a:sym typeface="Arial"/>
              </a:rPr>
              <a:t>Las herramientas de visualización son esenciales para comunicar de manera efectiva el estado de un proyecto:</a:t>
            </a:r>
            <a:endParaRPr/>
          </a:p>
          <a:p>
            <a:pPr indent="0" lvl="0" marL="0" marR="0" rtl="0" algn="l">
              <a:lnSpc>
                <a:spcPct val="172987"/>
              </a:lnSpc>
              <a:spcBef>
                <a:spcPts val="0"/>
              </a:spcBef>
              <a:spcAft>
                <a:spcPts val="0"/>
              </a:spcAft>
              <a:buNone/>
            </a:pPr>
            <a:r>
              <a:t/>
            </a:r>
            <a:endParaRPr b="1" i="0" sz="2310" u="none" cap="none" strike="noStrike">
              <a:solidFill>
                <a:srgbClr val="131416"/>
              </a:solidFill>
              <a:latin typeface="Arial"/>
              <a:ea typeface="Arial"/>
              <a:cs typeface="Arial"/>
              <a:sym typeface="Arial"/>
            </a:endParaRPr>
          </a:p>
          <a:p>
            <a:pPr indent="0" lvl="0" marL="0" marR="0" rtl="0" algn="l">
              <a:lnSpc>
                <a:spcPct val="172987"/>
              </a:lnSpc>
              <a:spcBef>
                <a:spcPts val="0"/>
              </a:spcBef>
              <a:spcAft>
                <a:spcPts val="0"/>
              </a:spcAft>
              <a:buNone/>
            </a:pPr>
            <a:r>
              <a:t/>
            </a:r>
            <a:endParaRPr b="1" i="0" sz="2310" u="none" cap="none" strike="noStrike">
              <a:solidFill>
                <a:srgbClr val="131416"/>
              </a:solidFill>
              <a:latin typeface="Arial"/>
              <a:ea typeface="Arial"/>
              <a:cs typeface="Arial"/>
              <a:sym typeface="Arial"/>
            </a:endParaRPr>
          </a:p>
        </p:txBody>
      </p:sp>
      <p:sp>
        <p:nvSpPr>
          <p:cNvPr id="201" name="Google Shape;201;p12"/>
          <p:cNvSpPr txBox="1"/>
          <p:nvPr/>
        </p:nvSpPr>
        <p:spPr>
          <a:xfrm>
            <a:off x="1934132" y="6246245"/>
            <a:ext cx="15950051" cy="5002093"/>
          </a:xfrm>
          <a:prstGeom prst="rect">
            <a:avLst/>
          </a:prstGeom>
          <a:noFill/>
          <a:ln>
            <a:noFill/>
          </a:ln>
        </p:spPr>
        <p:txBody>
          <a:bodyPr anchorCtr="0" anchor="t" bIns="0" lIns="0" spcFirstLastPara="1" rIns="0" wrap="square" tIns="0">
            <a:spAutoFit/>
          </a:bodyPr>
          <a:lstStyle/>
          <a:p>
            <a:pPr indent="0" lvl="0" marL="0" marR="0" rtl="0" algn="l">
              <a:lnSpc>
                <a:spcPct val="172987"/>
              </a:lnSpc>
              <a:spcBef>
                <a:spcPts val="0"/>
              </a:spcBef>
              <a:spcAft>
                <a:spcPts val="0"/>
              </a:spcAft>
              <a:buNone/>
            </a:pPr>
            <a:r>
              <a:rPr b="0" i="0" lang="en-US" sz="2310" u="none" cap="none" strike="noStrike">
                <a:solidFill>
                  <a:srgbClr val="131416"/>
                </a:solidFill>
                <a:latin typeface="Arial"/>
                <a:ea typeface="Arial"/>
                <a:cs typeface="Arial"/>
                <a:sym typeface="Arial"/>
              </a:rPr>
              <a:t>PowerPoint: Ideal para hacer presentaciones visuales concisas. Útil cuando se quiere presentar el informe de manera directa y visualmente atractiva. Gráficos, diagramas y tablas pueden ser rápidamente integrados.</a:t>
            </a:r>
            <a:endParaRPr/>
          </a:p>
          <a:p>
            <a:pPr indent="0" lvl="0" marL="0" marR="0" rtl="0" algn="l">
              <a:lnSpc>
                <a:spcPct val="172987"/>
              </a:lnSpc>
              <a:spcBef>
                <a:spcPts val="0"/>
              </a:spcBef>
              <a:spcAft>
                <a:spcPts val="0"/>
              </a:spcAft>
              <a:buNone/>
            </a:pPr>
            <a:r>
              <a:t/>
            </a:r>
            <a:endParaRPr b="0" i="0" sz="2310" u="none" cap="none" strike="noStrike">
              <a:solidFill>
                <a:srgbClr val="131416"/>
              </a:solidFill>
              <a:latin typeface="Arial"/>
              <a:ea typeface="Arial"/>
              <a:cs typeface="Arial"/>
              <a:sym typeface="Arial"/>
            </a:endParaRPr>
          </a:p>
          <a:p>
            <a:pPr indent="0" lvl="0" marL="0" marR="0" rtl="0" algn="l">
              <a:lnSpc>
                <a:spcPct val="172987"/>
              </a:lnSpc>
              <a:spcBef>
                <a:spcPts val="0"/>
              </a:spcBef>
              <a:spcAft>
                <a:spcPts val="0"/>
              </a:spcAft>
              <a:buNone/>
            </a:pPr>
            <a:r>
              <a:rPr b="1" i="0" lang="en-US" sz="2310" u="none" cap="none" strike="noStrike">
                <a:solidFill>
                  <a:srgbClr val="131416"/>
                </a:solidFill>
                <a:latin typeface="Arial"/>
                <a:ea typeface="Arial"/>
                <a:cs typeface="Arial"/>
                <a:sym typeface="Arial"/>
              </a:rPr>
              <a:t>Dashboards: Plataformas como Power BI o Tableau permiten crear paneles interactivos en tiempo real que muestran el progreso del proyecto. Esto es especialmente útil en proyectos grandes con múltiples partes interesadas.</a:t>
            </a:r>
            <a:endParaRPr/>
          </a:p>
          <a:p>
            <a:pPr indent="0" lvl="0" marL="0" marR="0" rtl="0" algn="l">
              <a:lnSpc>
                <a:spcPct val="172987"/>
              </a:lnSpc>
              <a:spcBef>
                <a:spcPts val="0"/>
              </a:spcBef>
              <a:spcAft>
                <a:spcPts val="0"/>
              </a:spcAft>
              <a:buNone/>
            </a:pPr>
            <a:r>
              <a:t/>
            </a:r>
            <a:endParaRPr b="1" i="0" sz="2310" u="none" cap="none" strike="noStrike">
              <a:solidFill>
                <a:srgbClr val="131416"/>
              </a:solidFill>
              <a:latin typeface="Arial"/>
              <a:ea typeface="Arial"/>
              <a:cs typeface="Arial"/>
              <a:sym typeface="Arial"/>
            </a:endParaRPr>
          </a:p>
          <a:p>
            <a:pPr indent="0" lvl="0" marL="0" marR="0" rtl="0" algn="l">
              <a:lnSpc>
                <a:spcPct val="172987"/>
              </a:lnSpc>
              <a:spcBef>
                <a:spcPts val="0"/>
              </a:spcBef>
              <a:spcAft>
                <a:spcPts val="0"/>
              </a:spcAft>
              <a:buNone/>
            </a:pPr>
            <a:r>
              <a:t/>
            </a:r>
            <a:endParaRPr b="1" i="0" sz="2310" u="none" cap="none" strike="noStrike">
              <a:solidFill>
                <a:srgbClr val="131416"/>
              </a:solidFill>
              <a:latin typeface="Arial"/>
              <a:ea typeface="Arial"/>
              <a:cs typeface="Arial"/>
              <a:sym typeface="Arial"/>
            </a:endParaRPr>
          </a:p>
          <a:p>
            <a:pPr indent="0" lvl="0" marL="0" marR="0" rtl="0" algn="l">
              <a:lnSpc>
                <a:spcPct val="172987"/>
              </a:lnSpc>
              <a:spcBef>
                <a:spcPts val="0"/>
              </a:spcBef>
              <a:spcAft>
                <a:spcPts val="0"/>
              </a:spcAft>
              <a:buNone/>
            </a:pPr>
            <a:r>
              <a:t/>
            </a:r>
            <a:endParaRPr b="1" i="0" sz="2310" u="none" cap="none" strike="noStrike">
              <a:solidFill>
                <a:srgbClr val="131416"/>
              </a:solidFill>
              <a:latin typeface="Arial"/>
              <a:ea typeface="Arial"/>
              <a:cs typeface="Arial"/>
              <a:sym typeface="Arial"/>
            </a:endParaRPr>
          </a:p>
        </p:txBody>
      </p:sp>
    </p:spTree>
  </p:cSld>
  <p:clrMapOvr>
    <a:masterClrMapping/>
  </p:clrMapOvr>
</p:sld>
</file>

<file path=ppt/slides/slide1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05" name="Shape 205"/>
        <p:cNvGrpSpPr/>
        <p:nvPr/>
      </p:nvGrpSpPr>
      <p:grpSpPr>
        <a:xfrm>
          <a:off x="0" y="0"/>
          <a:ext cx="0" cy="0"/>
          <a:chOff x="0" y="0"/>
          <a:chExt cx="0" cy="0"/>
        </a:xfrm>
      </p:grpSpPr>
      <p:sp>
        <p:nvSpPr>
          <p:cNvPr id="206" name="Google Shape;206;p13"/>
          <p:cNvSpPr txBox="1"/>
          <p:nvPr/>
        </p:nvSpPr>
        <p:spPr>
          <a:xfrm>
            <a:off x="1496757" y="631241"/>
            <a:ext cx="13666877" cy="1976121"/>
          </a:xfrm>
          <a:prstGeom prst="rect">
            <a:avLst/>
          </a:prstGeom>
          <a:noFill/>
          <a:ln>
            <a:noFill/>
          </a:ln>
        </p:spPr>
        <p:txBody>
          <a:bodyPr anchorCtr="0" anchor="t" bIns="0" lIns="0" spcFirstLastPara="1" rIns="0" wrap="square" tIns="0">
            <a:spAutoFit/>
          </a:bodyPr>
          <a:lstStyle/>
          <a:p>
            <a:pPr indent="0" lvl="0" marL="0" marR="0" rtl="0" algn="l">
              <a:lnSpc>
                <a:spcPct val="172987"/>
              </a:lnSpc>
              <a:spcBef>
                <a:spcPts val="0"/>
              </a:spcBef>
              <a:spcAft>
                <a:spcPts val="0"/>
              </a:spcAft>
              <a:buNone/>
            </a:pPr>
            <a:r>
              <a:rPr b="1" i="0" lang="en-US" sz="2310" u="none" cap="none" strike="noStrike">
                <a:solidFill>
                  <a:srgbClr val="131416"/>
                </a:solidFill>
                <a:latin typeface="Arial"/>
                <a:ea typeface="Arial"/>
                <a:cs typeface="Arial"/>
                <a:sym typeface="Arial"/>
              </a:rPr>
              <a:t>Excel: Aunque más técnico, Microsoft Excel sigue siendo una herramienta poderosa para generar gráficos y tablas detalladas para el control del proyecto.</a:t>
            </a:r>
            <a:endParaRPr/>
          </a:p>
          <a:p>
            <a:pPr indent="0" lvl="0" marL="0" marR="0" rtl="0" algn="l">
              <a:lnSpc>
                <a:spcPct val="172987"/>
              </a:lnSpc>
              <a:spcBef>
                <a:spcPts val="0"/>
              </a:spcBef>
              <a:spcAft>
                <a:spcPts val="0"/>
              </a:spcAft>
              <a:buNone/>
            </a:pPr>
            <a:r>
              <a:t/>
            </a:r>
            <a:endParaRPr b="1" i="0" sz="2310" u="none" cap="none" strike="noStrike">
              <a:solidFill>
                <a:srgbClr val="131416"/>
              </a:solidFill>
              <a:latin typeface="Arial"/>
              <a:ea typeface="Arial"/>
              <a:cs typeface="Arial"/>
              <a:sym typeface="Arial"/>
            </a:endParaRPr>
          </a:p>
          <a:p>
            <a:pPr indent="0" lvl="0" marL="0" marR="0" rtl="0" algn="l">
              <a:lnSpc>
                <a:spcPct val="172987"/>
              </a:lnSpc>
              <a:spcBef>
                <a:spcPts val="0"/>
              </a:spcBef>
              <a:spcAft>
                <a:spcPts val="0"/>
              </a:spcAft>
              <a:buNone/>
            </a:pPr>
            <a:r>
              <a:t/>
            </a:r>
            <a:endParaRPr b="1" i="0" sz="2310" u="none" cap="none" strike="noStrike">
              <a:solidFill>
                <a:srgbClr val="131416"/>
              </a:solidFill>
              <a:latin typeface="Arial"/>
              <a:ea typeface="Arial"/>
              <a:cs typeface="Arial"/>
              <a:sym typeface="Arial"/>
            </a:endParaRPr>
          </a:p>
        </p:txBody>
      </p:sp>
      <p:sp>
        <p:nvSpPr>
          <p:cNvPr id="207" name="Google Shape;207;p13"/>
          <p:cNvSpPr txBox="1"/>
          <p:nvPr/>
        </p:nvSpPr>
        <p:spPr>
          <a:xfrm>
            <a:off x="1432517" y="2085880"/>
            <a:ext cx="15950051" cy="967463"/>
          </a:xfrm>
          <a:prstGeom prst="rect">
            <a:avLst/>
          </a:prstGeom>
          <a:noFill/>
          <a:ln>
            <a:noFill/>
          </a:ln>
        </p:spPr>
        <p:txBody>
          <a:bodyPr anchorCtr="0" anchor="t" bIns="0" lIns="0" spcFirstLastPara="1" rIns="0" wrap="square" tIns="0">
            <a:spAutoFit/>
          </a:bodyPr>
          <a:lstStyle/>
          <a:p>
            <a:pPr indent="0" lvl="0" marL="0" marR="0" rtl="0" algn="l">
              <a:lnSpc>
                <a:spcPct val="172987"/>
              </a:lnSpc>
              <a:spcBef>
                <a:spcPts val="0"/>
              </a:spcBef>
              <a:spcAft>
                <a:spcPts val="0"/>
              </a:spcAft>
              <a:buNone/>
            </a:pPr>
            <a:r>
              <a:rPr b="0" i="0" lang="en-US" sz="2310" u="none" cap="none" strike="noStrike">
                <a:solidFill>
                  <a:srgbClr val="131416"/>
                </a:solidFill>
                <a:latin typeface="Arial"/>
                <a:ea typeface="Arial"/>
                <a:cs typeface="Arial"/>
                <a:sym typeface="Arial"/>
              </a:rPr>
              <a:t>Ejemplo de una herramienta visual:</a:t>
            </a:r>
            <a:endParaRPr/>
          </a:p>
          <a:p>
            <a:pPr indent="0" lvl="0" marL="0" marR="0" rtl="0" algn="l">
              <a:lnSpc>
                <a:spcPct val="172987"/>
              </a:lnSpc>
              <a:spcBef>
                <a:spcPts val="0"/>
              </a:spcBef>
              <a:spcAft>
                <a:spcPts val="0"/>
              </a:spcAft>
              <a:buNone/>
            </a:pPr>
            <a:r>
              <a:t/>
            </a:r>
            <a:endParaRPr b="0" i="0" sz="2310" u="none" cap="none" strike="noStrike">
              <a:solidFill>
                <a:srgbClr val="131416"/>
              </a:solidFill>
              <a:latin typeface="Arial"/>
              <a:ea typeface="Arial"/>
              <a:cs typeface="Arial"/>
              <a:sym typeface="Arial"/>
            </a:endParaRPr>
          </a:p>
        </p:txBody>
      </p:sp>
      <p:sp>
        <p:nvSpPr>
          <p:cNvPr id="208" name="Google Shape;208;p13"/>
          <p:cNvSpPr txBox="1"/>
          <p:nvPr/>
        </p:nvSpPr>
        <p:spPr>
          <a:xfrm>
            <a:off x="1883079" y="3219613"/>
            <a:ext cx="15950051" cy="1471792"/>
          </a:xfrm>
          <a:prstGeom prst="rect">
            <a:avLst/>
          </a:prstGeom>
          <a:noFill/>
          <a:ln>
            <a:noFill/>
          </a:ln>
        </p:spPr>
        <p:txBody>
          <a:bodyPr anchorCtr="0" anchor="t" bIns="0" lIns="0" spcFirstLastPara="1" rIns="0" wrap="square" tIns="0">
            <a:spAutoFit/>
          </a:bodyPr>
          <a:lstStyle/>
          <a:p>
            <a:pPr indent="0" lvl="0" marL="0" marR="0" rtl="0" algn="l">
              <a:lnSpc>
                <a:spcPct val="172987"/>
              </a:lnSpc>
              <a:spcBef>
                <a:spcPts val="0"/>
              </a:spcBef>
              <a:spcAft>
                <a:spcPts val="0"/>
              </a:spcAft>
              <a:buNone/>
            </a:pPr>
            <a:r>
              <a:rPr b="0" i="0" lang="en-US" sz="2310" u="none" cap="none" strike="noStrike">
                <a:solidFill>
                  <a:srgbClr val="131416"/>
                </a:solidFill>
                <a:latin typeface="Arial"/>
                <a:ea typeface="Arial"/>
                <a:cs typeface="Arial"/>
                <a:sym typeface="Arial"/>
              </a:rPr>
              <a:t>Un dashboard en Power BI que muestra el estado de todas las fases del proyecto en tiempo real, con gráficos de costos acumulados, progreso por fase y alertas sobre riesgos.</a:t>
            </a:r>
            <a:endParaRPr/>
          </a:p>
          <a:p>
            <a:pPr indent="0" lvl="0" marL="0" marR="0" rtl="0" algn="l">
              <a:lnSpc>
                <a:spcPct val="172987"/>
              </a:lnSpc>
              <a:spcBef>
                <a:spcPts val="0"/>
              </a:spcBef>
              <a:spcAft>
                <a:spcPts val="0"/>
              </a:spcAft>
              <a:buNone/>
            </a:pPr>
            <a:r>
              <a:t/>
            </a:r>
            <a:endParaRPr b="0" i="0" sz="2310" u="none" cap="none" strike="noStrike">
              <a:solidFill>
                <a:srgbClr val="131416"/>
              </a:solidFill>
              <a:latin typeface="Arial"/>
              <a:ea typeface="Arial"/>
              <a:cs typeface="Arial"/>
              <a:sym typeface="Arial"/>
            </a:endParaRPr>
          </a:p>
        </p:txBody>
      </p:sp>
      <p:sp>
        <p:nvSpPr>
          <p:cNvPr id="209" name="Google Shape;209;p13"/>
          <p:cNvSpPr txBox="1"/>
          <p:nvPr/>
        </p:nvSpPr>
        <p:spPr>
          <a:xfrm>
            <a:off x="2017984" y="5996261"/>
            <a:ext cx="15950051" cy="4497765"/>
          </a:xfrm>
          <a:prstGeom prst="rect">
            <a:avLst/>
          </a:prstGeom>
          <a:noFill/>
          <a:ln>
            <a:noFill/>
          </a:ln>
        </p:spPr>
        <p:txBody>
          <a:bodyPr anchorCtr="0" anchor="t" bIns="0" lIns="0" spcFirstLastPara="1" rIns="0" wrap="square" tIns="0">
            <a:spAutoFit/>
          </a:bodyPr>
          <a:lstStyle/>
          <a:p>
            <a:pPr indent="0" lvl="0" marL="0" marR="0" rtl="0" algn="l">
              <a:lnSpc>
                <a:spcPct val="172987"/>
              </a:lnSpc>
              <a:spcBef>
                <a:spcPts val="0"/>
              </a:spcBef>
              <a:spcAft>
                <a:spcPts val="0"/>
              </a:spcAft>
              <a:buNone/>
            </a:pPr>
            <a:r>
              <a:rPr b="0" i="0" lang="en-US" sz="2310" u="none" cap="none" strike="noStrike">
                <a:solidFill>
                  <a:srgbClr val="131416"/>
                </a:solidFill>
                <a:latin typeface="Arial"/>
                <a:ea typeface="Arial"/>
                <a:cs typeface="Arial"/>
                <a:sym typeface="Arial"/>
              </a:rPr>
              <a:t>En un informe gerencial, es esencial dedicar una sección a la revisión de riesgos y al progreso general del proyecto. Esto les permitirá mantener informados a los interesados sobre los posibles obstáculos y cómo se están manejando.</a:t>
            </a:r>
            <a:endParaRPr/>
          </a:p>
          <a:p>
            <a:pPr indent="0" lvl="0" marL="0" marR="0" rtl="0" algn="l">
              <a:lnSpc>
                <a:spcPct val="172987"/>
              </a:lnSpc>
              <a:spcBef>
                <a:spcPts val="0"/>
              </a:spcBef>
              <a:spcAft>
                <a:spcPts val="0"/>
              </a:spcAft>
              <a:buNone/>
            </a:pPr>
            <a:r>
              <a:t/>
            </a:r>
            <a:endParaRPr b="0" i="0" sz="2310" u="none" cap="none" strike="noStrike">
              <a:solidFill>
                <a:srgbClr val="131416"/>
              </a:solidFill>
              <a:latin typeface="Arial"/>
              <a:ea typeface="Arial"/>
              <a:cs typeface="Arial"/>
              <a:sym typeface="Arial"/>
            </a:endParaRPr>
          </a:p>
          <a:p>
            <a:pPr indent="-249378" lvl="1" marL="498755" marR="0" rtl="0" algn="l">
              <a:lnSpc>
                <a:spcPct val="172987"/>
              </a:lnSpc>
              <a:spcBef>
                <a:spcPts val="0"/>
              </a:spcBef>
              <a:spcAft>
                <a:spcPts val="0"/>
              </a:spcAft>
              <a:buClr>
                <a:srgbClr val="131416"/>
              </a:buClr>
              <a:buSzPts val="2310"/>
              <a:buFont typeface="Arial"/>
              <a:buAutoNum type="arabicPeriod"/>
            </a:pPr>
            <a:r>
              <a:rPr b="0" i="0" lang="en-US" sz="2310" u="none" cap="none" strike="noStrike">
                <a:solidFill>
                  <a:srgbClr val="131416"/>
                </a:solidFill>
                <a:latin typeface="Arial"/>
                <a:ea typeface="Arial"/>
                <a:cs typeface="Arial"/>
                <a:sym typeface="Arial"/>
              </a:rPr>
              <a:t> de mitigación: ¿Qué medidas se están tomando para mitigar esos riesgos?</a:t>
            </a:r>
            <a:endParaRPr/>
          </a:p>
          <a:p>
            <a:pPr indent="-249378" lvl="1" marL="498755" marR="0" rtl="0" algn="l">
              <a:lnSpc>
                <a:spcPct val="172987"/>
              </a:lnSpc>
              <a:spcBef>
                <a:spcPts val="0"/>
              </a:spcBef>
              <a:spcAft>
                <a:spcPts val="0"/>
              </a:spcAft>
              <a:buClr>
                <a:srgbClr val="131416"/>
              </a:buClr>
              <a:buSzPts val="2310"/>
              <a:buFont typeface="Arial"/>
              <a:buAutoNum type="arabicPeriod"/>
            </a:pPr>
            <a:r>
              <a:rPr b="0" i="0" lang="en-US" sz="2310" u="none" cap="none" strike="noStrike">
                <a:solidFill>
                  <a:srgbClr val="131416"/>
                </a:solidFill>
                <a:latin typeface="Arial"/>
                <a:ea typeface="Arial"/>
                <a:cs typeface="Arial"/>
                <a:sym typeface="Arial"/>
              </a:rPr>
              <a:t>Progreso hacia los hitos: Informar sobre qué hitos han sido alcanzados, cuáles están pendientes y si se prevé alguna desviación del cronograma.</a:t>
            </a:r>
            <a:endParaRPr/>
          </a:p>
          <a:p>
            <a:pPr indent="0" lvl="0" marL="0" marR="0" rtl="0" algn="l">
              <a:lnSpc>
                <a:spcPct val="172987"/>
              </a:lnSpc>
              <a:spcBef>
                <a:spcPts val="0"/>
              </a:spcBef>
              <a:spcAft>
                <a:spcPts val="0"/>
              </a:spcAft>
              <a:buNone/>
            </a:pPr>
            <a:r>
              <a:t/>
            </a:r>
            <a:endParaRPr b="0" i="0" sz="2310" u="none" cap="none" strike="noStrike">
              <a:solidFill>
                <a:srgbClr val="131416"/>
              </a:solidFill>
              <a:latin typeface="Arial"/>
              <a:ea typeface="Arial"/>
              <a:cs typeface="Arial"/>
              <a:sym typeface="Arial"/>
            </a:endParaRPr>
          </a:p>
          <a:p>
            <a:pPr indent="0" lvl="0" marL="0" marR="0" rtl="0" algn="l">
              <a:lnSpc>
                <a:spcPct val="172987"/>
              </a:lnSpc>
              <a:spcBef>
                <a:spcPts val="0"/>
              </a:spcBef>
              <a:spcAft>
                <a:spcPts val="0"/>
              </a:spcAft>
              <a:buNone/>
            </a:pPr>
            <a:r>
              <a:t/>
            </a:r>
            <a:endParaRPr b="0" i="0" sz="2310" u="none" cap="none" strike="noStrike">
              <a:solidFill>
                <a:srgbClr val="131416"/>
              </a:solidFill>
              <a:latin typeface="Arial"/>
              <a:ea typeface="Arial"/>
              <a:cs typeface="Arial"/>
              <a:sym typeface="Arial"/>
            </a:endParaRPr>
          </a:p>
        </p:txBody>
      </p:sp>
      <p:sp>
        <p:nvSpPr>
          <p:cNvPr id="210" name="Google Shape;210;p13"/>
          <p:cNvSpPr txBox="1"/>
          <p:nvPr/>
        </p:nvSpPr>
        <p:spPr>
          <a:xfrm>
            <a:off x="1309249" y="4853330"/>
            <a:ext cx="15950051" cy="967463"/>
          </a:xfrm>
          <a:prstGeom prst="rect">
            <a:avLst/>
          </a:prstGeom>
          <a:noFill/>
          <a:ln>
            <a:noFill/>
          </a:ln>
        </p:spPr>
        <p:txBody>
          <a:bodyPr anchorCtr="0" anchor="t" bIns="0" lIns="0" spcFirstLastPara="1" rIns="0" wrap="square" tIns="0">
            <a:spAutoFit/>
          </a:bodyPr>
          <a:lstStyle/>
          <a:p>
            <a:pPr indent="0" lvl="0" marL="0" marR="0" rtl="0" algn="l">
              <a:lnSpc>
                <a:spcPct val="172987"/>
              </a:lnSpc>
              <a:spcBef>
                <a:spcPts val="0"/>
              </a:spcBef>
              <a:spcAft>
                <a:spcPts val="0"/>
              </a:spcAft>
              <a:buNone/>
            </a:pPr>
            <a:r>
              <a:rPr b="0" i="0" lang="en-US" sz="2310" u="none" cap="none" strike="noStrike">
                <a:solidFill>
                  <a:srgbClr val="131416"/>
                </a:solidFill>
                <a:latin typeface="Arial"/>
                <a:ea typeface="Arial"/>
                <a:cs typeface="Arial"/>
                <a:sym typeface="Arial"/>
              </a:rPr>
              <a:t>Revisión de Riesgos y Progreso en el Informe Gerencial</a:t>
            </a:r>
            <a:endParaRPr/>
          </a:p>
          <a:p>
            <a:pPr indent="0" lvl="0" marL="0" marR="0" rtl="0" algn="l">
              <a:lnSpc>
                <a:spcPct val="172987"/>
              </a:lnSpc>
              <a:spcBef>
                <a:spcPts val="0"/>
              </a:spcBef>
              <a:spcAft>
                <a:spcPts val="0"/>
              </a:spcAft>
              <a:buNone/>
            </a:pPr>
            <a:r>
              <a:t/>
            </a:r>
            <a:endParaRPr b="0" i="0" sz="2310" u="none" cap="none" strike="noStrike">
              <a:solidFill>
                <a:srgbClr val="131416"/>
              </a:solidFill>
              <a:latin typeface="Arial"/>
              <a:ea typeface="Arial"/>
              <a:cs typeface="Arial"/>
              <a:sym typeface="Arial"/>
            </a:endParaRPr>
          </a:p>
        </p:txBody>
      </p:sp>
    </p:spTree>
  </p:cSld>
  <p:clrMapOvr>
    <a:masterClrMapping/>
  </p:clrMapOvr>
</p:sld>
</file>

<file path=ppt/slides/slide1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14" name="Shape 214"/>
        <p:cNvGrpSpPr/>
        <p:nvPr/>
      </p:nvGrpSpPr>
      <p:grpSpPr>
        <a:xfrm>
          <a:off x="0" y="0"/>
          <a:ext cx="0" cy="0"/>
          <a:chOff x="0" y="0"/>
          <a:chExt cx="0" cy="0"/>
        </a:xfrm>
      </p:grpSpPr>
      <p:sp>
        <p:nvSpPr>
          <p:cNvPr id="215" name="Google Shape;215;p14"/>
          <p:cNvSpPr txBox="1"/>
          <p:nvPr/>
        </p:nvSpPr>
        <p:spPr>
          <a:xfrm>
            <a:off x="1028700" y="914400"/>
            <a:ext cx="15950051" cy="967463"/>
          </a:xfrm>
          <a:prstGeom prst="rect">
            <a:avLst/>
          </a:prstGeom>
          <a:noFill/>
          <a:ln>
            <a:noFill/>
          </a:ln>
        </p:spPr>
        <p:txBody>
          <a:bodyPr anchorCtr="0" anchor="t" bIns="0" lIns="0" spcFirstLastPara="1" rIns="0" wrap="square" tIns="0">
            <a:spAutoFit/>
          </a:bodyPr>
          <a:lstStyle/>
          <a:p>
            <a:pPr indent="0" lvl="0" marL="0" marR="0" rtl="0" algn="l">
              <a:lnSpc>
                <a:spcPct val="172987"/>
              </a:lnSpc>
              <a:spcBef>
                <a:spcPts val="0"/>
              </a:spcBef>
              <a:spcAft>
                <a:spcPts val="0"/>
              </a:spcAft>
              <a:buNone/>
            </a:pPr>
            <a:r>
              <a:rPr b="0" i="0" lang="en-US" sz="2310" u="none" cap="none" strike="noStrike">
                <a:solidFill>
                  <a:srgbClr val="131416"/>
                </a:solidFill>
                <a:latin typeface="Arial"/>
                <a:ea typeface="Arial"/>
                <a:cs typeface="Arial"/>
                <a:sym typeface="Arial"/>
              </a:rPr>
              <a:t>Ejemplo Práctico: Informe Gerencial de un Proyecto de Desarrollo de Software</a:t>
            </a:r>
            <a:endParaRPr/>
          </a:p>
          <a:p>
            <a:pPr indent="0" lvl="0" marL="0" marR="0" rtl="0" algn="l">
              <a:lnSpc>
                <a:spcPct val="172987"/>
              </a:lnSpc>
              <a:spcBef>
                <a:spcPts val="0"/>
              </a:spcBef>
              <a:spcAft>
                <a:spcPts val="0"/>
              </a:spcAft>
              <a:buNone/>
            </a:pPr>
            <a:r>
              <a:t/>
            </a:r>
            <a:endParaRPr b="0" i="0" sz="2310" u="none" cap="none" strike="noStrike">
              <a:solidFill>
                <a:srgbClr val="131416"/>
              </a:solidFill>
              <a:latin typeface="Arial"/>
              <a:ea typeface="Arial"/>
              <a:cs typeface="Arial"/>
              <a:sym typeface="Arial"/>
            </a:endParaRPr>
          </a:p>
        </p:txBody>
      </p:sp>
      <p:sp>
        <p:nvSpPr>
          <p:cNvPr id="216" name="Google Shape;216;p14"/>
          <p:cNvSpPr txBox="1"/>
          <p:nvPr/>
        </p:nvSpPr>
        <p:spPr>
          <a:xfrm>
            <a:off x="1936806" y="1767563"/>
            <a:ext cx="13666877" cy="2984778"/>
          </a:xfrm>
          <a:prstGeom prst="rect">
            <a:avLst/>
          </a:prstGeom>
          <a:noFill/>
          <a:ln>
            <a:noFill/>
          </a:ln>
        </p:spPr>
        <p:txBody>
          <a:bodyPr anchorCtr="0" anchor="t" bIns="0" lIns="0" spcFirstLastPara="1" rIns="0" wrap="square" tIns="0">
            <a:spAutoFit/>
          </a:bodyPr>
          <a:lstStyle/>
          <a:p>
            <a:pPr indent="0" lvl="0" marL="0" marR="0" rtl="0" algn="l">
              <a:lnSpc>
                <a:spcPct val="172987"/>
              </a:lnSpc>
              <a:spcBef>
                <a:spcPts val="0"/>
              </a:spcBef>
              <a:spcAft>
                <a:spcPts val="0"/>
              </a:spcAft>
              <a:buNone/>
            </a:pPr>
            <a:r>
              <a:rPr b="0" i="0" lang="en-US" sz="2310" u="none" cap="none" strike="noStrike">
                <a:solidFill>
                  <a:srgbClr val="131416"/>
                </a:solidFill>
                <a:latin typeface="Arial"/>
                <a:ea typeface="Arial"/>
                <a:cs typeface="Arial"/>
                <a:sym typeface="Arial"/>
              </a:rPr>
              <a:t>Supongamos que estamos trabajando en un proyecto de desarrollo de software para un sistema de gestión de inventarios. El informe gerencial podría estructurarse de la siguiente manera:</a:t>
            </a:r>
            <a:endParaRPr/>
          </a:p>
          <a:p>
            <a:pPr indent="0" lvl="0" marL="0" marR="0" rtl="0" algn="l">
              <a:lnSpc>
                <a:spcPct val="172987"/>
              </a:lnSpc>
              <a:spcBef>
                <a:spcPts val="0"/>
              </a:spcBef>
              <a:spcAft>
                <a:spcPts val="0"/>
              </a:spcAft>
              <a:buNone/>
            </a:pPr>
            <a:r>
              <a:t/>
            </a:r>
            <a:endParaRPr b="0" i="0" sz="2310" u="none" cap="none" strike="noStrike">
              <a:solidFill>
                <a:srgbClr val="131416"/>
              </a:solidFill>
              <a:latin typeface="Arial"/>
              <a:ea typeface="Arial"/>
              <a:cs typeface="Arial"/>
              <a:sym typeface="Arial"/>
            </a:endParaRPr>
          </a:p>
          <a:p>
            <a:pPr indent="0" lvl="0" marL="0" marR="0" rtl="0" algn="l">
              <a:lnSpc>
                <a:spcPct val="172987"/>
              </a:lnSpc>
              <a:spcBef>
                <a:spcPts val="0"/>
              </a:spcBef>
              <a:spcAft>
                <a:spcPts val="0"/>
              </a:spcAft>
              <a:buNone/>
            </a:pPr>
            <a:r>
              <a:t/>
            </a:r>
            <a:endParaRPr b="0" i="0" sz="2310" u="none" cap="none" strike="noStrike">
              <a:solidFill>
                <a:srgbClr val="131416"/>
              </a:solidFill>
              <a:latin typeface="Arial"/>
              <a:ea typeface="Arial"/>
              <a:cs typeface="Arial"/>
              <a:sym typeface="Arial"/>
            </a:endParaRPr>
          </a:p>
          <a:p>
            <a:pPr indent="0" lvl="0" marL="0" marR="0" rtl="0" algn="l">
              <a:lnSpc>
                <a:spcPct val="172987"/>
              </a:lnSpc>
              <a:spcBef>
                <a:spcPts val="0"/>
              </a:spcBef>
              <a:spcAft>
                <a:spcPts val="0"/>
              </a:spcAft>
              <a:buNone/>
            </a:pPr>
            <a:r>
              <a:t/>
            </a:r>
            <a:endParaRPr b="0" i="0" sz="2310" u="none" cap="none" strike="noStrike">
              <a:solidFill>
                <a:srgbClr val="131416"/>
              </a:solidFill>
              <a:latin typeface="Arial"/>
              <a:ea typeface="Arial"/>
              <a:cs typeface="Arial"/>
              <a:sym typeface="Arial"/>
            </a:endParaRPr>
          </a:p>
        </p:txBody>
      </p:sp>
      <p:sp>
        <p:nvSpPr>
          <p:cNvPr id="217" name="Google Shape;217;p14"/>
          <p:cNvSpPr txBox="1"/>
          <p:nvPr/>
        </p:nvSpPr>
        <p:spPr>
          <a:xfrm>
            <a:off x="1028700" y="4250887"/>
            <a:ext cx="15950051" cy="967463"/>
          </a:xfrm>
          <a:prstGeom prst="rect">
            <a:avLst/>
          </a:prstGeom>
          <a:noFill/>
          <a:ln>
            <a:noFill/>
          </a:ln>
        </p:spPr>
        <p:txBody>
          <a:bodyPr anchorCtr="0" anchor="t" bIns="0" lIns="0" spcFirstLastPara="1" rIns="0" wrap="square" tIns="0">
            <a:spAutoFit/>
          </a:bodyPr>
          <a:lstStyle/>
          <a:p>
            <a:pPr indent="0" lvl="0" marL="0" marR="0" rtl="0" algn="l">
              <a:lnSpc>
                <a:spcPct val="172987"/>
              </a:lnSpc>
              <a:spcBef>
                <a:spcPts val="0"/>
              </a:spcBef>
              <a:spcAft>
                <a:spcPts val="0"/>
              </a:spcAft>
              <a:buNone/>
            </a:pPr>
            <a:r>
              <a:rPr b="0" i="0" lang="en-US" sz="2310" u="none" cap="none" strike="noStrike">
                <a:solidFill>
                  <a:srgbClr val="131416"/>
                </a:solidFill>
                <a:latin typeface="Arial"/>
                <a:ea typeface="Arial"/>
                <a:cs typeface="Arial"/>
                <a:sym typeface="Arial"/>
              </a:rPr>
              <a:t>Resumen Ejecutivo:</a:t>
            </a:r>
            <a:endParaRPr/>
          </a:p>
          <a:p>
            <a:pPr indent="0" lvl="0" marL="0" marR="0" rtl="0" algn="l">
              <a:lnSpc>
                <a:spcPct val="172987"/>
              </a:lnSpc>
              <a:spcBef>
                <a:spcPts val="0"/>
              </a:spcBef>
              <a:spcAft>
                <a:spcPts val="0"/>
              </a:spcAft>
              <a:buNone/>
            </a:pPr>
            <a:r>
              <a:t/>
            </a:r>
            <a:endParaRPr b="0" i="0" sz="2310" u="none" cap="none" strike="noStrike">
              <a:solidFill>
                <a:srgbClr val="131416"/>
              </a:solidFill>
              <a:latin typeface="Arial"/>
              <a:ea typeface="Arial"/>
              <a:cs typeface="Arial"/>
              <a:sym typeface="Arial"/>
            </a:endParaRPr>
          </a:p>
        </p:txBody>
      </p:sp>
      <p:sp>
        <p:nvSpPr>
          <p:cNvPr id="218" name="Google Shape;218;p14"/>
          <p:cNvSpPr txBox="1"/>
          <p:nvPr/>
        </p:nvSpPr>
        <p:spPr>
          <a:xfrm>
            <a:off x="1936806" y="5104051"/>
            <a:ext cx="13666877" cy="1471792"/>
          </a:xfrm>
          <a:prstGeom prst="rect">
            <a:avLst/>
          </a:prstGeom>
          <a:noFill/>
          <a:ln>
            <a:noFill/>
          </a:ln>
        </p:spPr>
        <p:txBody>
          <a:bodyPr anchorCtr="0" anchor="t" bIns="0" lIns="0" spcFirstLastPara="1" rIns="0" wrap="square" tIns="0">
            <a:spAutoFit/>
          </a:bodyPr>
          <a:lstStyle/>
          <a:p>
            <a:pPr indent="0" lvl="0" marL="0" marR="0" rtl="0" algn="l">
              <a:lnSpc>
                <a:spcPct val="172987"/>
              </a:lnSpc>
              <a:spcBef>
                <a:spcPts val="0"/>
              </a:spcBef>
              <a:spcAft>
                <a:spcPts val="0"/>
              </a:spcAft>
              <a:buNone/>
            </a:pPr>
            <a:r>
              <a:rPr b="0" i="0" lang="en-US" sz="2310" u="none" cap="none" strike="noStrike">
                <a:solidFill>
                  <a:srgbClr val="131416"/>
                </a:solidFill>
                <a:latin typeface="Arial"/>
                <a:ea typeface="Arial"/>
                <a:cs typeface="Arial"/>
                <a:sym typeface="Arial"/>
              </a:rPr>
              <a:t>"El desarrollo del sistema de inventarios está en el 75% de avance, pero enfrenta un retraso en la implementación del módulo de reportes debido a problemas con la base de datos."</a:t>
            </a:r>
            <a:endParaRPr/>
          </a:p>
          <a:p>
            <a:pPr indent="0" lvl="0" marL="0" marR="0" rtl="0" algn="l">
              <a:lnSpc>
                <a:spcPct val="172987"/>
              </a:lnSpc>
              <a:spcBef>
                <a:spcPts val="0"/>
              </a:spcBef>
              <a:spcAft>
                <a:spcPts val="0"/>
              </a:spcAft>
              <a:buNone/>
            </a:pPr>
            <a:r>
              <a:t/>
            </a:r>
            <a:endParaRPr b="0" i="0" sz="2310" u="none" cap="none" strike="noStrike">
              <a:solidFill>
                <a:srgbClr val="131416"/>
              </a:solidFill>
              <a:latin typeface="Arial"/>
              <a:ea typeface="Arial"/>
              <a:cs typeface="Arial"/>
              <a:sym typeface="Arial"/>
            </a:endParaRPr>
          </a:p>
        </p:txBody>
      </p:sp>
      <p:sp>
        <p:nvSpPr>
          <p:cNvPr id="219" name="Google Shape;219;p14"/>
          <p:cNvSpPr txBox="1"/>
          <p:nvPr/>
        </p:nvSpPr>
        <p:spPr>
          <a:xfrm>
            <a:off x="1028700" y="6607655"/>
            <a:ext cx="15950051" cy="967463"/>
          </a:xfrm>
          <a:prstGeom prst="rect">
            <a:avLst/>
          </a:prstGeom>
          <a:noFill/>
          <a:ln>
            <a:noFill/>
          </a:ln>
        </p:spPr>
        <p:txBody>
          <a:bodyPr anchorCtr="0" anchor="t" bIns="0" lIns="0" spcFirstLastPara="1" rIns="0" wrap="square" tIns="0">
            <a:spAutoFit/>
          </a:bodyPr>
          <a:lstStyle/>
          <a:p>
            <a:pPr indent="0" lvl="0" marL="0" marR="0" rtl="0" algn="l">
              <a:lnSpc>
                <a:spcPct val="172987"/>
              </a:lnSpc>
              <a:spcBef>
                <a:spcPts val="0"/>
              </a:spcBef>
              <a:spcAft>
                <a:spcPts val="0"/>
              </a:spcAft>
              <a:buNone/>
            </a:pPr>
            <a:r>
              <a:rPr b="0" i="0" lang="en-US" sz="2310" u="none" cap="none" strike="noStrike">
                <a:solidFill>
                  <a:srgbClr val="131416"/>
                </a:solidFill>
                <a:latin typeface="Arial"/>
                <a:ea typeface="Arial"/>
                <a:cs typeface="Arial"/>
                <a:sym typeface="Arial"/>
              </a:rPr>
              <a:t>Indicadores Clave (KPIs):</a:t>
            </a:r>
            <a:endParaRPr/>
          </a:p>
          <a:p>
            <a:pPr indent="0" lvl="0" marL="0" marR="0" rtl="0" algn="l">
              <a:lnSpc>
                <a:spcPct val="172987"/>
              </a:lnSpc>
              <a:spcBef>
                <a:spcPts val="0"/>
              </a:spcBef>
              <a:spcAft>
                <a:spcPts val="0"/>
              </a:spcAft>
              <a:buNone/>
            </a:pPr>
            <a:r>
              <a:t/>
            </a:r>
            <a:endParaRPr b="0" i="0" sz="2310" u="none" cap="none" strike="noStrike">
              <a:solidFill>
                <a:srgbClr val="131416"/>
              </a:solidFill>
              <a:latin typeface="Arial"/>
              <a:ea typeface="Arial"/>
              <a:cs typeface="Arial"/>
              <a:sym typeface="Arial"/>
            </a:endParaRPr>
          </a:p>
        </p:txBody>
      </p:sp>
      <p:sp>
        <p:nvSpPr>
          <p:cNvPr id="220" name="Google Shape;220;p14"/>
          <p:cNvSpPr txBox="1"/>
          <p:nvPr/>
        </p:nvSpPr>
        <p:spPr>
          <a:xfrm>
            <a:off x="1936806" y="7460819"/>
            <a:ext cx="13666877" cy="1976121"/>
          </a:xfrm>
          <a:prstGeom prst="rect">
            <a:avLst/>
          </a:prstGeom>
          <a:noFill/>
          <a:ln>
            <a:noFill/>
          </a:ln>
        </p:spPr>
        <p:txBody>
          <a:bodyPr anchorCtr="0" anchor="t" bIns="0" lIns="0" spcFirstLastPara="1" rIns="0" wrap="square" tIns="0">
            <a:spAutoFit/>
          </a:bodyPr>
          <a:lstStyle/>
          <a:p>
            <a:pPr indent="0" lvl="0" marL="0" marR="0" rtl="0" algn="l">
              <a:lnSpc>
                <a:spcPct val="172987"/>
              </a:lnSpc>
              <a:spcBef>
                <a:spcPts val="0"/>
              </a:spcBef>
              <a:spcAft>
                <a:spcPts val="0"/>
              </a:spcAft>
              <a:buNone/>
            </a:pPr>
            <a:r>
              <a:rPr b="0" i="0" lang="en-US" sz="2310" u="none" cap="none" strike="noStrike">
                <a:solidFill>
                  <a:srgbClr val="131416"/>
                </a:solidFill>
                <a:latin typeface="Arial"/>
                <a:ea typeface="Arial"/>
                <a:cs typeface="Arial"/>
                <a:sym typeface="Arial"/>
              </a:rPr>
              <a:t>CPI: 1.02 (Estamos levemente por debajo del presupuesto).</a:t>
            </a:r>
            <a:endParaRPr/>
          </a:p>
          <a:p>
            <a:pPr indent="0" lvl="0" marL="0" marR="0" rtl="0" algn="l">
              <a:lnSpc>
                <a:spcPct val="172987"/>
              </a:lnSpc>
              <a:spcBef>
                <a:spcPts val="0"/>
              </a:spcBef>
              <a:spcAft>
                <a:spcPts val="0"/>
              </a:spcAft>
              <a:buNone/>
            </a:pPr>
            <a:r>
              <a:t/>
            </a:r>
            <a:endParaRPr b="0" i="0" sz="2310" u="none" cap="none" strike="noStrike">
              <a:solidFill>
                <a:srgbClr val="131416"/>
              </a:solidFill>
              <a:latin typeface="Arial"/>
              <a:ea typeface="Arial"/>
              <a:cs typeface="Arial"/>
              <a:sym typeface="Arial"/>
            </a:endParaRPr>
          </a:p>
          <a:p>
            <a:pPr indent="0" lvl="0" marL="0" marR="0" rtl="0" algn="l">
              <a:lnSpc>
                <a:spcPct val="172987"/>
              </a:lnSpc>
              <a:spcBef>
                <a:spcPts val="0"/>
              </a:spcBef>
              <a:spcAft>
                <a:spcPts val="0"/>
              </a:spcAft>
              <a:buNone/>
            </a:pPr>
            <a:r>
              <a:rPr b="0" i="0" lang="en-US" sz="2310" u="none" cap="none" strike="noStrike">
                <a:solidFill>
                  <a:srgbClr val="131416"/>
                </a:solidFill>
                <a:latin typeface="Arial"/>
                <a:ea typeface="Arial"/>
                <a:cs typeface="Arial"/>
                <a:sym typeface="Arial"/>
              </a:rPr>
              <a:t>SPI: 0.90 (Estamos algo retrasados en el cronograma).</a:t>
            </a:r>
            <a:endParaRPr/>
          </a:p>
          <a:p>
            <a:pPr indent="0" lvl="0" marL="0" marR="0" rtl="0" algn="l">
              <a:lnSpc>
                <a:spcPct val="172987"/>
              </a:lnSpc>
              <a:spcBef>
                <a:spcPts val="0"/>
              </a:spcBef>
              <a:spcAft>
                <a:spcPts val="0"/>
              </a:spcAft>
              <a:buNone/>
            </a:pPr>
            <a:r>
              <a:t/>
            </a:r>
            <a:endParaRPr b="0" i="0" sz="2310" u="none" cap="none" strike="noStrike">
              <a:solidFill>
                <a:srgbClr val="131416"/>
              </a:solidFill>
              <a:latin typeface="Arial"/>
              <a:ea typeface="Arial"/>
              <a:cs typeface="Arial"/>
              <a:sym typeface="Arial"/>
            </a:endParaRPr>
          </a:p>
        </p:txBody>
      </p:sp>
    </p:spTree>
  </p:cSld>
  <p:clrMapOvr>
    <a:masterClrMapping/>
  </p:clrMapOvr>
</p:sld>
</file>

<file path=ppt/slides/slide1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24" name="Shape 224"/>
        <p:cNvGrpSpPr/>
        <p:nvPr/>
      </p:nvGrpSpPr>
      <p:grpSpPr>
        <a:xfrm>
          <a:off x="0" y="0"/>
          <a:ext cx="0" cy="0"/>
          <a:chOff x="0" y="0"/>
          <a:chExt cx="0" cy="0"/>
        </a:xfrm>
      </p:grpSpPr>
      <p:sp>
        <p:nvSpPr>
          <p:cNvPr id="225" name="Google Shape;225;p15"/>
          <p:cNvSpPr txBox="1"/>
          <p:nvPr/>
        </p:nvSpPr>
        <p:spPr>
          <a:xfrm>
            <a:off x="1028700" y="914400"/>
            <a:ext cx="15950051" cy="967463"/>
          </a:xfrm>
          <a:prstGeom prst="rect">
            <a:avLst/>
          </a:prstGeom>
          <a:noFill/>
          <a:ln>
            <a:noFill/>
          </a:ln>
        </p:spPr>
        <p:txBody>
          <a:bodyPr anchorCtr="0" anchor="t" bIns="0" lIns="0" spcFirstLastPara="1" rIns="0" wrap="square" tIns="0">
            <a:spAutoFit/>
          </a:bodyPr>
          <a:lstStyle/>
          <a:p>
            <a:pPr indent="0" lvl="0" marL="0" marR="0" rtl="0" algn="l">
              <a:lnSpc>
                <a:spcPct val="172987"/>
              </a:lnSpc>
              <a:spcBef>
                <a:spcPts val="0"/>
              </a:spcBef>
              <a:spcAft>
                <a:spcPts val="0"/>
              </a:spcAft>
              <a:buNone/>
            </a:pPr>
            <a:r>
              <a:rPr b="0" i="0" lang="en-US" sz="2310" u="none" cap="none" strike="noStrike">
                <a:solidFill>
                  <a:srgbClr val="131416"/>
                </a:solidFill>
                <a:latin typeface="Arial"/>
                <a:ea typeface="Arial"/>
                <a:cs typeface="Arial"/>
                <a:sym typeface="Arial"/>
              </a:rPr>
              <a:t>Riesgos:</a:t>
            </a:r>
            <a:endParaRPr/>
          </a:p>
          <a:p>
            <a:pPr indent="0" lvl="0" marL="0" marR="0" rtl="0" algn="l">
              <a:lnSpc>
                <a:spcPct val="172987"/>
              </a:lnSpc>
              <a:spcBef>
                <a:spcPts val="0"/>
              </a:spcBef>
              <a:spcAft>
                <a:spcPts val="0"/>
              </a:spcAft>
              <a:buNone/>
            </a:pPr>
            <a:r>
              <a:t/>
            </a:r>
            <a:endParaRPr b="0" i="0" sz="2310" u="none" cap="none" strike="noStrike">
              <a:solidFill>
                <a:srgbClr val="131416"/>
              </a:solidFill>
              <a:latin typeface="Arial"/>
              <a:ea typeface="Arial"/>
              <a:cs typeface="Arial"/>
              <a:sym typeface="Arial"/>
            </a:endParaRPr>
          </a:p>
        </p:txBody>
      </p:sp>
      <p:sp>
        <p:nvSpPr>
          <p:cNvPr id="226" name="Google Shape;226;p15"/>
          <p:cNvSpPr txBox="1"/>
          <p:nvPr/>
        </p:nvSpPr>
        <p:spPr>
          <a:xfrm>
            <a:off x="1936806" y="1767563"/>
            <a:ext cx="13666877" cy="2480450"/>
          </a:xfrm>
          <a:prstGeom prst="rect">
            <a:avLst/>
          </a:prstGeom>
          <a:noFill/>
          <a:ln>
            <a:noFill/>
          </a:ln>
        </p:spPr>
        <p:txBody>
          <a:bodyPr anchorCtr="0" anchor="t" bIns="0" lIns="0" spcFirstLastPara="1" rIns="0" wrap="square" tIns="0">
            <a:spAutoFit/>
          </a:bodyPr>
          <a:lstStyle/>
          <a:p>
            <a:pPr indent="0" lvl="0" marL="0" marR="0" rtl="0" algn="l">
              <a:lnSpc>
                <a:spcPct val="172987"/>
              </a:lnSpc>
              <a:spcBef>
                <a:spcPts val="0"/>
              </a:spcBef>
              <a:spcAft>
                <a:spcPts val="0"/>
              </a:spcAft>
              <a:buNone/>
            </a:pPr>
            <a:r>
              <a:rPr b="0" i="0" lang="en-US" sz="2310" u="none" cap="none" strike="noStrike">
                <a:solidFill>
                  <a:srgbClr val="131416"/>
                </a:solidFill>
                <a:latin typeface="Arial"/>
                <a:ea typeface="Arial"/>
                <a:cs typeface="Arial"/>
                <a:sym typeface="Arial"/>
              </a:rPr>
              <a:t>"El riesgo más crítico es el retraso en la integración de la base de datos, lo cual podría afectar la fecha de entrega."</a:t>
            </a:r>
            <a:endParaRPr/>
          </a:p>
          <a:p>
            <a:pPr indent="0" lvl="0" marL="0" marR="0" rtl="0" algn="l">
              <a:lnSpc>
                <a:spcPct val="172987"/>
              </a:lnSpc>
              <a:spcBef>
                <a:spcPts val="0"/>
              </a:spcBef>
              <a:spcAft>
                <a:spcPts val="0"/>
              </a:spcAft>
              <a:buNone/>
            </a:pPr>
            <a:r>
              <a:t/>
            </a:r>
            <a:endParaRPr b="0" i="0" sz="2310" u="none" cap="none" strike="noStrike">
              <a:solidFill>
                <a:srgbClr val="131416"/>
              </a:solidFill>
              <a:latin typeface="Arial"/>
              <a:ea typeface="Arial"/>
              <a:cs typeface="Arial"/>
              <a:sym typeface="Arial"/>
            </a:endParaRPr>
          </a:p>
          <a:p>
            <a:pPr indent="0" lvl="0" marL="0" marR="0" rtl="0" algn="l">
              <a:lnSpc>
                <a:spcPct val="172987"/>
              </a:lnSpc>
              <a:spcBef>
                <a:spcPts val="0"/>
              </a:spcBef>
              <a:spcAft>
                <a:spcPts val="0"/>
              </a:spcAft>
              <a:buNone/>
            </a:pPr>
            <a:r>
              <a:t/>
            </a:r>
            <a:endParaRPr b="0" i="0" sz="2310" u="none" cap="none" strike="noStrike">
              <a:solidFill>
                <a:srgbClr val="131416"/>
              </a:solidFill>
              <a:latin typeface="Arial"/>
              <a:ea typeface="Arial"/>
              <a:cs typeface="Arial"/>
              <a:sym typeface="Arial"/>
            </a:endParaRPr>
          </a:p>
          <a:p>
            <a:pPr indent="0" lvl="0" marL="0" marR="0" rtl="0" algn="l">
              <a:lnSpc>
                <a:spcPct val="172987"/>
              </a:lnSpc>
              <a:spcBef>
                <a:spcPts val="0"/>
              </a:spcBef>
              <a:spcAft>
                <a:spcPts val="0"/>
              </a:spcAft>
              <a:buNone/>
            </a:pPr>
            <a:r>
              <a:t/>
            </a:r>
            <a:endParaRPr b="0" i="0" sz="2310" u="none" cap="none" strike="noStrike">
              <a:solidFill>
                <a:srgbClr val="131416"/>
              </a:solidFill>
              <a:latin typeface="Arial"/>
              <a:ea typeface="Arial"/>
              <a:cs typeface="Arial"/>
              <a:sym typeface="Arial"/>
            </a:endParaRPr>
          </a:p>
        </p:txBody>
      </p:sp>
      <p:sp>
        <p:nvSpPr>
          <p:cNvPr id="227" name="Google Shape;227;p15"/>
          <p:cNvSpPr txBox="1"/>
          <p:nvPr/>
        </p:nvSpPr>
        <p:spPr>
          <a:xfrm>
            <a:off x="1028700" y="4250887"/>
            <a:ext cx="15950051" cy="967463"/>
          </a:xfrm>
          <a:prstGeom prst="rect">
            <a:avLst/>
          </a:prstGeom>
          <a:noFill/>
          <a:ln>
            <a:noFill/>
          </a:ln>
        </p:spPr>
        <p:txBody>
          <a:bodyPr anchorCtr="0" anchor="t" bIns="0" lIns="0" spcFirstLastPara="1" rIns="0" wrap="square" tIns="0">
            <a:spAutoFit/>
          </a:bodyPr>
          <a:lstStyle/>
          <a:p>
            <a:pPr indent="0" lvl="0" marL="0" marR="0" rtl="0" algn="l">
              <a:lnSpc>
                <a:spcPct val="172987"/>
              </a:lnSpc>
              <a:spcBef>
                <a:spcPts val="0"/>
              </a:spcBef>
              <a:spcAft>
                <a:spcPts val="0"/>
              </a:spcAft>
              <a:buNone/>
            </a:pPr>
            <a:r>
              <a:rPr b="0" i="0" lang="en-US" sz="2310" u="none" cap="none" strike="noStrike">
                <a:solidFill>
                  <a:srgbClr val="131416"/>
                </a:solidFill>
                <a:latin typeface="Arial"/>
                <a:ea typeface="Arial"/>
                <a:cs typeface="Arial"/>
                <a:sym typeface="Arial"/>
              </a:rPr>
              <a:t>Acciones Recomendadas:</a:t>
            </a:r>
            <a:endParaRPr/>
          </a:p>
          <a:p>
            <a:pPr indent="0" lvl="0" marL="0" marR="0" rtl="0" algn="l">
              <a:lnSpc>
                <a:spcPct val="172987"/>
              </a:lnSpc>
              <a:spcBef>
                <a:spcPts val="0"/>
              </a:spcBef>
              <a:spcAft>
                <a:spcPts val="0"/>
              </a:spcAft>
              <a:buNone/>
            </a:pPr>
            <a:r>
              <a:t/>
            </a:r>
            <a:endParaRPr b="0" i="0" sz="2310" u="none" cap="none" strike="noStrike">
              <a:solidFill>
                <a:srgbClr val="131416"/>
              </a:solidFill>
              <a:latin typeface="Arial"/>
              <a:ea typeface="Arial"/>
              <a:cs typeface="Arial"/>
              <a:sym typeface="Arial"/>
            </a:endParaRPr>
          </a:p>
        </p:txBody>
      </p:sp>
      <p:sp>
        <p:nvSpPr>
          <p:cNvPr id="228" name="Google Shape;228;p15"/>
          <p:cNvSpPr txBox="1"/>
          <p:nvPr/>
        </p:nvSpPr>
        <p:spPr>
          <a:xfrm>
            <a:off x="1936806" y="5104051"/>
            <a:ext cx="13666877" cy="1471792"/>
          </a:xfrm>
          <a:prstGeom prst="rect">
            <a:avLst/>
          </a:prstGeom>
          <a:noFill/>
          <a:ln>
            <a:noFill/>
          </a:ln>
        </p:spPr>
        <p:txBody>
          <a:bodyPr anchorCtr="0" anchor="t" bIns="0" lIns="0" spcFirstLastPara="1" rIns="0" wrap="square" tIns="0">
            <a:spAutoFit/>
          </a:bodyPr>
          <a:lstStyle/>
          <a:p>
            <a:pPr indent="0" lvl="0" marL="0" marR="0" rtl="0" algn="l">
              <a:lnSpc>
                <a:spcPct val="172987"/>
              </a:lnSpc>
              <a:spcBef>
                <a:spcPts val="0"/>
              </a:spcBef>
              <a:spcAft>
                <a:spcPts val="0"/>
              </a:spcAft>
              <a:buNone/>
            </a:pPr>
            <a:r>
              <a:rPr b="0" i="0" lang="en-US" sz="2310" u="none" cap="none" strike="noStrike">
                <a:solidFill>
                  <a:srgbClr val="131416"/>
                </a:solidFill>
                <a:latin typeface="Arial"/>
                <a:ea typeface="Arial"/>
                <a:cs typeface="Arial"/>
                <a:sym typeface="Arial"/>
              </a:rPr>
              <a:t>"Es necesario considerar la contratación de un especialista en bases de datos externo para acelerar la resolución del problema."</a:t>
            </a:r>
            <a:endParaRPr/>
          </a:p>
          <a:p>
            <a:pPr indent="0" lvl="0" marL="0" marR="0" rtl="0" algn="l">
              <a:lnSpc>
                <a:spcPct val="172987"/>
              </a:lnSpc>
              <a:spcBef>
                <a:spcPts val="0"/>
              </a:spcBef>
              <a:spcAft>
                <a:spcPts val="0"/>
              </a:spcAft>
              <a:buNone/>
            </a:pPr>
            <a:r>
              <a:t/>
            </a:r>
            <a:endParaRPr b="0" i="0" sz="2310" u="none" cap="none" strike="noStrike">
              <a:solidFill>
                <a:srgbClr val="131416"/>
              </a:solidFill>
              <a:latin typeface="Arial"/>
              <a:ea typeface="Arial"/>
              <a:cs typeface="Arial"/>
              <a:sym typeface="Arial"/>
            </a:endParaRPr>
          </a:p>
        </p:txBody>
      </p:sp>
    </p:spTree>
  </p:cSld>
  <p:clrMapOvr>
    <a:masterClrMapping/>
  </p:clrMapOvr>
</p:sld>
</file>

<file path=ppt/slides/slide1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32" name="Shape 232"/>
        <p:cNvGrpSpPr/>
        <p:nvPr/>
      </p:nvGrpSpPr>
      <p:grpSpPr>
        <a:xfrm>
          <a:off x="0" y="0"/>
          <a:ext cx="0" cy="0"/>
          <a:chOff x="0" y="0"/>
          <a:chExt cx="0" cy="0"/>
        </a:xfrm>
      </p:grpSpPr>
      <p:sp>
        <p:nvSpPr>
          <p:cNvPr id="233" name="Google Shape;233;p16"/>
          <p:cNvSpPr txBox="1"/>
          <p:nvPr/>
        </p:nvSpPr>
        <p:spPr>
          <a:xfrm>
            <a:off x="2507390" y="1000125"/>
            <a:ext cx="13503315" cy="2052066"/>
          </a:xfrm>
          <a:prstGeom prst="rect">
            <a:avLst/>
          </a:prstGeom>
          <a:noFill/>
          <a:ln>
            <a:noFill/>
          </a:ln>
        </p:spPr>
        <p:txBody>
          <a:bodyPr anchorCtr="0" anchor="t" bIns="0" lIns="0" spcFirstLastPara="1" rIns="0" wrap="square" tIns="0">
            <a:spAutoFit/>
          </a:bodyPr>
          <a:lstStyle/>
          <a:p>
            <a:pPr indent="0" lvl="0" marL="0" marR="0" rtl="0" algn="ctr">
              <a:lnSpc>
                <a:spcPct val="113000"/>
              </a:lnSpc>
              <a:spcBef>
                <a:spcPts val="0"/>
              </a:spcBef>
              <a:spcAft>
                <a:spcPts val="0"/>
              </a:spcAft>
              <a:buNone/>
            </a:pPr>
            <a:r>
              <a:rPr b="0" i="0" lang="en-US" sz="6900" u="none" cap="none" strike="noStrike">
                <a:solidFill>
                  <a:srgbClr val="131416"/>
                </a:solidFill>
                <a:latin typeface="Arial"/>
                <a:ea typeface="Arial"/>
                <a:cs typeface="Arial"/>
                <a:sym typeface="Arial"/>
              </a:rPr>
              <a:t>NOMBRE DEL VALOR Y/O ACTITUD</a:t>
            </a:r>
            <a:endParaRPr/>
          </a:p>
        </p:txBody>
      </p:sp>
      <p:sp>
        <p:nvSpPr>
          <p:cNvPr id="234" name="Google Shape;234;p16"/>
          <p:cNvSpPr txBox="1"/>
          <p:nvPr/>
        </p:nvSpPr>
        <p:spPr>
          <a:xfrm>
            <a:off x="1871436" y="5019675"/>
            <a:ext cx="14775300" cy="3298800"/>
          </a:xfrm>
          <a:prstGeom prst="rect">
            <a:avLst/>
          </a:prstGeom>
          <a:noFill/>
          <a:ln>
            <a:noFill/>
          </a:ln>
        </p:spPr>
        <p:txBody>
          <a:bodyPr anchorCtr="0" anchor="t" bIns="0" lIns="0" spcFirstLastPara="1" rIns="0" wrap="square" tIns="0">
            <a:spAutoFit/>
          </a:bodyPr>
          <a:lstStyle/>
          <a:p>
            <a:pPr indent="0" lvl="0" marL="0" marR="0" rtl="0" algn="ctr">
              <a:lnSpc>
                <a:spcPct val="140003"/>
              </a:lnSpc>
              <a:spcBef>
                <a:spcPts val="0"/>
              </a:spcBef>
              <a:spcAft>
                <a:spcPts val="0"/>
              </a:spcAft>
              <a:buNone/>
            </a:pPr>
            <a:r>
              <a:rPr b="0" i="0" lang="en-US" sz="6737" u="none" cap="none" strike="noStrike">
                <a:solidFill>
                  <a:srgbClr val="131416"/>
                </a:solidFill>
                <a:latin typeface="Arial"/>
                <a:ea typeface="Arial"/>
                <a:cs typeface="Arial"/>
                <a:sym typeface="Arial"/>
              </a:rPr>
              <a:t>Superación: </a:t>
            </a:r>
            <a:endParaRPr b="0" i="0" sz="6737" u="none" cap="none" strike="noStrike">
              <a:solidFill>
                <a:srgbClr val="131416"/>
              </a:solidFill>
              <a:latin typeface="Arial"/>
              <a:ea typeface="Arial"/>
              <a:cs typeface="Arial"/>
              <a:sym typeface="Arial"/>
            </a:endParaRPr>
          </a:p>
          <a:p>
            <a:pPr indent="0" lvl="0" marL="0" marR="0" rtl="0" algn="ctr">
              <a:lnSpc>
                <a:spcPct val="140002"/>
              </a:lnSpc>
              <a:spcBef>
                <a:spcPts val="0"/>
              </a:spcBef>
              <a:spcAft>
                <a:spcPts val="0"/>
              </a:spcAft>
              <a:buNone/>
            </a:pPr>
            <a:r>
              <a:rPr b="0" i="0" lang="en-US" sz="5000" u="none" cap="none" strike="noStrike">
                <a:solidFill>
                  <a:srgbClr val="131416"/>
                </a:solidFill>
                <a:latin typeface="Arial"/>
                <a:ea typeface="Arial"/>
                <a:cs typeface="Arial"/>
                <a:sym typeface="Arial"/>
              </a:rPr>
              <a:t>El deseo de superarse es clave en la mejora continua.</a:t>
            </a:r>
            <a:endParaRPr sz="5000"/>
          </a:p>
        </p:txBody>
      </p:sp>
    </p:spTree>
  </p:cSld>
  <p:clrMapOvr>
    <a:masterClrMapping/>
  </p:clrMapOvr>
</p:sld>
</file>

<file path=ppt/slides/slide1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38" name="Shape 238"/>
        <p:cNvGrpSpPr/>
        <p:nvPr/>
      </p:nvGrpSpPr>
      <p:grpSpPr>
        <a:xfrm>
          <a:off x="0" y="0"/>
          <a:ext cx="0" cy="0"/>
          <a:chOff x="0" y="0"/>
          <a:chExt cx="0" cy="0"/>
        </a:xfrm>
      </p:grpSpPr>
      <p:sp>
        <p:nvSpPr>
          <p:cNvPr id="239" name="Google Shape;239;p17"/>
          <p:cNvSpPr txBox="1"/>
          <p:nvPr/>
        </p:nvSpPr>
        <p:spPr>
          <a:xfrm>
            <a:off x="2507390" y="1000125"/>
            <a:ext cx="13503315" cy="1070991"/>
          </a:xfrm>
          <a:prstGeom prst="rect">
            <a:avLst/>
          </a:prstGeom>
          <a:noFill/>
          <a:ln>
            <a:noFill/>
          </a:ln>
        </p:spPr>
        <p:txBody>
          <a:bodyPr anchorCtr="0" anchor="t" bIns="0" lIns="0" spcFirstLastPara="1" rIns="0" wrap="square" tIns="0">
            <a:spAutoFit/>
          </a:bodyPr>
          <a:lstStyle/>
          <a:p>
            <a:pPr indent="0" lvl="0" marL="0" marR="0" rtl="0" algn="ctr">
              <a:lnSpc>
                <a:spcPct val="113000"/>
              </a:lnSpc>
              <a:spcBef>
                <a:spcPts val="0"/>
              </a:spcBef>
              <a:spcAft>
                <a:spcPts val="0"/>
              </a:spcAft>
              <a:buNone/>
            </a:pPr>
            <a:r>
              <a:rPr b="0" i="0" lang="en-US" sz="6900" u="none" cap="none" strike="noStrike">
                <a:solidFill>
                  <a:srgbClr val="131416"/>
                </a:solidFill>
                <a:latin typeface="Arial"/>
                <a:ea typeface="Arial"/>
                <a:cs typeface="Arial"/>
                <a:sym typeface="Arial"/>
              </a:rPr>
              <a:t>REFERENCIAS </a:t>
            </a:r>
            <a:endParaRPr/>
          </a:p>
        </p:txBody>
      </p:sp>
      <p:sp>
        <p:nvSpPr>
          <p:cNvPr id="240" name="Google Shape;240;p17"/>
          <p:cNvSpPr txBox="1"/>
          <p:nvPr/>
        </p:nvSpPr>
        <p:spPr>
          <a:xfrm>
            <a:off x="3113305" y="3145310"/>
            <a:ext cx="13737320" cy="4406224"/>
          </a:xfrm>
          <a:prstGeom prst="rect">
            <a:avLst/>
          </a:prstGeom>
          <a:noFill/>
          <a:ln>
            <a:noFill/>
          </a:ln>
        </p:spPr>
        <p:txBody>
          <a:bodyPr anchorCtr="0" anchor="t" bIns="0" lIns="0" spcFirstLastPara="1" rIns="0" wrap="square" tIns="0">
            <a:spAutoFit/>
          </a:bodyPr>
          <a:lstStyle/>
          <a:p>
            <a:pPr indent="0" lvl="0" marL="0" marR="0" rtl="0" algn="just">
              <a:lnSpc>
                <a:spcPct val="140019"/>
              </a:lnSpc>
              <a:spcBef>
                <a:spcPts val="0"/>
              </a:spcBef>
              <a:spcAft>
                <a:spcPts val="0"/>
              </a:spcAft>
              <a:buNone/>
            </a:pPr>
            <a:r>
              <a:rPr b="0" i="0" lang="en-US" sz="3151" u="none" cap="none" strike="noStrike">
                <a:solidFill>
                  <a:srgbClr val="131416"/>
                </a:solidFill>
                <a:latin typeface="Arial"/>
                <a:ea typeface="Arial"/>
                <a:cs typeface="Arial"/>
                <a:sym typeface="Arial"/>
              </a:rPr>
              <a:t>PMBOK® Guide – Sixth Edition. Project Management Institute (PMI).</a:t>
            </a:r>
            <a:endParaRPr/>
          </a:p>
          <a:p>
            <a:pPr indent="0" lvl="0" marL="0" marR="0" rtl="0" algn="just">
              <a:lnSpc>
                <a:spcPct val="140019"/>
              </a:lnSpc>
              <a:spcBef>
                <a:spcPts val="0"/>
              </a:spcBef>
              <a:spcAft>
                <a:spcPts val="0"/>
              </a:spcAft>
              <a:buNone/>
            </a:pPr>
            <a:r>
              <a:t/>
            </a:r>
            <a:endParaRPr b="0" i="0" sz="3151" u="none" cap="none" strike="noStrike">
              <a:solidFill>
                <a:srgbClr val="131416"/>
              </a:solidFill>
              <a:latin typeface="Arial"/>
              <a:ea typeface="Arial"/>
              <a:cs typeface="Arial"/>
              <a:sym typeface="Arial"/>
            </a:endParaRPr>
          </a:p>
          <a:p>
            <a:pPr indent="0" lvl="0" marL="0" marR="0" rtl="0" algn="just">
              <a:lnSpc>
                <a:spcPct val="140019"/>
              </a:lnSpc>
              <a:spcBef>
                <a:spcPts val="0"/>
              </a:spcBef>
              <a:spcAft>
                <a:spcPts val="0"/>
              </a:spcAft>
              <a:buNone/>
            </a:pPr>
            <a:r>
              <a:rPr b="0" i="0" lang="en-US" sz="3151" u="none" cap="none" strike="noStrike">
                <a:solidFill>
                  <a:srgbClr val="131416"/>
                </a:solidFill>
                <a:latin typeface="Arial"/>
                <a:ea typeface="Arial"/>
                <a:cs typeface="Arial"/>
                <a:sym typeface="Arial"/>
              </a:rPr>
              <a:t>Kerzner, H. (2017). Project Management: A Systems Approach to Planning, Scheduling, and Controlling.</a:t>
            </a:r>
            <a:endParaRPr/>
          </a:p>
          <a:p>
            <a:pPr indent="0" lvl="0" marL="0" marR="0" rtl="0" algn="just">
              <a:lnSpc>
                <a:spcPct val="140019"/>
              </a:lnSpc>
              <a:spcBef>
                <a:spcPts val="0"/>
              </a:spcBef>
              <a:spcAft>
                <a:spcPts val="0"/>
              </a:spcAft>
              <a:buNone/>
            </a:pPr>
            <a:r>
              <a:t/>
            </a:r>
            <a:endParaRPr b="0" i="0" sz="3151" u="none" cap="none" strike="noStrike">
              <a:solidFill>
                <a:srgbClr val="131416"/>
              </a:solidFill>
              <a:latin typeface="Arial"/>
              <a:ea typeface="Arial"/>
              <a:cs typeface="Arial"/>
              <a:sym typeface="Arial"/>
            </a:endParaRPr>
          </a:p>
          <a:p>
            <a:pPr indent="0" lvl="0" marL="0" marR="0" rtl="0" algn="just">
              <a:lnSpc>
                <a:spcPct val="140019"/>
              </a:lnSpc>
              <a:spcBef>
                <a:spcPts val="0"/>
              </a:spcBef>
              <a:spcAft>
                <a:spcPts val="0"/>
              </a:spcAft>
              <a:buNone/>
            </a:pPr>
            <a:r>
              <a:rPr b="0" i="0" lang="en-US" sz="3151" u="none" cap="none" strike="noStrike">
                <a:solidFill>
                  <a:srgbClr val="131416"/>
                </a:solidFill>
                <a:latin typeface="Arial"/>
                <a:ea typeface="Arial"/>
                <a:cs typeface="Arial"/>
                <a:sym typeface="Arial"/>
              </a:rPr>
              <a:t>https://www.scrum.org/</a:t>
            </a:r>
            <a:endParaRPr/>
          </a:p>
          <a:p>
            <a:pPr indent="0" lvl="0" marL="0" marR="0" rtl="0" algn="just">
              <a:lnSpc>
                <a:spcPct val="140019"/>
              </a:lnSpc>
              <a:spcBef>
                <a:spcPts val="0"/>
              </a:spcBef>
              <a:spcAft>
                <a:spcPts val="0"/>
              </a:spcAft>
              <a:buNone/>
            </a:pPr>
            <a:r>
              <a:t/>
            </a:r>
            <a:endParaRPr b="0" i="0" sz="3151" u="none" cap="none" strike="noStrike">
              <a:solidFill>
                <a:srgbClr val="131416"/>
              </a:solidFill>
              <a:latin typeface="Arial"/>
              <a:ea typeface="Arial"/>
              <a:cs typeface="Arial"/>
              <a:sym typeface="Arial"/>
            </a:endParaRPr>
          </a:p>
          <a:p>
            <a:pPr indent="0" lvl="0" marL="0" marR="0" rtl="0" algn="just">
              <a:lnSpc>
                <a:spcPct val="140019"/>
              </a:lnSpc>
              <a:spcBef>
                <a:spcPts val="0"/>
              </a:spcBef>
              <a:spcAft>
                <a:spcPts val="0"/>
              </a:spcAft>
              <a:buNone/>
            </a:pPr>
            <a:r>
              <a:rPr b="0" i="0" lang="en-US" sz="3151" u="none" cap="none" strike="noStrike">
                <a:solidFill>
                  <a:srgbClr val="131416"/>
                </a:solidFill>
                <a:latin typeface="Arial"/>
                <a:ea typeface="Arial"/>
                <a:cs typeface="Arial"/>
                <a:sym typeface="Arial"/>
              </a:rPr>
              <a:t>https://www.tutorialspoint.com/project_management</a:t>
            </a:r>
            <a:endParaRPr/>
          </a:p>
        </p:txBody>
      </p:sp>
    </p:spTree>
  </p:cSld>
  <p:clrMapOvr>
    <a:masterClrMapping/>
  </p:clrMapOvr>
</p:sld>
</file>

<file path=ppt/slides/slide1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44" name="Shape 244"/>
        <p:cNvGrpSpPr/>
        <p:nvPr/>
      </p:nvGrpSpPr>
      <p:grpSpPr>
        <a:xfrm>
          <a:off x="0" y="0"/>
          <a:ext cx="0" cy="0"/>
          <a:chOff x="0" y="0"/>
          <a:chExt cx="0" cy="0"/>
        </a:xfrm>
      </p:grpSpPr>
      <p:sp>
        <p:nvSpPr>
          <p:cNvPr id="245" name="Google Shape;245;p18"/>
          <p:cNvSpPr txBox="1"/>
          <p:nvPr/>
        </p:nvSpPr>
        <p:spPr>
          <a:xfrm>
            <a:off x="4437795" y="3389104"/>
            <a:ext cx="8658828" cy="2495677"/>
          </a:xfrm>
          <a:prstGeom prst="rect">
            <a:avLst/>
          </a:prstGeom>
          <a:noFill/>
          <a:ln>
            <a:noFill/>
          </a:ln>
        </p:spPr>
        <p:txBody>
          <a:bodyPr anchorCtr="0" anchor="t" bIns="0" lIns="0" spcFirstLastPara="1" rIns="0" wrap="square" tIns="0">
            <a:spAutoFit/>
          </a:bodyPr>
          <a:lstStyle/>
          <a:p>
            <a:pPr indent="0" lvl="0" marL="0" marR="0" rtl="0" algn="just">
              <a:lnSpc>
                <a:spcPct val="104000"/>
              </a:lnSpc>
              <a:spcBef>
                <a:spcPts val="0"/>
              </a:spcBef>
              <a:spcAft>
                <a:spcPts val="0"/>
              </a:spcAft>
              <a:buNone/>
            </a:pPr>
            <a:r>
              <a:rPr b="0" i="0" lang="en-US" sz="6099" u="none" cap="none" strike="noStrike">
                <a:solidFill>
                  <a:srgbClr val="131416"/>
                </a:solidFill>
                <a:latin typeface="Arial"/>
                <a:ea typeface="Arial"/>
                <a:cs typeface="Arial"/>
                <a:sym typeface="Arial"/>
              </a:rPr>
              <a:t>¡GRACIAS POR SU  ATENCIÓN!</a:t>
            </a:r>
            <a:endParaRPr/>
          </a:p>
          <a:p>
            <a:pPr indent="0" lvl="0" marL="0" marR="0" rtl="0" algn="just">
              <a:lnSpc>
                <a:spcPct val="104000"/>
              </a:lnSpc>
              <a:spcBef>
                <a:spcPts val="0"/>
              </a:spcBef>
              <a:spcAft>
                <a:spcPts val="0"/>
              </a:spcAft>
              <a:buNone/>
            </a:pPr>
            <a:r>
              <a:t/>
            </a:r>
            <a:endParaRPr b="0" i="0" sz="6099" u="none" cap="none" strike="noStrike">
              <a:solidFill>
                <a:srgbClr val="131416"/>
              </a:solidFill>
              <a:latin typeface="Arial"/>
              <a:ea typeface="Arial"/>
              <a:cs typeface="Arial"/>
              <a:sym typeface="Arial"/>
            </a:endParaRPr>
          </a:p>
        </p:txBody>
      </p:sp>
      <p:sp>
        <p:nvSpPr>
          <p:cNvPr id="246" name="Google Shape;246;p18"/>
          <p:cNvSpPr txBox="1"/>
          <p:nvPr/>
        </p:nvSpPr>
        <p:spPr>
          <a:xfrm>
            <a:off x="5414714" y="5958103"/>
            <a:ext cx="6704991" cy="898525"/>
          </a:xfrm>
          <a:prstGeom prst="rect">
            <a:avLst/>
          </a:prstGeom>
          <a:noFill/>
          <a:ln>
            <a:noFill/>
          </a:ln>
        </p:spPr>
        <p:txBody>
          <a:bodyPr anchorCtr="0" anchor="t" bIns="0" lIns="0" spcFirstLastPara="1" rIns="0" wrap="square" tIns="0">
            <a:spAutoFit/>
          </a:bodyPr>
          <a:lstStyle/>
          <a:p>
            <a:pPr indent="0" lvl="0" marL="0" marR="0" rtl="0" algn="ctr">
              <a:lnSpc>
                <a:spcPct val="148000"/>
              </a:lnSpc>
              <a:spcBef>
                <a:spcPts val="0"/>
              </a:spcBef>
              <a:spcAft>
                <a:spcPts val="0"/>
              </a:spcAft>
              <a:buNone/>
            </a:pPr>
            <a:r>
              <a:rPr b="0" i="0" lang="en-US" sz="5000" u="none" cap="none" strike="noStrike">
                <a:solidFill>
                  <a:srgbClr val="131416"/>
                </a:solidFill>
                <a:latin typeface="Arial"/>
                <a:ea typeface="Arial"/>
                <a:cs typeface="Arial"/>
                <a:sym typeface="Arial"/>
              </a:rPr>
              <a:t>DUDAS</a:t>
            </a:r>
            <a:endParaRPr/>
          </a:p>
        </p:txBody>
      </p:sp>
      <p:sp>
        <p:nvSpPr>
          <p:cNvPr id="247" name="Google Shape;247;p18"/>
          <p:cNvSpPr/>
          <p:nvPr/>
        </p:nvSpPr>
        <p:spPr>
          <a:xfrm>
            <a:off x="13963751" y="1028700"/>
            <a:ext cx="2757268" cy="3770970"/>
          </a:xfrm>
          <a:custGeom>
            <a:rect b="b" l="l" r="r" t="t"/>
            <a:pathLst>
              <a:path extrusionOk="0" h="3770970" w="2757268">
                <a:moveTo>
                  <a:pt x="0" y="0"/>
                </a:moveTo>
                <a:lnTo>
                  <a:pt x="2757268" y="0"/>
                </a:lnTo>
                <a:lnTo>
                  <a:pt x="2757268" y="3770970"/>
                </a:lnTo>
                <a:lnTo>
                  <a:pt x="0" y="3770970"/>
                </a:lnTo>
                <a:lnTo>
                  <a:pt x="0" y="0"/>
                </a:lnTo>
                <a:close/>
              </a:path>
            </a:pathLst>
          </a:custGeom>
          <a:blipFill rotWithShape="1">
            <a:blip r:embed="rId3">
              <a:alphaModFix/>
            </a:blip>
            <a:stretch>
              <a:fillRect b="0" l="0" r="0" t="0"/>
            </a:stretch>
          </a:blipFill>
          <a:ln>
            <a:noFill/>
          </a:ln>
        </p:spPr>
      </p:sp>
      <p:sp>
        <p:nvSpPr>
          <p:cNvPr id="248" name="Google Shape;248;p18"/>
          <p:cNvSpPr txBox="1"/>
          <p:nvPr/>
        </p:nvSpPr>
        <p:spPr>
          <a:xfrm>
            <a:off x="2411098" y="7899735"/>
            <a:ext cx="13465804" cy="719455"/>
          </a:xfrm>
          <a:prstGeom prst="rect">
            <a:avLst/>
          </a:prstGeom>
          <a:noFill/>
          <a:ln>
            <a:noFill/>
          </a:ln>
        </p:spPr>
        <p:txBody>
          <a:bodyPr anchorCtr="0" anchor="t" bIns="0" lIns="0" spcFirstLastPara="1" rIns="0" wrap="square" tIns="0">
            <a:spAutoFit/>
          </a:bodyPr>
          <a:lstStyle/>
          <a:p>
            <a:pPr indent="0" lvl="0" marL="0" marR="0" rtl="0" algn="ctr">
              <a:lnSpc>
                <a:spcPct val="148000"/>
              </a:lnSpc>
              <a:spcBef>
                <a:spcPts val="0"/>
              </a:spcBef>
              <a:spcAft>
                <a:spcPts val="0"/>
              </a:spcAft>
              <a:buNone/>
            </a:pPr>
            <a:r>
              <a:rPr b="0" i="0" lang="en-US" sz="2000" u="none" cap="none" strike="noStrike">
                <a:solidFill>
                  <a:srgbClr val="131416"/>
                </a:solidFill>
                <a:latin typeface="Arial"/>
                <a:ea typeface="Arial"/>
                <a:cs typeface="Arial"/>
                <a:sym typeface="Arial"/>
              </a:rPr>
              <a:t>RECUERDA QUE TENEMOS NUESTRO FORO SEMANAL DONDE PUEDES CONSULTAR CUALQUIER DUDA QUE TE SURJA EN LA SEMANA</a:t>
            </a:r>
            <a:endParaRPr/>
          </a:p>
        </p:txBody>
      </p:sp>
    </p:spTree>
  </p:cSld>
  <p:clrMapOvr>
    <a:masterClrMapping/>
  </p:clrMapOvr>
</p:sld>
</file>

<file path=ppt/theme/theme1.xml><?xml version="1.0" encoding="utf-8"?>
<a:theme xmlns:a="http://schemas.openxmlformats.org/drawingml/2006/main" xmlns:r="http://schemas.openxmlformats.org/officeDocument/2006/relationships">
  <a:themeElements>
    <a:clrScheme name="Default">
      <a:dk1>
        <a:srgbClr val="000000"/>
      </a:dk1>
      <a:lt1>
        <a:srgbClr val="FFFFFF"/>
      </a:lt1>
      <a:dk2>
        <a:srgbClr val="158158"/>
      </a:dk2>
      <a:lt2>
        <a:srgbClr val="F3F3F3"/>
      </a:lt2>
      <a:accent1>
        <a:srgbClr val="058DC7"/>
      </a:accent1>
      <a:accent2>
        <a:srgbClr val="50B432"/>
      </a:accent2>
      <a:accent3>
        <a:srgbClr val="ED561B"/>
      </a:accent3>
      <a:accent4>
        <a:srgbClr val="EDEF00"/>
      </a:accent4>
      <a:accent5>
        <a:srgbClr val="24CBE5"/>
      </a:accent5>
      <a:accent6>
        <a:srgbClr val="64E572"/>
      </a:accent6>
      <a:hlink>
        <a:srgbClr val="2200CC"/>
      </a:hlink>
      <a:folHlink>
        <a:srgbClr val="551A8B"/>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theme/theme2.xml><?xml version="1.0" encoding="utf-8"?>
<a:theme xmlns:a="http://schemas.openxmlformats.org/drawingml/2006/main" xmlns:r="http://schemas.openxmlformats.org/officeDocument/2006/relationships" name="Office Theme">
  <a:themeElements>
    <a:clrScheme name="Office">
      <a:dk1>
        <a:srgbClr val="000000"/>
      </a:dk1>
      <a:lt1>
        <a:srgbClr val="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erms:created xsi:type="dcterms:W3CDTF">2006-08-16T00:00:00Z</dcterms:created>
</cp:coreProperties>
</file>