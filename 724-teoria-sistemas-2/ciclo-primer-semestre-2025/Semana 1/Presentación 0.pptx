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Play"/>
      <p:regular r:id="rId14"/>
      <p:bold r:id="rId15"/>
    </p:embeddedFont>
    <p:embeddedFont>
      <p:font typeface="Open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xf1IwBNMs2/rqBONQ72oZ8Nca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3610078" y="7454614"/>
            <a:ext cx="9698713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Teoría de Sistemas 2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902685" y="3915649"/>
            <a:ext cx="11944350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Teoría de Sistemas 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405646" y="3692152"/>
            <a:ext cx="7269518" cy="845385"/>
            <a:chOff x="0" y="-76200"/>
            <a:chExt cx="309500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651748" y="-320617"/>
            <a:ext cx="8515126" cy="3120467"/>
            <a:chOff x="-7" y="-95250"/>
            <a:chExt cx="11353500" cy="4160623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-7" y="986773"/>
              <a:ext cx="113535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1866989" y="5480994"/>
            <a:ext cx="8707627" cy="845385"/>
            <a:chOff x="0" y="-76200"/>
            <a:chExt cx="3707276" cy="359923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" name="Google Shape;103;p2"/>
            <p:cNvSpPr txBox="1"/>
            <p:nvPr/>
          </p:nvSpPr>
          <p:spPr>
            <a:xfrm>
              <a:off x="0" y="-76200"/>
              <a:ext cx="3592976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944725" y="4586573"/>
            <a:ext cx="5935056" cy="845385"/>
            <a:chOff x="0" y="-76200"/>
            <a:chExt cx="2526853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/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866989" y="7481682"/>
            <a:ext cx="2514689" cy="845385"/>
            <a:chOff x="0" y="-76200"/>
            <a:chExt cx="1070630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95633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4337966" y="395245"/>
            <a:ext cx="9612067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3435763" y="4156571"/>
            <a:ext cx="1139742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 txBox="1"/>
          <p:nvPr/>
        </p:nvSpPr>
        <p:spPr>
          <a:xfrm>
            <a:off x="14046211" y="6100636"/>
            <a:ext cx="3428436" cy="350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090111" y="2242623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/>
        </p:nvSpPr>
        <p:spPr>
          <a:xfrm>
            <a:off x="4337966" y="317778"/>
            <a:ext cx="961206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4337966" y="3698875"/>
            <a:ext cx="8869033" cy="28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Seleccionar 5 estudiantes de manera aleatoria a través de sorteo para que se presenten ante la clase.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3371222" y="4942444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4"/>
          <p:cNvSpPr txBox="1"/>
          <p:nvPr/>
        </p:nvSpPr>
        <p:spPr>
          <a:xfrm>
            <a:off x="13874788" y="5844712"/>
            <a:ext cx="3808329" cy="3723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turno! Conociendo a algunos compañeros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deberá compartir: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2245583" y="2811227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/>
        </p:nvSpPr>
        <p:spPr>
          <a:xfrm>
            <a:off x="2116023" y="428019"/>
            <a:ext cx="14055954" cy="168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2116023" y="4431710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Kahoot.it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 txBox="1"/>
          <p:nvPr/>
        </p:nvSpPr>
        <p:spPr>
          <a:xfrm>
            <a:off x="14021064" y="5820568"/>
            <a:ext cx="3238236" cy="387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2116023" y="2828408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1843948" y="2289328"/>
            <a:ext cx="12625499" cy="1640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412317" y="560459"/>
            <a:ext cx="17463365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/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56614" y="4488814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843948" y="1568914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3392183" y="246636"/>
            <a:ext cx="11503500" cy="16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endParaRPr sz="900"/>
          </a:p>
        </p:txBody>
      </p:sp>
      <p:sp>
        <p:nvSpPr>
          <p:cNvPr id="160" name="Google Shape;160;p7"/>
          <p:cNvSpPr txBox="1"/>
          <p:nvPr/>
        </p:nvSpPr>
        <p:spPr>
          <a:xfrm>
            <a:off x="2116023" y="3287893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kahoot.it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3395371" y="571100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 txBox="1"/>
          <p:nvPr/>
        </p:nvSpPr>
        <p:spPr>
          <a:xfrm>
            <a:off x="14089487" y="6819434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2116023" y="2475830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