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eabe3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eabe3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abe3d93_0_5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ceabe3d93_0_5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abe3d93_0_5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ceabe3d93_0_5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eabe3d93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eabe3d93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69b410a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69b410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6995c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6995c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c6995cc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c6995cc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c6995c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c6995c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c69d35b9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c69d35b9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ceabe3d93_0_5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ceabe3d93_0_5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eabe3d93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ceabe3d93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ceabe3d93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ceabe3d93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Modelación y simulación dinámica de sistemas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Teoría de Sistemas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Escuela de </a:t>
            </a:r>
            <a:r>
              <a:rPr lang="es"/>
              <a:t>Ingeniería</a:t>
            </a:r>
            <a:r>
              <a:rPr lang="es"/>
              <a:t> de Ciencias y Sistemas</a:t>
            </a:r>
            <a:br>
              <a:rPr lang="es"/>
            </a:br>
            <a:r>
              <a:rPr lang="es"/>
              <a:t>Facultad de </a:t>
            </a:r>
            <a:r>
              <a:rPr lang="es"/>
              <a:t>Ingeniería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San Carlos de Guatemala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77945" y="3442867"/>
            <a:ext cx="2858979" cy="851611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y recursos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Introducción a los mapas sistémicos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Mapas DSRP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Diagramas de causa y efecto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Interdependencias sistémicas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Comportamientos circulares en sistemas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Retroalimentación de compensación y refuerzo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a desarrollar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Analiza las estructuras y dinámicas de sistemas simples y complejos mediante mapas DSRP, diagramas de ciclos causales y arquetipos sistémicos para identificar patrones de comportamiento y oportunidades de intervención sistémica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 los mapas sistémicos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mapas sistémicos son herramientas visuales que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representan elementos y relaciones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dentro de un sistema.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Ayudan 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 causas, efectos, ciclos y estructuras subyacentes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útiles para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comprender la complejidad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facilitar la comunicación y tomar decisiones informadas.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Mapas DSRP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DSRP: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Distinciones, Sistemas, Relaciones, Perspectivas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para mapear pensamientos y estructuras mentales.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Distinciones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identificar qué es y qué no 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ver partes y el todo.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conexiones entre elementos.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Perspectivas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múltiples puntos de vista.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la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modelación conceptual y organizacional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Diagramas de causa y efecto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una variable afecta a otra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causas raíz y efectos colaterales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Pueden ser simples (lineales) o complejos (múltiples variables).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Útiles para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 problemas y prevención de consecuencias no deseadas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Interdependencias sistémicas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elementos de un sistema no actúan solos: están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interconectados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cambio en una parte puede afectar al todo.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Analizar interdependencias permite detectar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puntos críticos, cuellos de botella y sinergias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salud pública ↔ economía ↔ medioambiente.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40"/>
              <a:t>Comportamientos circulares en sistemas</a:t>
            </a:r>
            <a:endParaRPr sz="194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lugar de pensar en cadenas lineales, los sistemas suelen funcionar 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ciclos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↔ B ↔ C ↔ A (ejemplo de bucle).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Estos comportamientos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retroalimentan el sistema y determinan su dinámica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clave para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entender su evolución en el tiempo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Retroalimentación de compensación y refuerzo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Bucle de refuerzo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el cambio se amplifica (crecimiento, expansión).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más ventas → más publicidad → más ventas.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Bucle de compensación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el cambio se regula (estabilidad).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cuerpo suda para enfriarse.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 estos bucles permite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intervenir con mayor precisión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clave aprendidos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mapas sistémicos permiten visualizar y analizar la complejidad.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modelo DSRP ayuda a estructurar el pensamiento sobre sistemas.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Causa y efecto no siempre son lineales: pueden formar ciclos.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interdependencias revelan cómo todo está conectado.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Reconocer retroalimentaciones permite anticipar y manejar dinámicas de cambio o equilibrio.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</a:t>
            </a:r>
            <a:endParaRPr/>
          </a:p>
        </p:txBody>
      </p:sp>
      <p:sp>
        <p:nvSpPr>
          <p:cNvPr id="150" name="Google Shape;150;p2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Responsabilidad tecnológica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Impulsa decisiones éticas y sostenibles al aplicar tecnología en sistemas complejos.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Pensamiento crítico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cuestionar supuestos, identificar errores y mejorar la comprensión de sistemas complejos.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Creatividad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Favorece la generación de soluciones innovadoras para problemas sistémicos no evidentes.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Garantiza constancia y orden en el análisis y modelado riguroso de sistemas.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729450" y="733950"/>
            <a:ext cx="7688400" cy="2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</a:t>
            </a:r>
            <a:endParaRPr b="0" sz="1611"/>
          </a:p>
        </p:txBody>
      </p:sp>
      <p:sp>
        <p:nvSpPr>
          <p:cNvPr id="157" name="Google Shape;157;p24"/>
          <p:cNvSpPr/>
          <p:nvPr/>
        </p:nvSpPr>
        <p:spPr>
          <a:xfrm>
            <a:off x="7287376" y="2713475"/>
            <a:ext cx="1130480" cy="1546098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729450" y="3119775"/>
            <a:ext cx="6310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latin typeface="Raleway"/>
                <a:ea typeface="Raleway"/>
                <a:cs typeface="Raleway"/>
                <a:sym typeface="Raleway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