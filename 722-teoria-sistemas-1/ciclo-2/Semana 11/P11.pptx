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ceabe3d9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ceabe3d9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ceabe3d93_0_5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ceabe3d93_0_5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ceabe3d93_0_5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ceabe3d93_0_5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ceabe3d93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ceabe3d93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c69b410a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c69b410a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c6995cc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c6995cc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c6995cc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c6995cc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c6995ccd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c6995ccd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c69d35dd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c69d35dd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ceabe3d93_0_5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ceabe3d93_0_5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eabe3d93_0_5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ceabe3d93_0_5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ceabe3d93_0_5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ceabe3d93_0_5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Toma de decisiones sistémicas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Teoría de Sistemas 1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Escuela de </a:t>
            </a:r>
            <a:r>
              <a:rPr lang="es"/>
              <a:t>Ingeniería</a:t>
            </a:r>
            <a:r>
              <a:rPr lang="es"/>
              <a:t> de Ciencias y Sistemas</a:t>
            </a:r>
            <a:br>
              <a:rPr lang="es"/>
            </a:br>
            <a:r>
              <a:rPr lang="es"/>
              <a:t>Facultad de </a:t>
            </a:r>
            <a:r>
              <a:rPr lang="es"/>
              <a:t>Ingeniería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Universidad de San Carlos de Guatemala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77945" y="3442867"/>
            <a:ext cx="2858979" cy="851611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y recursos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Arquetipos y resolución de problemas sistémicos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VENSIM para la toma de decisiones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estrategias de toma de decisiones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ejemplos reales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Hábitos para análisis de información sistémica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Resolución de problemas con enfoque sistémico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 a desarrollar</a:t>
            </a:r>
            <a:endParaRPr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 los conceptos fundamentales de la teoría general de sistemas y el pensamiento sistémico utilizando ejercicios de modelación, simulaciones dinámicas y estudio de hábitos del pensador sistémico en la construcción de soluciones a problemas de baja y moderada complejidad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740"/>
              <a:t>Arquetipos y resolución de problemas sistémicos</a:t>
            </a:r>
            <a:endParaRPr sz="1740"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Arquetipos sistémicos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patrones recurrentes de comportamiento en sistemas (ej. “fijar en los síntomas”, “límites al crecimiento”).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Ayudan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causas profundas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evitar soluciones que agravan el problema.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anticipar resultados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elegir intervenciones más efectivas.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 clave para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diagnóstico de problemas complejos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VENSIM para la toma de decisiones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 permite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simular diferentes escenarios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antes de tomar una decisión.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 interacciones, retrasos y retroalimentaciones.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consecuencias a largo plazo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Apoya la construcción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estrategias informadas, sostenibles y adaptativas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Desarrollo de estrategias de toma de decisiones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Pensamiento sistémico fomenta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estrategias integradas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consideran múltiples variables.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 enfoques reactivos o aislados.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identificar relaciones clave, analizar impactos y prever retroalimentaciones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la capacidad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adaptarse al cambio y gestionar la complejidad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de ejemplos reales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1: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Política de subsidios agrícolas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incremento en producción → sobreoferta → caída de precios → crisis del sector.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Ejemplo 2: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recursos hídricos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conservación hoy para evitar escasez futura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casos muestran cómo una mala comprensión del sistema puede generar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efectos no deseados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análisis sistémico ayuda 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visualizar conexiones invisibles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940"/>
              <a:t>Hábitos para análisis de información sistémica</a:t>
            </a:r>
            <a:endParaRPr sz="1940"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tendencias a largo plazo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 solo eventos puntuales.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relaciones causa-efecto complejas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diferentes perspectivas y niveles de análisis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cambios acumulativos y dinámicas de retroalimentación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Cuestionar supuestos y modelos mentales.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Resolución de problemas con enfoque sistémico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Implica comprender el sistema como un todo, no solo sus partes.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 herramientas como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mapas causales, diagramas de flujo, simulaciones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Apuesta por soluciones estructurales y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sostenibles en el tiempo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Mejora la capacidad de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anticipar consecuencias y prevenir crisis futuras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Conceptos clave aprendidos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arquetipos sistémicos ayudan a reconocer patrones y evitar errores comunes.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VENSIM es una herramienta eficaz para modelar y tomar decisiones informadas.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decisiones sistémicas consideran impactos a largo plazo y múltiples variables.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análisis sistémico mejora la comprensión de problemas complejos y sus soluciones.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Adoptar hábitos sistémicos mejora la calidad de las decisiones en contextos dinámicos.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Valores</a:t>
            </a:r>
            <a:endParaRPr/>
          </a:p>
        </p:txBody>
      </p:sp>
      <p:sp>
        <p:nvSpPr>
          <p:cNvPr id="150" name="Google Shape;150;p2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Ética en la toma de decisiones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Guía acciones responsables considerando el impacto sistémico en personas y entornos.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Visión a largo plazo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Esencial para anticipar consecuencias sistémicas y diseñar soluciones sostenibles.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Prudencia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Ayuda a evaluar riesgos y actuar con cautela en contextos de alta incertidumbre sistémica.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Responsabilidad social</a:t>
            </a:r>
            <a:r>
              <a:rPr lang="e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Orienta el análisis y diseño de sistemas hacia el bienestar colectivo y equitativo.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729450" y="733950"/>
            <a:ext cx="7688400" cy="23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atención</a:t>
            </a:r>
            <a:endParaRPr b="0" sz="1611"/>
          </a:p>
        </p:txBody>
      </p:sp>
      <p:sp>
        <p:nvSpPr>
          <p:cNvPr id="157" name="Google Shape;157;p24"/>
          <p:cNvSpPr/>
          <p:nvPr/>
        </p:nvSpPr>
        <p:spPr>
          <a:xfrm>
            <a:off x="7287376" y="2713475"/>
            <a:ext cx="1130480" cy="1546098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3119775"/>
            <a:ext cx="63105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11">
                <a:latin typeface="Raleway"/>
                <a:ea typeface="Raleway"/>
                <a:cs typeface="Raleway"/>
                <a:sym typeface="Raleway"/>
              </a:rPr>
              <a:t>Recuerda que tenemos nuestro foro semanal donde puedes consultar cualquier duda que te surja en la semana.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