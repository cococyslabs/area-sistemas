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d35b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d35b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Desarrollando el pensamiento sistémico complejo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 a los hábitos de un pensador sistémico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hábitos de pensamiento sistémico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de hábitos en la vida diaria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de habilidades de pensamiento sistémico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la perspectiva a largo plazo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Casos de estudio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los fundamentos conceptuales del pensamiento sistémico y la naturaleza de los sistemas de la realidad a través del estudio de teorías, modelos mentales y estructuras de retroalimentación para distinguir los sistemas naturales, físicos diseñados, abstractos diseñados y de actividad humana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los hábitos de un pensador sistémico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pensadores sistémicos desarrollan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habilidades mentales y actitudes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les permiten ver la totalidad.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hábitos fomentan la capacidad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interrelaciones, dinámicas y causas profundas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fundamentales para abordar problemas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complejos y cambiantes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forma efectiva.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hábitos de pensamiento sistémico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la totalidad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solo las partes.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conexiones y patrones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lugar de enfocarse en eventos aislados.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retroalimentaciones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ciclos causales.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perspectiva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entender diferentes puntos de vista.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Indagar en causas profundas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solo síntomas.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Aplicación de hábitos en la vida diaria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 de decisiones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considerando consecuencias a largo plazo.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del tiempo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evaluando prioridades y relaciones entre tareas.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 de conflictos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entendiendo causas estructurales, no solo emocionales.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Consumo responsable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evaluando el impacto en sistemas más amplios (ambiente, sociedad).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Mejora de habilidades de pensamiento sistémico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Practicar la observación consciente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patrones en tu entorno.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gráficas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mapas causales o diagramas de bucles.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Fomentar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diálogo reflexivo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integrar perspectivas.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autoevaluación de tus modelos mentales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Desarrollo de la perspectiva a largo plazo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Implica pensar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futuros posibles y sostenibles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anticipar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efectos colaterales y consecuencias no deseadas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Requiere paciencia, reflexión y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resistencia a soluciones rápidas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Fundamental para decisiones estratégicas en organizaciones, políticas y vida personal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estudio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1 – Manejo del agua en una ciudad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visión sistémica permitió diseñar soluciones sostenibles considerando población, clima y consumo.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2 – Reforma educativa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cambios fallidos por no considerar relaciones entre docentes, familias, políticas y cultura.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3 – Empresa de tecnología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crisis evitada gracias a la detección de patrones de agotamiento en equipos de trabajo.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hábitos sistémicos permiten abordar problemas de forma más profunda y eficaz.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patrones, causas profundas y relaciones es esencial para la toma de decisiones.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se puede aplicar en lo personal, profesional y social.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perspectiva a largo plazo fortalece la sostenibilidad.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práctica y la reflexión constante son claves para mejorar el pensamiento sistémico.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Rigor conceptual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Fundamental para construir y aplicar conceptos sistémicos con precisión y coherencia.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crítico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cuestionar supuestos, identificar errores y mejorar la comprensión de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integradora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conectar elementos diversos dentro de un todo coherente y funcional.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Necesaria para enfrentar la complejidad y ambigüedad de los sistemas sin rendirse ante la dificultad.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7" name="Google Shape;157;p24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