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6995cc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c6995cc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69b410a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c69b410a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sistemas abstractos diseñados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Interrelaciones entre modelos mentales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de pensamiento circular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de retroalimentación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 de los sistemas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Subsistemas y suprasistemas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Sinergia y emergencia en sistemas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 los fundamentos conceptuales del pensamiento sistémico y la naturaleza de los sistemas de la realidad a través del estudio de teorías, modelos mentales y estructuras de retroalimentación para distinguir los sistemas naturales, físicos diseñados, abstractos diseñados y de actividad humana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Interrelaciones entre modelos mentales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modelos mentales no actúan de forma aislada; están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interconectados y se influyen mutuamente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Estas interrelaciones generan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coherencia o conflicto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la forma en que percibimos la realidad.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Comprender cómo interactúan permite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ajustar modelos para mejorar decisiones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Promueve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aprendizaje organizacional y personal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 de pensamiento circular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pensamiento circular considera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relaciones de causa y efecto no lineales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i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“Mayor motivación → mejores resultados → más reconocimiento → mayor motivación”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Rompe con la lógica tradicional de “A causa B” y permite ver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dinámicas recurrentes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Fundamental para entender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ciclos y patrones de comportamiento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sistemas.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 de retroalimentación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Retroalimentación positiva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amplifica el cambio. Ej: </a:t>
            </a:r>
            <a:r>
              <a:rPr i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redes sociales → más interacción → más notificaciones → más uso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Retroalimentación negativa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estabiliza el sistema. Ej: </a:t>
            </a:r>
            <a:r>
              <a:rPr i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termostato → detecta temperatura → ajusta calefacción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retroalimentaciones determinan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dinámica y evolución de los sistemas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Detectarlas permite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intervenir estratégicamente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Estructura de los sistemas</a:t>
            </a:r>
            <a:endParaRPr sz="1940"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sistema tiene una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 interna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elementos, relaciones y propósitos.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estructura define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comportamiento del sistema a lo largo del tiempo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Cambiar la estructura suele tener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mayor impacto que actuar sobre eventos aislados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Comprenderla ayuda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prever resultados y diseñar soluciones sostenibles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40"/>
              <a:t>Subsistemas y suprasistemas</a:t>
            </a:r>
            <a:endParaRPr sz="184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sistema está compuesto por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subsistemas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cumplen funciones específicas.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su vez, forma parte de un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suprasistema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más amplio.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i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corazón (subsistema) dentro del cuerpo humano (sistema), que pertenece a una comunidad (suprasistema)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 jerarquía facilita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por niveles y escalas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Sinergia y emergencia en sistemas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Sinergia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el todo es más que la suma de sus partes. Las interacciones generan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 agregado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Emergencia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propiedades o comportamientos surgen del sistema completo,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predecibles solo desde las partes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i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conciencia en el cerebro humano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Clave para comprender fenómenos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complejos e inesperados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modelos mentales interactúan y dan forma a cómo entendemos los sistemas.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pensamiento circular y la retroalimentación permiten comprender dinámicas complejas.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estructura del sistema condiciona su comportamiento más que los eventos individuales.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Subsistemas y suprasistemas organizan la realidad en niveles jerárquicos.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sinergia y emergencia explican cómo surgen nuevas propiedades en los sistemas.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50" name="Google Shape;150;p2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Responsabilidad cognitiva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Crucial para desarrollar modelos sistémicos sólidos y asumir el impacto de las propias decisiones analíticas.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Rigor conceptual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Fundamental para construir y aplicar conceptos sistémicos con precisión y coherencia.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 integradora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conectar elementos diversos dentro de un todo coherente y funcional.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Perseverancia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Necesaria para enfrentar la complejidad y ambigüedad de los sistemas sin rendirse ante la dificultad.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Empatía sistémica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Facilita la comprensión de las dinámicas humanas dentro de los sistemas, considerando múltiples perspectivas.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57" name="Google Shape;157;p24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