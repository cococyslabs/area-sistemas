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sistemas abstractos diseñados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sistémico como emergente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Hábitos relacionados con los sistemas abstractos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perspectiva en sistemas abstractos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abstractos diseñados compartidos (paradigmas)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Paradigmas en contextos específicos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 los conceptos fundamentales de la teoría de sistemas y del pensamiento sistémico mediante la revisión de definiciones, clasificaciones y características básicas de los sistemas para reconocer los elementos esenciales en el análisis y modelación de sistemas </a:t>
            </a:r>
            <a:endParaRPr sz="1200"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pensamiento sistémico como emergente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 emergente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surge de múltiples habilidades cognitivas.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se enseña como técnica única, sino que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aparece al integrar reflexión, análisis y síntesis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desarrolla con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práctica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la experiencia y la exposición a situaciones complejas.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 el todo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más allá de la suma de las partes.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Hábitos relacionados con los sistemas abstractos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Observar patrones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lugar de eventos puntuales.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Cuestionar supuestos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modelos mentales propios.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Buscar causas profundas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 solo síntomas.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en ciclos de retroalimentación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 en cadenas lineales.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Incluir múltiples perspectivas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el análisis del sistema.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perspectiva en sistemas abstractos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 observación de un sistema depende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quién lo observa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desde dónde.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de perspectiva 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 mejor el sistema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Ayuda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reconocer interdependencias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limitaciones de nuestra visión.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Fomenta la empatía y el entendimiento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otros modelos mentales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Sistemas abstractos diseñados compartidos (paradigmas)</a:t>
            </a:r>
            <a:endParaRPr sz="1940"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paradigma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 modelo mental colectivo que define cómo se entiende el mundo.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Influye 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se plantean problemas y se buscan soluciones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compartidos dentro de grupos sociales, científicos o culturales.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menudo son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invisibles hasta que se cuestionan o cambian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40"/>
              <a:t>Paradigmas en contextos específicos</a:t>
            </a:r>
            <a:endParaRPr sz="18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disciplina, cultura o época tiene paradigmas propios.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ciencia, los paradigmas guían la investigación hasta que se produce una revolución científica (ej. Kuhn).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organizaciones, los paradigmas influyen en la toma de decisiones y cultura interna.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de paradigma implica reinterpretar la realidad y adoptar nuevos modelos mentales.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sistémico surge como una capacidad compleja, no como una técnica aislada.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Adoptar hábitos sistémicos permite mejorar el análisis y la toma de decisiones.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de perspectiva amplía la comprensión de los sistemas.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paradigmas son modelos mentales colectivos que afectan cómo se entiende la realidad.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Reconocer y cuestionar los paradigmas permite generar innovación y cambio profundo.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44" name="Google Shape;144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Importante para analizar sistemas desde múltiples perspectivas y disciplinas.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Clave para comprender y operar en sistemas dinámicos o caóticos.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Tolerancia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Aceptar y respetar ideas o formas de pensar distintas.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cognitiva: Crucial para desarrollar modelos sistémicos sólidos y asumir el impacto de las propias decisiones analíticas.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1" name="Google Shape;151;p23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