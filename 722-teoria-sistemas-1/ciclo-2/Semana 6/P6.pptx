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ceabe3d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ceabe3d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ceabe3d93_0_5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ceabe3d93_0_5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eabe3d93_0_5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ceabe3d93_0_5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eabe3d93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ceabe3d93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c69b410a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c69b410a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6995cc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c6995cc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c6995cc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c6995cc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c6995cc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c6995cc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c69d35b9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c69d35b9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c69d35b9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c69d35b9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ceabe3d93_0_5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ceabe3d93_0_5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ceabe3d93_0_5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ceabe3d93_0_5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ceabe3d93_0_5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ceabe3d93_0_5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Desarrollando el pensamiento sistémico complejo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Teoría de Sistemas 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Escuela de </a:t>
            </a:r>
            <a:r>
              <a:rPr lang="es"/>
              <a:t>Ingeniería</a:t>
            </a:r>
            <a:r>
              <a:rPr lang="es"/>
              <a:t> de Ciencias y Sistemas</a:t>
            </a:r>
            <a:br>
              <a:rPr lang="es"/>
            </a:br>
            <a:r>
              <a:rPr lang="es"/>
              <a:t>Facultad de </a:t>
            </a:r>
            <a:r>
              <a:rPr lang="es"/>
              <a:t>Ingeniería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Universidad de San Carlos de Guatemala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77945" y="3442867"/>
            <a:ext cx="2858979" cy="851611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y recursos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de sistemas de actividad humana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de interacciones entre sistemas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del iceberg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Interpretación de niveles de percepción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Impacto de la percepción en el pensamiento sistémico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Impacto del cambio de nivel de percepción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de interacción entre niveles de perspectiva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 a desarrollar</a:t>
            </a:r>
            <a:endParaRPr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Analiza las estructuras y dinámicas de sistemas simples y complejos mediante mapas DSRP, diagramas de ciclos causales y arquetipos sistémicos para identificar patrones de comportamiento y oportunidades de intervención sistémica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Características de sistemas de actividad humana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Involucran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personas, objetivos, valores y decisiones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dinámicos y complejos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con múltiples perspectivas internas.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Están influidos por 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 social, cultural y político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hay una sola solución "correcta": dependen de la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interpretación humana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 de interacciones entre sistemas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empresa (sistema económico) interactúa con el medioambiente (sistema ecológico).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educativo influye y es influido por el sistema social.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decisiones en un sistema pueden tener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efectos colaterales en otros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Estas interacciones crean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complejidad e interdependencia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del iceberg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 los niveles de análisis de un sistema: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Eventos visibles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(la punta)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Patrones o tendencias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Estructuras subyacentes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Modelos mentales y paradigmas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(parte más profunda)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Invita a mirar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más allá de lo superficial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comprender causas profundas.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Interpretación de niveles de percepción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Nivel 1: Evento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reacción inmediata a lo que sucede.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Nivel 2: Patrón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identificar recurrencias en el tiempo.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Nivel 3: Estructura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entender cómo el sistema genera el comportamiento.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Nivel 4: Modelo mental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creencias y supuestos que sostienen el sistema.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nivel requiere un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mayor grado de reflexión y análisis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940"/>
              <a:t>Impacto de la percepción en el pensamiento sistémico</a:t>
            </a:r>
            <a:endParaRPr sz="194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forma en que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percibimos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 sistema determina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lo entendemos y actuamos en él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Percepciones limitadas generan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soluciones superficiales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Ampliar la percepción permite identificar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causas profundas y palancas de cambio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Fomenta una visión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más crítica y proactiva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Impacto del cambio de nivel de percepción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Cambiar de nivel (ej. de eventos a estructuras)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transforma la comprensión del sistema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pasa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reacciones a estrategias conscientes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diseñar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intervenciones más efectivas y sostenibles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Impulsa el aprendizaje profundo y el cambio organizacional.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40"/>
              <a:t>Ejemplos de interacción entre niveles de perspectiva</a:t>
            </a:r>
            <a:endParaRPr sz="1940"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aumento en la rotación laboral (evento) puede revelar una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cultura organizacional deficiente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(estructura) basada en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modelos mentales rígidos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Problemas ambientales visibles (evento) surgen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modelos económicos extractivos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análisis sistémico conecta niveles para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entender y transformar realidades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clave aprendidos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sistemas de actividad humana son complejos y basados en interpretaciones.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sistemas se interrelacionan, creando efectos y retroalimentaciones.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modelo del iceberg permite analizar un sistema en diferentes niveles.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Cambiar de nivel de percepción mejora el pensamiento y las decisiones sistémicas.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interacción entre niveles revela las causas profundas de los problemas.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</a:t>
            </a:r>
            <a:endParaRPr/>
          </a:p>
        </p:txBody>
      </p:sp>
      <p:sp>
        <p:nvSpPr>
          <p:cNvPr id="156" name="Google Shape;156;p24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Rigor conceptual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Fundamental para construir y aplicar conceptos sistémicos con precisión y coherencia.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Visión integradora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Permite conectar elementos diversos dentro de un todo coherente y funcional.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Perseverancia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Necesaria para enfrentar la complejidad y ambigüedad de los sistemas sin rendirse ante la dificultad.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Empatía sistémica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Facilita la comprensión de las dinámicas humanas dentro de los sistemas, considerando múltiples perspectivas.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729450" y="733950"/>
            <a:ext cx="7688400" cy="2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atención</a:t>
            </a:r>
            <a:endParaRPr b="0" sz="1611"/>
          </a:p>
        </p:txBody>
      </p:sp>
      <p:sp>
        <p:nvSpPr>
          <p:cNvPr id="163" name="Google Shape;163;p25"/>
          <p:cNvSpPr/>
          <p:nvPr/>
        </p:nvSpPr>
        <p:spPr>
          <a:xfrm>
            <a:off x="7287376" y="2713475"/>
            <a:ext cx="1130480" cy="1546098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729450" y="3119775"/>
            <a:ext cx="63105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latin typeface="Raleway"/>
                <a:ea typeface="Raleway"/>
                <a:cs typeface="Raleway"/>
                <a:sym typeface="Raleway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