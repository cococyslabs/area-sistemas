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54762"/>
            <a:ext cx="7556421" cy="4891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Patrones y tendencias en sistemas: Impacto de patrones en toma de decisiones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618601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los patrones y tendencias en sistemas es fundamental para tomar decisiones informadas. Los datos y análisis pueden revelar insights valiosos que permiten anticipar y responder mejor a los desafíos.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253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patrones en datos y sistemas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3822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2474" y="3023235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938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Exhaustivo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428643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Examinar datos históricos y tendencias permite identificar patrones ocultos que pueden informar la toma de decisiones.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93822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8316" y="3023235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2938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Visualización Efectiva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428643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Gráficos y representaciones visuales ayudan a comprender patrones complejos y sus implicaciones de manera clara.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60880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4496" y="6173033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6088023"/>
            <a:ext cx="31293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Aprendizaje Automático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57844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de aprendizaje automático pueden detectar patrones más sutiles en grandes volúmenes de datos.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551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del impacto de patrones en la toma de decisiones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Anticipación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118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patrones permite prever y prepararse mejor para eventos futuros, mitigando riesgos.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75118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patrones revelan oportunidades de mejora y eficiencia que pueden maximizar el rendimiento.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Alineamiento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75118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patrones clave ayuda a alinear la toma de decisiones con los objetivos estratégicos.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8037" y="561023"/>
            <a:ext cx="7720727" cy="1906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Estrategias para aprovechar los patrones en la toma de decisiones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91526" y="2772251"/>
            <a:ext cx="22860" cy="4896326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708815" y="3218259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274237" y="3000970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37590" y="3077170"/>
            <a:ext cx="130612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21310" y="2975491"/>
            <a:ext cx="2826901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Monitorización Continua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1310" y="3415070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Vigilar los datos en tiempo real para detectar patrones emergentes y responder rápidamente.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08815" y="4918115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274237" y="4700826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3422" y="4777026"/>
            <a:ext cx="158948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621310" y="4675346"/>
            <a:ext cx="3090624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Escenarios y Simulaciones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621310" y="5114925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Probar cómo diferentes decisiones afectan a los patrones observados puede informar mejor la estrategia.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08815" y="6617970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274237" y="6400681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1517" y="6476881"/>
            <a:ext cx="162878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621310" y="6375202"/>
            <a:ext cx="3536633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Colaboración Interdisciplinaria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21310" y="6814780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Involucrar a expertos de diversas áreas para obtener una visión integral de los patrones.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2024-11-03T09:21:16Z</dcterms:created>
  <dcterms:modified xsi:type="dcterms:W3CDTF">2024-11-03T09:21:16Z</dcterms:modified>
</cp:coreProperties>
</file>