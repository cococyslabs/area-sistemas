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1199ebe1b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1199ebe1b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1199ebe1b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1199ebe1b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1199ebe1b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1199ebe1b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1199ebe1b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1199ebe1b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1199ebe1b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1199ebe1b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Uso de VENSIM para la toma de decisiones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¿Por Qué Usar Vensim en la Toma de Decisiones?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Vensim es ideal para la toma de decisiones en sistemas complejos debido a su capacidad para modelar y analizar dinámicas en tiempo real. Esto permite a los tomadores de decisiones evaluar múltiples opciones y predecir sus efectos antes de aplicarlas, optimizando así los resultados. La representación visual y la simulación ayudan a descomponer problemas complejos y a explorar soluciones viables de manera informada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Identificación de Variables Críticas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En Vensim, los modelos ayudan a identificar y visualizar las variables más importantes dentro de un sistema. Al comprender cómo interactúan estas variables, los tomadores de decisiones pueden centrarse en los factores que realmente impactan los resultados, facilitando un enfoque estratégico y dirigido a las áreas clave del sistema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Evaluación de Opciones Estratégicas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Vensim permite simular distintas opciones y sus consecuencias a través de escenarios. Esto ayuda a los tomadores de decisiones a ver cómo respondería el sistema a cambios en políticas, recursos o condiciones externas. Evaluar opciones de esta manera reduce el riesgo y permite seleccionar la estrategia que maximice el rendimiento y minimice los posibles problemas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Planeación para la Incertidumbre</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análisis de sensibilidad de Vensim permite simular el impacto de cambios inesperados, proporcionando una perspectiva sobre la estabilidad del sistema ante variaciones en sus variables clave. Esta capacidad ayuda a los tomadores de decisiones a desarrollar estrategias resilientes que se adapten a un entorno cambiante, minimizando los riesgos ante la incertidumbre.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Monitoreo y Ajuste de Decisiones en Tiempo Real</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Vensim también permite realizar ajustes sobre la marcha, ya que los modelos pueden ser actualizados para reflejar datos actuales. Esto posibilita un enfoque de toma de decisiones adaptativo, en el que se monitorean los resultados en tiempo real y se realizan ajustes estratégicos según sea necesario. Esto contribuye a una gestión más efectiva y a la mejora continua de las decisiones implementadas.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