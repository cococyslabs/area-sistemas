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aleway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Operaciones mentales avanzadas en pensamiento sistémico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implica una comprensión profunda de las interconexiones y patrones que subyacen a los sistemas complejos. Esto requiere habilidades mentales avanzadas como la visualización, el modelado y la anticipación de comportamientos emergentes.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607"/>
            <a:ext cx="102293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Pensamiento holístico e interrelaciones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Integral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52505"/>
            <a:ext cx="3978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exige ver el panorama completo, en lugar de enfocarse únicamente en partes aisladas. Esto permite comprender cómo los elementos se relacionan y afectan entre sí.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271361"/>
            <a:ext cx="28839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Interconexiones Clave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852505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puntos de alta influencia y las interacciones críticas es fundamental para entender la dinámica subyacente de un sistema.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Causalidad Circular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3852505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se caracterizan por bucles de retroalimentación que generan patrones de comportamiento no lineales.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162" y="670441"/>
            <a:ext cx="770167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Patrones de comportamiento y retroalimentación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1018699" y="2267188"/>
            <a:ext cx="22860" cy="5291852"/>
          </a:xfrm>
          <a:prstGeom prst="roundRect">
            <a:avLst>
              <a:gd name="adj" fmla="val 378576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39024" y="2719149"/>
            <a:ext cx="721162" cy="22860"/>
          </a:xfrm>
          <a:prstGeom prst="roundRect">
            <a:avLst>
              <a:gd name="adj" fmla="val 378576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798374" y="2498884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3990" y="2576036"/>
            <a:ext cx="132278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63366" y="2473166"/>
            <a:ext cx="2985611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Observación de Patrones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63366" y="2918579"/>
            <a:ext cx="6259473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patrones recurrentes en el comportamiento del sistema es clave para entender su dinámica.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39024" y="4441865"/>
            <a:ext cx="721162" cy="22860"/>
          </a:xfrm>
          <a:prstGeom prst="roundRect">
            <a:avLst>
              <a:gd name="adj" fmla="val 378576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98374" y="4221599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9583" y="4298752"/>
            <a:ext cx="16097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163366" y="4195882"/>
            <a:ext cx="4763095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Bucles de Retroalimentación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163366" y="4641294"/>
            <a:ext cx="6259473" cy="98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cómo los elementos de un sistema se influyen mutuamente a través de ciclos de retroalimentación positiva y negativa.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39024" y="6494264"/>
            <a:ext cx="721162" cy="22860"/>
          </a:xfrm>
          <a:prstGeom prst="roundRect">
            <a:avLst>
              <a:gd name="adj" fmla="val 378576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798374" y="6273998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7559" y="6351151"/>
            <a:ext cx="165021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163366" y="6248281"/>
            <a:ext cx="3251597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Anticipación de Tendencias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163366" y="6693694"/>
            <a:ext cx="6259473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Predecir el comportamiento futuro del sistema mediante la extrapolación de patrones y la simulación de escenarios.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930" y="788075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Estructuras Subyacentes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5930" y="2506028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245" y="2735342"/>
            <a:ext cx="294132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Niveles de Abstracción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05245" y="3214807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Explorar los diferentes niveles de abstracción para revelar los principios y leyes fundamentales que rigen el sistema.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2847" y="2506028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2162" y="2735342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Procesos Ocultos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12162" y="3214807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Desentrañar los mecanismos y flujos de información subyacentes que determinan el comportamiento del sistema.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5930" y="5084564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245" y="5313878"/>
            <a:ext cx="2857024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Conceptual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05245" y="5793343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Construir modelos mentales y representaciones visuales que capturen la estructura y la dinámica del sistema.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682847" y="5084564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2162" y="531387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Efectos de Escala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4912162" y="5793343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cómo los diferentes niveles de escala (micro, meso, macro) se interrelacionan y afectan al sistema.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59004"/>
            <a:ext cx="124315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y Simulación de Sistemas Complejos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0794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301734"/>
            <a:ext cx="30054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Formulación Matemática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46483"/>
            <a:ext cx="30054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Traducir los principios del sistema a modelos matemáticos que permitan simular su comportamiento.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46" y="450794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9446" y="5301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Simulación Digital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39446" y="5792153"/>
            <a:ext cx="30056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herramientas informáticas para ejecutar y experimentar con modelos que capturen la complejidad del sistema.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507944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5221" y="5301734"/>
            <a:ext cx="28884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Escenarios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85221" y="5792153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Explorar diferentes condiciones y variables de entrada para entender mejor la dinámica del sistema.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4507944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0997" y="5301734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Soluciones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30997" y="6146483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Aprovechar los modelos para identificar estrategias y acciones que mejoren el desempeño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y Adaptación en Sistemas Dinámicos</a:t>
            </a:r>
            <a:endParaRPr lang="en-US" sz="4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087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Continuo</a:t>
            </a:r>
            <a:endParaRPr lang="en-US" sz="2150" dirty="0"/>
          </a:p>
        </p:txBody>
      </p:sp>
      <p:sp>
        <p:nvSpPr>
          <p:cNvPr id="8" name="Text 3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Observar atentamente los cambios y las respuestas del sistema a lo largo del tiempo.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2087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Iterativo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Ajustar continuamente los modelos y las estrategias a medida que se obtiene nueva información.</a:t>
            </a:r>
            <a:endParaRPr lang="en-US" sz="1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2087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Adaptación Dinámica</a:t>
            </a:r>
            <a:endParaRPr lang="en-US" sz="2150" dirty="0"/>
          </a:p>
        </p:txBody>
      </p:sp>
      <p:sp>
        <p:nvSpPr>
          <p:cNvPr id="14" name="Text 7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soluciones flexibles y resilientes que puedan evolucionar junto con el sistema en constante cambio.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2024-11-03T08:38:44Z</dcterms:created>
  <dcterms:modified xsi:type="dcterms:W3CDTF">2024-11-03T08:38:44Z</dcterms:modified>
</cp:coreProperties>
</file>