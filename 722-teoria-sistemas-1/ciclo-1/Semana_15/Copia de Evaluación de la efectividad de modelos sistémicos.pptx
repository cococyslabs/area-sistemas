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aleway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 de la efectividad de modelos sistémicos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la efectividad de los modelos sistémicos es fundamental para diseñar soluciones integrales y sostenibles. Este enfoque holístico examina los componentes interdependientes y sus interacciones, permitiendo evaluar el impacto global de las intervenciones.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7841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modelos sistémicos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Enfoque Integrado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sistémicos abordan problemas considerando múltiples componentes y sus relaciones, en lugar de aislar elementos.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Patrones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modelos identifican los patrones subyacentes que impulsan el comportamiento del sistema a lo largo del tiempo.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30108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Pensamiento Dinámico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Reconocen que los sistemas son inherentemente dinámicos y que las intervenciones pueden generar efectos a corto y largo plazo.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Metodologías para evaluar la efectividad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14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Mapeo de Sistemas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analizar los componentes clave del sistema, sus interrelaciones y patrones de comportamiento.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14932" y="4378762"/>
            <a:ext cx="2976920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Simulación y Modelado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herramientas de simulación para probar escenarios y predecir el impacto de las intervenciones.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39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14932" y="6222206"/>
            <a:ext cx="2916079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Indicadores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Definir y monitorear métricas clave que reflejen la efectividad del modelo a lo largo del tiempo.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667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661" y="3293745"/>
            <a:ext cx="7900988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Indicadores clave de desempeño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8661" y="424338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1545" y="4456271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1545" y="4900255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Evalúa el alcance y la adopción del modelo en la población o sistemas objetivo.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7832" y="424338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0716" y="4456271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0716" y="4900255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Mide los cambios positivos generados por la implementación del modelo a nivel individual, organizacional o sistémico.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8661" y="597562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1545" y="6188512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Sostenibilidad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1545" y="6632496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 la capacidad del modelo para mantener sus beneficios a lo largo del tiempo.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7832" y="597562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0716" y="6188512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Eficiencia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0716" y="6632496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 los recursos necesarios para obtener los resultados deseados de manera optimizada.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10925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Estudios de caso: ejemplos de evaluación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39334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de Transporte Urbano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5457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del impacto en la reducción de emisiones y la mejora de la movilidad.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04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664160"/>
            <a:ext cx="3350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 de Salud Integral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154579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la efectividad en la prestación de servicios y la mejora de los resultados de salud.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38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664160"/>
            <a:ext cx="3149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Proyecto Agroecológico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15457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de la sostenibilidad y el incremento de la productividad y biodiversidad.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y próximos pasos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97596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Continuar Investigación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Profundizar en el análisis de modelos sistémicos y su implementación práctica.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317670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Desarrollar Herramientas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Crear metodologías y tecnologías que faciliten la evaluación de la efectividad.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299370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Fomentar Colaboración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Promover el intercambio de conocimientos y mejores prácticas entre diferentes sectores.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2024-11-03T09:35:56Z</dcterms:created>
  <dcterms:modified xsi:type="dcterms:W3CDTF">2024-11-03T09:35:56Z</dcterms:modified>
</cp:coreProperties>
</file>