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aleway"/>
      <p:regular r:id="rId11"/>
    </p:embeddedFon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80968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Teoría de Sistemas: Retroalimentación de Compensación y Refuerzo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334000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teoría de sistemas estudia cómo los diferentes componentes de un sistema se interconectan y dependen entre sí. Dentro de esta teoría, los conceptos de retroalimentación de compensación y refuerzo son fundamentales para entender cómo se estabilizan o amplifican los cambios en un sistema.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508" y="500420"/>
            <a:ext cx="7870984" cy="1136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Conceptos Básicos de la Teoría de Sistemas</a:t>
            </a:r>
            <a:endParaRPr lang="en-US" sz="3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08" y="1909763"/>
            <a:ext cx="909280" cy="14548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18561" y="2091571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Entrada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1818561" y="2484715"/>
            <a:ext cx="6688931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información o las condiciones que ingresan al sistema.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08" y="3364587"/>
            <a:ext cx="909280" cy="14548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18561" y="3546396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Procesamiento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818561" y="3939540"/>
            <a:ext cx="6688931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transformación de la entrada en una salida a través de la estructura del sistema.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08" y="4819412"/>
            <a:ext cx="909280" cy="14548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18561" y="5001220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818561" y="5394365"/>
            <a:ext cx="6688931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información de retorno que se reintroduce al sistema para ajustar su funcionamiento.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08" y="6274237"/>
            <a:ext cx="909280" cy="14548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18561" y="6456045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Salida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1818561" y="6849189"/>
            <a:ext cx="6688931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resultado o el producto final que genera el sistema.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5778" y="591383"/>
            <a:ext cx="7665244" cy="1980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 de Compensación: Estabilizando el Sistema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531173" y="2888813"/>
            <a:ext cx="22860" cy="4749403"/>
          </a:xfrm>
          <a:prstGeom prst="roundRect">
            <a:avLst>
              <a:gd name="adj" fmla="val 388130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757392" y="3352681"/>
            <a:ext cx="739378" cy="22860"/>
          </a:xfrm>
          <a:prstGeom prst="roundRect">
            <a:avLst>
              <a:gd name="adj" fmla="val 388130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304955" y="3126462"/>
            <a:ext cx="475298" cy="4752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74738" y="3205639"/>
            <a:ext cx="135612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704415" y="3100030"/>
            <a:ext cx="2640568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Medición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704415" y="3556754"/>
            <a:ext cx="6186607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mide el valor actual del sistema y se compara con el valor deseado.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757392" y="5118854"/>
            <a:ext cx="739378" cy="22860"/>
          </a:xfrm>
          <a:prstGeom prst="roundRect">
            <a:avLst>
              <a:gd name="adj" fmla="val 388130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304955" y="4892635"/>
            <a:ext cx="475298" cy="4752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59974" y="4971812"/>
            <a:ext cx="165140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704415" y="4866203"/>
            <a:ext cx="2640568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Comparación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704415" y="5322927"/>
            <a:ext cx="6186607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evalúa la diferencia entre el valor actual y el valor deseado.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757392" y="6547128"/>
            <a:ext cx="739378" cy="22860"/>
          </a:xfrm>
          <a:prstGeom prst="roundRect">
            <a:avLst>
              <a:gd name="adj" fmla="val 388130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304955" y="6320909"/>
            <a:ext cx="475298" cy="4752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57950" y="6400086"/>
            <a:ext cx="16918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7704415" y="6294477"/>
            <a:ext cx="2640568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Ajuste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704415" y="6751201"/>
            <a:ext cx="6186607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aplica una acción correctiva para reducir la diferencia y mantener el sistema estable.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 de Refuerzo: Amplificando el Cambio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Amplificación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diferencia de la retroalimentación de compensación, la retroalimentación de refuerzo amplifica los cambios en el sistema.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88594"/>
            <a:ext cx="32630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Exponencial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6973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 puede llevar a un crecimiento exponencial del sistema, lo cual puede ser beneficioso o perjudicial dependiendo del contexto.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6973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retroalimentación de refuerzo se utiliza en sistemas de innovación, aprendizaje y desarrollo personal.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2024-11-03T09:10:28Z</dcterms:created>
  <dcterms:modified xsi:type="dcterms:W3CDTF">2024-11-03T09:10:28Z</dcterms:modified>
</cp:coreProperties>
</file>