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Sistemas: Retroalimentación y toma de decisiones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son estructuras complejas compuestas por elementos interrelacionados que trabajan juntos para lograr un objetivo común. La retroalimentación y la toma de decisiones son aspectos fundamentales que permiten a estos sistemas adaptarse y optimizarse continuamente.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104982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concepto de sistema y sus elementos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Entradas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reciben diversas entradas, como información, recursos o acciones, que se procesan para generar resultados.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procesos internos transforman las entradas en salidas, aplicando reglas, algoritmos y relaciones complejas.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Salidas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salidas son los resultados finales producidos por el sistema, que pueden ser productos, servicios o información.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875" y="559713"/>
            <a:ext cx="7720251" cy="190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importancia de la retroalimentación en los sistemas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05483" y="2771418"/>
            <a:ext cx="22860" cy="4898350"/>
          </a:xfrm>
          <a:prstGeom prst="roundRect">
            <a:avLst>
              <a:gd name="adj" fmla="val 373731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222891" y="3217664"/>
            <a:ext cx="711875" cy="22860"/>
          </a:xfrm>
          <a:prstGeom prst="roundRect">
            <a:avLst>
              <a:gd name="adj" fmla="val 373731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788075" y="3000256"/>
            <a:ext cx="457676" cy="457676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1547" y="3076456"/>
            <a:ext cx="130612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135624" y="2974777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135624" y="3414713"/>
            <a:ext cx="6296501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retroalimentación permite monitorear el desempeño y el estado actual del sistema de manera constante.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22891" y="4918234"/>
            <a:ext cx="711875" cy="22860"/>
          </a:xfrm>
          <a:prstGeom prst="roundRect">
            <a:avLst>
              <a:gd name="adj" fmla="val 373731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788075" y="4700826"/>
            <a:ext cx="457676" cy="457676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7379" y="4777026"/>
            <a:ext cx="158948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135624" y="4675346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Ajuste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135624" y="5115282"/>
            <a:ext cx="6296501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la información de retroalimentación, se pueden hacer ajustes y correcciones para mantener el sistema optimizado.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22891" y="6618803"/>
            <a:ext cx="711875" cy="22860"/>
          </a:xfrm>
          <a:prstGeom prst="roundRect">
            <a:avLst>
              <a:gd name="adj" fmla="val 373731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788075" y="6401395"/>
            <a:ext cx="457676" cy="457676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5355" y="6477595"/>
            <a:ext cx="162997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2135624" y="6375916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Mejora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135624" y="6815852"/>
            <a:ext cx="6296501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retroalimentación a largo plazo ayuda a identificar oportunidades de mejora e innovación en el sistema.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E0D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10062" y="687943"/>
            <a:ext cx="7696676" cy="1938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procesos de toma de decisiones en sistemas complejos</a:t>
            </a:r>
            <a:endParaRPr lang="en-US" sz="4050" dirty="0"/>
          </a:p>
        </p:txBody>
      </p:sp>
      <p:sp>
        <p:nvSpPr>
          <p:cNvPr id="6" name="Shape 2"/>
          <p:cNvSpPr/>
          <p:nvPr/>
        </p:nvSpPr>
        <p:spPr>
          <a:xfrm>
            <a:off x="6210062" y="2936558"/>
            <a:ext cx="3744992" cy="2199203"/>
          </a:xfrm>
          <a:prstGeom prst="roundRect">
            <a:avLst>
              <a:gd name="adj" fmla="val 39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24374" y="3150870"/>
            <a:ext cx="2584728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Datos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424374" y="3597950"/>
            <a:ext cx="3316367" cy="132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toma de decisiones se basa en el análisis exhaustivo de la información recopilada a través de la retroalimentación del sistema.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0161746" y="2936558"/>
            <a:ext cx="3744992" cy="2199203"/>
          </a:xfrm>
          <a:prstGeom prst="roundRect">
            <a:avLst>
              <a:gd name="adj" fmla="val 39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376059" y="3150870"/>
            <a:ext cx="2791658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y Simulación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0376059" y="3597950"/>
            <a:ext cx="3316367" cy="132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herramientas de modelado y simulación ayudan a evaluar el impacto de las decisiones antes de implementarlas.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10062" y="5342453"/>
            <a:ext cx="3744992" cy="2199203"/>
          </a:xfrm>
          <a:prstGeom prst="roundRect">
            <a:avLst>
              <a:gd name="adj" fmla="val 39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24374" y="5556766"/>
            <a:ext cx="2584728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Colaboración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24374" y="6003846"/>
            <a:ext cx="3316367" cy="132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toma de decisiones en sistemas complejos suele requerir la participación de múltiples expertos y partes interesadas.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161746" y="5342453"/>
            <a:ext cx="3744992" cy="2199203"/>
          </a:xfrm>
          <a:prstGeom prst="roundRect">
            <a:avLst>
              <a:gd name="adj" fmla="val 39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376059" y="5556766"/>
            <a:ext cx="2584728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Agilidad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0376059" y="6003846"/>
            <a:ext cx="3316367" cy="132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capacidad de adaptarse rápidamente a los cambios es clave en la toma de decisiones en sistemas dinámicos.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E0D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94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Mejores prácticas para la optimización de sistemas</a:t>
            </a:r>
            <a:endParaRPr lang="en-US" sz="4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473" y="2319933"/>
            <a:ext cx="1104424" cy="17671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951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Continuo</a:t>
            </a:r>
            <a:endParaRPr lang="en-US" sz="2150" dirty="0"/>
          </a:p>
        </p:txBody>
      </p:sp>
      <p:sp>
        <p:nvSpPr>
          <p:cNvPr id="8" name="Text 3"/>
          <p:cNvSpPr/>
          <p:nvPr/>
        </p:nvSpPr>
        <p:spPr>
          <a:xfrm>
            <a:off x="76951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Mantener un monitoreo constante del sistema es esencial para identificar oportunidades de mejora.</a:t>
            </a:r>
            <a:endParaRPr lang="en-US" sz="1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4087058"/>
            <a:ext cx="1104424" cy="17671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695128" y="4307919"/>
            <a:ext cx="3165872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Implementación Iterativa</a:t>
            </a:r>
            <a:endParaRPr lang="en-US" sz="2150" dirty="0"/>
          </a:p>
        </p:txBody>
      </p:sp>
      <p:sp>
        <p:nvSpPr>
          <p:cNvPr id="11" name="Text 5"/>
          <p:cNvSpPr/>
          <p:nvPr/>
        </p:nvSpPr>
        <p:spPr>
          <a:xfrm>
            <a:off x="76951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Adoptar un enfoque de mejora continua a través de implementaciones iterativas y evaluaciones frecuentes.</a:t>
            </a:r>
            <a:endParaRPr lang="en-US" sz="1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5854184"/>
            <a:ext cx="1104424" cy="17671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6951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Enfoque Holístico</a:t>
            </a:r>
            <a:endParaRPr lang="en-US" sz="2150" dirty="0"/>
          </a:p>
        </p:txBody>
      </p:sp>
      <p:sp>
        <p:nvSpPr>
          <p:cNvPr id="14" name="Text 7"/>
          <p:cNvSpPr/>
          <p:nvPr/>
        </p:nvSpPr>
        <p:spPr>
          <a:xfrm>
            <a:off x="76951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Considerar el sistema en su conjunto, en lugar de optimizar partes de manera aislada.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2024-11-03T09:11:28Z</dcterms:created>
  <dcterms:modified xsi:type="dcterms:W3CDTF">2024-11-03T09:11:28Z</dcterms:modified>
</cp:coreProperties>
</file>