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Sistemas: Diagramas de ciclos causales a flujos y niveles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Aprender a modelar sistemas complejos es una habilidad crucial para comprender y abordar problemas multifacéticos. Este conjunto de presentaciones se enfocará en dos herramientas poderosas: los diagramas de ciclos causales y los diagramas de flujos y niveles.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222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3443049"/>
            <a:ext cx="12414766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Introducción a los diagramas de ciclos causales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90218" y="4487228"/>
            <a:ext cx="4199453" cy="3121462"/>
          </a:xfrm>
          <a:prstGeom prst="roundRect">
            <a:avLst>
              <a:gd name="adj" fmla="val 303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3580" y="472059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de Sistemas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3580" y="5208627"/>
            <a:ext cx="3732728" cy="21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diagramas de ciclos causales ayudan a capturar la naturaleza interconectada de los sistemas, resaltando los bucles de retroalimentación y las relaciones causales.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5414" y="4487228"/>
            <a:ext cx="4199453" cy="3121462"/>
          </a:xfrm>
          <a:prstGeom prst="roundRect">
            <a:avLst>
              <a:gd name="adj" fmla="val 303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8776" y="4720590"/>
            <a:ext cx="3373993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Patrones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8776" y="5208627"/>
            <a:ext cx="3732728" cy="1805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Estas herramientas permiten a los analistas reconocer patrones recurrentes y comprender la dinámica subyacente de los sistemas.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610" y="4487228"/>
            <a:ext cx="4199453" cy="3121462"/>
          </a:xfrm>
          <a:prstGeom prst="roundRect">
            <a:avLst>
              <a:gd name="adj" fmla="val 303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3972" y="4720590"/>
            <a:ext cx="29771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Comunicación Efectiva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3972" y="5208627"/>
            <a:ext cx="3732728" cy="1805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diagramas de ciclos causales facilitan la colaboración y el entendimiento compartido al visualizar la complejidad de manera simplificada.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8188" y="589598"/>
            <a:ext cx="7667625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Flujos y niveles: la estructura básica de los sistemas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1043107" y="2224207"/>
            <a:ext cx="22860" cy="5415677"/>
          </a:xfrm>
          <a:prstGeom prst="roundRect">
            <a:avLst>
              <a:gd name="adj" fmla="val 387511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268909" y="2687122"/>
            <a:ext cx="738188" cy="22860"/>
          </a:xfrm>
          <a:prstGeom prst="roundRect">
            <a:avLst>
              <a:gd name="adj" fmla="val 387511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817305" y="2461379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6850" y="2540437"/>
            <a:ext cx="135374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214563" y="2435066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Niveles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214563" y="2890957"/>
            <a:ext cx="6191250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niveles representan el estado acumulado de un sistema en un momento dado, como el número de personas en una población.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268909" y="4450199"/>
            <a:ext cx="738188" cy="22860"/>
          </a:xfrm>
          <a:prstGeom prst="roundRect">
            <a:avLst>
              <a:gd name="adj" fmla="val 387511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817305" y="4224457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2086" y="4303514"/>
            <a:ext cx="16478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214563" y="4198144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Flujos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214563" y="4654034"/>
            <a:ext cx="6191250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flujos describen los procesos de cambio que afectan a los niveles, como nacimientos y muertes en una población.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268909" y="6213277"/>
            <a:ext cx="738188" cy="22860"/>
          </a:xfrm>
          <a:prstGeom prst="roundRect">
            <a:avLst>
              <a:gd name="adj" fmla="val 387511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305" y="5987534"/>
            <a:ext cx="474464" cy="47446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0062" y="6066592"/>
            <a:ext cx="168950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214563" y="5961221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Realimentación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214563" y="6417112"/>
            <a:ext cx="6191250" cy="10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lazos de realimentación conectan los flujos y los niveles, creando dinámicas complejas que evolucionan a lo largo del tiempo.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260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sistemas mediante diagramas de flujo y niveles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07143"/>
            <a:ext cx="33897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Patrones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8828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diagramas de flujo y niveles permiten reconocer estructuras recurrentes, como retardos, oscilaciones y puntos de equilibrio.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071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Simulación Dinámica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8828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Estas herramientas facilitan la construcción de modelos de simulación para probar hipótesis y explorar el comportamiento del sistema.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071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8828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análisis de los diagramas ayuda a identificar los puntos de apalancamiento y a diseñar intervenciones más efectivas.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21430"/>
            <a:ext cx="88817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y ejemplos prácticos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870371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664160"/>
            <a:ext cx="29541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Ingeniería de Sistemas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154579"/>
            <a:ext cx="30054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Diseño y optimización de procesos complejos.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46" y="487037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39446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Planificación Urbana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139446" y="6154579"/>
            <a:ext cx="30056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flujos de tráfico y servicios públicos.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487037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85221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 de Salud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485221" y="6154579"/>
            <a:ext cx="30056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Modelado de enfermedades y estrategias de intervención.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0997" y="4870371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30997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Empresarial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830997" y="6154579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cadenas de suministro y procesos de toma de decisiones.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2024-11-03T09:13:54Z</dcterms:created>
  <dcterms:modified xsi:type="dcterms:W3CDTF">2024-11-03T09:13:54Z</dcterms:modified>
</cp:coreProperties>
</file>