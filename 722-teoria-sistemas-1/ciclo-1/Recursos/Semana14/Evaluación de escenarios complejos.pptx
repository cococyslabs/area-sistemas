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embeddedFontLst>
    <p:embeddedFont>
      <p:font typeface="Raleway"/>
      <p:regular r:id="rId13"/>
    </p:embeddedFont>
    <p:embeddedFont>
      <p:font typeface="Raleway"/>
      <p:regular r:id="rId14"/>
    </p:embeddedFont>
    <p:embeddedFont>
      <p:font typeface="Raleway"/>
      <p:regular r:id="rId15"/>
    </p:embeddedFont>
    <p:embeddedFont>
      <p:font typeface="Raleway"/>
      <p:regular r:id="rId16"/>
    </p:embeddedFont>
    <p:embeddedFont>
      <p:font typeface="Roboto"/>
      <p:regular r:id="rId17"/>
    </p:embeddedFont>
    <p:embeddedFont>
      <p:font typeface="Roboto"/>
      <p:regular r:id="rId18"/>
    </p:embeddedFont>
    <p:embeddedFont>
      <p:font typeface="Roboto"/>
      <p:regular r:id="rId19"/>
    </p:embeddedFont>
    <p:embeddedFont>
      <p:font typeface="Roboto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0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73311"/>
            <a:ext cx="7556421" cy="4891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Toma de decisiones sistémicas: Evaluación de escenarios complejos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93790" y="6004560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Tomar decisiones en entornos complejos requiere un enfoque holístico que considere múltiples variables y sus interacciones. Este proceso implica comprender a fondo los sistemas, identificar los elementos clave y construir escenarios posibles para informar decisiones robustas.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8825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Comprender los sistemas complejos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30112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62474" y="3386138"/>
            <a:ext cx="14561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33011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Identificar Patrones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17306" y="3791545"/>
            <a:ext cx="292774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Reconocer los patrones y relaciones entre los diferentes componentes de un sistema.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867" y="330112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38316" y="3386138"/>
            <a:ext cx="17728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908983" y="3301127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Entender Interdependencias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08983" y="4145875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Analizar cómo los cambios en una parte del sistema afectan al resto.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72512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4496" y="5810131"/>
            <a:ext cx="181689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7017306" y="57251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Visualizar el Todo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017306" y="6215539"/>
            <a:ext cx="681930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Tener una perspectiva global que permita ver el sistema en su conjunto.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107062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Identificar variables clave e interacciones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Variables Clave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Determinar los factores más influyentes que impulsan el comportamiento del sistema.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815715"/>
            <a:ext cx="32236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Interacciones Complejas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Analizar cómo las variables se relacionan e influyen entre sí de manera dinámica.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Efectos Indirectos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Considerar los impactos indirectos que pueden tener los cambios en el sistema.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644" y="606266"/>
            <a:ext cx="7600712" cy="1378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Construir y analizar escenarios posibles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1087041" y="2314932"/>
            <a:ext cx="30480" cy="5309949"/>
          </a:xfrm>
          <a:prstGeom prst="roundRect">
            <a:avLst>
              <a:gd name="adj" fmla="val 303837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1319808" y="2795707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854273" y="2562939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31438" y="2645569"/>
            <a:ext cx="141565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2314932" y="2535317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Modelar Escenarios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2314932" y="3012043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Elaborar representaciones de posibles situaciones futuras basadas en las variables clave.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1319808" y="4639151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854273" y="4406384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16079" y="4489013"/>
            <a:ext cx="172283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314932" y="4378762"/>
            <a:ext cx="2837021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Analizar Implicaciones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2314932" y="4855488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Evaluar los efectos y consecuencias de cada escenario planteado.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1319808" y="6482596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854273" y="6249829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13936" y="6332458"/>
            <a:ext cx="176570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2314932" y="6222206"/>
            <a:ext cx="3224927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Identificar Oportunidades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2314932" y="6698933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Descubrir puntos de inflexión y alternativas prometedoras en los escenarios analizados.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9308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Tomar decisiones informadas y robustas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650808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28852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Integrar Información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375660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Sintetizar los hallazgos del análisis de escenarios para tomar decisiones fundamentadas.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867" y="2650808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406301" y="28852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Evaluar Riesgos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06301" y="3375660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Considerar los posibles riesgos y limitaciones asociados a cada opción de decisión.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288518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4624" y="55229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Ser Adaptable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14624" y="6013371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Mantener la flexibilidad para ajustar las decisiones a medida que el entorno evoluciona.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10171867" y="5288518"/>
            <a:ext cx="3664863" cy="2047994"/>
          </a:xfrm>
          <a:prstGeom prst="roundRect">
            <a:avLst>
              <a:gd name="adj" fmla="val 465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06301" y="55229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Actuar con Confianza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406301" y="6013371"/>
            <a:ext cx="319599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Tomar decisiones con seguridad, sabiendo que se han evaluado múltiples escenarios.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5E0DF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59473" y="608290"/>
            <a:ext cx="7597854" cy="1380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Monitorear y adaptarse a los cambios</a:t>
            </a:r>
            <a:endParaRPr lang="en-US" sz="43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9473" y="2319933"/>
            <a:ext cx="1104424" cy="1767126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695128" y="2540794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Vigilar Indicadores</a:t>
            </a:r>
            <a:endParaRPr lang="en-US" sz="2150" dirty="0"/>
          </a:p>
        </p:txBody>
      </p:sp>
      <p:sp>
        <p:nvSpPr>
          <p:cNvPr id="8" name="Text 3"/>
          <p:cNvSpPr/>
          <p:nvPr/>
        </p:nvSpPr>
        <p:spPr>
          <a:xfrm>
            <a:off x="7695128" y="3018353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Monitorear de cerca los factores clave que pueden afectar el sistema.</a:t>
            </a:r>
            <a:endParaRPr lang="en-US" sz="17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473" y="4087058"/>
            <a:ext cx="1104424" cy="176712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695128" y="4307919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Evaluar Impactos</a:t>
            </a:r>
            <a:endParaRPr lang="en-US" sz="2150" dirty="0"/>
          </a:p>
        </p:txBody>
      </p:sp>
      <p:sp>
        <p:nvSpPr>
          <p:cNvPr id="11" name="Text 5"/>
          <p:cNvSpPr/>
          <p:nvPr/>
        </p:nvSpPr>
        <p:spPr>
          <a:xfrm>
            <a:off x="7695128" y="4785479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Analizar cómo los cambios en el entorno afectan al sistema y a las decisiones.</a:t>
            </a:r>
            <a:endParaRPr lang="en-US" sz="17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9473" y="5854184"/>
            <a:ext cx="1104424" cy="176712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695128" y="6075045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Ajustar Estrategias</a:t>
            </a:r>
            <a:endParaRPr lang="en-US" sz="2150" dirty="0"/>
          </a:p>
        </p:txBody>
      </p:sp>
      <p:sp>
        <p:nvSpPr>
          <p:cNvPr id="14" name="Text 7"/>
          <p:cNvSpPr/>
          <p:nvPr/>
        </p:nvSpPr>
        <p:spPr>
          <a:xfrm>
            <a:off x="7695128" y="6552605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Implementar ajustes y adaptaciones para mantener la eficacia de las decisiones.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2024-11-03T09:30:06Z</dcterms:created>
  <dcterms:modified xsi:type="dcterms:W3CDTF">2024-11-03T09:30:06Z</dcterms:modified>
</cp:coreProperties>
</file>