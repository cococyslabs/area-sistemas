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Raleway" pitchFamily="2" charset="0"/>
      <p:regular r:id="rId8"/>
    </p:embeddedFont>
    <p:embeddedFont>
      <p:font typeface="Roboto" panose="02000000000000000000" pitchFamily="2" charset="0"/>
      <p:regular r:id="rId9"/>
      <p:bold r:id="rId10"/>
    </p:embeddedFont>
  </p:embeddedFontLst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12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33193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complejos adaptativos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029789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son sistemas dinámicos que se componen de múltiples elementos interactuantes que se adaptan y evolucionan con el tiempo. Exhiben propiedades emergentes y comportamientos impredecibles que surgen de las interacciones entre las partes.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6840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 principales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Linealidad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exhiben relaciones no lineales entre sus componentes, lo que lleva a patrones de comportamiento impredecibles.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30519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Adaptación y Evolución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se adaptan y evolucionan continuamente en respuesta a los cambios en su entorno, desarrollando nuevas estructuras y funciones.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Autoorganización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se organizan por sí mismos sin una dirección central, dando lugar a propiedades emergentes.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293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204" y="2963704"/>
            <a:ext cx="6854785" cy="607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de autoorganización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0204" y="5778937"/>
            <a:ext cx="13269992" cy="22860"/>
          </a:xfrm>
          <a:prstGeom prst="roundRect">
            <a:avLst>
              <a:gd name="adj" fmla="val 35707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3937635" y="5098733"/>
            <a:ext cx="22860" cy="680204"/>
          </a:xfrm>
          <a:prstGeom prst="roundRect">
            <a:avLst>
              <a:gd name="adj" fmla="val 35707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3730466" y="5560338"/>
            <a:ext cx="437198" cy="437198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3886676" y="5633085"/>
            <a:ext cx="124778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734389" y="3862507"/>
            <a:ext cx="242935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514" y="4282678"/>
            <a:ext cx="614922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adaptativos utilizan ciclos de retroalimentación para ajustar su comportamiento y estructura.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651" y="5778937"/>
            <a:ext cx="22860" cy="680204"/>
          </a:xfrm>
          <a:prstGeom prst="roundRect">
            <a:avLst>
              <a:gd name="adj" fmla="val 35707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7096482" y="5560338"/>
            <a:ext cx="437198" cy="437198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7239119" y="5633085"/>
            <a:ext cx="15192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100405" y="6653451"/>
            <a:ext cx="242935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Fluidez y Flexibilidad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530" y="7073622"/>
            <a:ext cx="614922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son fluidos y flexibles, lo que les permite adaptarse rápidamente a los cambios en su entorno.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786" y="5098733"/>
            <a:ext cx="22860" cy="680204"/>
          </a:xfrm>
          <a:prstGeom prst="roundRect">
            <a:avLst>
              <a:gd name="adj" fmla="val 357074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10462617" y="5560338"/>
            <a:ext cx="437198" cy="437198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10603349" y="5633085"/>
            <a:ext cx="15573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66540" y="3862507"/>
            <a:ext cx="242935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Emergencia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665" y="4282678"/>
            <a:ext cx="6149221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propiedades emergentes surgen de las interacciones entre los componentes del sistema, siendo más que la suma de las partes.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3064"/>
            <a:ext cx="71036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en la vida real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752005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6514624" y="1986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Ecosistemas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476857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ecosistemas naturales son sistemas complejos adaptativos, con interacciones dinámicas entre especies y su entorno.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1752005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5"/>
          <p:cNvSpPr/>
          <p:nvPr/>
        </p:nvSpPr>
        <p:spPr>
          <a:xfrm>
            <a:off x="10406301" y="1986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Redes Sociales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2476857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redes sociales humanas exhiben patrones de autoorganización y evolución continua a medida que los individuos interactúan.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65146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47747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ciudades son sistemas complejos adaptativos que se desarrollan y cambian a medida que los individuos y las empresas interactúan.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475261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1"/>
          <p:cNvSpPr/>
          <p:nvPr/>
        </p:nvSpPr>
        <p:spPr>
          <a:xfrm>
            <a:off x="10406301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Economía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06301" y="547747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mercados económicos son sistemas complejos adaptativos que se adaptan y evolucionan en respuesta a las fuerzas del mercado.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21430"/>
            <a:ext cx="81911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y próximos pasos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7037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Exploración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5457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Continuar investigando los mecanismos subyacentes de los sistemas complejos adaptativos.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487037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154579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Desarrollar modelos más avanzados para simular y predecir el comportamiento de estos sistemas.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38" y="487037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664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15457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los principios de los sistemas complejos adaptativos a la resolución de problemas del mundo real.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Personalizado</PresentationFormat>
  <Paragraphs>40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Roboto</vt:lpstr>
      <vt:lpstr>Arial</vt:lpstr>
      <vt:lpstr>Raleway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Jeser Medina</cp:lastModifiedBy>
  <cp:revision>2</cp:revision>
  <dcterms:created xsi:type="dcterms:W3CDTF">2024-11-03T08:48:57Z</dcterms:created>
  <dcterms:modified xsi:type="dcterms:W3CDTF">2024-11-03T08:49:47Z</dcterms:modified>
</cp:coreProperties>
</file>