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51528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Toma de decisiones en sistemas complejos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5026343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complejos, como los encontrados en la economía, la ecología y la sociedad, presentan desafíos únicos para la toma de decisiones. Estas decisiones deben equilibrar múltiples factores, anticipar efectos inesperados y adaptarse a la dinámica cambiante del sistema.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0565" y="883087"/>
            <a:ext cx="7722870" cy="1268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Complejidad y sistemas dinámicos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1003578" y="2456259"/>
            <a:ext cx="22860" cy="4890135"/>
          </a:xfrm>
          <a:prstGeom prst="roundRect">
            <a:avLst>
              <a:gd name="adj" fmla="val 373013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1220510" y="2901553"/>
            <a:ext cx="710565" cy="22860"/>
          </a:xfrm>
          <a:prstGeom prst="roundRect">
            <a:avLst>
              <a:gd name="adj" fmla="val 373013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786646" y="2684621"/>
            <a:ext cx="456724" cy="456724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9762" y="2760702"/>
            <a:ext cx="130373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2131576" y="2659261"/>
            <a:ext cx="2537817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Interdependencias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2131576" y="3098363"/>
            <a:ext cx="6301859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elementos de un sistema complejo están interconectados, lo que genera efectos imprevisibles a medida que cambian las condiciones.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220510" y="4599265"/>
            <a:ext cx="710565" cy="22860"/>
          </a:xfrm>
          <a:prstGeom prst="roundRect">
            <a:avLst>
              <a:gd name="adj" fmla="val 373013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786646" y="4382333"/>
            <a:ext cx="456724" cy="456724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5593" y="4458414"/>
            <a:ext cx="158710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350" dirty="0"/>
          </a:p>
        </p:txBody>
      </p:sp>
      <p:sp>
        <p:nvSpPr>
          <p:cNvPr id="13" name="Text 10"/>
          <p:cNvSpPr/>
          <p:nvPr/>
        </p:nvSpPr>
        <p:spPr>
          <a:xfrm>
            <a:off x="2131576" y="4356973"/>
            <a:ext cx="2537817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Adaptación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2131576" y="4796076"/>
            <a:ext cx="6301859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complejos evolucionan y se adaptan continuamente a los cambios en el entorno, lo que dificulta la predicción a largo plazo.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1220510" y="6296978"/>
            <a:ext cx="710565" cy="22860"/>
          </a:xfrm>
          <a:prstGeom prst="roundRect">
            <a:avLst>
              <a:gd name="adj" fmla="val 373013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786646" y="6080046"/>
            <a:ext cx="456724" cy="456724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33688" y="6156127"/>
            <a:ext cx="162639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350" dirty="0"/>
          </a:p>
        </p:txBody>
      </p:sp>
      <p:sp>
        <p:nvSpPr>
          <p:cNvPr id="18" name="Text 15"/>
          <p:cNvSpPr/>
          <p:nvPr/>
        </p:nvSpPr>
        <p:spPr>
          <a:xfrm>
            <a:off x="2131576" y="6054685"/>
            <a:ext cx="2537817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Incertidumbre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2131576" y="6493788"/>
            <a:ext cx="6301859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complejidad inherente a estos sistemas genera incertidumbre, desafiando los enfoques tradicionales de toma de decisiones.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81344"/>
            <a:ext cx="107022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Datos, incertidumbre y gestión del riesgo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57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en tiempo real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38243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complejos generan enormes cantidades de datos en tiempo real, que deben procesarse y analizarse rápidamente.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457099"/>
            <a:ext cx="3978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Incertidumbre e impredecibilidad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92573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incertidumbre inherente a los sistemas complejos complica la evaluación de riesgos y el desarrollo de estrategias efectivas.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457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del riesgo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038243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lugar de intentar predecir el futuro, el enfoque debe ser adaptarse y gestionar el riesgo de manera proactiva.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3871" y="762000"/>
            <a:ext cx="7709059" cy="1281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Pensamiento sistémico y resolución de problemas</a:t>
            </a:r>
            <a:endParaRPr lang="en-US" sz="4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871" y="2350532"/>
            <a:ext cx="1024890" cy="163996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36180" y="2555438"/>
            <a:ext cx="2562463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Visión de conjunto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536180" y="2998708"/>
            <a:ext cx="6376749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pensamiento sistémico implica considerar las interrelaciones y patrones en todo el sistema, en lugar de enfocarse solo en sus partes.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871" y="3990499"/>
            <a:ext cx="1024890" cy="183713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36180" y="4195405"/>
            <a:ext cx="2735461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y simulación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7536180" y="4638675"/>
            <a:ext cx="6376749" cy="98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Utilizar modelos y simulaciones puede ayudar a predecir el comportamiento y explorar diferentes escenarios antes de tomar decisiones.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871" y="5827633"/>
            <a:ext cx="1024890" cy="163996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36180" y="6032540"/>
            <a:ext cx="3022640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Resolución de problemas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7536180" y="6475809"/>
            <a:ext cx="6376749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enfoque sistémico permite identificar soluciones más efectivas y duraderas para problemas complejos, en lugar de soluciones rápidas.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8633" y="674608"/>
            <a:ext cx="7580948" cy="64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Aplicaciones y estudios de caso</a:t>
            </a:r>
            <a:endParaRPr lang="en-US" sz="40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633" y="1628894"/>
            <a:ext cx="515898" cy="5158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08633" y="2351127"/>
            <a:ext cx="2579489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Industrias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6208633" y="2797254"/>
            <a:ext cx="3694986" cy="1320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de cadenas de suministro, planificación de la producción y toma de decisiones estratégicas en entornos industriales complejos.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062" y="1628894"/>
            <a:ext cx="515898" cy="51589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13062" y="2351127"/>
            <a:ext cx="2579489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Ciudades inteligentes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10213062" y="2797254"/>
            <a:ext cx="3695105" cy="1650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Optimización de sistemas de transporte, gestión de recursos y planificación urbanística en ciudades dinámicas y con múltiples interacciones.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633" y="5066467"/>
            <a:ext cx="515898" cy="51589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08633" y="5788700"/>
            <a:ext cx="2579489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Salud y medicina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6208633" y="6234827"/>
            <a:ext cx="3694986" cy="990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Toma de decisiones clínicas complejas, gestión de pandemias y optimización de sistemas de atención médica.</a:t>
            </a:r>
            <a:endParaRPr lang="en-US" sz="16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3062" y="5066467"/>
            <a:ext cx="515898" cy="51589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13062" y="5788700"/>
            <a:ext cx="2579489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Medio ambiente</a:t>
            </a:r>
            <a:endParaRPr lang="en-US" sz="2000" dirty="0"/>
          </a:p>
        </p:txBody>
      </p:sp>
      <p:sp>
        <p:nvSpPr>
          <p:cNvPr id="15" name="Text 8"/>
          <p:cNvSpPr/>
          <p:nvPr/>
        </p:nvSpPr>
        <p:spPr>
          <a:xfrm>
            <a:off x="10213062" y="6234827"/>
            <a:ext cx="3695105" cy="1320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de recursos naturales, respuesta a desastres ambientales y políticas de sostenibilidad en ecosistemas complejos.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2024-11-03T09:27:31Z</dcterms:created>
  <dcterms:modified xsi:type="dcterms:W3CDTF">2024-11-03T09:27:31Z</dcterms:modified>
</cp:coreProperties>
</file>