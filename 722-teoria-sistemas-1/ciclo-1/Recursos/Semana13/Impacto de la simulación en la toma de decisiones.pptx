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80968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Impacto de la simulación de sistemas en la toma de decisiones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5334000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simulación de sistemas es una herramienta poderosa que permite a las empresas comprender mejor sus procesos, identificar áreas de mejora y tomar decisiones fundamentadas. Al modelar y evaluar escenarios hipotéticos, los líderes pueden anticipar el impacto de sus acciones y adoptar estrategias más efectivas.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930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de simulación de sistemas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50808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88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375660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simulación de sistemas implica crear un modelo virtual de un sistema real, con sus componentes y sus interacciones.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650808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88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Experimentación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375660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través de este modelo, se pueden probar diferentes escenarios y variables para evaluar su impacto en el sistema.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651421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8858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376273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resultados de la simulación permiten tomar decisiones más informadas y minimizar los riesgos.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2795"/>
            <a:ext cx="103983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Beneficios de la simulación de sistemas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Reducción de Costos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9694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simulación permite evaluar y optimizar los procesos sin incurrir en los gastos de un despliegue real.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8550"/>
            <a:ext cx="30615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Mejora del Desempeño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9694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identificar y resolver problemas potenciales, la simulación ayuda a mejorar el rendimiento del sistema.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8550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Agilidad en la Toma de Decisiones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74024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líderes pueden probar rápidamente diferentes alternativas y tomar decisiones más ágiles y acertadas.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354" y="584478"/>
            <a:ext cx="6204109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casos de éxito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1041916" y="1558885"/>
            <a:ext cx="22860" cy="6086237"/>
          </a:xfrm>
          <a:prstGeom prst="roundRect">
            <a:avLst>
              <a:gd name="adj" fmla="val 387100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1267480" y="2021324"/>
            <a:ext cx="737354" cy="22860"/>
          </a:xfrm>
          <a:prstGeom prst="roundRect">
            <a:avLst>
              <a:gd name="adj" fmla="val 387100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816352" y="1795820"/>
            <a:ext cx="473988" cy="473988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5659" y="1874758"/>
            <a:ext cx="135255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212062" y="1769507"/>
            <a:ext cx="469773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Optimización de Líneas de Ensamblaje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212062" y="2225040"/>
            <a:ext cx="6194584" cy="1011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empresa de autopartes utilizó la simulación para mejorar la eficiencia de sus líneas de producción, lo que resultó en un aumento del 15% en la productividad.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267480" y="4120277"/>
            <a:ext cx="737354" cy="22860"/>
          </a:xfrm>
          <a:prstGeom prst="roundRect">
            <a:avLst>
              <a:gd name="adj" fmla="val 387100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816352" y="3894773"/>
            <a:ext cx="473988" cy="473988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1014" y="3973711"/>
            <a:ext cx="164663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2212062" y="3868460"/>
            <a:ext cx="4429244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Rediseño de Centros de Distribución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212062" y="4323993"/>
            <a:ext cx="6194584" cy="1011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compañía de logística usó la simulación para evaluar diferentes diseños de centros de distribución, logrando reducir los tiempos de entrega en un 20%.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267480" y="6219230"/>
            <a:ext cx="737354" cy="22860"/>
          </a:xfrm>
          <a:prstGeom prst="roundRect">
            <a:avLst>
              <a:gd name="adj" fmla="val 387100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6352" y="5993725"/>
            <a:ext cx="473988" cy="473988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8871" y="6072664"/>
            <a:ext cx="168831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2212062" y="5967413"/>
            <a:ext cx="357389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Planificación de Emergencias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212062" y="6422946"/>
            <a:ext cx="6194584" cy="1011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entidad gubernamental simuló escenarios de desastres naturales, lo que permitió mejorar sus protocolos de respuesta y reducir el impacto en la población.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9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3867" y="540187"/>
            <a:ext cx="7769066" cy="184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Consideraciones clave para implementar la simulación de sistemas</a:t>
            </a:r>
            <a:endParaRPr lang="en-US" sz="3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867" y="2676406"/>
            <a:ext cx="491014" cy="4910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73867" y="3363754"/>
            <a:ext cx="2455545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Precisos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6173867" y="3788331"/>
            <a:ext cx="3737253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calidad de los datos de entrada es crucial para obtener resultados confiables de la simulación.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5680" y="2676406"/>
            <a:ext cx="491014" cy="49101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05680" y="3363754"/>
            <a:ext cx="2455545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Colaboración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10205680" y="3788331"/>
            <a:ext cx="3737253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Involucrar a los expertos del negocio en el proceso de simulación mejora la precisión y la adopción.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867" y="5320546"/>
            <a:ext cx="491014" cy="4910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73867" y="6007894"/>
            <a:ext cx="2455545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Continuo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6173867" y="6432471"/>
            <a:ext cx="3737253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Mantener un proceso iterativo de simulación y mejora continua es fundamental para maximizar los beneficios.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5680" y="5320546"/>
            <a:ext cx="491014" cy="49101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05680" y="6007894"/>
            <a:ext cx="2457331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Tecnología Adecuada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10205680" y="6432471"/>
            <a:ext cx="3737253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Contar con las herramientas y el soporte tecnológico adecuados facilita la implementación de la simulación.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2024-11-03T09:28:32Z</dcterms:created>
  <dcterms:modified xsi:type="dcterms:W3CDTF">2024-11-03T09:28:32Z</dcterms:modified>
</cp:coreProperties>
</file>