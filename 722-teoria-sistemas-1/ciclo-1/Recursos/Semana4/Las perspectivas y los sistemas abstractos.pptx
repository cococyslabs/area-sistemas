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aleway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51528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Las perspectivas y los sistemas abstractos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5026343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abstractos son estructuras conceptuales que trascienden lo físico y se enfocan en principios fundamentales. Desde la arquitectura hasta la filosofía, estos sistemas nos permiten ver el mundo de una manera más profunda y conectada.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1109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Definiendo los sistemas abstractos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12396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6074" y="3208973"/>
            <a:ext cx="14561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3123962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Principios Fundamentales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968710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abstractos se basan en principios universales que van más allá de lo tangible.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312396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51916" y="3208973"/>
            <a:ext cx="17728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31239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Interconexión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614380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Estos sistemas reconocen la interrelación de los diferentes elementos que los componen.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90228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8096" y="5987296"/>
            <a:ext cx="18168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9022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Flexibilidad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392704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Permiten adaptarse a diversas situaciones y aplicaciones sin perder su esencia.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92021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Diferentes perspectivas y enfoques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Perspectiva Científica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ciencia busca patrones y principios universales que expliquen los fenómenos.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815715"/>
            <a:ext cx="28461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Perspectiva Filosófica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filosofía indaga en las preguntas fundamentales sobre la realidad y el conocimiento.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Perspectiva Artística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arte expresa conceptos abstractos a través de formas, colores y composición.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644" y="606266"/>
            <a:ext cx="7600712" cy="137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Ejemplos de sistemas abstractos en la vida real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1087041" y="2314932"/>
            <a:ext cx="30480" cy="5309949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1319808" y="2795707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854273" y="2562939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1438" y="2645569"/>
            <a:ext cx="141565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314932" y="2535317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Arquitectura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2314932" y="301204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principios de simetría, proporción y geometría definen la estructura de los edificios.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319808" y="4639151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854273" y="4406384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16079" y="4489013"/>
            <a:ext cx="172283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314932" y="4378762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Matemáticas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2314932" y="4855488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ecuaciones y teoremas matemáticos son modelos abstractos que describen patrones numéricos.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1319808" y="6482596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854273" y="6249829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13936" y="6332458"/>
            <a:ext cx="17657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2314932" y="6222206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Filosofía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2314932" y="669893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teorías filosóficas sobre la existencia, el conocimiento y la ética son sistemas conceptuales.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1163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Aplicaciones y beneficios de los sistemas abstractos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469356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27037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Innovación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194209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abstractos fomentan el pensamiento creativo y la generación de nuevas ideas.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469356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901" y="2703790"/>
            <a:ext cx="30244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Comprensión Profunda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3194209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Permiten entender conceptos complejos al simplificarlos y encontrar conexiones subyacentes.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107067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3415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Adaptabilidad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5831919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 flexibilidad permite aplicarlos en diversos contextos y resolver problemas de manera efectiva.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4685467" y="5107067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19901" y="53415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Visión Integral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919901" y="5831919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Adoptar una perspectiva abstracta ayuda a ver el panorama general y las interrelaciones.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2024-11-03T08:36:38Z</dcterms:created>
  <dcterms:modified xsi:type="dcterms:W3CDTF">2024-11-03T08:36:38Z</dcterms:modified>
</cp:coreProperties>
</file>