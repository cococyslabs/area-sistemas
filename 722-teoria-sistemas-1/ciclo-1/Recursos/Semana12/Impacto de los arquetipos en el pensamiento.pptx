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aleway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  <p:embeddedFont>
      <p:font typeface="Roboto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6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570077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Impacto de los arquetipos en el pensamiento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844891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arquetipos, conceptos simbólicos profundos arraigados en el inconsciente colectivo, tienen un impacto significativo en la forma en que pensamos, percibimos y procesamos información. Comprender estos patrones universales es clave para navegar el mundo y tomar decisiones con mayor claridad.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0569" y="766167"/>
            <a:ext cx="6106478" cy="661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¿Qué son los arquetipos?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740569" y="1744623"/>
            <a:ext cx="3725704" cy="2918817"/>
          </a:xfrm>
          <a:prstGeom prst="roundRect">
            <a:avLst>
              <a:gd name="adj" fmla="val 30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59763" y="1963817"/>
            <a:ext cx="2656880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Modelos Primordiales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59763" y="2421255"/>
            <a:ext cx="3287316" cy="169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arquetipos son patrones universales y repetitivos que se manifiestan en mitos, sueños y el comportamiento humano a lo largo de la historia y las culturas.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77847" y="1744623"/>
            <a:ext cx="3725704" cy="2918817"/>
          </a:xfrm>
          <a:prstGeom prst="roundRect">
            <a:avLst>
              <a:gd name="adj" fmla="val 304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7041" y="1963817"/>
            <a:ext cx="3287316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Construcciones Simbólicas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4897041" y="2751773"/>
            <a:ext cx="3287316" cy="169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Representan ideas, personajes o imágenes arquetípicas que conforman la estructura básica del inconsciente y condicionan la percepción y el pensamiento.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0569" y="4875014"/>
            <a:ext cx="3725704" cy="2588300"/>
          </a:xfrm>
          <a:prstGeom prst="roundRect">
            <a:avLst>
              <a:gd name="adj" fmla="val 343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9763" y="5094208"/>
            <a:ext cx="324659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Herramientas de Conexión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959763" y="5551646"/>
            <a:ext cx="3287316" cy="1692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Permiten establecer vínculos profundos entre el mundo interno y externo, facilitando la comprensión de nosotros mismos y de la naturaleza humana.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4677847" y="4875014"/>
            <a:ext cx="3725704" cy="2588300"/>
          </a:xfrm>
          <a:prstGeom prst="roundRect">
            <a:avLst>
              <a:gd name="adj" fmla="val 343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7041" y="5094208"/>
            <a:ext cx="2644854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Patrones Universales</a:t>
            </a:r>
            <a:endParaRPr lang="en-US" sz="2050" dirty="0"/>
          </a:p>
        </p:txBody>
      </p:sp>
      <p:sp>
        <p:nvSpPr>
          <p:cNvPr id="15" name="Text 12"/>
          <p:cNvSpPr/>
          <p:nvPr/>
        </p:nvSpPr>
        <p:spPr>
          <a:xfrm>
            <a:off x="4897041" y="5551646"/>
            <a:ext cx="3287316" cy="1353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Trascienden las diferencias culturales y se manifiestan de forma recurrente en el arte, la literatura, los mitos y los sueños.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47911" y="659844"/>
            <a:ext cx="7820978" cy="1772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5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Cómo influyen los arquetipos en la percepción y el procesamiento de información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419969" y="2715339"/>
            <a:ext cx="22860" cy="4854416"/>
          </a:xfrm>
          <a:prstGeom prst="roundRect">
            <a:avLst>
              <a:gd name="adj" fmla="val 347287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621185" y="3129201"/>
            <a:ext cx="661511" cy="22860"/>
          </a:xfrm>
          <a:prstGeom prst="roundRect">
            <a:avLst>
              <a:gd name="adj" fmla="val 347287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218753" y="2927985"/>
            <a:ext cx="425291" cy="425291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370677" y="2998827"/>
            <a:ext cx="121325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470934" y="2904292"/>
            <a:ext cx="2362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Filtrado Perceptual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470934" y="3312914"/>
            <a:ext cx="649795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arquetipos actúan como lentes a través de los cuales interpretamos y damos significado a la información que recibimos del mundo.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621185" y="4709517"/>
            <a:ext cx="661511" cy="22860"/>
          </a:xfrm>
          <a:prstGeom prst="roundRect">
            <a:avLst>
              <a:gd name="adj" fmla="val 347287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218753" y="4508302"/>
            <a:ext cx="425291" cy="425291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57580" y="4579144"/>
            <a:ext cx="14763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470934" y="4484608"/>
            <a:ext cx="2362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Asociación Simbólica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7470934" y="4893231"/>
            <a:ext cx="649795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Conectamos inconscientemente la información nueva con patrones arquetípicos familiares, facilitando el procesamiento y la comprensión.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621185" y="6289834"/>
            <a:ext cx="661511" cy="22860"/>
          </a:xfrm>
          <a:prstGeom prst="roundRect">
            <a:avLst>
              <a:gd name="adj" fmla="val 347287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218753" y="6088618"/>
            <a:ext cx="425291" cy="425291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55675" y="6159460"/>
            <a:ext cx="1513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7470934" y="6064925"/>
            <a:ext cx="236267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7470934" y="6473547"/>
            <a:ext cx="649795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arquetipos influyen en cómo evaluamos las opciones y tomamos decisiones, guiándonos hacia soluciones que encajan con nuestras creencias y experiencias previas.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1158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de los arquetipos en la toma de decisiones y resolución de problemas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625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Autoconocimiento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206835"/>
            <a:ext cx="3978116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Identificar los arquetipos que nos definen nos ayuda a comprender nuestras fortalezas, debilidades y motivaciones, mejorando nuestra capacidad de tomar decisiones acertadas.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625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Empatía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206835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Reconocer los arquetipos en los demás nos permite entender mejor sus perspectivas y necesidades, facilitando la comunicación y la resolución de conflictos.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62569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Creatividad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206835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Inspirarse en los arquetipos abre nuevas posibilidades de pensamiento y acción, estimulando la innovación y la solución creativa de problemas.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7348" y="540306"/>
            <a:ext cx="7769304" cy="18413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800"/>
              </a:lnSpc>
              <a:buNone/>
            </a:pPr>
            <a:r>
              <a:rPr lang="en-US" sz="3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Beneficios de entender el impacto de los arquetipos en el pensamiento</a:t>
            </a:r>
            <a:endParaRPr lang="en-US" sz="3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48" y="2676168"/>
            <a:ext cx="490895" cy="4908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7348" y="3363397"/>
            <a:ext cx="24549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Autoconocimiento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687348" y="3787973"/>
            <a:ext cx="3737372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Comprender cómo los arquetipos influyen en nuestra forma de pensar y actuar nos ayuda a desarrollar una mayor conciencia de nosotros mismos.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9280" y="2676168"/>
            <a:ext cx="490895" cy="49089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19280" y="3363397"/>
            <a:ext cx="24549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Empatía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4719280" y="3787973"/>
            <a:ext cx="3737372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Reconocer los arquetipos en los demás nos permite entenderlos mejor y mejorar nuestras relaciones y habilidades de comunicación.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348" y="5634395"/>
            <a:ext cx="490895" cy="49089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7348" y="6321623"/>
            <a:ext cx="24549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Creatividad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687348" y="6746200"/>
            <a:ext cx="3737372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Inspirarnos en los arquetipos nos abre a nuevas perspectivas y soluciones, potenciando nuestra capacidad creativa.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9280" y="5634395"/>
            <a:ext cx="490895" cy="49089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719280" y="6321623"/>
            <a:ext cx="2454950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4719280" y="6746200"/>
            <a:ext cx="3737372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Entender cómo los arquetipos influyen en nuestras decisiones nos ayuda a tomarlas de manera más consciente y acertada.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2024-11-03T09:22:26Z</dcterms:created>
  <dcterms:modified xsi:type="dcterms:W3CDTF">2024-11-03T09:22:26Z</dcterms:modified>
</cp:coreProperties>
</file>