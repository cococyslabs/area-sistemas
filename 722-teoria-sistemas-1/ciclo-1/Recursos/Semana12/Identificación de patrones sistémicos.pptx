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 sistémicos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los patrones sistémicos es clave para analizar y mejorar organizaciones complejas. Esto implica identificar las relaciones, interacciones y retroalimentaciones que subyacen en un sistema, para así entender mejor su comportamiento y dinámicas subyacentes.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68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del enfoque sistémico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967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204686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Global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009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sistémico permite analizar una organización en su conjunto, en lugar de enfoques fragmentados.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1967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204686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Influencias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009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cómo los elementos de un sistema se influyen mutuamente es clave para comprender su dinámica.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657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991582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6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Cambio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69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enfoque ayuda a anticipar y gestionar de forma efectiva los cambios que se producen en un sistema complejo.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2673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de análisis y visualización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Mapas de Procesos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Representan gráficamente las actividades, flujos de información y relaciones clave dentro del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Diagramas Causales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Ilustran las relaciones de causa-efecto entre los elementos del sistema y cómo se influyen mutuamente.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probar y anticipar el impacto de posibles cambios en el sistema de manera virtual.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Estudio de caso: análisis de una organización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78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Mapeo de Procesos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Identificamos los principales procesos, flujos de trabajo e interacciones clave en la organización.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24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Datos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Recopilamos y analizamos información relevante sobre el desempeño y la dinámica del sistema.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03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3295650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Utilizamos herramientas de visualización para detectar patrones y relaciones sistémicas subyacentes.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próximos pasos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Insights Clave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Identificamos oportunidades de mejora y palancas de cambio sistémico a partir del análisis realizado.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Acción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Definimos un plan de implementación con acciones concretas para abordar los desafíos sistémicos.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4403"/>
            <a:ext cx="33593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y Evaluación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Establecimos indicadores y procesos de monitoreo para asegurar la efectividad de las intervenciones.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2024-11-03T09:15:02Z</dcterms:created>
  <dcterms:modified xsi:type="dcterms:W3CDTF">2024-11-03T09:15:02Z</dcterms:modified>
</cp:coreProperties>
</file>