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242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Compartir modelos mentales: Comparación con otros paradigmas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5154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los modelos mentales de los demás y cómo se comparan con los propios es clave para la colaboración efectiva y la toma de decisiones informadas. Explorar estas diferencias abre nuevas perspectivas y permite aprovechar los distintos enfoques.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modelos mentales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208973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Representaciones Internas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estructuras cognitivas que representan nuestra comprensión del mundo.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208973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Guía para la Acción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Influyen en cómo percibimos, interpretamos y respondemos a situaciones y problemas.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987296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Individualidad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persona desarrolla modelos mentales únicos basados en su experiencia y conocimiento.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741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Diferencias con otros paradigmas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influyen en cómo analizamos información y tomamos decisiones, a diferencia de enfoques puramente racionales.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3345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Resolución de Problemas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generar soluciones creativas al aprovechar diferentes perspectivas, en contraste con métodos estrictamente lógicos.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la adquisición de nuevos conocimientos al integrarlos con estructuras cognitivas existentes.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de compartir modelos mentales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Alineación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Compartir modelos mentales crea una comprensión compartida y alinea a los equipos.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Exponer diferentes perspectivas estimula la creatividad y genera soluciones innovadoras.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Evita malos entendidos y acelera la toma de decisiones cuando los modelos mentales son claros.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8319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 la adaptación a cambios al actualizar modelos mentales compartidos.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637" y="561023"/>
            <a:ext cx="7720727" cy="190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fomentar el intercambio de modelos mentales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05126" y="2772251"/>
            <a:ext cx="22860" cy="4896326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22415" y="3218259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87837" y="3000970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1190" y="3077170"/>
            <a:ext cx="130612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34910" y="2975491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Diálogo Abierto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34910" y="341507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Promover la comunicación franca y transparente para exponer supuestos y diferencias.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22415" y="4918115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87837" y="4700826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7022" y="4777026"/>
            <a:ext cx="15894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134910" y="4675346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Escucha Activa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134910" y="5114925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Escuchar con atención para comprender los modelos mentales de los demás.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22415" y="6617970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87837" y="6400681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5117" y="6476881"/>
            <a:ext cx="16287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134910" y="6375202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Experimentación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34910" y="681478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Poner a prueba diferentes enfoques y estar abierto a actualizar los modelos mentales.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2024-11-03T08:15:25Z</dcterms:created>
  <dcterms:modified xsi:type="dcterms:W3CDTF">2024-11-03T08:15:25Z</dcterms:modified>
</cp:coreProperties>
</file>