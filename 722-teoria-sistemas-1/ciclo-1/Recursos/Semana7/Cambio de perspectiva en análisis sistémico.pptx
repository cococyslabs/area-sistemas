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4630400" cy="8229600"/>
  <p:notesSz cx="8229600" cy="14630400"/>
  <p:embeddedFontLst>
    <p:embeddedFont>
      <p:font typeface="Raleway"/>
      <p:regular r:id="rId11"/>
    </p:embeddedFont>
    <p:embeddedFont>
      <p:font typeface="Raleway"/>
      <p:regular r:id="rId12"/>
    </p:embeddedFont>
    <p:embeddedFont>
      <p:font typeface="Raleway"/>
      <p:regular r:id="rId13"/>
    </p:embeddedFont>
    <p:embeddedFont>
      <p:font typeface="Raleway"/>
      <p:regular r:id="rId14"/>
    </p:embeddedFont>
    <p:embeddedFont>
      <p:font typeface="Roboto"/>
      <p:regular r:id="rId15"/>
    </p:embeddedFont>
    <p:embeddedFont>
      <p:font typeface="Roboto"/>
      <p:regular r:id="rId16"/>
    </p:embeddedFont>
    <p:embeddedFont>
      <p:font typeface="Roboto"/>
      <p:regular r:id="rId17"/>
    </p:embeddedFont>
    <p:embeddedFont>
      <p:font typeface="Roboto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Relationship Id="rId15" Type="http://schemas.openxmlformats.org/officeDocument/2006/relationships/font" Target="fonts/font5.fntdata"/><Relationship Id="rId16" Type="http://schemas.openxmlformats.org/officeDocument/2006/relationships/font" Target="fonts/font6.fntdata"/><Relationship Id="rId17" Type="http://schemas.openxmlformats.org/officeDocument/2006/relationships/font" Target="fonts/font7.fntdata"/><Relationship Id="rId18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570077"/>
            <a:ext cx="7556421" cy="293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Cambio de perspectiva en análisis sistémico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6280190" y="4844891"/>
            <a:ext cx="75564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análisis sistémico implica adoptar una perspectiva holística que observe las relaciones e interacciones entre los elementos de un sistema, en lugar de enfocarse únicamente en los componentes individuales. Este cambio de enfoque permite comprender mejor la dinámica y complejidad de los problemas.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58509"/>
            <a:ext cx="1084064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Enfoque tradicional vs. enfoque sistémico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Enfoque Tradicional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215408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centra en el estudio de los componentes individuales de un sistema de manera aislada.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Enfoque Sistémico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21540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Considera las interacciones y relaciones entre los elementos, entendiendo cómo se influyen mutuamente.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Visión Holística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215408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enfoque sistémico adopta una perspectiva general, analizando el sistema en su conjunto.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2241" y="614720"/>
            <a:ext cx="7579519" cy="1396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50"/>
              </a:lnSpc>
              <a:buNone/>
            </a:pPr>
            <a:r>
              <a:rPr lang="en-US" sz="4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Principios clave del análisis sistémico</a:t>
            </a:r>
            <a:endParaRPr lang="en-US" sz="4350" dirty="0"/>
          </a:p>
        </p:txBody>
      </p:sp>
      <p:sp>
        <p:nvSpPr>
          <p:cNvPr id="4" name="Shape 1"/>
          <p:cNvSpPr/>
          <p:nvPr/>
        </p:nvSpPr>
        <p:spPr>
          <a:xfrm>
            <a:off x="782241" y="2598063"/>
            <a:ext cx="502801" cy="502801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61906" y="2681764"/>
            <a:ext cx="14347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508522" y="2598063"/>
            <a:ext cx="2793921" cy="34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Interconexión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1508522" y="3081338"/>
            <a:ext cx="2951798" cy="1072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elementos de un sistema están interconectados y se influyen mutuamente.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3800" y="2598063"/>
            <a:ext cx="502801" cy="502801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47868" y="2681764"/>
            <a:ext cx="174665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5410081" y="2598063"/>
            <a:ext cx="2793921" cy="34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Emergencia</a:t>
            </a:r>
            <a:endParaRPr lang="en-US" sz="2150" dirty="0"/>
          </a:p>
        </p:txBody>
      </p:sp>
      <p:sp>
        <p:nvSpPr>
          <p:cNvPr id="11" name="Text 8"/>
          <p:cNvSpPr/>
          <p:nvPr/>
        </p:nvSpPr>
        <p:spPr>
          <a:xfrm>
            <a:off x="5410081" y="3081338"/>
            <a:ext cx="2951798" cy="1787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Surgen propiedades y comportamientos a nivel del sistema que no pueden explicarse por sus partes individuales.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82241" y="5343882"/>
            <a:ext cx="502801" cy="502801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44047" y="5427583"/>
            <a:ext cx="17907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1508522" y="5343882"/>
            <a:ext cx="2793921" cy="34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Retroalimentación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1508522" y="5827157"/>
            <a:ext cx="2951798" cy="1787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sistemas contienen ciclos de retroalimentación que pueden reforzar o equilibrar el comportamiento del sistema.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4683800" y="5343882"/>
            <a:ext cx="502801" cy="502801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43701" y="5427583"/>
            <a:ext cx="182999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5410081" y="5343882"/>
            <a:ext cx="2793921" cy="34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Adaptabilidad</a:t>
            </a:r>
            <a:endParaRPr lang="en-US" sz="2150" dirty="0"/>
          </a:p>
        </p:txBody>
      </p:sp>
      <p:sp>
        <p:nvSpPr>
          <p:cNvPr id="19" name="Text 16"/>
          <p:cNvSpPr/>
          <p:nvPr/>
        </p:nvSpPr>
        <p:spPr>
          <a:xfrm>
            <a:off x="5410081" y="5827157"/>
            <a:ext cx="2951798" cy="1072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sistemas se adaptan y evolucionan en respuesta a los cambios en su entorno.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8037" y="878681"/>
            <a:ext cx="7720727" cy="1270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Aplicación del análisis sistémico en la resolución de problemas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6491526" y="2454473"/>
            <a:ext cx="22860" cy="4896326"/>
          </a:xfrm>
          <a:prstGeom prst="roundRect">
            <a:avLst>
              <a:gd name="adj" fmla="val 373602"/>
            </a:avLst>
          </a:prstGeom>
          <a:solidFill>
            <a:srgbClr val="C7C7D0"/>
          </a:solidFill>
          <a:ln/>
        </p:spPr>
      </p:sp>
      <p:sp>
        <p:nvSpPr>
          <p:cNvPr id="5" name="Shape 2"/>
          <p:cNvSpPr/>
          <p:nvPr/>
        </p:nvSpPr>
        <p:spPr>
          <a:xfrm>
            <a:off x="6708815" y="2900482"/>
            <a:ext cx="711637" cy="22860"/>
          </a:xfrm>
          <a:prstGeom prst="roundRect">
            <a:avLst>
              <a:gd name="adj" fmla="val 373602"/>
            </a:avLst>
          </a:prstGeom>
          <a:solidFill>
            <a:srgbClr val="C7C7D0"/>
          </a:solidFill>
          <a:ln/>
        </p:spPr>
      </p:sp>
      <p:sp>
        <p:nvSpPr>
          <p:cNvPr id="6" name="Shape 3"/>
          <p:cNvSpPr/>
          <p:nvPr/>
        </p:nvSpPr>
        <p:spPr>
          <a:xfrm>
            <a:off x="6274237" y="2683192"/>
            <a:ext cx="457438" cy="457438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37590" y="2759393"/>
            <a:ext cx="130612" cy="305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621310" y="2657713"/>
            <a:ext cx="2541746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Identificación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621310" y="3097292"/>
            <a:ext cx="6297454" cy="650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Reconocer el problema como un sistema complejo con múltiples componentes interrelacionados.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708815" y="4600337"/>
            <a:ext cx="711637" cy="22860"/>
          </a:xfrm>
          <a:prstGeom prst="roundRect">
            <a:avLst>
              <a:gd name="adj" fmla="val 373602"/>
            </a:avLst>
          </a:prstGeom>
          <a:solidFill>
            <a:srgbClr val="C7C7D0"/>
          </a:solidFill>
          <a:ln/>
        </p:spPr>
      </p:sp>
      <p:sp>
        <p:nvSpPr>
          <p:cNvPr id="11" name="Shape 8"/>
          <p:cNvSpPr/>
          <p:nvPr/>
        </p:nvSpPr>
        <p:spPr>
          <a:xfrm>
            <a:off x="6274237" y="4383048"/>
            <a:ext cx="457438" cy="457438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23422" y="4459248"/>
            <a:ext cx="158948" cy="305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7621310" y="4357568"/>
            <a:ext cx="2541746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Mapeo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621310" y="4797147"/>
            <a:ext cx="6297454" cy="650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Analizar los elementos clave del sistema, sus interacciones y patrones de comportamiento.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708815" y="6300192"/>
            <a:ext cx="711637" cy="22860"/>
          </a:xfrm>
          <a:prstGeom prst="roundRect">
            <a:avLst>
              <a:gd name="adj" fmla="val 373602"/>
            </a:avLst>
          </a:prstGeom>
          <a:solidFill>
            <a:srgbClr val="C7C7D0"/>
          </a:solidFill>
          <a:ln/>
        </p:spPr>
      </p:sp>
      <p:sp>
        <p:nvSpPr>
          <p:cNvPr id="16" name="Shape 13"/>
          <p:cNvSpPr/>
          <p:nvPr/>
        </p:nvSpPr>
        <p:spPr>
          <a:xfrm>
            <a:off x="6274237" y="6082903"/>
            <a:ext cx="457438" cy="457438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21517" y="6159103"/>
            <a:ext cx="162878" cy="305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7621310" y="6057424"/>
            <a:ext cx="2541746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Intervención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7621310" y="6497002"/>
            <a:ext cx="6297454" cy="650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Diseñar soluciones que consideren el sistema en su conjunto y eviten efectos no deseados.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2024-11-03T08:55:51Z</dcterms:created>
  <dcterms:modified xsi:type="dcterms:W3CDTF">2024-11-03T08:55:51Z</dcterms:modified>
</cp:coreProperties>
</file>