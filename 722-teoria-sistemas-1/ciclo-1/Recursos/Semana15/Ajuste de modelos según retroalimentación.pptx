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Ajuste de modelos sistémicos según retroalimentación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ajuste de modelos sistémicos es un proceso iterativo crucial para mejorar la precisión y efectividad de los sistemas complejos. Mediante la recopilación y análisis de datos de retroalimentación, los modelos pueden refinarse continuamente y adaptarse a los cambios en el entorno.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544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modelos sistémicos y su importancia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29978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son los modelos sistémicos?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5452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sistémicos son representaciones simplificadas de sistemas complejos que capturan las principales variables, relaciones y comportamientos.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29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1122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modelos permiten comprender, predecir y optimizar el desempeño de sistemas en diversos campos como la ingeniería, la gestión y la política.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29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1122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ajuste de modelos sistémicos mejora la toma de decisiones, reduce riesgos y ayuda a anticipar eventos futuros.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778" y="752475"/>
            <a:ext cx="7665244" cy="1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Metodología para la evaluación y ajuste de modelos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531173" y="2389703"/>
            <a:ext cx="22860" cy="5087303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57392" y="2853571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04955" y="2627352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74738" y="2706529"/>
            <a:ext cx="135612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704415" y="2600920"/>
            <a:ext cx="2704624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Recopilación de datos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704415" y="3057644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Reunir información relevante sobre el sistema, incluidos datos históricos y de tiempo real.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57392" y="4619744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04955" y="4393525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9974" y="4472702"/>
            <a:ext cx="16514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704415" y="4367093"/>
            <a:ext cx="278772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 del modelo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704415" y="4823817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el desempeño del modelo actual, identificando fortalezas, debilidades y áreas de mejora.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757392" y="6385917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4955" y="6159698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7950" y="6238875"/>
            <a:ext cx="16918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704415" y="6133267"/>
            <a:ext cx="264056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Ajuste del modelo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704415" y="6589990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Realizar los cambios necesarios en los parámetros, estructuras y supuestos del modelo.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900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5210" y="3286720"/>
            <a:ext cx="9723001" cy="647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Casos de estudio y lecciones aprendidas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5210" y="42449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9998" y="4459724"/>
            <a:ext cx="4698444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cadenas de suministro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39998" y="49076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modelo sistémico ajustado permitió a una empresa reducir costos y mejorar la eficiencia logística.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18784" y="42449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3573" y="4459724"/>
            <a:ext cx="4543782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Predicción de tendencias de mercado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3573" y="49076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ajuste continuo de un modelo predictivo ayudó a una firma financiera a anticipar mejor los movimientos del mercado.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5210" y="59925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9998" y="6207323"/>
            <a:ext cx="3336012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Diseño de políticas públicas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9998" y="66552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modelo sistémico ajustado a través de la retroalimentación mejoró la efectividad de una nueva política gubernamental.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18784" y="5992535"/>
            <a:ext cx="6486406" cy="1540431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3573" y="6207323"/>
            <a:ext cx="3799999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Mejora de procesos industriales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33573" y="6655237"/>
            <a:ext cx="605682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ajuste de un modelo de simulación permitió optimizar los tiempos de producción en una planta de fabricación.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2024-11-03T09:37:00Z</dcterms:created>
  <dcterms:modified xsi:type="dcterms:W3CDTF">2024-11-03T09:37:00Z</dcterms:modified>
</cp:coreProperties>
</file>