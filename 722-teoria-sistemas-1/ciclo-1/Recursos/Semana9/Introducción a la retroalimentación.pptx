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6242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Modelación de sistemas: Introducción a la retroalimentación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5154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modelación de sistemas es una disciplina clave para comprender y diseñar sistemas complejos. En esta introducción, exploraremos el concepto fundamental de retroalimentación, que desempeña un papel crucial en la dinámica y el comportamiento de los sistemas.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1255" y="920829"/>
            <a:ext cx="7654290" cy="1330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Conceptos básicos de sistemas y retroalimentación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31255" y="2570202"/>
            <a:ext cx="3720822" cy="2943939"/>
          </a:xfrm>
          <a:prstGeom prst="roundRect">
            <a:avLst>
              <a:gd name="adj" fmla="val 30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1640" y="2790587"/>
            <a:ext cx="3103602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 de un sistema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51640" y="3250644"/>
            <a:ext cx="3280053" cy="2043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sistema consta de entradas, procesos y salidas. La retroalimentación permite que el sistema ajuste su comportamiento en función de las salidas.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4842" y="2570202"/>
            <a:ext cx="3720822" cy="2943939"/>
          </a:xfrm>
          <a:prstGeom prst="roundRect">
            <a:avLst>
              <a:gd name="adj" fmla="val 30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85227" y="2790587"/>
            <a:ext cx="3280053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Ciclos de retroalimentación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385227" y="3583067"/>
            <a:ext cx="3280053" cy="1362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retroalimentación positiva y negativa son fundamentales para mantener el equilibrio y la estabilidad del sistema.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1255" y="5726906"/>
            <a:ext cx="7654290" cy="1581864"/>
          </a:xfrm>
          <a:prstGeom prst="roundRect">
            <a:avLst>
              <a:gd name="adj" fmla="val 56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51640" y="5947291"/>
            <a:ext cx="279046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 sistémica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51640" y="6407348"/>
            <a:ext cx="7213521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complejos presentan múltiples bucles de retroalimentación que interactúan de formas no lineales y a menudo impredecibles.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12069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Tipos de retroalimentación: positiva y negativa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34611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 positiva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Amplifica los cambios en el sistema, llevándolo a un estado de desequilibrio y posible inestabilidad.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35790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 negativa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Contrarresta los cambios, manteniendo el sistema en un estado de equilibrio y estabilidad.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31621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 del balance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combinación adecuada de retroalimentación positiva y negativa es crucial para el funcionamiento óptimo de los sistemas.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29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143" y="3504962"/>
            <a:ext cx="11149251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sistemas con retroalimentación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43" y="4514731"/>
            <a:ext cx="4367332" cy="8733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2385" y="5715476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Termostato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982385" y="6187559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termostato utiliza retroalimentación negativa para mantener la temperatura dentro de un rango deseado.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475" y="4514731"/>
            <a:ext cx="4367332" cy="8733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9716" y="5715476"/>
            <a:ext cx="3071693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poblacional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349716" y="6187559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poblaciones pueden experimentar ciclos de retroalimentación positiva y negativa que afectan su tamaño.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806" y="4514731"/>
            <a:ext cx="4367332" cy="8733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048" y="5715476"/>
            <a:ext cx="3519964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Amplificadores electrónicos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17048" y="6187559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circuitos de realimentación en los amplificadores permiten controlar y mejorar su desempeño.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6868" y="780336"/>
            <a:ext cx="7830264" cy="1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consideraciones de la modelación de sistemas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68" y="2234803"/>
            <a:ext cx="469225" cy="4692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868" y="2891671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Planificación urbana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56868" y="3297436"/>
            <a:ext cx="7830264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de sistemas ayudan a diseñar ciudades más eficientes y sostenibles.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68" y="4160639"/>
            <a:ext cx="469225" cy="4692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6868" y="4817507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ecológica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56868" y="5223272"/>
            <a:ext cx="7830264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modelación de sistemas es clave para comprender y conservar ecosistemas complejos.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68" y="6086475"/>
            <a:ext cx="469225" cy="4692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6868" y="6743343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de productos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56868" y="7149108"/>
            <a:ext cx="7830264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permiten optimizar el diseño y el rendimiento de los productos.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2024-11-03T09:07:04Z</dcterms:created>
  <dcterms:modified xsi:type="dcterms:W3CDTF">2024-11-03T09:07:04Z</dcterms:modified>
</cp:coreProperties>
</file>