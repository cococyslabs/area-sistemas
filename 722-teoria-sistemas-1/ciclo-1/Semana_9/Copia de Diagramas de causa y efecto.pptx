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63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Diagramas de causa y efecto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diagramas de causa y efecto, también conocidos como diagramas de Ishikawa o diagramas de espina de pescado, son herramientas visuales utilizadas para identificar y analizar las posibles causas de un problema o un efecto específico.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473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propósito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514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336488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251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41896"/>
            <a:ext cx="292774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diagrama de causa y efecto es una representación gráfica que muestra la relación entre una característica (o efecto) y sus factores (o causas) influyentes.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2514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336488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2514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41896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 objetivo es identificar las posibles causas raíz de un problema o una situación específica para poder abordarlas de manera efectiva.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60531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 y estructura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Estructura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diagramas se componen de una "espina central" que representa el efecto o problema, y "espinas" secundarias que representan las principales categorías de causas.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categorías más comunes son: Mano de obra, Maquinaria, Materiales, Métodos, Medio ambiente y Medición.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estructura puede adaptarse según la complejidad del problema y los factores involucrados.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21919"/>
            <a:ext cx="66058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beneficios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70860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795713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diagramas de causa y efecto se utilizan en diversas áreas, como la gestión de la calidad, la resolución de problemas y el análisis de procesos.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70860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795713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identificar las causas raíz de un problema, priorizar las acciones correctivas y fomentar el trabajo en equipo y el pensamiento crítico.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508" y="500420"/>
            <a:ext cx="7870984" cy="113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Pasos para crear un diagrama de causa y efecto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08" y="1909763"/>
            <a:ext cx="909280" cy="14548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8561" y="2091571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Definir el problema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18561" y="2484715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el efecto o problema central que se desea analizar.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08" y="3364587"/>
            <a:ext cx="909280" cy="14548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8561" y="3546396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categorías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818561" y="3939540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Determinar las principales categorías de causas potenciales.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08" y="4819412"/>
            <a:ext cx="909280" cy="14548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18561" y="5001220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Generar causas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18561" y="5394365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Listar las causas específicas dentro de cada categoría.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08" y="6274237"/>
            <a:ext cx="909280" cy="14548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18561" y="645604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y priorizar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818561" y="6849189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Examinar las causas y determinar las más importantes para su abordaje.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2024-11-03T09:03:20Z</dcterms:created>
  <dcterms:modified xsi:type="dcterms:W3CDTF">2024-11-03T09:03:20Z</dcterms:modified>
</cp:coreProperties>
</file>