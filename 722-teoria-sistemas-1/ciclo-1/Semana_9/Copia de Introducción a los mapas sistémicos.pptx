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aleway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40637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Introducción a los mapas sistémicos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53723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mapas sistémicos son herramientas visuales que representan las relaciones e interacciones entre los diferentes elementos de un sistema. Estos mapas ayudan a comprender la dinámica y la complejidad de sistemas complejos, facilitando la toma de decisiones informadas.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253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¿Qué son los mapas sistémicos?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93822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3023235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938224"/>
            <a:ext cx="29040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Representación Visual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428643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mapas sistémicos utilizan nodos, flechas y bucles para mostrar cómo los elementos de un sistema se relacionan e influyen entre sí.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93822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3023235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938224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Comprensión Holística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782973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Permiten ver el sistema en su conjunto, en lugar de enfocarse en partes aisladas, lo que facilita una visión integral.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0880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8096" y="6173033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088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Patrones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57844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Identifican patrones, tendencias y relaciones causales que pueden ayudar a predecir el comportamiento del sistema.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102441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Elementos clave de un mapa sistémico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Representan los diferentes elementos o componentes del sistema, como variables, factores o actores.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Conexiones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Muestran las relaciones y flujos entre los nodos, indicando cómo un elemento afecta a otro.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37683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Bucles de Retroalimentación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Identifican patrones de refuerzo o equilibrio que generan la dinámica del sistema.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2330" y="614839"/>
            <a:ext cx="7592139" cy="138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Beneficios de utilizar mapas sistémicos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62330" y="2332792"/>
            <a:ext cx="3685223" cy="3058001"/>
          </a:xfrm>
          <a:prstGeom prst="roundRect">
            <a:avLst>
              <a:gd name="adj" fmla="val 30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91645" y="2562106"/>
            <a:ext cx="2957155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Comprensión Profunda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491645" y="3041571"/>
            <a:ext cx="3226594" cy="1773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mapas sistémicos permiten entender las interrelaciones y complejidades de los sistemas, facilitando la toma de decisiones informadas.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169247" y="2332792"/>
            <a:ext cx="3685223" cy="3058001"/>
          </a:xfrm>
          <a:prstGeom prst="roundRect">
            <a:avLst>
              <a:gd name="adj" fmla="val 30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98562" y="2562106"/>
            <a:ext cx="3226594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Palancas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398562" y="3388043"/>
            <a:ext cx="3226594" cy="1773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Revelan los puntos de apalancamiento donde pequeños cambios pueden generar grandes impactos en el sistema.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62330" y="5612487"/>
            <a:ext cx="3685223" cy="2002155"/>
          </a:xfrm>
          <a:prstGeom prst="roundRect">
            <a:avLst>
              <a:gd name="adj" fmla="val 46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1645" y="5841802"/>
            <a:ext cx="2924413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Comunicación Efectiva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491645" y="6321266"/>
            <a:ext cx="3226594" cy="106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Facilitan la colaboración y el entendimiento al presentar una visión compartida del sistema.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0169247" y="5612487"/>
            <a:ext cx="3685223" cy="2002155"/>
          </a:xfrm>
          <a:prstGeom prst="roundRect">
            <a:avLst>
              <a:gd name="adj" fmla="val 46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98562" y="5841802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Aprendizaje Continuo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0398562" y="6321266"/>
            <a:ext cx="3226594" cy="106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Permiten a los equipos aprender y adaptarse a medida que el sistema evoluciona.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0902" y="610433"/>
            <a:ext cx="7594997" cy="138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prácticas de los mapas sistémicos</a:t>
            </a:r>
            <a:endParaRPr lang="en-US" sz="4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902" y="2325291"/>
            <a:ext cx="553164" cy="5531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60902" y="3099673"/>
            <a:ext cx="2859881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Empresarial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6260902" y="3578066"/>
            <a:ext cx="3631525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Ayudan a comprender la dinámica de los mercados y a desarrollar planes de negocio más resilientes.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254" y="2325291"/>
            <a:ext cx="553164" cy="55316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4254" y="3099673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Sostenibilidad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0224254" y="3578066"/>
            <a:ext cx="3631644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Permiten analizar los impactos sociales y ambientales de las actividades de una organización.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902" y="5304115"/>
            <a:ext cx="553164" cy="553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60902" y="6078498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Educación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6260902" y="6556891"/>
            <a:ext cx="3631525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utilizan en el aula para enseñar pensamiento sistémico y resolver problemas complejos.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254" y="5304115"/>
            <a:ext cx="553164" cy="55316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24254" y="6078498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Salud Pública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0224254" y="6556891"/>
            <a:ext cx="3631644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Ayudan a comprender los factores que influyen en la salud de las comunidades.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8832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883212"/>
          </a:xfrm>
          <a:prstGeom prst="rect">
            <a:avLst/>
          </a:prstGeom>
          <a:solidFill>
            <a:srgbClr val="E5E0D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8832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7209" y="2297549"/>
            <a:ext cx="6239351" cy="470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Pasos para crear un mapa sistémico</a:t>
            </a:r>
            <a:endParaRPr lang="en-US" sz="29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09" y="2994184"/>
            <a:ext cx="753189" cy="120527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06379" y="3144798"/>
            <a:ext cx="188321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Definir el sistema</a:t>
            </a:r>
            <a:endParaRPr lang="en-US" sz="1450" dirty="0"/>
          </a:p>
        </p:txBody>
      </p:sp>
      <p:sp>
        <p:nvSpPr>
          <p:cNvPr id="8" name="Text 3"/>
          <p:cNvSpPr/>
          <p:nvPr/>
        </p:nvSpPr>
        <p:spPr>
          <a:xfrm>
            <a:off x="1506379" y="3470553"/>
            <a:ext cx="12596813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los elementos clave, las fronteras y el contexto del sistema.</a:t>
            </a:r>
            <a:endParaRPr lang="en-US" sz="11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09" y="4199453"/>
            <a:ext cx="753189" cy="120527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06379" y="4350068"/>
            <a:ext cx="189333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Mapear las relaciones</a:t>
            </a:r>
            <a:endParaRPr lang="en-US" sz="1450" dirty="0"/>
          </a:p>
        </p:txBody>
      </p:sp>
      <p:sp>
        <p:nvSpPr>
          <p:cNvPr id="11" name="Text 5"/>
          <p:cNvSpPr/>
          <p:nvPr/>
        </p:nvSpPr>
        <p:spPr>
          <a:xfrm>
            <a:off x="1506379" y="4675823"/>
            <a:ext cx="12596813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Determinar cómo los elementos se conectan e influyen entre sí.</a:t>
            </a:r>
            <a:endParaRPr lang="en-US" sz="11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09" y="5404723"/>
            <a:ext cx="753189" cy="120527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06379" y="5555337"/>
            <a:ext cx="188321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Analizar los patrones</a:t>
            </a:r>
            <a:endParaRPr lang="en-US" sz="1450" dirty="0"/>
          </a:p>
        </p:txBody>
      </p:sp>
      <p:sp>
        <p:nvSpPr>
          <p:cNvPr id="14" name="Text 7"/>
          <p:cNvSpPr/>
          <p:nvPr/>
        </p:nvSpPr>
        <p:spPr>
          <a:xfrm>
            <a:off x="1506379" y="5881092"/>
            <a:ext cx="12596813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los bucles de retroalimentación y las dinámicas del sistema.</a:t>
            </a:r>
            <a:endParaRPr lang="en-US" sz="11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209" y="6609993"/>
            <a:ext cx="753189" cy="120527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506379" y="6760607"/>
            <a:ext cx="188321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Generar insights</a:t>
            </a:r>
            <a:endParaRPr lang="en-US" sz="1450" dirty="0"/>
          </a:p>
        </p:txBody>
      </p:sp>
      <p:sp>
        <p:nvSpPr>
          <p:cNvPr id="17" name="Text 9"/>
          <p:cNvSpPr/>
          <p:nvPr/>
        </p:nvSpPr>
        <p:spPr>
          <a:xfrm>
            <a:off x="1506379" y="7086362"/>
            <a:ext cx="12596813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Utilizar el mapa para comprender mejor el sistema y tomar decisiones informadas.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2024-11-03T09:02:25Z</dcterms:created>
  <dcterms:modified xsi:type="dcterms:W3CDTF">2024-11-03T09:02:25Z</dcterms:modified>
</cp:coreProperties>
</file>