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4630400" cy="8229600"/>
  <p:notesSz cx="8229600" cy="14630400"/>
  <p:embeddedFontLst>
    <p:embeddedFont>
      <p:font typeface="Raleway"/>
      <p:regular r:id="rId11"/>
    </p:embeddedFont>
    <p:embeddedFont>
      <p:font typeface="Raleway"/>
      <p:regular r:id="rId12"/>
    </p:embeddedFont>
    <p:embeddedFont>
      <p:font typeface="Raleway"/>
      <p:regular r:id="rId13"/>
    </p:embeddedFont>
    <p:embeddedFont>
      <p:font typeface="Raleway"/>
      <p:regular r:id="rId14"/>
    </p:embeddedFont>
    <p:embeddedFont>
      <p:font typeface="Roboto"/>
      <p:regular r:id="rId15"/>
    </p:embeddedFont>
    <p:embeddedFont>
      <p:font typeface="Roboto"/>
      <p:regular r:id="rId16"/>
    </p:embeddedFont>
    <p:embeddedFont>
      <p:font typeface="Roboto"/>
      <p:regular r:id="rId17"/>
    </p:embeddedFont>
    <p:embeddedFont>
      <p:font typeface="Roboto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font" Target="fonts/font1.fntdata"/><Relationship Id="rId12" Type="http://schemas.openxmlformats.org/officeDocument/2006/relationships/font" Target="fonts/font2.fntdata"/><Relationship Id="rId13" Type="http://schemas.openxmlformats.org/officeDocument/2006/relationships/font" Target="fonts/font3.fntdata"/><Relationship Id="rId14" Type="http://schemas.openxmlformats.org/officeDocument/2006/relationships/font" Target="fonts/font4.fntdata"/><Relationship Id="rId15" Type="http://schemas.openxmlformats.org/officeDocument/2006/relationships/font" Target="fonts/font5.fntdata"/><Relationship Id="rId16" Type="http://schemas.openxmlformats.org/officeDocument/2006/relationships/font" Target="fonts/font6.fntdata"/><Relationship Id="rId17" Type="http://schemas.openxmlformats.org/officeDocument/2006/relationships/font" Target="fonts/font7.fntdata"/><Relationship Id="rId18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059186"/>
            <a:ext cx="7556421" cy="19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Sistemas abstractos diseñados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793790" y="4355783"/>
            <a:ext cx="755642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sistemas abstractos diseñados son estructuras conceptuales y digitales que se han creado con un propósito específico en mente. Estos sistemas pueden ser visuales, algorítmicos o incluso institucionales, y son utilizados en una amplia variedad de campos, desde el arte hasta la tecnología.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77058"/>
            <a:ext cx="692848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Definición y características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4528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Definición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033957"/>
            <a:ext cx="397811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sistemas abstractos diseñados son modelos o representaciones de sistemas reales o imaginarios, que se han creado con un objetivo específico en mente.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4528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Características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033957"/>
            <a:ext cx="397811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Flexibilidad, escalabilidad, adaptabilidad y capacidad de simular escenarios complejos son algunas de las principales características de estos sistemas.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4528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Complejidad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033957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Estos sistemas pueden llegar a ser extremadamente complejos, con múltiples capas y componentes interconectados.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58679"/>
            <a:ext cx="710362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Aplicaciones en la vida real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1118711" y="1907619"/>
            <a:ext cx="30480" cy="5463183"/>
          </a:xfrm>
          <a:prstGeom prst="roundRect">
            <a:avLst>
              <a:gd name="adj" fmla="val 312558"/>
            </a:avLst>
          </a:prstGeom>
          <a:solidFill>
            <a:srgbClr val="C7C7D0"/>
          </a:solidFill>
          <a:ln/>
        </p:spPr>
      </p:sp>
      <p:sp>
        <p:nvSpPr>
          <p:cNvPr id="5" name="Shape 2"/>
          <p:cNvSpPr/>
          <p:nvPr/>
        </p:nvSpPr>
        <p:spPr>
          <a:xfrm>
            <a:off x="1358622" y="2402681"/>
            <a:ext cx="793790" cy="30480"/>
          </a:xfrm>
          <a:prstGeom prst="roundRect">
            <a:avLst>
              <a:gd name="adj" fmla="val 312558"/>
            </a:avLst>
          </a:prstGeom>
          <a:solidFill>
            <a:srgbClr val="C7C7D0"/>
          </a:solidFill>
          <a:ln/>
        </p:spPr>
      </p:sp>
      <p:sp>
        <p:nvSpPr>
          <p:cNvPr id="6" name="Shape 3"/>
          <p:cNvSpPr/>
          <p:nvPr/>
        </p:nvSpPr>
        <p:spPr>
          <a:xfrm>
            <a:off x="878800" y="216277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61085" y="2247781"/>
            <a:ext cx="14561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2381488" y="21344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Tecnología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2381488" y="2624852"/>
            <a:ext cx="596872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Diseño de algoritmos, inteligencia artificial, ciberseguridad y redes de comunicación.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358622" y="4299347"/>
            <a:ext cx="793790" cy="30480"/>
          </a:xfrm>
          <a:prstGeom prst="roundRect">
            <a:avLst>
              <a:gd name="adj" fmla="val 312558"/>
            </a:avLst>
          </a:prstGeom>
          <a:solidFill>
            <a:srgbClr val="C7C7D0"/>
          </a:solidFill>
          <a:ln/>
        </p:spPr>
      </p:sp>
      <p:sp>
        <p:nvSpPr>
          <p:cNvPr id="11" name="Shape 8"/>
          <p:cNvSpPr/>
          <p:nvPr/>
        </p:nvSpPr>
        <p:spPr>
          <a:xfrm>
            <a:off x="878800" y="405943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5250" y="4144447"/>
            <a:ext cx="177284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650" dirty="0"/>
          </a:p>
        </p:txBody>
      </p:sp>
      <p:sp>
        <p:nvSpPr>
          <p:cNvPr id="13" name="Text 10"/>
          <p:cNvSpPr/>
          <p:nvPr/>
        </p:nvSpPr>
        <p:spPr>
          <a:xfrm>
            <a:off x="2381488" y="40310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Finanzas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2381488" y="4521517"/>
            <a:ext cx="596872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Modelos de inversión, análisis de riesgos, sistemas de comercio automatizado.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1358622" y="6196013"/>
            <a:ext cx="793790" cy="30480"/>
          </a:xfrm>
          <a:prstGeom prst="roundRect">
            <a:avLst>
              <a:gd name="adj" fmla="val 312558"/>
            </a:avLst>
          </a:prstGeom>
          <a:solidFill>
            <a:srgbClr val="C7C7D0"/>
          </a:solidFill>
          <a:ln/>
        </p:spPr>
      </p:sp>
      <p:sp>
        <p:nvSpPr>
          <p:cNvPr id="16" name="Shape 13"/>
          <p:cNvSpPr/>
          <p:nvPr/>
        </p:nvSpPr>
        <p:spPr>
          <a:xfrm>
            <a:off x="878800" y="595610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43107" y="6041112"/>
            <a:ext cx="181689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650" dirty="0"/>
          </a:p>
        </p:txBody>
      </p:sp>
      <p:sp>
        <p:nvSpPr>
          <p:cNvPr id="18" name="Text 15"/>
          <p:cNvSpPr/>
          <p:nvPr/>
        </p:nvSpPr>
        <p:spPr>
          <a:xfrm>
            <a:off x="2381488" y="59277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Salud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2381488" y="6418183"/>
            <a:ext cx="596872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Simulación de tratamientos médicos, análisis de datos clínicos, diseño de prótesis.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62330" y="610791"/>
            <a:ext cx="7592139" cy="1385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50"/>
              </a:lnSpc>
              <a:buNone/>
            </a:pPr>
            <a:r>
              <a:rPr lang="en-US" sz="4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Beneficios y perspectivas futuras</a:t>
            </a:r>
            <a:endParaRPr lang="en-US" sz="4350" dirty="0"/>
          </a:p>
        </p:txBody>
      </p:sp>
      <p:sp>
        <p:nvSpPr>
          <p:cNvPr id="4" name="Shape 1"/>
          <p:cNvSpPr/>
          <p:nvPr/>
        </p:nvSpPr>
        <p:spPr>
          <a:xfrm>
            <a:off x="6262330" y="2328743"/>
            <a:ext cx="3685223" cy="2711529"/>
          </a:xfrm>
          <a:prstGeom prst="roundRect">
            <a:avLst>
              <a:gd name="adj" fmla="val 3434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91645" y="2558058"/>
            <a:ext cx="2771180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Beneficios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6491645" y="3037522"/>
            <a:ext cx="3226594" cy="1418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Mejora la toma de decisiones, permite simular escenarios complejos y reduce costos en diversas industrias.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10169247" y="2328743"/>
            <a:ext cx="3685223" cy="2711529"/>
          </a:xfrm>
          <a:prstGeom prst="roundRect">
            <a:avLst>
              <a:gd name="adj" fmla="val 3434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398562" y="2558058"/>
            <a:ext cx="2771180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Perspectivas futuras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10398562" y="3037522"/>
            <a:ext cx="3226594" cy="1773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integración de sistemas abstractos diseñados será clave para el desarrollo de ciudades inteligentes y soluciones disruptivas.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262330" y="5261967"/>
            <a:ext cx="3685223" cy="2356842"/>
          </a:xfrm>
          <a:prstGeom prst="roundRect">
            <a:avLst>
              <a:gd name="adj" fmla="val 395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91645" y="5491282"/>
            <a:ext cx="2771180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Desafíos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6491645" y="5970746"/>
            <a:ext cx="3226594" cy="1418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complejidad de estos sistemas y la seguridad de los datos son algunos de los principales retos a abordar.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10169247" y="5261967"/>
            <a:ext cx="3685223" cy="2356842"/>
          </a:xfrm>
          <a:prstGeom prst="roundRect">
            <a:avLst>
              <a:gd name="adj" fmla="val 395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398562" y="5491282"/>
            <a:ext cx="2771180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Innovación</a:t>
            </a:r>
            <a:endParaRPr lang="en-US" sz="2150" dirty="0"/>
          </a:p>
        </p:txBody>
      </p:sp>
      <p:sp>
        <p:nvSpPr>
          <p:cNvPr id="15" name="Text 12"/>
          <p:cNvSpPr/>
          <p:nvPr/>
        </p:nvSpPr>
        <p:spPr>
          <a:xfrm>
            <a:off x="10398562" y="5970746"/>
            <a:ext cx="3226594" cy="1418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Las posibilidades de estos sistemas abstractos son infinitas, impulsando el avance tecnológico y la creatividad.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2024-11-03T08:48:02Z</dcterms:created>
  <dcterms:modified xsi:type="dcterms:W3CDTF">2024-11-03T08:48:02Z</dcterms:modified>
</cp:coreProperties>
</file>