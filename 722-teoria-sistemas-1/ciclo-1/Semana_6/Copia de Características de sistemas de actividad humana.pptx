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 de sistemas de actividad humana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de actividad humana abarcan las estructuras complejas que surgen de las interacciones entre las personas, los objetos y los entornos en los que se desarrollan. Estos sistemas reflejan la naturaleza dinámica y multidimensional de la experiencia humana.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1135"/>
            <a:ext cx="74620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conceptos clave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652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2850237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Complejidad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255645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sistemas se caracterizan por una estructura intrincada de relaciones e interdependencias.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7652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2850237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765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255645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de ajustarse y evolucionar en respuesta a los cambios en el entorno.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521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637133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5521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Emergencia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04254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Surgen propiedades y comportamientos a nivel del sistema que no se pueden predecir a partir de los componentes individuales.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67935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Elementos constituyentes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actores humanos que participan en el sistema, con sus habilidades, conocimientos y motivaciones.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físicos, tecnológicos o virtuales que facilitan y median las actividades.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Entornos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espacios físicos, sociales, culturales y organizacionales en los que se lleva a cabo la actividad.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68561"/>
            <a:ext cx="6772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Interacciones y relaciones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17502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Interdependencia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2634734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elementos del sistema están interconectados y se influyen mutuamente.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32014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39588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Dinámica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444924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interacciones son fluidas y cambiantes a lo largo del tiempo.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46527"/>
            <a:ext cx="1134070" cy="1814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Emergencia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263759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Surgen nuevas propiedades y comportamientos a nivel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0253"/>
            <a:ext cx="66058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y beneficios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19193"/>
            <a:ext cx="3664863" cy="3128129"/>
          </a:xfrm>
          <a:prstGeom prst="roundRect">
            <a:avLst>
              <a:gd name="adj" fmla="val 304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353628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Diseño centrado en el usuario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198376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los sistemas de actividad humana permite crear soluciones más efectivas y adaptadas a las necesidades de las personas.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119193"/>
            <a:ext cx="3664863" cy="3128129"/>
          </a:xfrm>
          <a:prstGeom prst="roundRect">
            <a:avLst>
              <a:gd name="adj" fmla="val 304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353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Mejora de procesos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2844046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análisis de estos sistemas ayuda a identificar oportunidades de optimización y eficiencia en diferentes contextos organizacionales.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74137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7085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98989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enfoque sistémico fomenta la creatividad y el desarrollo de nuevas ideas para abordar problemas complejos.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2024-11-03T08:50:03Z</dcterms:created>
  <dcterms:modified xsi:type="dcterms:W3CDTF">2024-11-03T08:50:03Z</dcterms:modified>
</cp:coreProperties>
</file>