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Estructura de los sistemas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son estructuras complejas compuestas por diferentes elementos interrelacionados que funcionan en conjunto para lograr un objetivo común. Cada sistema tiene una organización interna y una jerarquía que lo define y determina su comportamiento.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75227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Componentes de un sistema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están compuestos por elementos básicos como insumos, procesos, productos y controles que se conectan y dependen entre sí.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Subsistemas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Dentro de un sistema mayor, existen subsistemas más pequeños que contribuyen a su funcionamiento y desempeño general.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Límites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sistema tiene fronteras definidas que separan lo interno de lo externo, y que determinan su alcance e interacciones.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59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Tipos de sistemas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1490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349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Cerrados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83976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aislados del entorno, con flujos de entrada y salida limitados.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11490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349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Abiertos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83976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que interactúan constantemente con su entorno, con flujos de entrada y salida dinámicos.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Adaptativos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47747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que se ajustan y evolucionan en respuesta a los cambios del entorno.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75261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6301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547747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con múltiples componentes interconectados que se influyen mutuamente de manera no lineal.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289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085" y="2963585"/>
            <a:ext cx="9542621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Relaciones e interacciones en los sistemas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0085" y="5778579"/>
            <a:ext cx="13270230" cy="22860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3763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86676" y="5632847"/>
            <a:ext cx="12477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734508" y="3862268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39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 un sistema dependen y se afectan mutuamente, formando una red de conexiones.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770" y="5778579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601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9238" y="5632847"/>
            <a:ext cx="15192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100643" y="6652974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Sinergia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530" y="7073146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desempeño del sistema como un todo es mayor que la suma de sus partes individuales.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905" y="5098494"/>
            <a:ext cx="22860" cy="680085"/>
          </a:xfrm>
          <a:prstGeom prst="roundRect">
            <a:avLst>
              <a:gd name="adj" fmla="val 35703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736" y="5559981"/>
            <a:ext cx="437198" cy="4371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3468" y="5632847"/>
            <a:ext cx="155734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66778" y="3862268"/>
            <a:ext cx="242899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665" y="4282440"/>
            <a:ext cx="6149340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información sobre los resultados se utiliza para ajustar y mejorar el funcionamiento del sistema.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902" y="610433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de la teoría de sistemas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902" y="2325291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902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Organizaciones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60902" y="3578066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y mejorar la estructura y dinámica de las organizaciones complejas.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254" y="2325291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4254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24254" y="3578066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Diseñar y optimizar sistemas tecnológicos como redes, procesos industriales y software.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902" y="5304115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902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Medio ambiente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260902" y="6556891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Estudiar y gestionar los sistemas naturales y ecológicos de manera sostenible.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254" y="5304115"/>
            <a:ext cx="553164" cy="5531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4254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Salud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24254" y="6556891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y abordar los complejos sistemas relacionados con la atención médica.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2024-11-03T08:43:25Z</dcterms:created>
  <dcterms:modified xsi:type="dcterms:W3CDTF">2024-11-03T08:43:25Z</dcterms:modified>
</cp:coreProperties>
</file>