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ceabe3d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ceabe3d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ceabe3d93_0_5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ceabe3d93_0_5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abe3d93_0_5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ceabe3d93_0_5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eabe3d93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ceabe3d93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69b410a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c69b410a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6995cc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c6995cc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c6995cc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c6995cc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c6995cc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c6995cc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ceabe3d93_0_5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ceabe3d93_0_5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ceabe3d93_0_5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ceabe3d93_0_5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ceabe3d93_0_5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ceabe3d93_0_5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Desarrollando el pensamiento sistémico complejo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Teoría de Sistemas 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Escuela de </a:t>
            </a:r>
            <a:r>
              <a:rPr lang="es"/>
              <a:t>Ingeniería</a:t>
            </a:r>
            <a:r>
              <a:rPr lang="es"/>
              <a:t> de Ciencias y Sistemas</a:t>
            </a:r>
            <a:br>
              <a:rPr lang="es"/>
            </a:br>
            <a:r>
              <a:rPr lang="es"/>
              <a:t>Facultad de </a:t>
            </a:r>
            <a:r>
              <a:rPr lang="es"/>
              <a:t>Ingeniería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de San Carlos de Guatemala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77945" y="3442867"/>
            <a:ext cx="2858979" cy="851611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y recursos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Complejidad sistémica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universo como conjunto de sistemas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físicos diseñados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abstractos diseñados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actividad humana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 a desarrollar</a:t>
            </a:r>
            <a:endParaRPr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 los fundamentos conceptuales del pensamiento sistémico y la naturaleza de los sistemas de la realidad a través del estudio de teorías, modelos mentales y estructuras de retroalimentación para distinguir los sistemas naturales, físicos diseñados, abstractos diseñados y de actividad humana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Complejidad sistémica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complejidad surge de la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elementos y relaciones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un sistema.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Implica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comportamientos impredecibles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retroalimentaciones y adaptabilidad.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se puede comprender solo analizando partes: requiere una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visión del todo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pensamiento sistémico busca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gestionar y entender esta complejidad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universo como conjunto de sistemas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 en el universo puede entenderse como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interrelacionados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desde átomos hasta galaxias.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sistema cumple una función y forma parte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otros sistemas mayores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 perspectiva permite un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integral del entorno natural y social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Refuerza la idea de que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nada está completamente aislado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Sistemas físicos diseñados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creaciones humanas tangibles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máquinas, redes eléctricas, edificios.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Tienen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estructuras definidas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funciones claras y límites precisos.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 comportamiento suele ser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predecible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 se conoce su diseño.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Sistemas abstractos diseñados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construcciones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mentales o simbólicas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lenguajes, matemáticas, teorías.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son materiales, pero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ordenan y explican la realidad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usan para modelar situaciones complejas o tomar decisiones.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 validez depende de su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coherencia y aplicabilidad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 contexto.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940"/>
              <a:t>Sistemas de actividad humana</a:t>
            </a:r>
            <a:endParaRPr sz="194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Involucran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personas, roles, metas y valores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(organizaciones, gobiernos, comunidades).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sistemas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sociales abiertos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influenciados por el entorno.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 análisis requiere comprender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comportamientos, cultura y comunicación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los más complejos por su componente humano y cambiante.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clave aprendidos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complejidad sistémica exige mirar más allá de las partes.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universo está compuesto por múltiples sistemas interconectados.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Existen sistemas físicos, abstractos y sociales, cada uno con características propias.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sistemas abstractos ayudan a representar y entender la realidad.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sistemas de actividad humana requieren integrar lo técnico con lo humano.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</a:t>
            </a:r>
            <a:endParaRPr/>
          </a:p>
        </p:txBody>
      </p:sp>
      <p:sp>
        <p:nvSpPr>
          <p:cNvPr id="144" name="Google Shape;144;p2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Rigor conceptual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Fundamental para construir y aplicar conceptos sistémicos con precisión y coherencia.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Visión integradora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Permite conectar elementos diversos dentro de un todo coherente y funcional.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Perseverancia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Necesaria para enfrentar la complejidad y ambigüedad de los sistemas sin rendirse ante la dificultad.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Empatía sistémica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Facilita la comprensión de las dinámicas humanas dentro de los sistemas, considerando múltiples perspectivas.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9450" y="733950"/>
            <a:ext cx="7688400" cy="2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</a:t>
            </a:r>
            <a:endParaRPr b="0" sz="1611"/>
          </a:p>
        </p:txBody>
      </p:sp>
      <p:sp>
        <p:nvSpPr>
          <p:cNvPr id="151" name="Google Shape;151;p23"/>
          <p:cNvSpPr/>
          <p:nvPr/>
        </p:nvSpPr>
        <p:spPr>
          <a:xfrm>
            <a:off x="7287376" y="2713475"/>
            <a:ext cx="1130480" cy="1546098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729450" y="3119775"/>
            <a:ext cx="63105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latin typeface="Raleway"/>
                <a:ea typeface="Raleway"/>
                <a:cs typeface="Raleway"/>
                <a:sym typeface="Raleway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