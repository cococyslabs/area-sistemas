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b410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b410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Modelación y simulación dinámica de sistemas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de la retroalimentación en el comportamiento de sistemas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Retroalimentación y toma de decisiones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Acumulaciones y tasas de cambio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Diagramas de ciclos causales a flujos y niveles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de simulaciones en VENSIM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Analiza las estructuras y dinámicas de sistemas simples y complejos mediante mapas DSRP, diagramas de ciclos causales y arquetipos sistémicos para identificar patrones de comportamiento y oportunidades de intervención sistémica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740"/>
              <a:t>Impacto de la retroalimentación en el comportamiento de sistemas</a:t>
            </a:r>
            <a:endParaRPr sz="1740"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retroalimentación determina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un sistema reacciona y evoluciona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el tiempo.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Bucle de refuerzo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amplifica los cambios (crecimiento o declive acelerado).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Bucle de compensación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estabiliza el sistema frente a perturbaciones.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combinación de bucles produce comportamientos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lineales y dinámicos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Retroalimentación y toma de decisiones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decisiones influyen en el sistema y, a su vez, reciben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retroalimentación del sistema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Ignorar los bucles puede causar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efectos indeseados o soluciones contraproducentes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Comprender la retroalimentación ayuda a anticipar consecuencias y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diseñar políticas efectivas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bajar precios para vender más → saturación → caída de calidad → menor demanda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Acumulaciones y tasas de cambio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Acumulación (stock)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cantidad almacenada en un sistema (ej. agua en un tanque, dinero en cuenta).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Tasa (flow)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velocidad con la que algo entra o sale (ej. ingreso, consumo).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comportamiento del sistema depende de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interacción entre acumulaciones y tasas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menudo el efecto de decisiones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es inmediato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lo que puede confundir la interpretación.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Diagramas de ciclos causales a flujos y niveles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diagramas de bucles causales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muestran relaciones de causa y efecto (positivas o negativas).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diagramas de flujo y nivel (stock &amp; flow)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detallan entradas, salidas y acumulaciones.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Paso clave: transformar el análisis cualitativo (ciclos causales) 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cuantitativos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Permiten simular el comportamiento del sistema a lo largo del tiempo.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Ejemplos de simulaciones en VENSIM</a:t>
            </a:r>
            <a:endParaRPr sz="19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VENSIM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herramienta para modelar, simular y analizar sistemas dinámicos.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pueden representar bucles de retroalimentación, acumulaciones y flujos.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modelo de oferta-demanda, crecimiento poblacional, políticas de salud pública.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simulaciones permiten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probar escenarios antes de intervenir en el sistema real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retroalimentación explica muchos comportamientos dinámicos en sistemas.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bucles de refuerzo y compensación tienen efectos muy distintos.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Comprender acumulaciones y tasas es clave para interpretar retrasos y efectos indirectos.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diagramas permiten visualizar y simular sistemas complejos.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 como VENSIM ayudan a tomar decisiones basadas en evidencia sistémica.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44" name="Google Shape;144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Importante para analizar sistemas desde múltiples perspectivas y disciplinas.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 tecnológica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Impulsa decisiones éticas y sostenibles al aplicar tecnología en sistemas complejos.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Adaptabilidad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Clave para comprender y operar en sistemas dinámicos o caóticos.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Pensamiento crítico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cuestionar supuestos, identificar errores y mejorar la comprensión de sistemas complejos.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Creatividad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Favorece la generación de soluciones innovadoras para problemas sistémicos no evidentes.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Garantiza constancia y orden en el análisis y modelado riguroso de sistemas.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1" name="Google Shape;151;p23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