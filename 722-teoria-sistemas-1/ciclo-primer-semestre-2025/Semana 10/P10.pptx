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ceabe3d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ceabe3d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ceabe3d93_0_5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ceabe3d93_0_5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eabe3d93_0_5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ceabe3d93_0_5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eabe3d93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ceabe3d93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c69b410a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c69b410a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6995cc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c6995cc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c6995cc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c6995cc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c6995cc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c6995cc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c69d35dd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c69d35dd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ceabe3d93_0_5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ceabe3d93_0_5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ceabe3d93_0_5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ceabe3d93_0_5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ceabe3d93_0_5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ceabe3d93_0_5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Modelación y simulación dinámica de sistemas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Teoría de Sistemas 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Escuela de </a:t>
            </a:r>
            <a:r>
              <a:rPr lang="es"/>
              <a:t>Ingeniería</a:t>
            </a:r>
            <a:r>
              <a:rPr lang="es"/>
              <a:t> de Ciencias y Sistemas</a:t>
            </a:r>
            <a:br>
              <a:rPr lang="es"/>
            </a:br>
            <a:r>
              <a:rPr lang="es"/>
              <a:t>Facultad de </a:t>
            </a:r>
            <a:r>
              <a:rPr lang="es"/>
              <a:t>Ingeniería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Universidad de San Carlos de Guatemala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77945" y="3442867"/>
            <a:ext cx="2858979" cy="851611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y recursos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de resultados de simulaciones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Simulación de sistemas complejos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Impacto de los cambios en variables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 de VENSIM en la toma de decisiones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prácticos con simulaciones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Predicción de comportamientos en sistemas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 a desarrollar</a:t>
            </a:r>
            <a:endParaRPr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 los conceptos fundamentales de la teoría general de sistemas y el pensamiento sistémico utilizando ejercicios de modelación, simulaciones dinámicas y estudio de hábitos del pensador sistémico en la construcción de soluciones a problemas de baja y moderada complejidad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740"/>
              <a:t>Análisis de resultados de simulaciones</a:t>
            </a:r>
            <a:endParaRPr sz="1740"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VENSIM genera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gráficas y tablas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muestran el comportamiento del sistema en el tiempo.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observar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tendencias, puntos críticos y efectos retardados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análisis ayuda 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 patrones emergentes y evaluar políticas aplicadas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Comparar diferentes escenarios facilita la comprensión del impacto de cada decisión.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Simulación de sistemas complejos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VENSIM permite modelar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con múltiples variables, retroalimentaciones y no linealidades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para representar dinámicas como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crecimiento poblacional, economía, cambio climático o salud pública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 el estudio de interacciones 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interdependencias que no son evidentes a simple vista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Proporciona un entorno controlado para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experimentar sin riesgo real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Impacto de los cambios en variables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Cambiar valores de variables (iniciales o parámetros) permite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explorar diferentes escenarios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puede observar cómo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pequeños cambios producen grandes efectos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algunos casos (sensibilidad).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Útil para identificar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palancas de cambio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variables críticas.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Apoya la evaluación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estrategias de intervención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Integración de VENSIM en la toma de decisiones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VENSIM se usa para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simular políticas antes de implementarlas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evaluar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consecuencias a corto, mediano y largo plazo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Favorece una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visión sistémica e informada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la toma de decisiones organizacionales o públicas.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el riesgo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decisiones basadas en intuiciones o efectos inmediatos solamente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940"/>
              <a:t>Ejemplos prácticos con simulaciones</a:t>
            </a:r>
            <a:endParaRPr sz="194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de crecimiento poblacional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predice saturación y recursos limitados.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Simulación de oferta y demanda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analiza impacto de precios y producción.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de vacunación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examina efectos de cobertura en la propagación de enfermedades.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modelos pueden ajustarse con datos reales para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mayor precisión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Predicción de comportamientos en sistemas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VENSIM ayuda a prever cómo evolucionará un sistema bajo ciertas condiciones.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Útil para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detectar colapsos, puntos de equilibrio o crecimiento exponencial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anticipar consecuencias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intencionadas o retardadas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Apoya la creación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estrategias sostenibles y resilientes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clave aprendidos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VENSIM permite visualizar, modelar y simular sistemas dinámicos complejos.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Analizar los resultados facilita la toma de decisiones basada en evidencia.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Cambios pequeños en variables pueden tener impactos significativos.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simulaciones ayudan a predecir y prevenir problemas futuros.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una herramienta poderosa para el pensamiento sistémico aplicado.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</a:t>
            </a:r>
            <a:endParaRPr/>
          </a:p>
        </p:txBody>
      </p:sp>
      <p:sp>
        <p:nvSpPr>
          <p:cNvPr id="150" name="Google Shape;150;p2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Pensamiento crítico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Permite cuestionar supuestos, identificar errores y mejorar la comprensión de sistemas complejos.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Ética en la toma de decisiones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Guía acciones responsables considerando el impacto sistémico en personas y entornos.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Visión a largo plazo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Esencial para anticipar consecuencias sistémicas y diseñar soluciones sostenibles.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Prudencia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Ayuda a evaluar riesgos y actuar con cautela en contextos de alta incertidumbre sistémica.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Responsabilidad social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Orienta el análisis y diseño de sistemas hacia el bienestar colectivo y equitativo.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729450" y="733950"/>
            <a:ext cx="7688400" cy="2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atención</a:t>
            </a:r>
            <a:endParaRPr b="0" sz="1611"/>
          </a:p>
        </p:txBody>
      </p:sp>
      <p:sp>
        <p:nvSpPr>
          <p:cNvPr id="157" name="Google Shape;157;p24"/>
          <p:cNvSpPr/>
          <p:nvPr/>
        </p:nvSpPr>
        <p:spPr>
          <a:xfrm>
            <a:off x="7287376" y="2713475"/>
            <a:ext cx="1130480" cy="1546098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729450" y="3119775"/>
            <a:ext cx="63105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latin typeface="Raleway"/>
                <a:ea typeface="Raleway"/>
                <a:cs typeface="Raleway"/>
                <a:sym typeface="Raleway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