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ceabe3d9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ceabe3d9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ceabe3d93_0_5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ceabe3d93_0_5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ceabe3d93_0_5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ceabe3d93_0_5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ceabe3d93_0_5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ceabe3d93_0_5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c6995cc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c6995cc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c6995ccd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c6995ccd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c6995cc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c6995cc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c6995ccd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c6995ccd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ceabe3d93_0_5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ceabe3d93_0_5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ceabe3d93_0_5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ceabe3d93_0_5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ceabe3d93_0_5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ceabe3d93_0_5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sistemas abstractos diseñados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Teoría de Sistemas 1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Escuela de </a:t>
            </a:r>
            <a:r>
              <a:rPr lang="es"/>
              <a:t>Ingeniería</a:t>
            </a:r>
            <a:r>
              <a:rPr lang="es"/>
              <a:t> de Ciencias y Sistemas</a:t>
            </a:r>
            <a:br>
              <a:rPr lang="es"/>
            </a:br>
            <a:r>
              <a:rPr lang="es"/>
              <a:t>Facultad de </a:t>
            </a:r>
            <a:r>
              <a:rPr lang="es"/>
              <a:t>Ingeniería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Universidad de San Carlos de Guatemala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77945" y="3442867"/>
            <a:ext cx="2858979" cy="851611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y recursos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Comparación con otros paradigmas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Ejemplos de paradigmas compartidos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Impacto en toma de decisiones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perspectivas y los sistemas abstractos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Impacto de las perspectivas en decisiones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Competencias a desarrollar</a:t>
            </a:r>
            <a:endParaRPr/>
          </a:p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 los conceptos fundamentales de la teoría de sistemas y del pensamiento sistémico mediante la revisión de definiciones, clasificaciones y características básicas de los sistemas para reconocer los elementos esenciales en el análisis y modelación de sistemas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Comprende los fundamentos conceptuales del pensamiento sistémico y la naturaleza de los sistemas de la realidad a través del estudio de teorías, modelos mentales y estructuras de retroalimentación para distinguir los sistemas naturales, físicos diseñados, abstractos diseñados y de actividad humana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Comparación con otros paradigmas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modelos mentales compartidos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permiten establecer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referencias comunes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comprender la realidad.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Compararlos con otros paradigmas ayuda 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 límites, sesgos y oportunidades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 el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diálogo interdisciplinario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el aprendizaje entre culturas o grupos.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Revela que no existe una única verdad, sino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múltiples formas válidas de interpretar un sistema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 de paradigmas compartidos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Científico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método experimental como forma válida de conocimiento.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Económico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creencia en el libre mercado como mecanismo de eficiencia.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Educativo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la escuela como principal espacio de aprendizaje.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Tecnológico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la innovación como progreso inevitable.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Estos paradigmas condicionan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cómo se actúa y se decide colectivamente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Impacto en toma de decisiones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modelos mentales compartidos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influyen directamente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las decisiones organizacionales y sociales.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Actúan como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filtros que priorizan ciertos datos e ignoran otros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Pueden llevar 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decisiones eficientes o erróneas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según su adecuación al contexto.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Revisarlos colectivamente permite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adaptarse mejor a entornos cambiantes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940"/>
              <a:t>Las perspectivas y los sistemas abstractos</a:t>
            </a:r>
            <a:endParaRPr sz="1940"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persona o grupo ve el sistema desde su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propia perspectiva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sistemas abstractos son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interpretaciones construidas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la realidad.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Integrar múltiples perspectivas enriquece la comprensión del sistema.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Reconocer la subjetividad ayuda 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crear modelos más inclusivos y funcionales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40"/>
              <a:t>Impacto de las perspectivas en decisiones</a:t>
            </a:r>
            <a:endParaRPr sz="1840"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decisiones se basan en cómo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actor interpreta el sistema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Perspectivas diferentes pueden llevar 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conflictos o soluciones más creativas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toma de decisiones mejora cuando se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incluyen voces diversas y se comparten modelos mentales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Fomentar la apertura y el diálogo permite tomar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decisiones más sistémicas y sostenibles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clave aprendidos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modelos mentales compartidos configuran cómo se interpreta y actúa en un sistema.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Comparar paradigmas revela sus límites y potencia el aprendizaje.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paradigmas influyen en decisiones individuales y colectivas.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perspectivas son esenciales para entender sistemas abstractos complejos.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Integrar múltiples puntos de vista mejora la calidad de las decisiones.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Valores</a:t>
            </a:r>
            <a:endParaRPr/>
          </a:p>
        </p:txBody>
      </p:sp>
      <p:sp>
        <p:nvSpPr>
          <p:cNvPr id="144" name="Google Shape;144;p2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Colaboración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Importante para analizar sistemas desde múltiples perspectivas y disciplinas.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Adaptabilidad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Clave para comprender y operar en sistemas dinámicos o caóticos.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Visión a largo plazo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Esencial para anticipar consecuencias sistémicas y diseñar soluciones sostenibles.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Responsabilidad cognitiva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Crucial para desarrollar modelos sistémicos sólidos y asumir el impacto de las propias decisiones analíticas.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729450" y="733950"/>
            <a:ext cx="7688400" cy="2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atención</a:t>
            </a:r>
            <a:endParaRPr b="0" sz="1611"/>
          </a:p>
        </p:txBody>
      </p:sp>
      <p:sp>
        <p:nvSpPr>
          <p:cNvPr id="151" name="Google Shape;151;p23"/>
          <p:cNvSpPr/>
          <p:nvPr/>
        </p:nvSpPr>
        <p:spPr>
          <a:xfrm>
            <a:off x="7287376" y="2713475"/>
            <a:ext cx="1130480" cy="1546098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729450" y="3119775"/>
            <a:ext cx="63105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latin typeface="Raleway"/>
                <a:ea typeface="Raleway"/>
                <a:cs typeface="Raleway"/>
                <a:sym typeface="Raleway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