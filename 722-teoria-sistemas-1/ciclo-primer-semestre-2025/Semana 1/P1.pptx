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eabe3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eabe3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abe3d93_0_5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ceabe3d93_0_5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abe3d93_0_5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ceabe3d93_0_5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eabe3d93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eabe3d93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6995c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6995c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6995cc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6995cc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c6995c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c6995c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c6995ccd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c6995ccd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ceabe3d93_0_5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ceabe3d93_0_5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ceabe3d93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ceabe3d93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ceabe3d93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ceabe3d93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pensamiento sistémico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Teoría de Sistemas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Escuela de </a:t>
            </a:r>
            <a:r>
              <a:rPr lang="es"/>
              <a:t>Ingeniería</a:t>
            </a:r>
            <a:r>
              <a:rPr lang="es"/>
              <a:t> de Ciencias y Sistemas</a:t>
            </a:r>
            <a:br>
              <a:rPr lang="es"/>
            </a:br>
            <a:r>
              <a:rPr lang="es"/>
              <a:t>Facultad de </a:t>
            </a:r>
            <a:r>
              <a:rPr lang="es"/>
              <a:t>Ingeniería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San Carlos de Guatemala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77945" y="3442867"/>
            <a:ext cx="2858979" cy="851611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y recursos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Pensar en sistemas o pensar de otras maneras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realidad interpretada por el pensamiento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escalera de inferencias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Comparación de sistemas abstractos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Operaciones mentales básicas del pensamiento sistémico</a:t>
            </a:r>
            <a:endParaRPr/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a desarrollar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 los conceptos fundamentales de la teoría de sistemas y del pensamiento sistémico mediante la revisión de definiciones, clasificaciones y características básicas de los sistemas para reconocer los elementos esenciales en el análisis y modelación de sistemas</a:t>
            </a:r>
            <a:endParaRPr sz="1200"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Pensar en sistemas o pensar de otras maneras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Pensar en sistemas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implica ver relaciones, patrones y dinámicas en lugar de eventos aislados.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Promueve una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 holística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todo está conectado y afecta al conjunto.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Contrasta con el pensamiento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lineal o reduccionista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analiza partes separadas.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la comprensión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causas profundas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no solo síntomas.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realidad interpretada por el pensamiento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realidad no se percibe tal como es, sino a través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modelos mentales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Estos modelos son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representaciones internas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basadas en creencias, experiencias y aprendizajes previos.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Filtran y dan forma a cómo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interpretamos los hechos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útiles, pero también pueden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limitar la comprensión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 no se cuestionan.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escalera de inferencias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modelo que muestra cómo llegamos a conclusiones rápidamente: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observables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Selección de datos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Asignación de significados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Suposiciones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Creencias adoptadas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Acciones basadas en creencias</a:t>
            </a:r>
            <a:endParaRPr/>
          </a:p>
        </p:txBody>
      </p:sp>
      <p:sp>
        <p:nvSpPr>
          <p:cNvPr id="121" name="Google Shape;121;p1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peligro es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actuar sin revisar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los pasos intermedios.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pensamiento sistémico invita 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descender la escalera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cuestionar nuestras inferencias.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de sistemas abstractos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modelos mentales son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abstractos diseñados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entender la realidad.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comparan en función de: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Coherencia interna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 explicativa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Adaptabilidad al cambio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Modelos más ricos permiten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 toma de decisiones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aprendizaje.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hay modelos "correctos", sino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 útiles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limitantes según el contexto.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40"/>
              <a:t>Operaciones mentales básicas del pensamiento sistémico</a:t>
            </a:r>
            <a:endParaRPr sz="1840"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 patrones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lugar de eventos aislados.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Reconocer relaciones causales circulares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(retroalimentaciones).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Cambiar de perspectiva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ver cómo otros entienden el sistema.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Pensar a largo plazo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considerando consecuencias indirectas.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Cuestionar modelos mentales propios y ajenos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generar aprendizaje.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clave aprendidos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modelos mentales son representaciones internas que guían nuestra interpretación de la realidad.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pensamiento sistémico permite ver conexiones y patrones en lugar de hechos aislados.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escalera de inferencias ayuda a entender cómo construimos creencias y cómo podemos revisarlas.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Comparar modelos mentales permite evaluar su utilidad para comprender sistemas complejos.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pensamiento sistémico requiere habilidades mentales como la observación de relaciones y la reflexión crítica.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</a:t>
            </a:r>
            <a:endParaRPr/>
          </a:p>
        </p:txBody>
      </p:sp>
      <p:sp>
        <p:nvSpPr>
          <p:cNvPr id="145" name="Google Shape;145;p2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Humildad intelectual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Clave para cuestionar modelos y aceptar nuevas perspectivas en sistemas complejos.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Apertura mental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analizar múltiples enfoques dentro de un sistema.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Curiosidad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Impulsa la exploración de interacciones y dinámicas sistémicas.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Reflexión crítica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Esencial para identificar supuestos y mejorar modelos de sistemas.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Colaboración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Fundamental en el estudio de sistemas, que suelen ser interdisciplinarios.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Adaptabilidad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Necesaria para entender y responder a sistemas en cambio constante.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729450" y="733950"/>
            <a:ext cx="7688400" cy="2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</a:t>
            </a:r>
            <a:endParaRPr b="0" sz="1611"/>
          </a:p>
        </p:txBody>
      </p:sp>
      <p:sp>
        <p:nvSpPr>
          <p:cNvPr id="152" name="Google Shape;152;p23"/>
          <p:cNvSpPr/>
          <p:nvPr/>
        </p:nvSpPr>
        <p:spPr>
          <a:xfrm>
            <a:off x="7287376" y="2713475"/>
            <a:ext cx="1130480" cy="1546098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729450" y="3119775"/>
            <a:ext cx="6310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latin typeface="Raleway"/>
                <a:ea typeface="Raleway"/>
                <a:cs typeface="Raleway"/>
                <a:sym typeface="Raleway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