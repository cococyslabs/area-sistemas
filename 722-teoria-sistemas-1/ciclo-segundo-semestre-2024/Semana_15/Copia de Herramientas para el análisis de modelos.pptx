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356" y="619125"/>
            <a:ext cx="7568089" cy="4854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00"/>
              </a:lnSpc>
              <a:buNone/>
            </a:pPr>
            <a:r>
              <a:rPr lang="en-US" sz="6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 y ajuste de modelos sistémicos: Herramientas para el análisis de modelos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6274356" y="5811560"/>
            <a:ext cx="7568089" cy="1800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evaluación y el ajuste de modelos sistémicos son procesos clave para garantizar la precisión y la eficacia de los modelos utilizados en diversos campos, desde la ingeniería hasta las ciencias sociales. Estas herramientas permiten analizar a fondo la estructura, los supuestos y el desempeño de los modelos, lo que facilita su mejora continua.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1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Validación y calibración de modelos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69356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194209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 que el modelo representa de manera precisa el sistema real, comprobando su capacidad para predecir resultados y comportamientos observados.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469356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Calibración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194209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Ajusta los parámetros del modelo para mejorar su ajuste a los datos empíricos, optimizando su precisión y relevancia.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832872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60673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Iteración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557724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proceso cíclico de validación y calibración que permite refinar continuamente el modelo hasta alcanzar un desempeño satisfactorio.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6046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sensibilidad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3285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Factores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análisis de sensibilidad determina qué variables tienen un mayor impacto en los resultados del modelo, resaltando los aspectos más importantes.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34872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Comprender Interacciones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 entender cómo interactúan los diferentes componentes del modelo y cómo estos afectan el desempeño general.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Mejorar Robustez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 a identificar puntos débiles y fortalece la resiliencia del modelo frente a posibles variaciones en los datos de entrada.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0423" y="694611"/>
            <a:ext cx="7635954" cy="134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y mejora de modelos</a:t>
            </a:r>
            <a:endParaRPr lang="en-US" sz="4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423" y="2364343"/>
            <a:ext cx="1077278" cy="17235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0836" y="2579727"/>
            <a:ext cx="413789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Áreas de Mejora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640836" y="3045500"/>
            <a:ext cx="623554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los resultados del análisis de sensibilidad y validación para determinar las oportunidades de optimización.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23" y="4087892"/>
            <a:ext cx="1077278" cy="17235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0836" y="4303276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Ajuste de Parámetros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640836" y="4769048"/>
            <a:ext cx="623554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Modificar los valores de los parámetros clave para mejorar el desempeño del modelo de manera iterativa.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423" y="5811441"/>
            <a:ext cx="1077278" cy="17235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0836" y="6026825"/>
            <a:ext cx="319873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 de Resultados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640836" y="6492597"/>
            <a:ext cx="623554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Comprobar que los cambios realizados han tenido el efecto deseado y que el modelo ha mejorado.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10853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prácticas y estudios de caso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Ingeniería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54579"/>
            <a:ext cx="30054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de diseños de productos y procesos industriales.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46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9446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Finanzas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39446" y="615457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riesgos y predictivo en mercados financieros.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5221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Medio Ambiente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85221" y="615457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Modelado de sistemas ecológicos y de recursos naturales.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4870371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0997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Salud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30997" y="6154579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Simulación de sistemas biológicos y de atención médica.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2024-11-03T09:43:39Z</dcterms:created>
  <dcterms:modified xsi:type="dcterms:W3CDTF">2024-11-03T09:43:39Z</dcterms:modified>
</cp:coreProperties>
</file>