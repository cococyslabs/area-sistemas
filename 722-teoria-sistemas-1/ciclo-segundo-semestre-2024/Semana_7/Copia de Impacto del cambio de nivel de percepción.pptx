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4630400" cy="8229600"/>
  <p:notesSz cx="8229600" cy="14630400"/>
  <p:embeddedFontLst>
    <p:embeddedFont>
      <p:font typeface="Raleway"/>
      <p:regular r:id="rId12"/>
    </p:embeddedFont>
    <p:embeddedFont>
      <p:font typeface="Raleway"/>
      <p:regular r:id="rId13"/>
    </p:embeddedFont>
    <p:embeddedFont>
      <p:font typeface="Raleway"/>
      <p:regular r:id="rId14"/>
    </p:embeddedFont>
    <p:embeddedFont>
      <p:font typeface="Raleway"/>
      <p:regular r:id="rId15"/>
    </p:embeddedFont>
    <p:embeddedFont>
      <p:font typeface="Roboto"/>
      <p:regular r:id="rId16"/>
    </p:embeddedFont>
    <p:embeddedFont>
      <p:font typeface="Roboto"/>
      <p:regular r:id="rId17"/>
    </p:embeddedFont>
    <p:embeddedFont>
      <p:font typeface="Roboto"/>
      <p:regular r:id="rId18"/>
    </p:embeddedFont>
    <p:embeddedFont>
      <p:font typeface="Roboto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570077"/>
            <a:ext cx="7556421" cy="293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Impacto del cambio de nivel de percepción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793790" y="4844891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Entender cómo el nivel de percepción puede cambiar y afectar nuestro comportamiento y toma de decisiones es crucial para navegar de manera efectiva en un mundo en constante evolución. Este tema explora los factores clave que influyen en estos cambios y las estrategias para gestionarlos con éxito.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2535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Definición del nivel de percepción y su importancia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93822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76074" y="3023235"/>
            <a:ext cx="14561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29382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Nivel de Percepción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3428643"/>
            <a:ext cx="2927747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nivel de percepción se refiere a la profundidad y detalle con la que una persona experimenta y entiende el mundo que los rodea.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467" y="293822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51916" y="3023235"/>
            <a:ext cx="177284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422583" y="29382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Importancia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22583" y="3428643"/>
            <a:ext cx="2927747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Nuestro nivel de percepción influye directamente en la forma en que interpretamos información, tomamos decisiones y nos comportamos.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608802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58096" y="6173033"/>
            <a:ext cx="181689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530906" y="60880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Adaptación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30906" y="6578441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capacidad de adaptarse a los cambios en el nivel de percepción es fundamental para navegar eficazmente en un entorno dinámico.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04060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Factores que influyen en el cambio de nivel de percepción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885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Factores Internos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6973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Estados emocionales, sesgos cognitivos y patrones de pensamiento pueden afectar nuestro nivel de percepción.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9885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Factores Externos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56973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Cambios en el entorno, nuevas experiencias y la interacción con otros también pueden influir en cómo percibimos el mundo.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9885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Adaptación Dinámica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569738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capacidad de ajustar nuestro nivel de percepción en respuesta a estos factores es crucial.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9610" y="670917"/>
            <a:ext cx="7764780" cy="1847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800"/>
              </a:lnSpc>
              <a:buNone/>
            </a:pPr>
            <a:r>
              <a:rPr lang="en-US" sz="3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Efectos del cambio de nivel de percepción en el comportamiento y la toma de decisiones</a:t>
            </a:r>
            <a:endParaRPr lang="en-US" sz="3850" dirty="0"/>
          </a:p>
        </p:txBody>
      </p:sp>
      <p:sp>
        <p:nvSpPr>
          <p:cNvPr id="4" name="Shape 1"/>
          <p:cNvSpPr/>
          <p:nvPr/>
        </p:nvSpPr>
        <p:spPr>
          <a:xfrm>
            <a:off x="973693" y="2813447"/>
            <a:ext cx="22860" cy="4745117"/>
          </a:xfrm>
          <a:prstGeom prst="roundRect">
            <a:avLst>
              <a:gd name="adj" fmla="val 362004"/>
            </a:avLst>
          </a:prstGeom>
          <a:solidFill>
            <a:srgbClr val="C7C7D0"/>
          </a:solidFill>
          <a:ln/>
        </p:spPr>
      </p:sp>
      <p:sp>
        <p:nvSpPr>
          <p:cNvPr id="5" name="Shape 2"/>
          <p:cNvSpPr/>
          <p:nvPr/>
        </p:nvSpPr>
        <p:spPr>
          <a:xfrm>
            <a:off x="1183898" y="3245168"/>
            <a:ext cx="689610" cy="22860"/>
          </a:xfrm>
          <a:prstGeom prst="roundRect">
            <a:avLst>
              <a:gd name="adj" fmla="val 362004"/>
            </a:avLst>
          </a:prstGeom>
          <a:solidFill>
            <a:srgbClr val="C7C7D0"/>
          </a:solidFill>
          <a:ln/>
        </p:spPr>
      </p:sp>
      <p:sp>
        <p:nvSpPr>
          <p:cNvPr id="6" name="Shape 3"/>
          <p:cNvSpPr/>
          <p:nvPr/>
        </p:nvSpPr>
        <p:spPr>
          <a:xfrm>
            <a:off x="763488" y="3035022"/>
            <a:ext cx="443270" cy="443270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21841" y="3108841"/>
            <a:ext cx="126444" cy="295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2068711" y="3010376"/>
            <a:ext cx="2462808" cy="307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Perspectiva Amplia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2068711" y="3436382"/>
            <a:ext cx="6385679" cy="630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nivel de percepción más elevado puede llevar a una visión más holística y a decisiones más informadas.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1183898" y="4892516"/>
            <a:ext cx="689610" cy="22860"/>
          </a:xfrm>
          <a:prstGeom prst="roundRect">
            <a:avLst>
              <a:gd name="adj" fmla="val 362004"/>
            </a:avLst>
          </a:prstGeom>
          <a:solidFill>
            <a:srgbClr val="C7C7D0"/>
          </a:solidFill>
          <a:ln/>
        </p:spPr>
      </p:sp>
      <p:sp>
        <p:nvSpPr>
          <p:cNvPr id="11" name="Shape 8"/>
          <p:cNvSpPr/>
          <p:nvPr/>
        </p:nvSpPr>
        <p:spPr>
          <a:xfrm>
            <a:off x="763488" y="4682371"/>
            <a:ext cx="443270" cy="443270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08149" y="4756190"/>
            <a:ext cx="153948" cy="295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2068711" y="4657725"/>
            <a:ext cx="2462808" cy="307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Sesgo y Distorsión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2068711" y="5083731"/>
            <a:ext cx="6385679" cy="630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nivel de percepción demasiado estrecho puede provocar sesgos y distorsionar nuestra comprensión de la realidad.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1183898" y="6539865"/>
            <a:ext cx="689610" cy="22860"/>
          </a:xfrm>
          <a:prstGeom prst="roundRect">
            <a:avLst>
              <a:gd name="adj" fmla="val 362004"/>
            </a:avLst>
          </a:prstGeom>
          <a:solidFill>
            <a:srgbClr val="C7C7D0"/>
          </a:solidFill>
          <a:ln/>
        </p:spPr>
      </p:sp>
      <p:sp>
        <p:nvSpPr>
          <p:cNvPr id="16" name="Shape 13"/>
          <p:cNvSpPr/>
          <p:nvPr/>
        </p:nvSpPr>
        <p:spPr>
          <a:xfrm>
            <a:off x="763488" y="6329720"/>
            <a:ext cx="443270" cy="443270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06244" y="6403538"/>
            <a:ext cx="157758" cy="295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2068711" y="6305074"/>
            <a:ext cx="2462808" cy="307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Ajuste Dinámico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2068711" y="6731079"/>
            <a:ext cx="6385679" cy="630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Saber cuándo y cómo ajustar nuestro nivel de percepción es clave para tomar decisiones efectivas.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E5E0DF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10776" y="684371"/>
            <a:ext cx="7695248" cy="1940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50"/>
              </a:lnSpc>
              <a:buNone/>
            </a:pPr>
            <a:r>
              <a:rPr lang="en-US" sz="4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Estrategias para gestionar de manera efectiva los cambios de nivel de percepción</a:t>
            </a:r>
            <a:endParaRPr lang="en-US" sz="4050" dirty="0"/>
          </a:p>
        </p:txBody>
      </p:sp>
      <p:sp>
        <p:nvSpPr>
          <p:cNvPr id="6" name="Shape 2"/>
          <p:cNvSpPr/>
          <p:nvPr/>
        </p:nvSpPr>
        <p:spPr>
          <a:xfrm>
            <a:off x="6210776" y="2935010"/>
            <a:ext cx="3744158" cy="2201585"/>
          </a:xfrm>
          <a:prstGeom prst="roundRect">
            <a:avLst>
              <a:gd name="adj" fmla="val 394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425327" y="3149560"/>
            <a:ext cx="2587466" cy="323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Autoconocimiento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6425327" y="3597116"/>
            <a:ext cx="3315057" cy="1324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Entender nuestros patrones de pensamiento, sesgos y puntos ciegos nos ayuda a adaptarnos mejor.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10161865" y="2935010"/>
            <a:ext cx="3744158" cy="2201585"/>
          </a:xfrm>
          <a:prstGeom prst="roundRect">
            <a:avLst>
              <a:gd name="adj" fmla="val 394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376416" y="3149560"/>
            <a:ext cx="2587466" cy="323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Flexibilidad Mental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10376416" y="3597116"/>
            <a:ext cx="3315057" cy="1324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Cultivar la capacidad de cambiar nuestra perspectiva nos permite responder con agilidad a los cambios.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210776" y="5343525"/>
            <a:ext cx="3744158" cy="2201585"/>
          </a:xfrm>
          <a:prstGeom prst="roundRect">
            <a:avLst>
              <a:gd name="adj" fmla="val 394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25327" y="5558076"/>
            <a:ext cx="2587466" cy="323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Aprendizaje Continuo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425327" y="6005632"/>
            <a:ext cx="3315057" cy="1324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Mantenerse abierto a nuevas experiencias y perspectivas enriquece nuestro nivel de percepción.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10161865" y="5343525"/>
            <a:ext cx="3744158" cy="2201585"/>
          </a:xfrm>
          <a:prstGeom prst="roundRect">
            <a:avLst>
              <a:gd name="adj" fmla="val 394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376416" y="5558076"/>
            <a:ext cx="2587466" cy="323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Práctica Reflexiva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10376416" y="6005632"/>
            <a:ext cx="3315057" cy="993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Tomar el tiempo para analizar nuestros procesos de toma de decisiones nos ayuda a mejorarlos.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2024-11-03T08:56:50Z</dcterms:created>
  <dcterms:modified xsi:type="dcterms:W3CDTF">2024-11-03T08:56:50Z</dcterms:modified>
</cp:coreProperties>
</file>