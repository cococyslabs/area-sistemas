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Raleway" pitchFamily="2" charset="0"/>
      <p:regular r:id="rId11"/>
    </p:embeddedFont>
    <p:embeddedFont>
      <p:font typeface="Roboto" panose="02000000000000000000" pitchFamily="2" charset="0"/>
      <p:regular r:id="rId12"/>
      <p:bold r:id="rId13"/>
    </p:embeddedFont>
  </p:embeddedFontLst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12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850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829753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modelos mentales o sistemas abstractos diseñados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96251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son representaciones simplificadas de la realidad que nos ayudan a comprender y navegar el mundo que nos rodea. Estos sistemas abstractos nos permiten procesar información de manera más eficiente y tomar decisiones informadas.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1592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de los modelos mentales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473643"/>
            <a:ext cx="3664863" cy="3128129"/>
          </a:xfrm>
          <a:prstGeom prst="roundRect">
            <a:avLst>
              <a:gd name="adj" fmla="val 304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1028224" y="2708077"/>
            <a:ext cx="319599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Representaciones Simplificadas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552825"/>
            <a:ext cx="319599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son abstracciones de la realidad que nos ayudan a entender conceptos complejos de manera más sencilla.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473643"/>
            <a:ext cx="3664863" cy="3128129"/>
          </a:xfrm>
          <a:prstGeom prst="roundRect">
            <a:avLst>
              <a:gd name="adj" fmla="val 3046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8" name="Text 5"/>
          <p:cNvSpPr/>
          <p:nvPr/>
        </p:nvSpPr>
        <p:spPr>
          <a:xfrm>
            <a:off x="4919901" y="27080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Guías para la Acción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198495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Estos modelos nos permiten anticipar escenarios y planificar nuestras acciones de forma más efectiva.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828586"/>
            <a:ext cx="7556421" cy="1685092"/>
          </a:xfrm>
          <a:prstGeom prst="roundRect">
            <a:avLst>
              <a:gd name="adj" fmla="val 565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1" name="Text 8"/>
          <p:cNvSpPr/>
          <p:nvPr/>
        </p:nvSpPr>
        <p:spPr>
          <a:xfrm>
            <a:off x="1028224" y="6063020"/>
            <a:ext cx="31973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Herramientas Cognitivas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553438"/>
            <a:ext cx="70875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mentales son estructuras mentales que facilitan el procesamiento de información y la toma de decisiones.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118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7241" y="3430429"/>
            <a:ext cx="10530840" cy="702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0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Características de los modelos mentales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87241" y="4723686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5" name="Text 2"/>
          <p:cNvSpPr/>
          <p:nvPr/>
        </p:nvSpPr>
        <p:spPr>
          <a:xfrm>
            <a:off x="968097" y="4807982"/>
            <a:ext cx="144423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18285" y="4723686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Simplificación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18285" y="5210056"/>
            <a:ext cx="5684520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Reducen la complejidad de la realidad a una representación más manejable.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7714" y="4723686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9" name="Text 6"/>
          <p:cNvSpPr/>
          <p:nvPr/>
        </p:nvSpPr>
        <p:spPr>
          <a:xfrm>
            <a:off x="7592854" y="4807982"/>
            <a:ext cx="175736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8158758" y="4723686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Flexibilidad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8158758" y="5210056"/>
            <a:ext cx="5684520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Pueden adaptarse y modificarse según la situación y la nueva información disponible.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87241" y="6407587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3" name="Text 10"/>
          <p:cNvSpPr/>
          <p:nvPr/>
        </p:nvSpPr>
        <p:spPr>
          <a:xfrm>
            <a:off x="950238" y="6491883"/>
            <a:ext cx="180142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18285" y="6407587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Subjetividad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18285" y="6893957"/>
            <a:ext cx="5684520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Están influenciados por nuestras experiencias, creencias y sesgos cognitivos.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7427714" y="6407587"/>
            <a:ext cx="506135" cy="506135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7588687" y="6491883"/>
            <a:ext cx="184190" cy="337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5"/>
          <p:cNvSpPr/>
          <p:nvPr/>
        </p:nvSpPr>
        <p:spPr>
          <a:xfrm>
            <a:off x="8158758" y="6407587"/>
            <a:ext cx="2811899" cy="35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Dinamismo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158758" y="6893957"/>
            <a:ext cx="5684520" cy="719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Evolucionan y se actualizan constantemente a medida que aprendemos y adquirimos nuevos conocimientos.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39960"/>
            <a:ext cx="730043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Tipos de modelos mentales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Modelos Estratégicos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Guían la toma de decisiones a nivel organizacional y la planificación a largo plazo.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815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Modelos Analíticos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Facilitan el análisis de problemas complejos y la evaluación de alternativas.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815715"/>
            <a:ext cx="30315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Modelos Conceptuales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396859"/>
            <a:ext cx="3978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Representan ideas abstractas y sistemas complejos de manera visual y simplificada.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8044" y="606266"/>
            <a:ext cx="7600712" cy="1378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Operaciones mentales básicas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573441" y="2314932"/>
            <a:ext cx="30480" cy="5309949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5" name="Shape 2"/>
          <p:cNvSpPr/>
          <p:nvPr/>
        </p:nvSpPr>
        <p:spPr>
          <a:xfrm>
            <a:off x="6806208" y="2795707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6" name="Shape 3"/>
          <p:cNvSpPr/>
          <p:nvPr/>
        </p:nvSpPr>
        <p:spPr>
          <a:xfrm>
            <a:off x="6340673" y="256293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Text 4"/>
          <p:cNvSpPr/>
          <p:nvPr/>
        </p:nvSpPr>
        <p:spPr>
          <a:xfrm>
            <a:off x="6517838" y="2645569"/>
            <a:ext cx="141565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801332" y="2535317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Observación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801332" y="301204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Percibir y recopilar información del entorno de manera activa y consciente.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806208" y="4639151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Shape 8"/>
          <p:cNvSpPr/>
          <p:nvPr/>
        </p:nvSpPr>
        <p:spPr>
          <a:xfrm>
            <a:off x="6340673" y="4406384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2" name="Text 9"/>
          <p:cNvSpPr/>
          <p:nvPr/>
        </p:nvSpPr>
        <p:spPr>
          <a:xfrm>
            <a:off x="6502479" y="4489013"/>
            <a:ext cx="172283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801332" y="4378762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Conceptualización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7801332" y="4855488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Organizar y categorizar la información en modelos mentales significativos.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806208" y="6482596"/>
            <a:ext cx="771644" cy="30480"/>
          </a:xfrm>
          <a:prstGeom prst="roundRect">
            <a:avLst>
              <a:gd name="adj" fmla="val 303837"/>
            </a:avLst>
          </a:prstGeom>
          <a:solidFill>
            <a:srgbClr val="C7C7D0"/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6" name="Shape 13"/>
          <p:cNvSpPr/>
          <p:nvPr/>
        </p:nvSpPr>
        <p:spPr>
          <a:xfrm>
            <a:off x="6340673" y="6249829"/>
            <a:ext cx="496014" cy="496014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17" name="Text 14"/>
          <p:cNvSpPr/>
          <p:nvPr/>
        </p:nvSpPr>
        <p:spPr>
          <a:xfrm>
            <a:off x="6500336" y="6332458"/>
            <a:ext cx="176570" cy="330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7801332" y="6222206"/>
            <a:ext cx="2756178" cy="3444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Razonamiento</a:t>
            </a:r>
            <a:endParaRPr lang="en-US" sz="2150" dirty="0"/>
          </a:p>
        </p:txBody>
      </p:sp>
      <p:sp>
        <p:nvSpPr>
          <p:cNvPr id="19" name="Text 16"/>
          <p:cNvSpPr/>
          <p:nvPr/>
        </p:nvSpPr>
        <p:spPr>
          <a:xfrm>
            <a:off x="7801332" y="6698933"/>
            <a:ext cx="6057424" cy="705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Analizar, inferir y establecer conexiones entre los elementos de los modelos mentales.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0902" y="610433"/>
            <a:ext cx="7594997" cy="138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Importancia de las operaciones mentales</a:t>
            </a:r>
            <a:endParaRPr lang="en-US" sz="43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902" y="2325291"/>
            <a:ext cx="553164" cy="55316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60902" y="309967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Innovación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6260902" y="3578066"/>
            <a:ext cx="363152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Las operaciones mentales fomentan la creatividad y la generación de nuevas ideas.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254" y="2325291"/>
            <a:ext cx="553164" cy="55316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24254" y="3099673"/>
            <a:ext cx="2766179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10224254" y="3578066"/>
            <a:ext cx="3631644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analizar información, evaluar alternativas y tomar decisiones más acertadas.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0902" y="5304115"/>
            <a:ext cx="553164" cy="55316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60902" y="6078498"/>
            <a:ext cx="3265646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Resolución de Problemas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6260902" y="6556891"/>
            <a:ext cx="3631525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Facilitan la comprensión de problemas complejos y el desarrollo de soluciones efectivas.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24254" y="5304115"/>
            <a:ext cx="553164" cy="55316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224254" y="6078498"/>
            <a:ext cx="3107412" cy="345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Aprendizaje y Desarrollo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10224254" y="6556891"/>
            <a:ext cx="3631644" cy="10622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Promueven el aprendizaje continuo y el crecimiento personal y profesional.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8290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Cómo desarrollar y aplicar las operaciones mentales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073" y="2319933"/>
            <a:ext cx="1104424" cy="1767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8728" y="254079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Práctica Consciente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08728" y="3018353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Ejercitar regularmente habilidades como la observación, el análisis y la resolución de problemas.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73" y="4087058"/>
            <a:ext cx="1104424" cy="17671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8728" y="4307919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Aprendizaje Continuo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08728" y="4785479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Mantener una actitud abierta y estar dispuesto a adquirir nuevos conocimientos y perspectivas.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073" y="5854184"/>
            <a:ext cx="1104424" cy="17671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8728" y="6075045"/>
            <a:ext cx="3784640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Reflexión y Retroalimentación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08728" y="6552605"/>
            <a:ext cx="6162199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Analizar y evaluar nuestros procesos mentales para identificar áreas de mejora.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E5E0DF"/>
          </a:solidFill>
          <a:ln/>
        </p:spPr>
        <p:txBody>
          <a:bodyPr/>
          <a:lstStyle/>
          <a:p>
            <a:endParaRPr lang="es-GT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280190" y="121800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 de dominar las operaciones mentales</a:t>
            </a:r>
            <a:endParaRPr lang="en-US" sz="4450" dirty="0"/>
          </a:p>
        </p:txBody>
      </p:sp>
      <p:sp>
        <p:nvSpPr>
          <p:cNvPr id="6" name="Shape 2"/>
          <p:cNvSpPr/>
          <p:nvPr/>
        </p:nvSpPr>
        <p:spPr>
          <a:xfrm>
            <a:off x="6280190" y="2975729"/>
            <a:ext cx="7556421" cy="2692003"/>
          </a:xfrm>
          <a:prstGeom prst="roundRect">
            <a:avLst>
              <a:gd name="adj" fmla="val 353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GT"/>
          </a:p>
        </p:txBody>
      </p:sp>
      <p:sp>
        <p:nvSpPr>
          <p:cNvPr id="7" name="Shape 3"/>
          <p:cNvSpPr/>
          <p:nvPr/>
        </p:nvSpPr>
        <p:spPr>
          <a:xfrm>
            <a:off x="6287810" y="2983349"/>
            <a:ext cx="75411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8" name="Text 4"/>
          <p:cNvSpPr/>
          <p:nvPr/>
        </p:nvSpPr>
        <p:spPr>
          <a:xfrm>
            <a:off x="6514624" y="3127057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Toma de Decisiones Efectiva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0289024" y="3127057"/>
            <a:ext cx="33131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Capacidad de Análisis Profundo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6287810" y="3633668"/>
            <a:ext cx="75411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1" name="Text 7"/>
          <p:cNvSpPr/>
          <p:nvPr/>
        </p:nvSpPr>
        <p:spPr>
          <a:xfrm>
            <a:off x="6514624" y="3777377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Resolución Creativa de Problemas</a:t>
            </a:r>
            <a:endParaRPr lang="en-US" sz="1750" dirty="0"/>
          </a:p>
        </p:txBody>
      </p:sp>
      <p:sp>
        <p:nvSpPr>
          <p:cNvPr id="12" name="Text 8"/>
          <p:cNvSpPr/>
          <p:nvPr/>
        </p:nvSpPr>
        <p:spPr>
          <a:xfrm>
            <a:off x="10289024" y="3777377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Aprendizaje Rápido y Adaptabilidad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6287810" y="4646890"/>
            <a:ext cx="75411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s-GT"/>
          </a:p>
        </p:txBody>
      </p:sp>
      <p:sp>
        <p:nvSpPr>
          <p:cNvPr id="14" name="Text 10"/>
          <p:cNvSpPr/>
          <p:nvPr/>
        </p:nvSpPr>
        <p:spPr>
          <a:xfrm>
            <a:off x="6514624" y="4790599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Mayor Autoconocimiento y Autocontrol</a:t>
            </a:r>
            <a:endParaRPr lang="en-US" sz="1750" dirty="0"/>
          </a:p>
        </p:txBody>
      </p:sp>
      <p:sp>
        <p:nvSpPr>
          <p:cNvPr id="15" name="Text 11"/>
          <p:cNvSpPr/>
          <p:nvPr/>
        </p:nvSpPr>
        <p:spPr>
          <a:xfrm>
            <a:off x="10289024" y="4790599"/>
            <a:ext cx="33131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Mejora en la Comunicación y Colaboración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6280190" y="592288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Dominar las operaciones mentales clave nos permite navegar con mayor eficacia los desafíos de la vida cotidiana, tomar mejores decisiones y alcanzar nuestro máximo potencial personal y profesional.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Personalizado</PresentationFormat>
  <Paragraphs>71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Roboto</vt:lpstr>
      <vt:lpstr>Raleway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Jeser Medina</cp:lastModifiedBy>
  <cp:revision>2</cp:revision>
  <dcterms:created xsi:type="dcterms:W3CDTF">2024-11-03T07:58:15Z</dcterms:created>
  <dcterms:modified xsi:type="dcterms:W3CDTF">2024-11-03T08:07:04Z</dcterms:modified>
</cp:coreProperties>
</file>