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aleway"/>
      <p:regular r:id="rId15"/>
    </p:embeddedFont>
    <p:embeddedFont>
      <p:font typeface="Raleway"/>
      <p:regular r:id="rId16"/>
    </p:embeddedFont>
    <p:embeddedFont>
      <p:font typeface="Raleway"/>
      <p:regular r:id="rId17"/>
    </p:embeddedFont>
    <p:embeddedFont>
      <p:font typeface="Raleway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pensamiento sistémico como emergente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es un enfoque holístico que se centra en comprender las relaciones y patrones que subyacen en los sistemas complejos. Esta forma de pensar ha ido ganando importancia a medida que nos enfrentamos a desafíos cada vez más interconectados e interdependientes en el mundo moderno.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el pensamiento sistémico?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208973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Holística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analiza los problemas desde un enfoque integral, en lugar de verlos de manera aislada.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208973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Conexiones y Relaciones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centra en identificar los vínculos y patrones que existen entre los diferentes elementos de un sistema.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987296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29626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 Dinámica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 la naturaleza cambiante y compleja de los sistemas, con múltiples bucles de retroalimentación.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4587" y="758309"/>
            <a:ext cx="766762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Orígenes y evolución del pensamiento sistémico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29507" y="2392918"/>
            <a:ext cx="22860" cy="5078373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55309" y="2855833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03705" y="2630091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3250" y="2709148"/>
            <a:ext cx="135374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0963" y="2603778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Siglo XX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0963" y="3059668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Surgimiento de la Teoría General de Sistemas y la Cibernética, sentando las bases del pensamiento sistémico.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5309" y="4618911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3705" y="4393168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8486" y="4472226"/>
            <a:ext cx="16478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0963" y="4366855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Década de 1970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0963" y="4822746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Expansión del pensamiento sistémico a través de enfoques como la Dinámica de Sistemas y la Complejidad.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5309" y="6381988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3705" y="6156246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6462" y="6235303"/>
            <a:ext cx="168950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0963" y="6129933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Actualidad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0963" y="6585823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se aplica en diversos campos, como la planificación, la toma de decisiones y la resolución de problemas.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12193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clave del pensamiento sistémico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Interconexión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están interrelacionados y se influyen mutuamente.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tienen bucles de retroalimentación que amplifican o equilibran los procesos.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3194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Propiedades Emergentes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pueden generar características que no se pueden predecir a partir de sus partes individuales.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112" y="551736"/>
            <a:ext cx="7739777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del pensamiento sistémico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2" y="2106573"/>
            <a:ext cx="501491" cy="5014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2112" y="2808684"/>
            <a:ext cx="2592824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Empresarial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02112" y="324242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y diseñar sistemas organizacionales complejos.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12" y="4165283"/>
            <a:ext cx="501491" cy="5014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2112" y="4867394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Ambiental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02112" y="530113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y abordar problemas ambientales interconectados.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2" y="6223992"/>
            <a:ext cx="501491" cy="5014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2112" y="6926104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Políticas Públicas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02112" y="7359848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soluciones integrales a desafíos sociales complejos.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23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3528536"/>
            <a:ext cx="13072110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sistémico en la resolución de problemas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16" y="4499372"/>
            <a:ext cx="4386977" cy="839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4523" y="5653802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Mapeo de Sistema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944523" y="6107668"/>
            <a:ext cx="3967163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elementos, conexiones y patrones clave del problema.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93" y="4499372"/>
            <a:ext cx="4387096" cy="839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1500" y="5653802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Bucles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331500" y="6107668"/>
            <a:ext cx="3967282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los bucles de retroalimentación que impulsan la dinámica del sistema.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688" y="4499372"/>
            <a:ext cx="4387096" cy="839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596" y="5653802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Puntos de Palanca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718596" y="6107668"/>
            <a:ext cx="3967282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Determinar los puntos estratégicos donde aplicar cambios para lograr un mayor impacto.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Retos y limitaciones del pensamiento sistémico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sistemas complejos con múltiples variables y dinámicas interrelacionadas.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 Información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756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Recopilar y analizar la cantidad de datos necesaria para comprender adecuadamente un sistema.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una perspectiva imparcial y evitar sesgos en la interpretación de los sistemas.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las soluciones sistémicas de manera efectiva en contextos reales.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3534"/>
            <a:ext cx="9413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perspectivas futuras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124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medida que los desafíos globales se vuelven cada vez más complejos e interconectados, el pensamiento sistémico se perfila como una herramienta fundamental para comprender y abordar problemas de manera integral. A futuro, se espera que esta forma de pensar siga evolucionando y expandiéndose a nuevos dominios, brindando soluciones más efectivas y sostenibles.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2024-11-03T08:09:28Z</dcterms:created>
  <dcterms:modified xsi:type="dcterms:W3CDTF">2024-11-03T08:09:28Z</dcterms:modified>
</cp:coreProperties>
</file>