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4630400" cy="8229600"/>
  <p:notesSz cx="8229600" cy="14630400"/>
  <p:embeddedFontLst>
    <p:embeddedFont>
      <p:font typeface="Raleway"/>
      <p:regular r:id="rId15"/>
    </p:embeddedFont>
    <p:embeddedFont>
      <p:font typeface="Raleway"/>
      <p:regular r:id="rId16"/>
    </p:embeddedFont>
    <p:embeddedFont>
      <p:font typeface="Raleway"/>
      <p:regular r:id="rId17"/>
    </p:embeddedFont>
    <p:embeddedFont>
      <p:font typeface="Raleway"/>
      <p:regular r:id="rId18"/>
    </p:embeddedFont>
    <p:embeddedFont>
      <p:font typeface="Roboto"/>
      <p:regular r:id="rId19"/>
    </p:embeddedFont>
    <p:embeddedFont>
      <p:font typeface="Roboto"/>
      <p:regular r:id="rId20"/>
    </p:embeddedFont>
    <p:embeddedFont>
      <p:font typeface="Roboto"/>
      <p:regular r:id="rId21"/>
    </p:embeddedFont>
    <p:embeddedFont>
      <p:font typeface="Roboto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Relationship Id="rId18" Type="http://schemas.openxmlformats.org/officeDocument/2006/relationships/font" Target="fonts/font4.fntdata"/><Relationship Id="rId19" Type="http://schemas.openxmlformats.org/officeDocument/2006/relationships/font" Target="fonts/font5.fntdata"/><Relationship Id="rId20" Type="http://schemas.openxmlformats.org/officeDocument/2006/relationships/font" Target="fonts/font6.fntdata"/><Relationship Id="rId21" Type="http://schemas.openxmlformats.org/officeDocument/2006/relationships/font" Target="fonts/font7.fntdata"/><Relationship Id="rId2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7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8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510076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pensamiento adaptativo complejo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267795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pensamiento adaptativo complejo es un marco teórico que estudia los sistemas dinámicos, no lineales y en constante evolución. Estos sistemas se caracterizan por propiedades emergentes, auto-organización y adaptación a su entorno cambiante.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102519"/>
            <a:ext cx="692848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Definición y características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406610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76074" y="2491621"/>
            <a:ext cx="145613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1530906" y="2406610"/>
            <a:ext cx="2927747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Elementos interconectados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530906" y="3251359"/>
            <a:ext cx="2927747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sistemas complejos adaptativos se componen de múltiples elementos que interactúan de manera dinámica e impredecible.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4685467" y="2406610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51916" y="2491621"/>
            <a:ext cx="177284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5422583" y="240661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Adaptabilidad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422583" y="2897029"/>
            <a:ext cx="2927747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Estos sistemas tienen la capacidad de aprender, evolucionar y adaptarse a los cambios en su entorno.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793790" y="5547836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58096" y="5632847"/>
            <a:ext cx="181689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1530906" y="554783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Impredecibilidad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530906" y="6038255"/>
            <a:ext cx="681930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comportamiento de los sistemas complejos adaptativos es altamente sensible a las condiciones iniciales, lo que dificulta su predicción a largo plazo.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77058"/>
            <a:ext cx="842414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Sistemas complejos adaptativos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45281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Ejemplos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033957"/>
            <a:ext cx="3978116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Algunos ejemplos de sistemas complejos adaptativos incluyen ecosistemas, redes neuronales, mercados financieros y organizaciones sociales.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332928" y="345281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Propiedades clave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32928" y="4033957"/>
            <a:ext cx="39781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Estas entidades comparten características como la retroalimentación, la no linealidad y la emergencia de patrones inesperados.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872067" y="345281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Aplicaciones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72067" y="4033957"/>
            <a:ext cx="39781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estudio de los sistemas complejos adaptativos tiene implicaciones en campos como la biología, la economía, la sociología y la informática.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06847" y="666274"/>
            <a:ext cx="7668220" cy="643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050"/>
              </a:lnSpc>
              <a:buNone/>
            </a:pPr>
            <a:r>
              <a:rPr lang="en-US" sz="40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Emergencia y auto-organización</a:t>
            </a:r>
            <a:endParaRPr lang="en-US" sz="4050" dirty="0"/>
          </a:p>
        </p:txBody>
      </p:sp>
      <p:sp>
        <p:nvSpPr>
          <p:cNvPr id="4" name="Shape 1"/>
          <p:cNvSpPr/>
          <p:nvPr/>
        </p:nvSpPr>
        <p:spPr>
          <a:xfrm>
            <a:off x="6504146" y="1618178"/>
            <a:ext cx="22860" cy="5945029"/>
          </a:xfrm>
          <a:prstGeom prst="roundRect">
            <a:avLst>
              <a:gd name="adj" fmla="val 378194"/>
            </a:avLst>
          </a:prstGeom>
          <a:solidFill>
            <a:srgbClr val="C7C7D0"/>
          </a:solidFill>
          <a:ln/>
        </p:spPr>
      </p:sp>
      <p:sp>
        <p:nvSpPr>
          <p:cNvPr id="5" name="Shape 2"/>
          <p:cNvSpPr/>
          <p:nvPr/>
        </p:nvSpPr>
        <p:spPr>
          <a:xfrm>
            <a:off x="6724233" y="2069663"/>
            <a:ext cx="720447" cy="22860"/>
          </a:xfrm>
          <a:prstGeom prst="roundRect">
            <a:avLst>
              <a:gd name="adj" fmla="val 378194"/>
            </a:avLst>
          </a:prstGeom>
          <a:solidFill>
            <a:srgbClr val="C7C7D0"/>
          </a:solidFill>
          <a:ln/>
        </p:spPr>
      </p:sp>
      <p:sp>
        <p:nvSpPr>
          <p:cNvPr id="6" name="Shape 3"/>
          <p:cNvSpPr/>
          <p:nvPr/>
        </p:nvSpPr>
        <p:spPr>
          <a:xfrm>
            <a:off x="6284059" y="1849636"/>
            <a:ext cx="463034" cy="463034"/>
          </a:xfrm>
          <a:prstGeom prst="roundRect">
            <a:avLst>
              <a:gd name="adj" fmla="val 18671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49437" y="1926788"/>
            <a:ext cx="132159" cy="3087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7647623" y="1823918"/>
            <a:ext cx="2573060" cy="32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Emergencia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647623" y="2268974"/>
            <a:ext cx="6262330" cy="987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sistemas complejos adaptativos exhiben propiedades emergentes que surgen de las interacciones entre sus elementos, a menudo de manera impredecible.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724233" y="4119920"/>
            <a:ext cx="720447" cy="22860"/>
          </a:xfrm>
          <a:prstGeom prst="roundRect">
            <a:avLst>
              <a:gd name="adj" fmla="val 378194"/>
            </a:avLst>
          </a:prstGeom>
          <a:solidFill>
            <a:srgbClr val="C7C7D0"/>
          </a:solidFill>
          <a:ln/>
        </p:spPr>
      </p:sp>
      <p:sp>
        <p:nvSpPr>
          <p:cNvPr id="11" name="Shape 8"/>
          <p:cNvSpPr/>
          <p:nvPr/>
        </p:nvSpPr>
        <p:spPr>
          <a:xfrm>
            <a:off x="6284059" y="3899892"/>
            <a:ext cx="463034" cy="463034"/>
          </a:xfrm>
          <a:prstGeom prst="roundRect">
            <a:avLst>
              <a:gd name="adj" fmla="val 18671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35150" y="3977045"/>
            <a:ext cx="160853" cy="3087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7647623" y="3874175"/>
            <a:ext cx="2573060" cy="32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Auto-organización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7647623" y="4319230"/>
            <a:ext cx="6262330" cy="987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Estos sistemas tienen la capacidad de organizarse espontáneamente sin un control central, dando lugar a patrones y estructuras complejas.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724233" y="6170176"/>
            <a:ext cx="720447" cy="22860"/>
          </a:xfrm>
          <a:prstGeom prst="roundRect">
            <a:avLst>
              <a:gd name="adj" fmla="val 378194"/>
            </a:avLst>
          </a:prstGeom>
          <a:solidFill>
            <a:srgbClr val="C7C7D0"/>
          </a:solidFill>
          <a:ln/>
        </p:spPr>
      </p:sp>
      <p:sp>
        <p:nvSpPr>
          <p:cNvPr id="16" name="Shape 13"/>
          <p:cNvSpPr/>
          <p:nvPr/>
        </p:nvSpPr>
        <p:spPr>
          <a:xfrm>
            <a:off x="6284059" y="5950148"/>
            <a:ext cx="463034" cy="463034"/>
          </a:xfrm>
          <a:prstGeom prst="roundRect">
            <a:avLst>
              <a:gd name="adj" fmla="val 18671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33125" y="6027301"/>
            <a:ext cx="164902" cy="3087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7647623" y="5924431"/>
            <a:ext cx="2573060" cy="32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Implicaciones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7647623" y="6369487"/>
            <a:ext cx="6262330" cy="987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emergencia y la auto-organización permiten a los sistemas complejos adaptativos responder y adaptarse a los cambios en su entorno.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5216" y="610195"/>
            <a:ext cx="6471523" cy="692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450"/>
              </a:lnSpc>
              <a:buNone/>
            </a:pPr>
            <a:r>
              <a:rPr lang="en-US" sz="4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Principios fundamentales</a:t>
            </a:r>
            <a:endParaRPr lang="en-US" sz="4350" dirty="0"/>
          </a:p>
        </p:txBody>
      </p:sp>
      <p:sp>
        <p:nvSpPr>
          <p:cNvPr id="4" name="Shape 1"/>
          <p:cNvSpPr/>
          <p:nvPr/>
        </p:nvSpPr>
        <p:spPr>
          <a:xfrm>
            <a:off x="775216" y="1634490"/>
            <a:ext cx="3686056" cy="2708672"/>
          </a:xfrm>
          <a:prstGeom prst="roundRect">
            <a:avLst>
              <a:gd name="adj" fmla="val 3434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04292" y="1863566"/>
            <a:ext cx="2768679" cy="345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Retroalimentación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1004292" y="2342436"/>
            <a:ext cx="3227903" cy="1771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sistemas complejos adaptativos se caracterizan por ciclos de retroalimentación positiva y negativa que impulsan su evolución.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4682728" y="1634490"/>
            <a:ext cx="3686056" cy="2708672"/>
          </a:xfrm>
          <a:prstGeom prst="roundRect">
            <a:avLst>
              <a:gd name="adj" fmla="val 3434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911804" y="1863566"/>
            <a:ext cx="2768679" cy="345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linealidad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4911804" y="2342436"/>
            <a:ext cx="3227903" cy="1771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Las relaciones entre los elementos del sistema no son lineales, lo que da lugar a efectos imprevisibles y a menudo sorprendentes.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775216" y="4564618"/>
            <a:ext cx="3686056" cy="3054668"/>
          </a:xfrm>
          <a:prstGeom prst="roundRect">
            <a:avLst>
              <a:gd name="adj" fmla="val 3045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4292" y="4793694"/>
            <a:ext cx="3227903" cy="6919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Sensibilidad a las condiciones iniciales</a:t>
            </a:r>
            <a:endParaRPr lang="en-US" sz="2150" dirty="0"/>
          </a:p>
        </p:txBody>
      </p:sp>
      <p:sp>
        <p:nvSpPr>
          <p:cNvPr id="12" name="Text 9"/>
          <p:cNvSpPr/>
          <p:nvPr/>
        </p:nvSpPr>
        <p:spPr>
          <a:xfrm>
            <a:off x="1004292" y="5618559"/>
            <a:ext cx="3227903" cy="1771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Pequeños cambios en las condiciones iniciales pueden tener un gran impacto en el comportamiento a largo plazo del sistema.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4682728" y="4564618"/>
            <a:ext cx="3686056" cy="3054668"/>
          </a:xfrm>
          <a:prstGeom prst="roundRect">
            <a:avLst>
              <a:gd name="adj" fmla="val 3045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911804" y="4793694"/>
            <a:ext cx="2768679" cy="345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Auto-organización</a:t>
            </a:r>
            <a:endParaRPr lang="en-US" sz="2150" dirty="0"/>
          </a:p>
        </p:txBody>
      </p:sp>
      <p:sp>
        <p:nvSpPr>
          <p:cNvPr id="15" name="Text 12"/>
          <p:cNvSpPr/>
          <p:nvPr/>
        </p:nvSpPr>
        <p:spPr>
          <a:xfrm>
            <a:off x="4911804" y="5272564"/>
            <a:ext cx="3227903" cy="1771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sistemas complejos adaptativos tienen la capacidad de organizarse espontáneamente sin una dirección central.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E5E0DF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93790" y="885706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Aplicaciones en diversos campos</a:t>
            </a:r>
            <a:endParaRPr lang="en-US" sz="445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643426"/>
            <a:ext cx="566976" cy="566976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793790" y="34372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Biología</a:t>
            </a:r>
            <a:endParaRPr lang="en-US" sz="2200" dirty="0"/>
          </a:p>
        </p:txBody>
      </p:sp>
      <p:sp>
        <p:nvSpPr>
          <p:cNvPr id="8" name="Text 3"/>
          <p:cNvSpPr/>
          <p:nvPr/>
        </p:nvSpPr>
        <p:spPr>
          <a:xfrm>
            <a:off x="793790" y="3927634"/>
            <a:ext cx="36080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Ecología, evolución, redes neuronales.</a:t>
            </a:r>
            <a:endParaRPr lang="en-US" sz="17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2021" y="2643426"/>
            <a:ext cx="566976" cy="566976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4742021" y="34372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Economía</a:t>
            </a:r>
            <a:endParaRPr lang="en-US" sz="2200" dirty="0"/>
          </a:p>
        </p:txBody>
      </p:sp>
      <p:sp>
        <p:nvSpPr>
          <p:cNvPr id="11" name="Text 5"/>
          <p:cNvSpPr/>
          <p:nvPr/>
        </p:nvSpPr>
        <p:spPr>
          <a:xfrm>
            <a:off x="4742021" y="3927634"/>
            <a:ext cx="360818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Mercados financieros, cadenas de suministro.</a:t>
            </a:r>
            <a:endParaRPr lang="en-US" sz="175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5333881"/>
            <a:ext cx="566976" cy="566976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793790" y="612767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Sociología</a:t>
            </a:r>
            <a:endParaRPr lang="en-US" sz="2200" dirty="0"/>
          </a:p>
        </p:txBody>
      </p:sp>
      <p:sp>
        <p:nvSpPr>
          <p:cNvPr id="14" name="Text 7"/>
          <p:cNvSpPr/>
          <p:nvPr/>
        </p:nvSpPr>
        <p:spPr>
          <a:xfrm>
            <a:off x="793790" y="6618089"/>
            <a:ext cx="36080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Organizaciones sociales, sistemas políticos.</a:t>
            </a:r>
            <a:endParaRPr lang="en-US" sz="175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42021" y="5333881"/>
            <a:ext cx="566976" cy="566976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4742021" y="612767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Tecnología</a:t>
            </a:r>
            <a:endParaRPr lang="en-US" sz="2200" dirty="0"/>
          </a:p>
        </p:txBody>
      </p:sp>
      <p:sp>
        <p:nvSpPr>
          <p:cNvPr id="17" name="Text 9"/>
          <p:cNvSpPr/>
          <p:nvPr/>
        </p:nvSpPr>
        <p:spPr>
          <a:xfrm>
            <a:off x="4742021" y="6618089"/>
            <a:ext cx="360818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Sistemas de información, redes de comunicación.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64354" y="719376"/>
            <a:ext cx="6245781" cy="694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450"/>
              </a:lnSpc>
              <a:buNone/>
            </a:pPr>
            <a:r>
              <a:rPr lang="en-US" sz="4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Implicaciones y desafíos</a:t>
            </a:r>
            <a:endParaRPr lang="en-US" sz="43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4354" y="1747480"/>
            <a:ext cx="1111448" cy="199215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709178" y="1969770"/>
            <a:ext cx="2778681" cy="34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Implicaciones</a:t>
            </a:r>
            <a:endParaRPr lang="en-US" sz="2150" dirty="0"/>
          </a:p>
        </p:txBody>
      </p:sp>
      <p:sp>
        <p:nvSpPr>
          <p:cNvPr id="6" name="Text 2"/>
          <p:cNvSpPr/>
          <p:nvPr/>
        </p:nvSpPr>
        <p:spPr>
          <a:xfrm>
            <a:off x="7709178" y="2450425"/>
            <a:ext cx="6143268" cy="10669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pensamiento adaptativo complejo tiene implicaciones en la toma de decisiones, el diseño de sistemas y la comprensión de fenómenos complejos.</a:t>
            </a:r>
            <a:endParaRPr lang="en-US" sz="17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4354" y="3739634"/>
            <a:ext cx="1111448" cy="199215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709178" y="3961924"/>
            <a:ext cx="2778681" cy="34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Desafíos</a:t>
            </a:r>
            <a:endParaRPr lang="en-US" sz="2150" dirty="0"/>
          </a:p>
        </p:txBody>
      </p:sp>
      <p:sp>
        <p:nvSpPr>
          <p:cNvPr id="9" name="Text 4"/>
          <p:cNvSpPr/>
          <p:nvPr/>
        </p:nvSpPr>
        <p:spPr>
          <a:xfrm>
            <a:off x="7709178" y="4442579"/>
            <a:ext cx="6143268" cy="10669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Modelar, predecir y controlar sistemas complejos adaptativos sigue siendo un reto debido a su naturaleza dinámica e impredecible.</a:t>
            </a:r>
            <a:endParaRPr lang="en-US" sz="17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4354" y="5731788"/>
            <a:ext cx="1111448" cy="177831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709178" y="5954078"/>
            <a:ext cx="2778681" cy="34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Oportunidades</a:t>
            </a:r>
            <a:endParaRPr lang="en-US" sz="2150" dirty="0"/>
          </a:p>
        </p:txBody>
      </p:sp>
      <p:sp>
        <p:nvSpPr>
          <p:cNvPr id="12" name="Text 6"/>
          <p:cNvSpPr/>
          <p:nvPr/>
        </p:nvSpPr>
        <p:spPr>
          <a:xfrm>
            <a:off x="7709178" y="6434733"/>
            <a:ext cx="6143268" cy="711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pesar de los desafíos, el estudio de los sistemas complejos adaptativos abre nuevas posibilidades en diversos campos.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510076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Conclusiones y reflexiones finales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267795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pensamiento adaptativo complejo ofrece una perspectiva única para comprender y abordar los retos de los sistemas dinámicos y en constante evolución. Su estudio y aplicación pueden tener un impacto significativo en campos como la biología, la economía, la sociología y la tecnología.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2024-11-03T08:10:49Z</dcterms:created>
  <dcterms:modified xsi:type="dcterms:W3CDTF">2024-11-03T08:10:49Z</dcterms:modified>
</cp:coreProperties>
</file>