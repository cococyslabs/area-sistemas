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físicos diseñados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físicos diseñados son estructuras y dispositivos creados por el ser humano para cumplir con propósitos específicos. Estos sistemas combinan componentes mecánicos, eléctricos y electrónicos para lograr funcionalidades deseadas.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46396"/>
            <a:ext cx="78112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principios básicos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504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4935498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Diseño Sistemático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340906"/>
            <a:ext cx="345924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físicos diseñados se crean mediante un proceso estructurado que considera aspectos como la funcionalidad, eficiencia, seguridad y sostenibilidad.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48504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83411" y="4935498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4850487"/>
            <a:ext cx="3035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de Ingeniería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340906"/>
            <a:ext cx="34592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basan en principios científicos y tecnológicos para garantizar la viabilidad y el correcto funcionamiento de los componentes.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48504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04440" y="4935498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4850487"/>
            <a:ext cx="3407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Recursos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340906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diseño busca aprovechar al máximo los recursos disponibles, minimizando costos y maximizando la eficiencia.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0312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de sistemas físicos diseñados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Industriales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Máquinas y equipos utilizados en procesos de manufactura, como líneas de ensamblaje, impresoras 3D y robots industriales.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Electrónicos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Dispositivos como computadoras, teléfonos móviles, electrodomésticos y sistemas de entretenimiento.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Estructuras y sistemas de transporte, como puentes, presas, carreteras y sistemas ferroviarios.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39979"/>
            <a:ext cx="121100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 y aplicaciones en la vida cotidiana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68891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482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Hogar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973128"/>
            <a:ext cx="30054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Electrodomésticos, sistemas de iluminación y climatización, redes eléctricas y de comunicación.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46" y="468891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9446" y="5482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Transporte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39446" y="5973128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Vehículos, sistemas de señalización, infraestructura vial y aeroportuaria.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68891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5221" y="5482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Salud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85221" y="5973128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Equipos médicos, prótesis, dispositivos de monitoreo y tratamiento.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4688919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0997" y="5482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30997" y="5973128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Computadoras, teléfonos, redes de comunicación y dispositivos inteligentes.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2024-11-03T08:46:57Z</dcterms:created>
  <dcterms:modified xsi:type="dcterms:W3CDTF">2024-11-03T08:46:57Z</dcterms:modified>
</cp:coreProperties>
</file>