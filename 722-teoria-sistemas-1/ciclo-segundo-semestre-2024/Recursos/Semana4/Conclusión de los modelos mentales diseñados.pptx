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de los modelos mentales diseñados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diseñados han permitido comprender mejor la estructura y el funcionamiento del pensamiento humano. Estas representaciones gráficas revelan la interconexión de diferentes procesos cognitivos que dan forma a nuestra percepción de la realidad.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81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Resumen de los principales hallazgos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10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2846070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6105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Patrones de Pensamiento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05808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identifican tendencias recurrentes en la forma en que las personas procesan información y toman decisiones.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610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2846070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610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Sesgos Cognitivos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25147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Revelan cómo los sesgos inconscientes influyen en nuestras creencias y comportamientos.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2651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6350198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265188"/>
            <a:ext cx="32358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Procesos de Aprendizaje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75560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Ayudan a comprender cómo las personas construyen y modifican sus modelos mentales a través de la experiencia.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9174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práctica de los modelos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pueden mejorar la calidad de las decisiones al exponer suposiciones y sesgos ocultos.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de Productos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los modelos mentales de los usuarios permite desarrollar soluciones más intuitivas y efectivas.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Cuestionar y expandir los modelos mentales existentes puede impulsar el pensamiento creativo y la generación de ideas.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289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085" y="2963585"/>
            <a:ext cx="8042553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Próximos pasos y recomendaciones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0085" y="5778579"/>
            <a:ext cx="13270230" cy="22860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3763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86676" y="5632847"/>
            <a:ext cx="12477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370892" y="3862268"/>
            <a:ext cx="315634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Profundizar en Investigación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39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Continuar explorando la complejidad de los modelos mentales a través de estudios más exhaustivos.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770" y="5778579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601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9238" y="5632847"/>
            <a:ext cx="15192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100643" y="6652974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Mejorar Herramientas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530" y="7073146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metodologías y tecnologías más avanzadas para la representación y análisis de modelos mentales.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90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73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3468" y="5632847"/>
            <a:ext cx="15573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269373" y="3862268"/>
            <a:ext cx="282392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Aplicar en Diversas Áreas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66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Aprovechar los hallazgos para mejorar la toma de decisiones, el diseño y la innovación en diversos sectores.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2024-11-03T08:40:33Z</dcterms:created>
  <dcterms:modified xsi:type="dcterms:W3CDTF">2024-11-03T08:40:33Z</dcterms:modified>
</cp:coreProperties>
</file>