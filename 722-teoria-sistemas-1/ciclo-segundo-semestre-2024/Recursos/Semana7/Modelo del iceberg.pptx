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aleway"/>
      <p:regular r:id="rId15"/>
    </p:embeddedFont>
    <p:embeddedFont>
      <p:font typeface="Raleway"/>
      <p:regular r:id="rId16"/>
    </p:embeddedFont>
    <p:embeddedFont>
      <p:font typeface="Raleway"/>
      <p:regular r:id="rId17"/>
    </p:embeddedFont>
    <p:embeddedFont>
      <p:font typeface="Raleway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7007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Niveles de perspectiva: Modelo del iceberg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84489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del iceberg es una representación visual que ilustra los diferentes niveles de perspectiva en una organización o sistema. Muestra cómo solo una pequeña parte del iceberg es visible por encima de la superficie, mientras que la mayor parte se encuentra sumergida debajo del agua.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148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del modelo del iceberg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243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3509367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424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Niveles del Modelo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914775"/>
            <a:ext cx="2927747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del iceberg se divide en tres niveles: el nivel superficial de comportamientos y acciones, el nivel intermedio de creencias, valores y actitudes, y el nivel profundo de supuestos y premisas.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4243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3509367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424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Analogía del Iceberg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914775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igual que un iceberg, solo la punta es visible por encima de la superficie, mientras que la mayor parte se encuentra debajo del agua, invisible a simple vista.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3680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Partes visibles vs. partes ocultas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parte visible del iceberg representa los comportamientos y acciones observables en la superficie.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Oculta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parte oculta del iceberg representa las creencias, valores, actitudes, supuestos y premisas subyacentes que impulsan esos comportamientos y acciones.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861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Comportamiento y acciones (nivel superficial)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43858"/>
            <a:ext cx="3664863" cy="3499604"/>
          </a:xfrm>
          <a:prstGeom prst="roundRect">
            <a:avLst>
              <a:gd name="adj" fmla="val 272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78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Superficial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68710"/>
            <a:ext cx="319599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nivel incluye los comportamientos y acciones que son visibles y observables, como la forma en que las personas interactúan, toman decisiones y resuelven problemas.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243858"/>
            <a:ext cx="3664863" cy="3499604"/>
          </a:xfrm>
          <a:prstGeom prst="roundRect">
            <a:avLst>
              <a:gd name="adj" fmla="val 272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478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Fácil de Identificar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968710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aspectos superficiales son los más fáciles de identificar y analizar, pero no brindan una comprensión completa de las dinámicas subyacentes.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410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439" y="3005495"/>
            <a:ext cx="10206752" cy="585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Creencias, valores y actitudes (nivel intermedio)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55439" y="5718334"/>
            <a:ext cx="13319522" cy="22860"/>
          </a:xfrm>
          <a:prstGeom prst="roundRect">
            <a:avLst>
              <a:gd name="adj" fmla="val 344101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3926919" y="5062954"/>
            <a:ext cx="22860" cy="655439"/>
          </a:xfrm>
          <a:prstGeom prst="roundRect">
            <a:avLst>
              <a:gd name="adj" fmla="val 344101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3727728" y="5507653"/>
            <a:ext cx="421362" cy="42136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78223" y="5577780"/>
            <a:ext cx="12025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67965" y="3871674"/>
            <a:ext cx="234100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Creencias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2724" y="4276487"/>
            <a:ext cx="6191488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creencias son supuestos que las personas tienen sobre sí mismas, los demás y el mundo que los rodea.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303532" y="5718274"/>
            <a:ext cx="22860" cy="655439"/>
          </a:xfrm>
          <a:prstGeom prst="roundRect">
            <a:avLst>
              <a:gd name="adj" fmla="val 344101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104340" y="5507653"/>
            <a:ext cx="421362" cy="42136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41738" y="5577780"/>
            <a:ext cx="14644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44578" y="6561058"/>
            <a:ext cx="234100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19337" y="6965871"/>
            <a:ext cx="6191607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valores son principios y preferencias que guían el comportamiento y la toma de decisiones.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0680263" y="5062954"/>
            <a:ext cx="22860" cy="655439"/>
          </a:xfrm>
          <a:prstGeom prst="roundRect">
            <a:avLst>
              <a:gd name="adj" fmla="val 344101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81072" y="5507653"/>
            <a:ext cx="421362" cy="42136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16684" y="5577780"/>
            <a:ext cx="150019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521309" y="3871674"/>
            <a:ext cx="234100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Actitudes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596068" y="4276487"/>
            <a:ext cx="6191607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actitudes son predisposiciones mentales y emocionales que influyen en la forma en que las personas responden a situaciones y situaciones.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871" y="762000"/>
            <a:ext cx="7709059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Supuestos y premisas (nivel profundo)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71" y="2350532"/>
            <a:ext cx="1024890" cy="16399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36180" y="2555438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Profundo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36180" y="2998708"/>
            <a:ext cx="637674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este nivel se encuentran los supuestos y premisas fundamentales que forman la base de nuestras creencias, valores y actitudes.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871" y="3990499"/>
            <a:ext cx="1024890" cy="18371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36180" y="4195405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Menos Visibles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36180" y="4638675"/>
            <a:ext cx="6376749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aspectos son menos visibles y a menudo se dan por sentados, pero tienen un impacto significativo en nuestro comportamiento y toma de decisiones.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871" y="5827633"/>
            <a:ext cx="1024890" cy="16399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36180" y="6032540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Exploración Profunda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36180" y="6475809"/>
            <a:ext cx="637674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comprender realmente un sistema o organización, es necesario explorar y cuestionar estos supuestos y premisas subyacentes.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412" y="637699"/>
            <a:ext cx="7887176" cy="112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 de comprender los niveles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2" y="2029063"/>
            <a:ext cx="448866" cy="4488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412" y="2657475"/>
            <a:ext cx="224432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Profundo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28412" y="3045619"/>
            <a:ext cx="7887176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los diversos niveles del modelo del iceberg permite un análisis más profundo de los sistemas y organizaciones.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2" y="4158615"/>
            <a:ext cx="448866" cy="4488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412" y="4787027"/>
            <a:ext cx="2252663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Perspectiva Ampliada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28412" y="5175171"/>
            <a:ext cx="7887176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 lleva a una perspectiva más holística y una mejor comprensión de los factores subyacentes que impulsan el comportamiento.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12" y="6288167"/>
            <a:ext cx="448866" cy="4488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412" y="6916579"/>
            <a:ext cx="224432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Soluciones Efectivas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28412" y="7304723"/>
            <a:ext cx="788717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abordar los niveles más profundos, se pueden desarrollar soluciones más efectivas y duraderas.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45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4609" y="2984778"/>
            <a:ext cx="9624298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del modelo a situaciones reales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84609" y="3889534"/>
            <a:ext cx="13261181" cy="2954893"/>
          </a:xfrm>
          <a:prstGeom prst="roundRect">
            <a:avLst>
              <a:gd name="adj" fmla="val 27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92229" y="3897154"/>
            <a:ext cx="13245941" cy="87558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87849" y="4022050"/>
            <a:ext cx="62279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Nivel Superficial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14630" y="4022050"/>
            <a:ext cx="6227921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Comportamientos y acciones observables, como la forma en que las personas interactúan y toman decisiones en una organización.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2229" y="4772739"/>
            <a:ext cx="13245941" cy="87558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87849" y="4897636"/>
            <a:ext cx="62279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Nivel Intermedio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14630" y="4897636"/>
            <a:ext cx="6227921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Creencias, valores y actitudes subyacentes que impulsan esos comportamientos, como la cultura organizacional.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2229" y="5648325"/>
            <a:ext cx="13245941" cy="11884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87849" y="5773222"/>
            <a:ext cx="62279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Nivel Profundo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14630" y="5773222"/>
            <a:ext cx="6227921" cy="938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Supuestos y premisas fundamentales que forman la base de las creencias y valores, como las normas y estructuras de poder en la organización.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4609" y="7064454"/>
            <a:ext cx="13261181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aplicar el modelo del iceberg, se puede lograr una comprensión más profunda de los factores que influyen en las dinámicas de una organización o sistema, lo que lleva a soluciones más efectivas y duraderas.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2024-11-03T08:51:10Z</dcterms:created>
  <dcterms:modified xsi:type="dcterms:W3CDTF">2024-11-03T08:51:10Z</dcterms:modified>
</cp:coreProperties>
</file>