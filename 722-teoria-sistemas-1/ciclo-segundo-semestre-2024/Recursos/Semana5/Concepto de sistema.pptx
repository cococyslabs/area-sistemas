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9186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 de sistema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35578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sistema es un conjunto de elementos interrelacionados que funcionan como un todo para lograr un objetivo común. Estos elementos pueden ser tangibles, como objetos físicos, o intangibles, como procesos o ideas. Los sistemas se caracterizan por su estructura, propiedades emergentes y adaptabilidad.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de un sistema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están interconectados y dependen unos de otros para su funcionamiento.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Sinergia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7566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como un todo produce un efecto mayor que la suma de sus partes.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pueden ajustarse y evolucionar para responder a los cambios en su entorno.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sistema tiene un objetivo o propósito que guía su diseño y funcionamiento.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sistemas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Físicos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Compuestos por elementos tangibles, como máquinas, edificios o ecosistemas.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3072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Conceptuales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Formados por ideas, planes, hipótesis y otros constructos intangibles.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Sociales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Integrados por personas y sus interacciones, como organizaciones y comunidades.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del pensamiento sistémico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78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Holística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permite comprender la dinámica y las interrelaciones de los elementos de un sistema.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24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3295650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los sistemas desde una perspectiva integrada facilita la identificación de patrones y tendencias.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03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4063603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 Informadas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sistémico ayuda a tomar decisiones más efectivas y con una visión a largo plazo.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2024-11-03T08:41:33Z</dcterms:created>
  <dcterms:modified xsi:type="dcterms:W3CDTF">2024-11-03T08:41:33Z</dcterms:modified>
</cp:coreProperties>
</file>