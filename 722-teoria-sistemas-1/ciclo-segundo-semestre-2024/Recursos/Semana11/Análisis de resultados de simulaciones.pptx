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62420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resultados de simulaciones de sistemas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51545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análisis de resultados de simulaciones de sistemas son cruciales para comprender el comportamiento y el desempeño de diversos modelos y procesos complejos. Estos análisis permiten obtener valiosa información que puede utilizarse para refinar, optimizar y tomar decisiones informadas.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83970"/>
            <a:ext cx="68535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Objetivos de la simulación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880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2673072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5880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Predecir el comportamiento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432810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simulación permite anticipar cómo se comportará un sistema bajo diferentes condiciones y escenarios.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5880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2673072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588062"/>
            <a:ext cx="29221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Evaluar el desempeño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07848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resultados de la simulación ayudan a medir y analizar el rendimiento de un sistema.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72928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8096" y="5814298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7292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Optimizar el diseño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219706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insights obtenidos se pueden utilizar para mejorar y refinar el diseño de un sistema.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77132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Metodología de la simulación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Definir el modelo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Establecer los componentes y las relaciones que representan el sistema a estudiar.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9654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Establecer parámetros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y ajustar los valores de los diferentes parámetros que afectan el sistema.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544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Ejecutar simulaciones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Correr múltiples iteraciones de la simulación para obtener resultados significativos.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77228"/>
            <a:ext cx="73253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la simulación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1726168"/>
            <a:ext cx="30480" cy="5826085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358622" y="2221230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878800" y="198131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1085" y="2066330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1952982"/>
            <a:ext cx="31361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Rendimiento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2443401"/>
            <a:ext cx="596872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resultados de la simulación permiten evaluar métricas clave como eficiencia, tiempos de respuesta y capacidad del sistema.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480798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878800" y="42408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5250" y="4325898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4212550"/>
            <a:ext cx="33897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Patrones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4702969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datos de la simulación revelan patrones y tendencias que pueden aportar valiosos insights.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377464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878800" y="61375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3107" y="6222563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6109216"/>
            <a:ext cx="3032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Escenarios Alternativos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599634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simulación posibilita explorar diferentes escenarios y evaluar sus posibles impactos en el sistema.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5E0D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89737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Conclusiones y recomendaciones</a:t>
            </a:r>
            <a:endParaRPr lang="en-US" sz="4450" dirty="0"/>
          </a:p>
        </p:txBody>
      </p:sp>
      <p:sp>
        <p:nvSpPr>
          <p:cNvPr id="6" name="Shape 2"/>
          <p:cNvSpPr/>
          <p:nvPr/>
        </p:nvSpPr>
        <p:spPr>
          <a:xfrm>
            <a:off x="793790" y="2655094"/>
            <a:ext cx="3664863" cy="2765227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28224" y="28895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Hallazgos Clave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3379946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análisis de los resultados de la simulación permiten identificar los principales hallazgos y aprendizajes.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467" y="2655094"/>
            <a:ext cx="3664863" cy="2765227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919901" y="2889528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Oportunidades de Mejora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919901" y="3734276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información obtenida se utiliza para proponer recomendaciones y acciones que optimicen el sistema.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793790" y="5647134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28224" y="5881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Siguientes Pasos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28224" y="6371987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partir de los resultados, se definen los próximos pasos a seguir para refinar y mejorar el sistema.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2024-11-03T09:45:17Z</dcterms:created>
  <dcterms:modified xsi:type="dcterms:W3CDTF">2024-11-03T09:45:17Z</dcterms:modified>
</cp:coreProperties>
</file>