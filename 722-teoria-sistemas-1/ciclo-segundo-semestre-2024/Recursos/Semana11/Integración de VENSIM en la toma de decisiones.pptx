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5a2713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15a2713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15a27133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15a2713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15a2713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15a2713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15a27133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15a27133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15a2713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15a2713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Integración de VENSIM en la toma de decisiones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Vensim como Herramienta para la Toma de Decisiones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Vensim es una herramienta poderosa para la toma de decisiones en sistemas complejos, ya que permite modelar y analizar dinámicas que afectan el comportamiento de un sistema en el tiempo. Al visualizar y simular los efectos de diferentes decisiones, Vensim ayuda a los responsables de la toma de decisiones a identificar opciones óptimas, evaluar riesgos y planificar de forma estratégica en un entorno de incertidumbre.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Identificación de Problemas y Oportunidades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 través de Vensim, los usuarios pueden analizar sistemas para identificar áreas problemáticas o con potencial de mejora. La representación visual de variables y sus interacciones permite detectar rápidamente cuellos de botella, ineficiencias y oportunidades de optimización. Esta fase es crucial, ya que facilita la definición de objetivos claros y la alineación de estrategias con las metas organizacionales.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Simulación de Escenarios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Una de las funcionalidades más valiosas de Vensim en la toma de decisiones es la simulación de escenarios. Esto permite evaluar el impacto de diferentes estrategias y condiciones externas antes de implementarlas. Los tomadores de decisiones pueden probar diversos enfoques, como cambios en políticas, ajustes en recursos o la introducción de nuevas variables, visualizando sus posibles resultados y minimizando riesgos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Sensibilidad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análisis de sensibilidad en Vensim permite entender cómo cambios pequeños en ciertas variables afectan el sistema completo. Esto es clave para evaluar riesgos y mejorar la robustez de las decisiones, ya que ayuda a identificar factores críticos y a anticipar los efectos de posibles variaciones. Así, se pueden crear estrategias más flexibles y adaptables a cambios imprevistos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y Monitoreo de Estrategias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Una vez seleccionada la estrategia óptima, Vensim facilita el monitoreo de su implementación mediante la comparación de resultados simulados y reales. Los modelos de Vensim pueden ajustarse continuamente para reflejar condiciones actuales, permitiendo que las decisiones evolucionen en respuesta a nuevos datos. Esto resulta en una toma de decisiones adaptativa y más efectiva a largo plazo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