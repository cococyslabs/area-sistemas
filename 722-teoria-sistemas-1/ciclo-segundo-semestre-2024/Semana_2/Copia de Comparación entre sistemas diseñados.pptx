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aleway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40637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 de diseño: una comparación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53723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de diseño son un enfoque cada vez más popular en el mundo del diseño digital. Estos sistemas ofrecen una manera estructurada y eficiente de crear y mantener experiencias de usuario consistentes y escalables.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65421"/>
            <a:ext cx="74620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y conceptos clave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695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2474" y="2854523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769513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Biblioteca de componentes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614261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conjunto de elementos reutilizables que conforman la base del sistema de diseño.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7695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8316" y="2854523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27695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Principios de diseño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259931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Pautas y reglas que guían la creación de interfaces coherentes y usables.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5478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4496" y="5632847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5478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Proceso colaborativo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03825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diseño y el desarrollo trabajan en estrecha colaboración para implementar 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91198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Ventajas de los sistemas de diseño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Eficiencia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de diseño aceleran el desarrollo al reutilizar componentes probados.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Consistencia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Garantizan una experiencia de usuario coherente en todas las plataformas y touchpoints.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Escalabilidad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que los productos crezcan sin comprometer la calidad del diseño.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58679"/>
            <a:ext cx="70821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Desafíos y consideraciones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1907619"/>
            <a:ext cx="30480" cy="5463183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358622" y="2402681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878800" y="21627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1085" y="2247781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2134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Implementación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262485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Alinear a todo el equipo y establecer procesos sólidos es crucial.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29934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878800" y="40594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5250" y="4144447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Gobernanza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521517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Definir roles, responsabilidades y mecanismos de toma de decisiones es clave.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196013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878800" y="595610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3107" y="6041112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5927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Mantenimiento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418183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Actualizar y evolucionar el sistema a medida que cambian las necesidades.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83950"/>
            <a:ext cx="96619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Ejemplos de implementación exitosa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3289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Airbnb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7577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 sistema de diseño, llamado Cereal, les ha permitido escalar su plataforma.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03289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IBM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7577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su sistema de diseño, han logrado una identidad de marca coherente.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032891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Google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75774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Material Design de Google es un ejemplo líder en el espacio.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81268"/>
            <a:ext cx="75845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Conclusión y próximos pasos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530209"/>
            <a:ext cx="4347567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5777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Adopción creciente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20604" y="626804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de diseño se están convirtiendo en un estándar en la industria.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357" y="4530209"/>
            <a:ext cx="4347567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68171" y="5777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Evolución constante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368171" y="6268045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tecnología y las mejores prácticas seguirán impulsando la innovación.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924" y="4530209"/>
            <a:ext cx="4347567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777627"/>
            <a:ext cx="29425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Oportunidades futuras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268045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integración de IA y la colaboración serán claves para el éxito.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2024-11-03T08:11:59Z</dcterms:created>
  <dcterms:modified xsi:type="dcterms:W3CDTF">2024-11-03T08:11:59Z</dcterms:modified>
</cp:coreProperties>
</file>