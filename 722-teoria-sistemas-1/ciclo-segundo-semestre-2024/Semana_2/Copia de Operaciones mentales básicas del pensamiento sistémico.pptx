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Raleway"/>
      <p:regular r:id="rId15"/>
    </p:embeddedFont>
    <p:embeddedFont>
      <p:font typeface="Raleway"/>
      <p:regular r:id="rId16"/>
    </p:embeddedFont>
    <p:embeddedFont>
      <p:font typeface="Raleway"/>
      <p:regular r:id="rId17"/>
    </p:embeddedFont>
    <p:embeddedFont>
      <p:font typeface="Raleway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557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Pensamiento sistémico: la nueva forma de ver el mundo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2224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pensamiento sistémico es una nueva forma de entender y afrontar los desafíos complejos del mundo moderno. Se basa en analizar las interrelaciones entre los diferentes elementos de un sistema, en lugar de abordarlos de manera aislada.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539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9011" y="2999065"/>
            <a:ext cx="11694438" cy="588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 y características del pensamiento sistémico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59011" y="5727144"/>
            <a:ext cx="13312378" cy="22860"/>
          </a:xfrm>
          <a:prstGeom prst="roundRect">
            <a:avLst>
              <a:gd name="adj" fmla="val 345992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3928586" y="5068133"/>
            <a:ext cx="22860" cy="659011"/>
          </a:xfrm>
          <a:prstGeom prst="roundRect">
            <a:avLst>
              <a:gd name="adj" fmla="val 345992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3728204" y="5515332"/>
            <a:ext cx="423624" cy="42362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79532" y="5585817"/>
            <a:ext cx="120968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62964" y="3869888"/>
            <a:ext cx="2353985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Visión Holística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47249" y="4277082"/>
            <a:ext cx="6185535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pensamiento sistémico implica ver el mundo como un todo interconectado, en lugar de centrarse en partes individuales.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303651" y="5727144"/>
            <a:ext cx="22860" cy="659011"/>
          </a:xfrm>
          <a:prstGeom prst="roundRect">
            <a:avLst>
              <a:gd name="adj" fmla="val 345992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7103269" y="5515332"/>
            <a:ext cx="423624" cy="42362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41500" y="5585817"/>
            <a:ext cx="147161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065282" y="6574512"/>
            <a:ext cx="2499717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Enfoque en Relaciones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4222313" y="6981706"/>
            <a:ext cx="6185654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enfoca en entender las conexiones y dinámicas entre los elementos de un sistema, no solo en los elementos aislados.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10678835" y="5068133"/>
            <a:ext cx="22860" cy="659011"/>
          </a:xfrm>
          <a:prstGeom prst="roundRect">
            <a:avLst>
              <a:gd name="adj" fmla="val 345992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78453" y="5515332"/>
            <a:ext cx="423624" cy="42362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14779" y="5585817"/>
            <a:ext cx="150852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513332" y="3869888"/>
            <a:ext cx="2353985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Adaptabilidad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7597497" y="4277082"/>
            <a:ext cx="6185654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Reconoce que los sistemas están en constante cambio y evolución, por lo que requieren soluciones flexibles y adaptables.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7203" y="945475"/>
            <a:ext cx="7722394" cy="1269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Operaciones mentales básicas del pensamiento sistémico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6197203" y="2747963"/>
            <a:ext cx="456962" cy="456962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60438" y="2824043"/>
            <a:ext cx="130373" cy="304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6857167" y="2747963"/>
            <a:ext cx="3099792" cy="6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Identificación de Elementos y Relaciones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857167" y="3504367"/>
            <a:ext cx="3099792" cy="974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Reconocer los componentes clave de un sistema y cómo interactúan entre sí.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159960" y="2747963"/>
            <a:ext cx="456962" cy="456962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09027" y="2824043"/>
            <a:ext cx="158710" cy="304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10819924" y="2747963"/>
            <a:ext cx="3099792" cy="6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Patrones y Ciclos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0819924" y="3504367"/>
            <a:ext cx="3099792" cy="129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los patrones recurrentes y las dinámicas cíclicas que modelan el comportamiento del sistema.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197203" y="5235535"/>
            <a:ext cx="456962" cy="456962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44364" y="5311616"/>
            <a:ext cx="162639" cy="304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350" dirty="0"/>
          </a:p>
        </p:txBody>
      </p:sp>
      <p:sp>
        <p:nvSpPr>
          <p:cNvPr id="14" name="Text 11"/>
          <p:cNvSpPr/>
          <p:nvPr/>
        </p:nvSpPr>
        <p:spPr>
          <a:xfrm>
            <a:off x="6857167" y="5235535"/>
            <a:ext cx="3099792" cy="95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Reconocimiento de Puntos de Apalancamiento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857167" y="6309241"/>
            <a:ext cx="3099792" cy="974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Descubrir los puntos estratégicos donde pequeños cambios pueden tener un gran impacto.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10159960" y="5235535"/>
            <a:ext cx="456962" cy="456962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305217" y="5311616"/>
            <a:ext cx="166330" cy="304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10819924" y="5235535"/>
            <a:ext cx="3099792" cy="6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Comprensión de la Causalidad Circular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0819924" y="5991939"/>
            <a:ext cx="3099792" cy="974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Entender que las causas y efectos en un sistema se influyen mutuamente de manera compleja.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115595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Identificación de elementos y sus relaciones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32196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Identificar Componentes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Reconocer los principales elementos que forman parte del sistema, ya sean personas, procesos, tecnologías o recursos.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638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Analizar Interacciones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Examinar cómo estos elementos se interconectan y se influyen mutuamente, formando patrones de comportamiento.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Visualizar Estructura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Representar gráficamente la arquitectura del sistema y sus flujos de información, energía y recursos.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81268"/>
            <a:ext cx="73349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patrones y ciclos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530209"/>
            <a:ext cx="4347567" cy="9072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0604" y="57776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Observar Tendencias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020604" y="6268045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los patrones recurrentes y las dinámicas repetitivas que se presentan en el sistema.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357" y="4530209"/>
            <a:ext cx="4347567" cy="9072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68171" y="57776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Comprender Ciclos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368171" y="6268045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Analizar cómo los eventos y acciones se encadenan formando bucles de retroalimentación positiva o negativa.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8924" y="4530209"/>
            <a:ext cx="4347567" cy="9072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777627"/>
            <a:ext cx="35897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Anticipar Comportamientos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15738" y="6268045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Prever cómo el sistema puede evolucionar en el futuro a partir de la comprensión de sus patrones.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21048"/>
            <a:ext cx="122387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Reconocimiento de puntos de apalancamiento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669988"/>
            <a:ext cx="4196358" cy="2773799"/>
          </a:xfrm>
          <a:prstGeom prst="roundRect">
            <a:avLst>
              <a:gd name="adj" fmla="val 343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4904423"/>
            <a:ext cx="30740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Identificar Puntos Clave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5394841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Descubrir los elementos o lugares del sistema que, al ser modificados, pueden generar un gran impacto.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4669988"/>
            <a:ext cx="4196358" cy="2773799"/>
          </a:xfrm>
          <a:prstGeom prst="roundRect">
            <a:avLst>
              <a:gd name="adj" fmla="val 343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1396" y="49044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Analizar Influencias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1396" y="5394841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Examinar cómo intervenciones pequeñas en los puntos de apalancamiento pueden desencadenar cambios significativos.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4669988"/>
            <a:ext cx="4196358" cy="2773799"/>
          </a:xfrm>
          <a:prstGeom prst="roundRect">
            <a:avLst>
              <a:gd name="adj" fmla="val 343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4568" y="49044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Priorizar Acciones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4568" y="5394841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Enfocar los esfuerzos en los puntos de mayor influencia para lograr los resultados deseados de manera más eficiente.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39979"/>
            <a:ext cx="100099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Comprensión de la causalidad circular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688919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482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Causas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5973128"/>
            <a:ext cx="412075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Reconocer que en los sistemas las causas y los efectos se influyen mutuamente, creando dinámicas complejas.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704" y="4688919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54704" y="5482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Efectos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254704" y="5973128"/>
            <a:ext cx="41208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Entender que los resultados de una acción pueden, a su vez, convertirse en causas de nuevos efectos.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738" y="4688919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482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Retroalimentación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15738" y="5973128"/>
            <a:ext cx="412075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cómo los bucles de retroalimentación positiva y negativa mantienen o modifican el comportamiento del sistema.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40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del pensamiento sistémico en la vida diaria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Toma de Decisiones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Aplicar el pensamiento sistémico para analizar de manera integral los problemas y tomar decisiones informadas.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88594"/>
            <a:ext cx="33457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Resolución de Problemas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Utilizar las herramientas del pensamiento sistémico para abordar desafíos complejos de manera efectiva.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88594"/>
            <a:ext cx="31851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Planificación Estratégica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Adoptar una perspectiva sistémica para diseñar planes y estrategias que consideren los múltiples factores interrelacionados.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2024-11-03T08:07:40Z</dcterms:created>
  <dcterms:modified xsi:type="dcterms:W3CDTF">2024-11-03T08:07:40Z</dcterms:modified>
</cp:coreProperties>
</file>