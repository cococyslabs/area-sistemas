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19693ad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119693ad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19693ad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119693ad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19693ad5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19693ad5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19693ad5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19693ad5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Introducción a Vensim</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Introduccion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Vensim es un software de modelado y simulación utilizado para entender, analizar y optimizar sistemas complejos. Es ampliamente empleado en el análisis de sistemas dinámicos, ya que permite crear modelos visuales que representan la interacción entre distintos elementos dentro de un sistema, facilitando la comprensión de sus comportamientos y tendencias a lo largo del tiempo. Vensim utiliza diagramas de flujo y niveles para simular la acumulación y los cambios en el sistema, lo que permite explorar diferentes escenarios y evaluar el impacto de diversas variables y políticas.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Aplicaciones de Vensim</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100">
                <a:solidFill>
                  <a:schemeClr val="dk1"/>
                </a:solidFill>
              </a:rPr>
              <a:t>Economía y Finanzas</a:t>
            </a:r>
            <a:r>
              <a:rPr lang="es" sz="1100">
                <a:solidFill>
                  <a:schemeClr val="dk1"/>
                </a:solidFill>
              </a:rPr>
              <a:t>: Análisis de políticas económicas, previsión de tendencias de mercado y simulación de estrategias de inversión.</a:t>
            </a:r>
            <a:endParaRPr sz="1100">
              <a:solidFill>
                <a:schemeClr val="dk1"/>
              </a:solidFill>
            </a:endParaRPr>
          </a:p>
          <a:p>
            <a:pPr indent="0" lvl="0" marL="0" rtl="0" algn="l">
              <a:spcBef>
                <a:spcPts val="1200"/>
              </a:spcBef>
              <a:spcAft>
                <a:spcPts val="0"/>
              </a:spcAft>
              <a:buClr>
                <a:schemeClr val="dk1"/>
              </a:buClr>
              <a:buSzPts val="1100"/>
              <a:buFont typeface="Arial"/>
              <a:buNone/>
            </a:pPr>
            <a:r>
              <a:rPr b="1" lang="es" sz="1100">
                <a:solidFill>
                  <a:schemeClr val="dk1"/>
                </a:solidFill>
              </a:rPr>
              <a:t>Salud Pública</a:t>
            </a:r>
            <a:r>
              <a:rPr lang="es" sz="1100">
                <a:solidFill>
                  <a:schemeClr val="dk1"/>
                </a:solidFill>
              </a:rPr>
              <a:t>: Modelado de la propagación de enfermedades, evaluación de políticas sanitarias y planificación de recursos.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s" sz="1100">
                <a:solidFill>
                  <a:schemeClr val="dk1"/>
                </a:solidFill>
              </a:rPr>
              <a:t>Energía y Medio Ambiente</a:t>
            </a:r>
            <a:r>
              <a:rPr lang="es" sz="1100">
                <a:solidFill>
                  <a:schemeClr val="dk1"/>
                </a:solidFill>
              </a:rPr>
              <a:t>: Análisis de sistemas energéticos, evaluación de impactos ambientales y planificación de sostenibilidad.</a:t>
            </a:r>
            <a:endParaRPr sz="1100">
              <a:solidFill>
                <a:schemeClr val="dk1"/>
              </a:solidFill>
            </a:endParaRPr>
          </a:p>
          <a:p>
            <a:pPr indent="0" lvl="0" marL="0" rtl="0" algn="l">
              <a:spcBef>
                <a:spcPts val="1200"/>
              </a:spcBef>
              <a:spcAft>
                <a:spcPts val="1200"/>
              </a:spcAft>
              <a:buNone/>
            </a:pPr>
            <a:r>
              <a:rPr b="1" lang="es" sz="1100">
                <a:solidFill>
                  <a:schemeClr val="dk1"/>
                </a:solidFill>
              </a:rPr>
              <a:t>Negocios y Gestión</a:t>
            </a:r>
            <a:r>
              <a:rPr lang="es" sz="1100">
                <a:solidFill>
                  <a:schemeClr val="dk1"/>
                </a:solidFill>
              </a:rPr>
              <a:t>: Optimización de cadenas de suministro, análisis de dinámica organizacional y planificación estratégica.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Componentes Principales en Vensim</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s" sz="1100">
                <a:solidFill>
                  <a:schemeClr val="dk1"/>
                </a:solidFill>
              </a:rPr>
              <a:t>Vensim utiliza varios elementos clave para representar y analizar sistemas:</a:t>
            </a:r>
            <a:endParaRPr sz="1100">
              <a:solidFill>
                <a:schemeClr val="dk1"/>
              </a:solidFill>
            </a:endParaRPr>
          </a:p>
          <a:p>
            <a:pPr indent="-298450" lvl="0" marL="457200" rtl="0" algn="l">
              <a:spcBef>
                <a:spcPts val="1200"/>
              </a:spcBef>
              <a:spcAft>
                <a:spcPts val="0"/>
              </a:spcAft>
              <a:buClr>
                <a:schemeClr val="dk1"/>
              </a:buClr>
              <a:buSzPts val="1100"/>
              <a:buChar char="●"/>
            </a:pPr>
            <a:r>
              <a:rPr b="1" lang="es" sz="1100">
                <a:solidFill>
                  <a:schemeClr val="dk1"/>
                </a:solidFill>
              </a:rPr>
              <a:t>Variables</a:t>
            </a:r>
            <a:r>
              <a:rPr lang="es" sz="1100">
                <a:solidFill>
                  <a:schemeClr val="dk1"/>
                </a:solidFill>
              </a:rPr>
              <a:t>: Representan factores que pueden cambiar dentro del sistema, como la demanda, la población o el flujo de efectivo.</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Niveles (Stocks)</a:t>
            </a:r>
            <a:r>
              <a:rPr lang="es" sz="1100">
                <a:solidFill>
                  <a:schemeClr val="dk1"/>
                </a:solidFill>
              </a:rPr>
              <a:t>: Acumulan cantidades a lo largo del tiempo y representan el "estado" del sistema en un momento dado, como la cantidad de inventario o población.</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Flujos (Flows)</a:t>
            </a:r>
            <a:r>
              <a:rPr lang="es" sz="1100">
                <a:solidFill>
                  <a:schemeClr val="dk1"/>
                </a:solidFill>
              </a:rPr>
              <a:t>: Representan la tasa de cambio de los niveles, como las entradas y salidas de un sistema.</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Conectores</a:t>
            </a:r>
            <a:r>
              <a:rPr lang="es" sz="1100">
                <a:solidFill>
                  <a:schemeClr val="dk1"/>
                </a:solidFill>
              </a:rPr>
              <a:t>: Enlazan las variables y flujos, mostrando las relaciones causales y dependencias dentro del sistema.</a:t>
            </a:r>
            <a:endParaRPr sz="1100">
              <a:solidFill>
                <a:schemeClr val="dk1"/>
              </a:solidFill>
            </a:endParaRPr>
          </a:p>
          <a:p>
            <a:pPr indent="0" lvl="0" marL="0" rtl="0" algn="l">
              <a:spcBef>
                <a:spcPts val="1200"/>
              </a:spcBef>
              <a:spcAft>
                <a:spcPts val="0"/>
              </a:spcAft>
              <a:buClr>
                <a:schemeClr val="dk1"/>
              </a:buClr>
              <a:buSzPts val="1100"/>
              <a:buFont typeface="Arial"/>
              <a:buNone/>
            </a:pPr>
            <a:r>
              <a:rPr lang="es" sz="1100">
                <a:solidFill>
                  <a:schemeClr val="dk1"/>
                </a:solidFill>
              </a:rPr>
              <a:t>Estos elementos ayudan a entender cómo interactúan las partes de un sistema, permitiendo identificar factores clave para su optimización.</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Ventajas de Usar Vensim</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b="1" lang="es" sz="1100">
                <a:solidFill>
                  <a:schemeClr val="dk1"/>
                </a:solidFill>
              </a:rPr>
              <a:t>Visualización Clara</a:t>
            </a:r>
            <a:r>
              <a:rPr lang="es" sz="1100">
                <a:solidFill>
                  <a:schemeClr val="dk1"/>
                </a:solidFill>
              </a:rPr>
              <a:t>: Permite representar sistemas complejos de manera gráfica, facilitando la comprensión de sus componentes y relaciones.</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Análisis de Sensibilidad</a:t>
            </a:r>
            <a:r>
              <a:rPr lang="es" sz="1100">
                <a:solidFill>
                  <a:schemeClr val="dk1"/>
                </a:solidFill>
              </a:rPr>
              <a:t>: Evalúa cómo pequeños cambios en las variables afectan el sistema, útil para la toma de decisiones bajo incertidumbre.</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Simulación de Escenarios</a:t>
            </a:r>
            <a:r>
              <a:rPr lang="es" sz="1100">
                <a:solidFill>
                  <a:schemeClr val="dk1"/>
                </a:solidFill>
              </a:rPr>
              <a:t>: Permite probar distintos escenarios y observar sus efectos antes de implementar cambios en el mundo real.</a:t>
            </a:r>
            <a:endParaRPr sz="1100">
              <a:solidFill>
                <a:schemeClr val="dk1"/>
              </a:solidFill>
            </a:endParaRPr>
          </a:p>
          <a:p>
            <a:pPr indent="-298450" lvl="0" marL="457200" rtl="0" algn="l">
              <a:spcBef>
                <a:spcPts val="0"/>
              </a:spcBef>
              <a:spcAft>
                <a:spcPts val="0"/>
              </a:spcAft>
              <a:buClr>
                <a:schemeClr val="dk1"/>
              </a:buClr>
              <a:buSzPts val="1100"/>
              <a:buChar char="●"/>
            </a:pPr>
            <a:r>
              <a:rPr b="1" lang="es" sz="1100">
                <a:solidFill>
                  <a:schemeClr val="dk1"/>
                </a:solidFill>
              </a:rPr>
              <a:t>Optimización de Políticas</a:t>
            </a:r>
            <a:r>
              <a:rPr lang="es" sz="1100">
                <a:solidFill>
                  <a:schemeClr val="dk1"/>
                </a:solidFill>
              </a:rPr>
              <a:t>: Vensim ayuda a identificar políticas o estrategias óptimas que mejoren el rendimiento del sistema.</a:t>
            </a:r>
            <a:endParaRPr sz="1100">
              <a:solidFill>
                <a:schemeClr val="dk1"/>
              </a:solidFill>
            </a:endParaRPr>
          </a:p>
          <a:p>
            <a:pPr indent="0" lvl="0" marL="0" rtl="0" algn="l">
              <a:spcBef>
                <a:spcPts val="1200"/>
              </a:spcBef>
              <a:spcAft>
                <a:spcPts val="0"/>
              </a:spcAft>
              <a:buClr>
                <a:schemeClr val="dk1"/>
              </a:buClr>
              <a:buSzPts val="1100"/>
              <a:buFont typeface="Arial"/>
              <a:buNone/>
            </a:pPr>
            <a:r>
              <a:rPr lang="es" sz="1100">
                <a:solidFill>
                  <a:schemeClr val="dk1"/>
                </a:solidFill>
              </a:rPr>
              <a:t>Estas ventajas hacen de Vensim una herramienta valiosa en la planificación y toma de decisiones en sistemas dinámicos.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