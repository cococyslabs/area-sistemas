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Hábitos de un Pensador Sistémico: Casos de Estudio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es una herramienta poderosa que permite a los individuos ver las conexiones y patrones que existen en el mundo que los rodea. En esta presentación, exploraremos los hábitos clave que caracterizan a un pensador sistémico a través de casos de estudio reales.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55" y="615315"/>
            <a:ext cx="75780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el Pensamiento Sistémico?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2955" y="2600682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739" y="2684502"/>
            <a:ext cx="143589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509951" y="2600682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Visión integral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9951" y="3084433"/>
            <a:ext cx="2950250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implica considerar un problema o situación como un todo, en lugar de enfocarse solo en partes aisladas.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3919" y="2600682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8106" y="2684502"/>
            <a:ext cx="174784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10914" y="2600682"/>
            <a:ext cx="2950250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Identificación de Patrones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10914" y="3434001"/>
            <a:ext cx="2950250" cy="214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pensadores sistémicos buscan reconocer los patrones y ciclos que se repiten, para comprender mejor los sistemas complejos.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2955" y="6056709"/>
            <a:ext cx="503277" cy="503277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4999" y="6140529"/>
            <a:ext cx="179189" cy="335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509951" y="6056709"/>
            <a:ext cx="3204686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Anticipación de Cambios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09951" y="6540460"/>
            <a:ext cx="6851094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Anticipar el impacto de las acciones y decisiones es clave para los pensadores sistémicos, quienes evalúan las consecuencias a largo plazo.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105423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Casos de Estudio: Empresas Sostenibles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Patagonia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empresa de ropa outdoor Patagonia ha implementado prácticas sostenibles en toda su cadena de valor, desde el suministro de materiales hasta el reciclaje de productos.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IKEA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IKEA ha adoptado un enfoque de circularidad en su modelo de negocio, diseñando muebles que pueden ser reparados, reutilizados y reciclados.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Tesla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Tesla ha revolucionado la industria automotriz al ofrecer vehículos eléctricos que reducen significativamente las emisiones de carbono.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378" y="752475"/>
            <a:ext cx="7665244" cy="1320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Aplicar el Pensamiento Sistémico en la Vida Diaria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44773" y="2389703"/>
            <a:ext cx="22860" cy="5087303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270992" y="2853571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18555" y="2627352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8338" y="2706529"/>
            <a:ext cx="13561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2218015" y="2600920"/>
            <a:ext cx="2670572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Observar los Patrones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218015" y="3057644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los patrones de comportamiento y eventos que se repiten en tu vida diaria.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270992" y="4619744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18555" y="4393525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73574" y="4472702"/>
            <a:ext cx="165140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2218015" y="4367093"/>
            <a:ext cx="2869287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las Conexiones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218015" y="4823817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 cómo los diferentes aspectos de tu vida se interrelacionan y se influyen mutuamente.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270992" y="6385917"/>
            <a:ext cx="739378" cy="22860"/>
          </a:xfrm>
          <a:prstGeom prst="roundRect">
            <a:avLst>
              <a:gd name="adj" fmla="val 388130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555" y="6159698"/>
            <a:ext cx="475298" cy="475298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1550" y="6238875"/>
            <a:ext cx="169188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2218015" y="6133267"/>
            <a:ext cx="2827853" cy="330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Planificar a Largo Plazo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218015" y="6589990"/>
            <a:ext cx="6186607" cy="675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 las consecuencias a futuro de tus decisiones y acciones presentes.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1753" y="992862"/>
            <a:ext cx="7760494" cy="1235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Conclusión: Los Beneficios de ser un Pensador Sistémico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91753" y="2524720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7017" y="2729984"/>
            <a:ext cx="3370897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 Informada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97017" y="3466028"/>
            <a:ext cx="337089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permite tomar decisiones más deliberadas y conscientes, considerando múltiples perspectivas.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670822" y="2524720"/>
            <a:ext cx="3781425" cy="2411492"/>
          </a:xfrm>
          <a:prstGeom prst="roundRect">
            <a:avLst>
              <a:gd name="adj" fmla="val 34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76086" y="2729984"/>
            <a:ext cx="3043833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Adaptabilidad y Resiliencia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76086" y="3157299"/>
            <a:ext cx="337089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pensadores sistémicos se adaptan mejor a los cambios y desafíos, gracias a su visión integral de los sistemas.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1753" y="5133856"/>
            <a:ext cx="3781425" cy="2102763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7017" y="5339120"/>
            <a:ext cx="2800350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Creatividad e Innovación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97017" y="5766435"/>
            <a:ext cx="3370897" cy="1264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ver las conexiones entre diferentes elementos, los pensadores sistémicos pueden generar soluciones creativas e innovadoras.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4670822" y="5133856"/>
            <a:ext cx="3781425" cy="2102763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76086" y="5339120"/>
            <a:ext cx="2470785" cy="308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Bienestar Personal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876086" y="5766435"/>
            <a:ext cx="3370897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Adoptar un enfoque sistémico en la vida diaria puede fomentar un mayor sentido de armonía y equilibrio.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2024-11-03T09:01:33Z</dcterms:created>
  <dcterms:modified xsi:type="dcterms:W3CDTF">2024-11-03T09:01:33Z</dcterms:modified>
</cp:coreProperties>
</file>