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Sistemas: Acumulaciones y tasas de cambio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sistemas, ya sean tecnológicos, biológicos o sociales, se componen de acumulaciones y tasas de cambio que interactúan de manera dinámica. Comprender estos conceptos fundamentales es esencial para analizar y entender el comportamiento de los sistemas en el tiempo.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94" y="1042511"/>
            <a:ext cx="7405092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Conceptos básicos de sistemas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4494" y="1986558"/>
            <a:ext cx="3755469" cy="2498169"/>
          </a:xfrm>
          <a:prstGeom prst="roundRect">
            <a:avLst>
              <a:gd name="adj" fmla="val 34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26187" y="219825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Acumulaciones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26187" y="2639497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acumulaciones son los elementos que se almacenan o se pueden medir en un sistema, como inventarios, población o dinero.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74037" y="1986558"/>
            <a:ext cx="3755469" cy="2498169"/>
          </a:xfrm>
          <a:prstGeom prst="roundRect">
            <a:avLst>
              <a:gd name="adj" fmla="val 34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85730" y="219825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Tasas de cambio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885730" y="2639497"/>
            <a:ext cx="3332083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tasas de cambio representan los flujos que entran y salen de las acumulaciones, determinando cómo cambian los niveles a lo largo del tiempo.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4494" y="4688800"/>
            <a:ext cx="3755469" cy="2498169"/>
          </a:xfrm>
          <a:prstGeom prst="roundRect">
            <a:avLst>
              <a:gd name="adj" fmla="val 34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6187" y="49004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Realimentación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26187" y="5341739"/>
            <a:ext cx="3332083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a menudo tienen bucles de realimentación que amplifican o contrarrestan los cambios, dando lugar a comportamientos complejos.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74037" y="4688800"/>
            <a:ext cx="3755469" cy="2498169"/>
          </a:xfrm>
          <a:prstGeom prst="roundRect">
            <a:avLst>
              <a:gd name="adj" fmla="val 34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85730" y="49004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Retrasos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885730" y="5341739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retrasos entre las acciones y sus efectos son comunes en los sistemas y pueden causar inestabilidad.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Acumulaciones y flujos en sistemas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7838" y="2645569"/>
            <a:ext cx="14156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Entrada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flujos que entran a una acumulación determinan cómo aumenta o crece el nivel de la misma.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2479" y="4489013"/>
            <a:ext cx="17228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013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Acumulación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acumulación representa el nivel o cantidad almacenada en un momento dado, que puede medirse y observarse.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00336" y="6332458"/>
            <a:ext cx="17657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01332" y="622220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Salida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flujos que salen de una acumulación determinan cómo disminuye o se reduce el nivel de la misma.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0110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Tasas de cambio y análisis de sistemas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Tasas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Estudiar las tasas de cambio que entran y salen de las acumulaciones es fundamental para comprender la dinámica del sistema.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bucles de retroalimentación, ya sean positivos o negativos, influyen en la forma en que cambian las acumulaciones.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Crear modelos matemáticos y de simulación ayuda a predecir el comportamiento de los sistemas a lo largo del tiempo.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2024-11-03T09:12:43Z</dcterms:created>
  <dcterms:modified xsi:type="dcterms:W3CDTF">2024-11-03T09:12:43Z</dcterms:modified>
</cp:coreProperties>
</file>