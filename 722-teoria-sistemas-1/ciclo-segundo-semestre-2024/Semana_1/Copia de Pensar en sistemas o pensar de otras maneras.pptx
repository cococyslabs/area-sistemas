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5326" y="1145977"/>
            <a:ext cx="7733348" cy="434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800"/>
              </a:lnSpc>
              <a:buNone/>
            </a:pPr>
            <a:r>
              <a:rPr lang="en-US" sz="5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modelos mentales o sistemas abstractos diseñados: Pensar en sistemas o pensar de otras maneras</a:t>
            </a:r>
            <a:endParaRPr lang="en-US" sz="5450" dirty="0"/>
          </a:p>
        </p:txBody>
      </p:sp>
      <p:sp>
        <p:nvSpPr>
          <p:cNvPr id="4" name="Text 1"/>
          <p:cNvSpPr/>
          <p:nvPr/>
        </p:nvSpPr>
        <p:spPr>
          <a:xfrm>
            <a:off x="705326" y="5793938"/>
            <a:ext cx="7733348" cy="128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son representaciones simplificadas de la realidad que nos ayudan a comprender y navegar el mundo que nos rodea. Pensar en sistemas nos permite analizar problemas de manera más holística y desarrollar soluciones más efectivas.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32133"/>
            <a:ext cx="86503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son los modelos mentales?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3622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5121235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036225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Representaciones Simplificadas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880973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son esquemas mentales que nos permiten procesar información compleja de manera más sencilla.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03622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83411" y="5121235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5036225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Fundamentales para el Aprendizaje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5880973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 ayudan a interpretar nuevas experiencias y a integrarlas con nuestro conocimiento previo.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03622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04440" y="5121235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5036225"/>
            <a:ext cx="31349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Dinámicos y Adaptables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5526643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Nuestros modelos mentales evolucionan a medida que adquirimos nuevas habilidades y conocimientos.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87291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 de pensar en sistemas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Integral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cómo los diferentes elementos de un sistema se relacionan e interactúan entre sí.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33897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Patrones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los patrones y tendencias que se repiten en los sistemas complejos.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Soluciones Efectivas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Desarrollar soluciones más adaptables y duraderas al abordar los problemas de manera sistémica.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16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Limitaciones de los modelos mentales tradicionales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69356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Pensamiento Lineal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19420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Enfocarse en relaciones causales simples en lugar de considerar la complejidad de los sistemas.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69356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Sesgos Cognitivos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19420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Nuestra percepción está influenciada por experiencias previas y prejuicios inconscientes.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0706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341501"/>
            <a:ext cx="29301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Falta de Adaptabilidad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83191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tradicionales pueden volverse obsoletos ante entornos cambiantes.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467" y="510706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901" y="5341501"/>
            <a:ext cx="28929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Problemas Complejos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9901" y="583191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desafíos actuales requieren enfoques más holísticos que los modelos tradicionales.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127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514011"/>
            <a:ext cx="13103066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Estrategias para desarrollar nuevos modelos mentales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80679"/>
            <a:ext cx="522446" cy="5224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5212080"/>
            <a:ext cx="2736175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Observar con Atención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31520" y="5663922"/>
            <a:ext cx="3056692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Prestar atención a los detalles y las relaciones entre los elementos de un sistema.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703" y="4480679"/>
            <a:ext cx="522446" cy="5224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01703" y="5212080"/>
            <a:ext cx="305669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Pensar de Manera Divergente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4101703" y="5990392"/>
            <a:ext cx="3056692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Explorar diferentes perspectivas y cuestionar suposiciones para generar nuevas ideas.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886" y="4480679"/>
            <a:ext cx="522446" cy="5224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71886" y="5212080"/>
            <a:ext cx="305669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Aprender Continuamente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471886" y="5990392"/>
            <a:ext cx="3056692" cy="133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Mantenerse actualizado sobre los últimos desarrollos y enfoques en el campo de interés.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2069" y="4480679"/>
            <a:ext cx="522446" cy="52244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42069" y="5212080"/>
            <a:ext cx="261270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Colaborar con Otros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0842069" y="5663922"/>
            <a:ext cx="3056811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Interactuar con personas de diferentes backgrounds para enriquecer la perspectiva propia.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2024-11-03T07:50:43Z</dcterms:created>
  <dcterms:modified xsi:type="dcterms:W3CDTF">2024-11-03T07:50:43Z</dcterms:modified>
</cp:coreProperties>
</file>