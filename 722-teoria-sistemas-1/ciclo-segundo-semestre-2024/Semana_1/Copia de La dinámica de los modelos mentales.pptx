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dinámica de los modelos mentales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Nuestros modelos mentales son representaciones internas de cómo funciona el mundo. Estos modelos evolucionan constantemente a medida que adquirimos nuevas experiencias y conocimientos, modelando así nuestra percepción de la realidad.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900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5210" y="3286720"/>
            <a:ext cx="7739420" cy="647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modelos mentales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5210" y="42449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9998" y="4459724"/>
            <a:ext cx="3175397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Representaciones Internas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9998" y="49076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son representaciones simplificadas que nos ayudan a comprender y predecir el mundo que nos rodea.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8784" y="42449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3573" y="4459724"/>
            <a:ext cx="259008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Procesos Cognitivos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3573" y="49076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modelos influyen en cómo percibimos, interpretamos y respondemos a la información que recibimos.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5210" y="59925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9998" y="6207323"/>
            <a:ext cx="259008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9998" y="66552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Nuestros modelos mentales guían la forma en que tomamos decisiones y resolvemos problemas.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8784" y="59925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3573" y="6207323"/>
            <a:ext cx="2625685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Adaptación al Cambio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3573" y="66552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medida que evolucionan nuestros modelos mentales, también cambia nuestra forma de entender y relacionarnos con el mundo.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4587" y="919163"/>
            <a:ext cx="7540228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se forman y evolucionan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529507" y="1894642"/>
            <a:ext cx="22860" cy="5415677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55309" y="2357557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03705" y="2131814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73250" y="2210872"/>
            <a:ext cx="135374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700963" y="2105501"/>
            <a:ext cx="2952155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Experiencias Personales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700963" y="2561392"/>
            <a:ext cx="6191250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Nuestros modelos mentales se construyen a partir de nuestras propias experiencias, observaciones y aprendizaje.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55309" y="4120634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03705" y="3894892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8486" y="3973949"/>
            <a:ext cx="16478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700963" y="3868579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Social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700963" y="4324469"/>
            <a:ext cx="6191250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Interactuar con otros y compartir perspectivas nos ayuda a refinar y expandir nuestros modelos mentales.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755309" y="5883712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3705" y="5657969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6462" y="5737027"/>
            <a:ext cx="168950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700963" y="5631656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Cambio y Adaptación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700963" y="6087547"/>
            <a:ext cx="6191250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medida que enfrentamos nuevos desafíos y recibimos nueva información, nuestros modelos mentales se ajustan y evolucionan.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de los modelos mentales en el comportamiento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Nuestros modelos mentales determinan cómo interpretamos la información y las opciones disponibles, lo que influye en nuestras decisiones.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34192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Percepción de la Realidad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filtran nuestra percepción de la realidad, lo que puede llevar a sesgos y distorsiones.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32746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Respuestas Emocionales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Nuestras respuestas emocionales también se ven afectadas por los modelos mentales que hemos desarrollado.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093" y="596860"/>
            <a:ext cx="7663815" cy="132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para mejorar nuestros modelos mentales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3" y="2235875"/>
            <a:ext cx="528638" cy="528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0093" y="2975967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Continuo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40093" y="3433167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una mentalidad de crecimiento y estar abierto a nuevas ideas y perspectivas.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591" y="2235875"/>
            <a:ext cx="528638" cy="528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30591" y="2975967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Autoconciencia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4730591" y="3433167"/>
            <a:ext cx="3673316" cy="13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Examinar nuestros propios pensamientos y sesgos para identificar y desafiar nuestros modelos mentales.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93" y="5420558"/>
            <a:ext cx="528638" cy="5286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0093" y="6160651"/>
            <a:ext cx="329934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Diversidad de Perspectivas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40093" y="6617851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Buscar y considerar opiniones diferentes a la nuestra para ampliar nuestra comprensión.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591" y="5420558"/>
            <a:ext cx="528638" cy="5286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30591" y="6160651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4730591" y="6617851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Solicitar y estar abierto a recibir comentarios de otros que puedan desafiar nuestros modelos mentales.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2024-11-03T07:52:38Z</dcterms:created>
  <dcterms:modified xsi:type="dcterms:W3CDTF">2024-11-03T07:52:38Z</dcterms:modified>
</cp:coreProperties>
</file>