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4063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Interdependencias sistémicas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sistemas, ya sean naturales o artificiales, se caracterizan por una red intrincada de interdependencias que les confieren una naturaleza holística. Comprender estas interconexiones es fundamental para analizar y gestionar la complejidad de dichos sistemas.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117880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naturaleza interconectada de los sistemas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580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Relaciones Dinámicas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no se componen de elementos aislados, sino que se encuentran en constante interacción, donde un cambio en una parte afecta al todo.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Efectos Emergentes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interacciones entre los componentes del sistema pueden dar lugar a propiedades y comportamientos emergentes que van más allá de la suma de sus partes.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se autoregulan a través de bucles de retroalimentación, donde las salidas se convierten en entradas, generando patrones dinámicos.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5799" y="593527"/>
            <a:ext cx="7792403" cy="120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 de interdependencias en diferentes ámbitos</a:t>
            </a:r>
            <a:endParaRPr lang="en-US" sz="3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99" y="2089904"/>
            <a:ext cx="482679" cy="4826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5799" y="2765584"/>
            <a:ext cx="2413754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Ecosistemas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75799" y="3183017"/>
            <a:ext cx="3751421" cy="1544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cadenas alimentarias, los ciclos de nutrientes y la interdependencia entre especies son ejemplos de interdependencias en los ecosistemas naturales.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80" y="2089904"/>
            <a:ext cx="482679" cy="48267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6780" y="2765584"/>
            <a:ext cx="2413754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Ciudades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4716780" y="3183017"/>
            <a:ext cx="3751421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de transporte, infraestructura, energía y servicios públicos están interconectados en los entornos urbanos.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99" y="5307092"/>
            <a:ext cx="482679" cy="4826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5799" y="5982772"/>
            <a:ext cx="2413754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Empresas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75799" y="6400205"/>
            <a:ext cx="3751421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cadenas de suministro, los procesos interdepartamentales y las redes de colaboración generan interdependencias en el ámbito empresarial.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780" y="5307092"/>
            <a:ext cx="482679" cy="48267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16780" y="5982772"/>
            <a:ext cx="2413754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Sociedad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4716780" y="6400205"/>
            <a:ext cx="3751421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económicos, políticos, culturales y sociales se influyen mutuamente en el contexto de la sociedad.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9735" y="750689"/>
            <a:ext cx="7664529" cy="132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Implicaciones y consideraciones clave</a:t>
            </a:r>
            <a:endParaRPr lang="en-US" sz="4150" dirty="0"/>
          </a:p>
        </p:txBody>
      </p:sp>
      <p:sp>
        <p:nvSpPr>
          <p:cNvPr id="6" name="Shape 2"/>
          <p:cNvSpPr/>
          <p:nvPr/>
        </p:nvSpPr>
        <p:spPr>
          <a:xfrm>
            <a:off x="1045250" y="2388513"/>
            <a:ext cx="22860" cy="5090398"/>
          </a:xfrm>
          <a:prstGeom prst="roundRect">
            <a:avLst>
              <a:gd name="adj" fmla="val 388338"/>
            </a:avLst>
          </a:prstGeom>
          <a:solidFill>
            <a:srgbClr val="C7C7D0"/>
          </a:solidFill>
          <a:ln/>
        </p:spPr>
      </p:sp>
      <p:sp>
        <p:nvSpPr>
          <p:cNvPr id="7" name="Shape 3"/>
          <p:cNvSpPr/>
          <p:nvPr/>
        </p:nvSpPr>
        <p:spPr>
          <a:xfrm>
            <a:off x="1271588" y="2852618"/>
            <a:ext cx="739735" cy="22860"/>
          </a:xfrm>
          <a:prstGeom prst="roundRect">
            <a:avLst>
              <a:gd name="adj" fmla="val 388338"/>
            </a:avLst>
          </a:prstGeom>
          <a:solidFill>
            <a:srgbClr val="C7C7D0"/>
          </a:solidFill>
          <a:ln/>
        </p:spPr>
      </p:sp>
      <p:sp>
        <p:nvSpPr>
          <p:cNvPr id="8" name="Shape 4"/>
          <p:cNvSpPr/>
          <p:nvPr/>
        </p:nvSpPr>
        <p:spPr>
          <a:xfrm>
            <a:off x="818912" y="2626281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88814" y="2705457"/>
            <a:ext cx="135731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10" name="Text 6"/>
          <p:cNvSpPr/>
          <p:nvPr/>
        </p:nvSpPr>
        <p:spPr>
          <a:xfrm>
            <a:off x="2219087" y="2599849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Complejidad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2219087" y="3056811"/>
            <a:ext cx="618517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complejidad inherente a los sistemas interdependientes plantea desafíos en cuanto a su comprensión y gestión.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271588" y="4619863"/>
            <a:ext cx="739735" cy="22860"/>
          </a:xfrm>
          <a:prstGeom prst="roundRect">
            <a:avLst>
              <a:gd name="adj" fmla="val 388338"/>
            </a:avLst>
          </a:prstGeom>
          <a:solidFill>
            <a:srgbClr val="C7C7D0"/>
          </a:solidFill>
          <a:ln/>
        </p:spPr>
      </p:sp>
      <p:sp>
        <p:nvSpPr>
          <p:cNvPr id="13" name="Shape 9"/>
          <p:cNvSpPr/>
          <p:nvPr/>
        </p:nvSpPr>
        <p:spPr>
          <a:xfrm>
            <a:off x="818912" y="4393525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4050" y="4472702"/>
            <a:ext cx="165140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5" name="Text 11"/>
          <p:cNvSpPr/>
          <p:nvPr/>
        </p:nvSpPr>
        <p:spPr>
          <a:xfrm>
            <a:off x="2219087" y="4367093"/>
            <a:ext cx="3085028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Anticipación de Impactos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2219087" y="4824055"/>
            <a:ext cx="618517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crucial prever los efectos que los cambios en un componente pueden tener en el sistema en su conjunto.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1271588" y="6387108"/>
            <a:ext cx="739735" cy="22860"/>
          </a:xfrm>
          <a:prstGeom prst="roundRect">
            <a:avLst>
              <a:gd name="adj" fmla="val 388338"/>
            </a:avLst>
          </a:prstGeom>
          <a:solidFill>
            <a:srgbClr val="C7C7D0"/>
          </a:solidFill>
          <a:ln/>
        </p:spPr>
      </p:sp>
      <p:sp>
        <p:nvSpPr>
          <p:cNvPr id="18" name="Shape 14"/>
          <p:cNvSpPr/>
          <p:nvPr/>
        </p:nvSpPr>
        <p:spPr>
          <a:xfrm>
            <a:off x="818912" y="6160770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72026" y="6239947"/>
            <a:ext cx="169307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20" name="Text 16"/>
          <p:cNvSpPr/>
          <p:nvPr/>
        </p:nvSpPr>
        <p:spPr>
          <a:xfrm>
            <a:off x="2219087" y="613433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Holística</a:t>
            </a:r>
            <a:endParaRPr lang="en-US" sz="2050" dirty="0"/>
          </a:p>
        </p:txBody>
      </p:sp>
      <p:sp>
        <p:nvSpPr>
          <p:cNvPr id="21" name="Text 17"/>
          <p:cNvSpPr/>
          <p:nvPr/>
        </p:nvSpPr>
        <p:spPr>
          <a:xfrm>
            <a:off x="2219087" y="6591300"/>
            <a:ext cx="618517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Adoptar un enfoque sistémico y considerar las interconexiones es fundamental para tomar decisiones informadas y efectivas.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2024-11-03T09:04:07Z</dcterms:created>
  <dcterms:modified xsi:type="dcterms:W3CDTF">2024-11-03T09:04:07Z</dcterms:modified>
</cp:coreProperties>
</file>