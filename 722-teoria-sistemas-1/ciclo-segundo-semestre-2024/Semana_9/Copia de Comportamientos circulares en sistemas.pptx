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Comportamientos circulares en sistemas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circulares se caracterizan por un flujo continuo de recursos, energía e información. A diferencia de los modelos lineales, estos sistemas buscan aprovechar al máximo los recursos y minimizar los residuos, fomentando la sostenibilidad y la eficiencia.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04060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 y características de los sistemas circulares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69738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circulares son modelos económicos y de producción que se basan en el principio de "cerrar el ciclo" de los recursos, minimizando los desechos y maximizando la reutilización y el reciclaje.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988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Características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99521" y="4569738"/>
            <a:ext cx="62447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Diseño regenerativo, uso eficiente de recursos, reducción de residuos, preservación de valor, innovación tecnológica y colaboración entre actores.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65609"/>
            <a:ext cx="7556421" cy="283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Ejemplos de comportamientos circulares en la naturaleza y la sociedad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44960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2474" y="4581049"/>
            <a:ext cx="145613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7017306" y="4496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Ciclos naturales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017306" y="4986457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la naturaleza, los ciclos del agua, del carbono y de los nutrientes ejemplifican comportamientos circulares que mantienen el equilibrio de los ecosistemas.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867" y="449603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338316" y="4581049"/>
            <a:ext cx="177284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10908983" y="449603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sociales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0908983" y="4986457"/>
            <a:ext cx="29277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 la sociedad, programas de reciclaje, economía colaborativa y diseño de productos reutilizables son ejemplos de prácticas circulares.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7195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1405" y="3319582"/>
            <a:ext cx="13107591" cy="1359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350"/>
              </a:lnSpc>
              <a:buNone/>
            </a:pPr>
            <a:r>
              <a:rPr lang="en-US" sz="4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Impactos de los ciclos circulares en la sostenibilidad y la eficiencia</a:t>
            </a:r>
            <a:endParaRPr lang="en-US" sz="42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05" y="5005507"/>
            <a:ext cx="543878" cy="54387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61405" y="5766911"/>
            <a:ext cx="2953941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Reducción de Residuos</a:t>
            </a:r>
            <a:endParaRPr lang="en-US" sz="2100" dirty="0"/>
          </a:p>
        </p:txBody>
      </p:sp>
      <p:sp>
        <p:nvSpPr>
          <p:cNvPr id="6" name="Text 2"/>
          <p:cNvSpPr/>
          <p:nvPr/>
        </p:nvSpPr>
        <p:spPr>
          <a:xfrm>
            <a:off x="761405" y="6237327"/>
            <a:ext cx="4151709" cy="139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circulares minimizan la generación de desechos, disminuyendo la presión sobre los recursos naturales y el medio ambiente.</a:t>
            </a:r>
            <a:endParaRPr lang="en-US" sz="17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9345" y="5005507"/>
            <a:ext cx="543878" cy="54387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39345" y="5766911"/>
            <a:ext cx="2992755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Reutilización y Reciclaje</a:t>
            </a:r>
            <a:endParaRPr lang="en-US" sz="2100" dirty="0"/>
          </a:p>
        </p:txBody>
      </p:sp>
      <p:sp>
        <p:nvSpPr>
          <p:cNvPr id="9" name="Text 4"/>
          <p:cNvSpPr/>
          <p:nvPr/>
        </p:nvSpPr>
        <p:spPr>
          <a:xfrm>
            <a:off x="5239345" y="6237327"/>
            <a:ext cx="4151709" cy="10440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recuperación y aprovechamiento de los materiales aumenta la eficiencia y reduce la necesidad de extraer nuevos recursos.</a:t>
            </a:r>
            <a:endParaRPr lang="en-US" sz="1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7286" y="5005507"/>
            <a:ext cx="543878" cy="54387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7286" y="5766911"/>
            <a:ext cx="2719507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Sostenibilidad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9717286" y="6237327"/>
            <a:ext cx="4151709" cy="1392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circulares fomentan la conservación de los ecosistemas y promueven el desarrollo sostenible a largo plazo.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6228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378" y="3200995"/>
            <a:ext cx="13161645" cy="1311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Estrategias para fomentar y aprovechar los comportamientos circulares</a:t>
            </a:r>
            <a:endParaRPr lang="en-US" sz="4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78" y="4827032"/>
            <a:ext cx="4387215" cy="8392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4166" y="5980986"/>
            <a:ext cx="262282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Circular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944166" y="6434614"/>
            <a:ext cx="3967639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Crear productos y servicios que puedan ser reutilizados, reparados, remanufacturados o reciclados.</a:t>
            </a:r>
            <a:endParaRPr lang="en-US" sz="16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1593" y="4827032"/>
            <a:ext cx="4387215" cy="83927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31381" y="5980986"/>
            <a:ext cx="262282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Colaboración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5331381" y="6434614"/>
            <a:ext cx="3967639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Fomentar la cooperación entre empresas, gobiernos y ciudadanos para cerrar los ciclos de los recursos.</a:t>
            </a:r>
            <a:endParaRPr lang="en-US" sz="16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8808" y="4827032"/>
            <a:ext cx="4387215" cy="83927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18596" y="5980986"/>
            <a:ext cx="2622828" cy="327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Políticas Públicas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9718596" y="6434614"/>
            <a:ext cx="3967639" cy="1006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marcos normativos e incentivos que promuevan la transición hacia una economía circular.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2024-11-03T09:05:59Z</dcterms:created>
  <dcterms:modified xsi:type="dcterms:W3CDTF">2024-11-03T09:05:59Z</dcterms:modified>
</cp:coreProperties>
</file>