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619125"/>
            <a:ext cx="7568089" cy="485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00"/>
              </a:lnSpc>
              <a:buNone/>
            </a:pPr>
            <a:r>
              <a:rPr lang="en-US" sz="6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resultados de simulaciones complejas de sistemas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787956" y="5811560"/>
            <a:ext cx="7568089" cy="180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simulaciones complejas de sistemas permiten a los investigadores explorar en profundidad el comportamiento de sistemas dinámicos, modelando múltiples variables e interacciones. El análisis exhaustivo de estos resultados ofrece valiosas perspectivas para comprender el funcionamiento y la evolución de sistemas altamente complejos.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Metodologías para el análisis de datos de simulación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Estadístico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Aplicación de métodos estadísticos avanzados para identificar patrones, tendencias y correlaciones en los datos de simulación.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1301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Visualización Interactiva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de herramientas de visualización que permiten a los investigadores explorar y analizar los resultados de manera dinámica.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Predictivo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técnicas de aprendizaje automático para predecir el comportamiento futuro del sistema a partir de los datos de simulación.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Visualización y presentación de resultados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78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Gráficos Interactivos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de visualizaciones dinámicas que permiten a la audiencia explorar y comprender los datos de simulación.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24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3165991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Presentaciones Efectivas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Comunicación clara y concisa de hallazgos clave, utilizando un lenguaje apropiado para el público objetivo.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03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Infografías Ilustrativas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Creación de elementos visuales que resumen de manera atractiva y comprensible los resultados de la simulación.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4354" y="611267"/>
            <a:ext cx="75880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Interpretación de hallazgos y recomendaciones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4354" y="2334101"/>
            <a:ext cx="3682960" cy="2710339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4264" y="2564011"/>
            <a:ext cx="3223141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Tendencias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94264" y="3391972"/>
            <a:ext cx="3223141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Destacar los patrones y tendencias clave que emergen de los análisis de simulación.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69604" y="2334101"/>
            <a:ext cx="3682960" cy="2710339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9514" y="2564011"/>
            <a:ext cx="3223141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Implicaciones Estratégicas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99514" y="3391972"/>
            <a:ext cx="3223141" cy="142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Interpretar el significado de los resultados y cómo pueden informar la toma de decisiones estratégicas.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64354" y="5266730"/>
            <a:ext cx="3682960" cy="2354699"/>
          </a:xfrm>
          <a:prstGeom prst="roundRect">
            <a:avLst>
              <a:gd name="adj" fmla="val 396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4264" y="5496639"/>
            <a:ext cx="3223141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Recomendaciones Fundamentadas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94264" y="6324600"/>
            <a:ext cx="3223141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Proponer acciones concretas y bien sustentadas en base a los hallazgos de la simulación.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69604" y="5266730"/>
            <a:ext cx="3682960" cy="2354699"/>
          </a:xfrm>
          <a:prstGeom prst="roundRect">
            <a:avLst>
              <a:gd name="adj" fmla="val 396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99514" y="5496639"/>
            <a:ext cx="2931914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Comunicación Efectiva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399514" y="5977295"/>
            <a:ext cx="3223141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Transmitir los hallazgos y recomendaciones de manera clara, concisa y convincente.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2024-11-03T09:26:35Z</dcterms:created>
  <dcterms:modified xsi:type="dcterms:W3CDTF">2024-11-03T09:26:35Z</dcterms:modified>
</cp:coreProperties>
</file>