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Simulación dinámica de sistemas complejos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dinámica de sistemas complejos es una poderosa herramienta para comprender el comportamiento de sistemas que evolucionan en el tiempo, como ecosistemas, redes sociales y mercados financieros. Estos sistemas muestran patrones emergentes y no lineales que son difíciles de predecir.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69290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de la simulación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9584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Matemático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se basa en modelos matemáticos que representan las interacciones y dinámicas de los sistemas complejos.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3808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Algoritmos Computacionales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avances en informática permiten simular sistemas cada vez más grandes y complejos con mayor precisión y velocidad.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9375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Visualización de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herramientas de visualización ayudan a interpretar los resultados de la simulación y descubrir patrones ocultos.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581620"/>
            <a:ext cx="76645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Modelos dinámicos de sistemas complejos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045250" y="2219444"/>
            <a:ext cx="22860" cy="5428536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71588" y="2683550"/>
            <a:ext cx="739735" cy="22860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18912" y="2457212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8814" y="2536388"/>
            <a:ext cx="135731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19087" y="2430780"/>
            <a:ext cx="304883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Ecuaciones Diferenciales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219087" y="2887742"/>
            <a:ext cx="6185178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dinámicos se modelan mediante ecuaciones diferenciales que describen la evolución temporal de variables clave.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71588" y="4788932"/>
            <a:ext cx="739735" cy="22860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18912" y="4562594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4050" y="4641771"/>
            <a:ext cx="165140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219087" y="4536162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Autómatas Celulares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219087" y="4993124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modelos discretos simulan la interacción entre entidades individuales siguiendo reglas locales simples.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71588" y="6556177"/>
            <a:ext cx="739735" cy="22860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8912" y="6329839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2026" y="6409015"/>
            <a:ext cx="169307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219087" y="6303407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Redes Complejas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219087" y="6760369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redes con topologías no triviales capturan las interconexiones entre los elementos de un sistema.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60" y="753428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casos de estudio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4260" y="2401372"/>
            <a:ext cx="3721418" cy="2260997"/>
          </a:xfrm>
          <a:prstGeom prst="roundRect">
            <a:avLst>
              <a:gd name="adj" fmla="val 39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4525" y="262163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Urbana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64525" y="3081457"/>
            <a:ext cx="328088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de flujos de tráfico, uso del suelo y servicios públicos permite diseñar ciudades más inteligentes y sostenibles.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8323" y="2401372"/>
            <a:ext cx="3721418" cy="2260997"/>
          </a:xfrm>
          <a:prstGeom prst="roundRect">
            <a:avLst>
              <a:gd name="adj" fmla="val 39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8588" y="262163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Epidemiología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98588" y="3081457"/>
            <a:ext cx="328088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de propagación de enfermedades ayudan a predecir y contener brotes, así como evaluar estrategias de intervención.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4260" y="4875014"/>
            <a:ext cx="3721418" cy="2601158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4525" y="509528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Economía y Finanzas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64525" y="5555099"/>
            <a:ext cx="3280886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de mercados y sistemas financieros permite estudiar la dinámica de crisis, burbujas y comportamientos emergentes.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8323" y="4875014"/>
            <a:ext cx="3721418" cy="2601158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8588" y="509528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Ecología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4898588" y="5555099"/>
            <a:ext cx="328088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ecosistémicos ayudan a comprender la evolución de poblaciones, interacciones y respuestas al cambio climático.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493" y="927378"/>
            <a:ext cx="7323296" cy="660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Retos y oportunidades futuras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93" y="1905476"/>
            <a:ext cx="528638" cy="528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6493" y="2645569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 Datos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26493" y="3102769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Manejar y procesar grandes volúmenes de datos para alimentar modelos cada vez más detallados.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991" y="1905476"/>
            <a:ext cx="528638" cy="528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6991" y="2645569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Inteligencia Artificial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16991" y="3102769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técnicas de aprendizaje automático para mejorar la precisión y eficiencia de las simulaciones.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93" y="4751903"/>
            <a:ext cx="528638" cy="5286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26493" y="5491996"/>
            <a:ext cx="2891195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de Modelos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226493" y="5949196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enfoques para combinar diferentes tipos de modelos y escalas para crear simulaciones más realistas.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991" y="4751903"/>
            <a:ext cx="528638" cy="528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16991" y="5491996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Poder de Cómputo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216991" y="5949196"/>
            <a:ext cx="3673316" cy="13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Aprovechar el avance de la computación de alto rendimiento para simular sistemas cada vez más complejos.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2024-11-03T09:24:42Z</dcterms:created>
  <dcterms:modified xsi:type="dcterms:W3CDTF">2024-11-03T09:24:42Z</dcterms:modified>
</cp:coreProperties>
</file>