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4630400" cy="8229600"/>
  <p:notesSz cx="8229600" cy="14630400"/>
  <p:embeddedFontLst>
    <p:embeddedFont>
      <p:font typeface="Raleway"/>
      <p:regular r:id="rId11"/>
    </p:embeddedFont>
    <p:embeddedFont>
      <p:font typeface="Raleway"/>
      <p:regular r:id="rId12"/>
    </p:embeddedFont>
    <p:embeddedFont>
      <p:font typeface="Raleway"/>
      <p:regular r:id="rId13"/>
    </p:embeddedFont>
    <p:embeddedFont>
      <p:font typeface="Raleway"/>
      <p:regular r:id="rId14"/>
    </p:embeddedFont>
    <p:embeddedFont>
      <p:font typeface="Roboto"/>
      <p:regular r:id="rId15"/>
    </p:embeddedFont>
    <p:embeddedFont>
      <p:font typeface="Roboto"/>
      <p:regular r:id="rId16"/>
    </p:embeddedFont>
    <p:embeddedFont>
      <p:font typeface="Roboto"/>
      <p:regular r:id="rId17"/>
    </p:embeddedFont>
    <p:embeddedFont>
      <p:font typeface="Roboto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font" Target="fonts/font1.fntdata"/><Relationship Id="rId12" Type="http://schemas.openxmlformats.org/officeDocument/2006/relationships/font" Target="fonts/font2.fntdata"/><Relationship Id="rId13" Type="http://schemas.openxmlformats.org/officeDocument/2006/relationships/font" Target="fonts/font3.fntdata"/><Relationship Id="rId14" Type="http://schemas.openxmlformats.org/officeDocument/2006/relationships/font" Target="fonts/font4.fntdata"/><Relationship Id="rId15" Type="http://schemas.openxmlformats.org/officeDocument/2006/relationships/font" Target="fonts/font5.fntdata"/><Relationship Id="rId16" Type="http://schemas.openxmlformats.org/officeDocument/2006/relationships/font" Target="fonts/font6.fntdata"/><Relationship Id="rId17" Type="http://schemas.openxmlformats.org/officeDocument/2006/relationships/font" Target="fonts/font7.fntdata"/><Relationship Id="rId18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570077"/>
            <a:ext cx="7556421" cy="293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Introducción a la complejidad sistémica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6280190" y="4844891"/>
            <a:ext cx="755642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complejidad sistémica es un campo de estudio que analiza los sistemas dinámicos y adaptativos, en los que múltiples elementos interactúan de formas impredecibles. Este enfoque permite comprender fenómenos complejos en diversos ámbitos, desde la biología hasta la economía.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77058"/>
            <a:ext cx="1090243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Características de los sistemas complejos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4528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Linealidad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033957"/>
            <a:ext cx="397811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sistemas complejos se caracterizan por relaciones no lineales entre sus componentes, lo que genera comportamientos emergentes y difíciles de predecir.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4528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Adaptabilidad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033957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Estos sistemas poseen la capacidad de adaptarse y evolucionar en respuesta a cambios en su entorno, lo que les permite mantener su funcionamiento.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4528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Interdependencia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033957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elementos de un sistema complejo están fuertemente interconectados, de modo que los cambios en uno afectan al conjunto.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00894" y="886897"/>
            <a:ext cx="7715012" cy="1275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Aplicaciones de la complejidad sistémica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6200894" y="2468880"/>
            <a:ext cx="3755469" cy="2498169"/>
          </a:xfrm>
          <a:prstGeom prst="roundRect">
            <a:avLst>
              <a:gd name="adj" fmla="val 343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12587" y="2680573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Biología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412587" y="3121819"/>
            <a:ext cx="3332083" cy="1633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estudio de la complejidad sistémica ha revolucionado nuestra comprensión de los ecosistemas y los organismos vivos, que funcionan como sistemas complejos.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0160437" y="2468880"/>
            <a:ext cx="3755469" cy="2498169"/>
          </a:xfrm>
          <a:prstGeom prst="roundRect">
            <a:avLst>
              <a:gd name="adj" fmla="val 343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372130" y="2680573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Economía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0372130" y="3121819"/>
            <a:ext cx="3332083" cy="1633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mercados financieros y las redes económicas globales pueden analizarse como sistemas complejos, lo que ayuda a predecir y gestionar crisis.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200894" y="5171123"/>
            <a:ext cx="3755469" cy="2171462"/>
          </a:xfrm>
          <a:prstGeom prst="roundRect">
            <a:avLst>
              <a:gd name="adj" fmla="val 394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12587" y="5382816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Sociología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412587" y="5824061"/>
            <a:ext cx="3332083" cy="130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complejidad sistémica ofrece nuevas perspectivas sobre la dinámica de los grupos sociales y la evolución de las sociedades.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0160437" y="5171123"/>
            <a:ext cx="3755469" cy="2171462"/>
          </a:xfrm>
          <a:prstGeom prst="roundRect">
            <a:avLst>
              <a:gd name="adj" fmla="val 394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372130" y="5382816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Tecnología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0372130" y="5824061"/>
            <a:ext cx="3332083" cy="130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diseño de redes de comunicación, sistemas de transporte y otros sistemas tecnológicos complejos se beneficia de este enfoque.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42804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9847" y="2964537"/>
            <a:ext cx="7014567" cy="606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750"/>
              </a:lnSpc>
              <a:buNone/>
            </a:pPr>
            <a:r>
              <a:rPr lang="en-US" sz="3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Conclusiones y próximos pasos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679847" y="5777984"/>
            <a:ext cx="13270706" cy="22860"/>
          </a:xfrm>
          <a:prstGeom prst="roundRect">
            <a:avLst>
              <a:gd name="adj" fmla="val 356890"/>
            </a:avLst>
          </a:prstGeom>
          <a:solidFill>
            <a:srgbClr val="C7C7D0"/>
          </a:solidFill>
          <a:ln/>
        </p:spPr>
      </p:sp>
      <p:sp>
        <p:nvSpPr>
          <p:cNvPr id="5" name="Shape 2"/>
          <p:cNvSpPr/>
          <p:nvPr/>
        </p:nvSpPr>
        <p:spPr>
          <a:xfrm>
            <a:off x="3937516" y="5098137"/>
            <a:ext cx="22860" cy="679847"/>
          </a:xfrm>
          <a:prstGeom prst="roundRect">
            <a:avLst>
              <a:gd name="adj" fmla="val 356890"/>
            </a:avLst>
          </a:prstGeom>
          <a:solidFill>
            <a:srgbClr val="C7C7D0"/>
          </a:solidFill>
          <a:ln/>
        </p:spPr>
      </p:sp>
      <p:sp>
        <p:nvSpPr>
          <p:cNvPr id="6" name="Shape 3"/>
          <p:cNvSpPr/>
          <p:nvPr/>
        </p:nvSpPr>
        <p:spPr>
          <a:xfrm>
            <a:off x="3730466" y="5559504"/>
            <a:ext cx="436959" cy="436959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86557" y="5632252"/>
            <a:ext cx="124658" cy="291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2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2639735" y="3862864"/>
            <a:ext cx="2618303" cy="303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Pensamiento Sistémico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74038" y="4282678"/>
            <a:ext cx="6149816" cy="621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complejidad sistémica invita a adoptar una perspectiva holística y a considerar las interrelaciones entre los elementos de un sistema.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303651" y="5777984"/>
            <a:ext cx="22860" cy="679847"/>
          </a:xfrm>
          <a:prstGeom prst="roundRect">
            <a:avLst>
              <a:gd name="adj" fmla="val 356890"/>
            </a:avLst>
          </a:prstGeom>
          <a:solidFill>
            <a:srgbClr val="C7C7D0"/>
          </a:solidFill>
          <a:ln/>
        </p:spPr>
      </p:sp>
      <p:sp>
        <p:nvSpPr>
          <p:cNvPr id="11" name="Shape 8"/>
          <p:cNvSpPr/>
          <p:nvPr/>
        </p:nvSpPr>
        <p:spPr>
          <a:xfrm>
            <a:off x="7096601" y="5559504"/>
            <a:ext cx="436959" cy="436959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239119" y="5632252"/>
            <a:ext cx="151805" cy="291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2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6101120" y="6652022"/>
            <a:ext cx="2428042" cy="303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Nuevos Modelos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4240173" y="7071836"/>
            <a:ext cx="6149935" cy="621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desarrollo de modelos matemáticos y computacionales avanzados permitirá comprender mejor la dinámica de los sistemas complejos.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10669905" y="5098137"/>
            <a:ext cx="22860" cy="679847"/>
          </a:xfrm>
          <a:prstGeom prst="roundRect">
            <a:avLst>
              <a:gd name="adj" fmla="val 356890"/>
            </a:avLst>
          </a:prstGeom>
          <a:solidFill>
            <a:srgbClr val="C7C7D0"/>
          </a:solidFill>
          <a:ln/>
        </p:spPr>
      </p:sp>
      <p:sp>
        <p:nvSpPr>
          <p:cNvPr id="16" name="Shape 13"/>
          <p:cNvSpPr/>
          <p:nvPr/>
        </p:nvSpPr>
        <p:spPr>
          <a:xfrm>
            <a:off x="10462855" y="5559504"/>
            <a:ext cx="436959" cy="436959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603468" y="5632252"/>
            <a:ext cx="155615" cy="291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2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9425940" y="3862864"/>
            <a:ext cx="2510790" cy="303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Aplicaciones Prácticas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7606427" y="4282678"/>
            <a:ext cx="6149935" cy="621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complejidad sistémica ofrece un enfoque innovador para abordar desafíos en diversos campos, desde la salud hasta la sostenibilidad.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2024-11-03T08:45:20Z</dcterms:created>
  <dcterms:modified xsi:type="dcterms:W3CDTF">2024-11-03T08:45:20Z</dcterms:modified>
</cp:coreProperties>
</file>