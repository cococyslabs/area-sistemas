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atrick Hand"/>
      <p:regular r:id="rId15"/>
    </p:embeddedFont>
    <p:embeddedFont>
      <p:font typeface="Patrick Hand"/>
      <p:regular r:id="rId16"/>
    </p:embeddedFont>
    <p:embeddedFont>
      <p:font typeface="Patrick Hand"/>
      <p:regular r:id="rId17"/>
    </p:embeddedFont>
    <p:embeddedFont>
      <p:font typeface="Patrick Hand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538049"/>
            <a:ext cx="7415927" cy="1703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00"/>
              </a:lnSpc>
              <a:buNone/>
            </a:pPr>
            <a:r>
              <a:rPr lang="en-US" sz="5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Comprendiendo el Proceso ETL</a:t>
            </a:r>
            <a:endParaRPr lang="en-US" sz="5350" dirty="0"/>
          </a:p>
        </p:txBody>
      </p:sp>
      <p:sp>
        <p:nvSpPr>
          <p:cNvPr id="4" name="Text 1"/>
          <p:cNvSpPr/>
          <p:nvPr/>
        </p:nvSpPr>
        <p:spPr>
          <a:xfrm>
            <a:off x="6350437" y="3611642"/>
            <a:ext cx="7415927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ETL (Extraer, Transformar y Cargar) es un proceso fundamental en el mundo del Business Intelligence y la gestión de datos empresariales. Este enfoque permite extraer datos de diversas fuentes, transformarlos en un formato consistente y estandarizado, y finalmente cargarlos en un sistema de almacenamiento centralizado, como un Data Warehouse o un cubo OLAP, para su posterior análisis y toma de decisiones.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6278047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057" y="6285667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16" y="6259592"/>
            <a:ext cx="3171349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atrick Hand Bold" pitchFamily="34" charset="0"/>
                <a:ea typeface="Patrick Hand Bold" pitchFamily="34" charset="-122"/>
                <a:cs typeface="Patrick Hand Bold" pitchFamily="34" charset="-120"/>
              </a:rPr>
              <a:t>por Seminario de Sistemas 2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754023"/>
            <a:ext cx="4480917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Fases del Proceso ETL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84979" y="4618911"/>
            <a:ext cx="13060323" cy="30480"/>
          </a:xfrm>
          <a:prstGeom prst="roundRect">
            <a:avLst>
              <a:gd name="adj" fmla="val 308730"/>
            </a:avLst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3978831" y="3834765"/>
            <a:ext cx="30480" cy="784146"/>
          </a:xfrm>
          <a:prstGeom prst="roundRect">
            <a:avLst>
              <a:gd name="adj" fmla="val 308730"/>
            </a:avLst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3742015" y="4366855"/>
            <a:ext cx="504111" cy="504111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45255" y="4484489"/>
            <a:ext cx="9763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873812" y="1762244"/>
            <a:ext cx="2240399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Extracción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08936" y="2176701"/>
            <a:ext cx="5970270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primera fase del proceso ETL implica la extracción de datos desde diversas fuentes, ya sea bases de datos, archivos planos, hojas de cálculo u otros sistemas de información. En esta etapa, se recopila y unifica la información necesaria para su posterior transformación.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299841" y="4618911"/>
            <a:ext cx="30480" cy="784146"/>
          </a:xfrm>
          <a:prstGeom prst="roundRect">
            <a:avLst>
              <a:gd name="adj" fmla="val 308730"/>
            </a:avLst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7063026" y="4366855"/>
            <a:ext cx="504111" cy="504111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52097" y="4484489"/>
            <a:ext cx="125849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194822" y="5627132"/>
            <a:ext cx="2240399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Transformación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329946" y="6041588"/>
            <a:ext cx="5970270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Una vez extraídos los datos, el siguiente paso es transformarlos en un formato estandarizado y coherente. Esto puede incluir la limpieza de datos, la aplicación de reglas de negocio, la realización de cálculos y la integración de información proveniente de múltiples fuentes.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620970" y="3834765"/>
            <a:ext cx="30480" cy="784146"/>
          </a:xfrm>
          <a:prstGeom prst="roundRect">
            <a:avLst>
              <a:gd name="adj" fmla="val 308730"/>
            </a:avLst>
          </a:prstGeom>
          <a:solidFill>
            <a:srgbClr val="CCC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84155" y="4366855"/>
            <a:ext cx="504111" cy="504111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75965" y="4484489"/>
            <a:ext cx="12049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15951" y="1762244"/>
            <a:ext cx="2240399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Carga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51075" y="2176701"/>
            <a:ext cx="5970270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Finalmente, los datos transformados se cargan en el sistema de destino, ya sea un Data Warehouse, un cubo OLAP u otro repositorio de información. Esta fase asegura que los datos estén disponibles y listos para ser analizados y explotados por los usuarios finales.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23693"/>
            <a:ext cx="7454265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Transformación: Clave del Proceso ETL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315789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Limpieza de Datos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3713321"/>
            <a:ext cx="3898821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transformación es la fase más crítica del proceso ETL. Aquí se llevan a cabo tareas como la limpieza de datos, la eliminación de inconsistencias, la estandarización de formatos y la aplicación de reglas de negocio.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15789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Integración de Fuentes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72695" y="3713321"/>
            <a:ext cx="3898821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Otra función clave de la transformación es integrar datos provenientes de diversas fuentes, unificando la información en un formato coherente y estandarizado. Esto permite generar una visión integral y consistente de los datos empresariales.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15789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Enriquecimiento de Datos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81354" y="3713321"/>
            <a:ext cx="389882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Además, la transformación permite enriquecer los datos con información adicional, como cálculos, clasificaciones o atributos que agreguen valor a los datos y faciliten su análisis y explotación.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145977"/>
            <a:ext cx="9032796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Carga: Asegurando la Disponibilidad de los Datos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2256830"/>
            <a:ext cx="4300776" cy="987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853" y="361461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Carga Incremental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110853" y="4071342"/>
            <a:ext cx="3807143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fase de carga asegura que los datos transformados se almacenen de manera eficiente en el sistema de destino, como un Data Warehouse o un cubo OLAP. Esto puede incluir técnicas de carga incremental, donde solo se actualizan los datos modificados desde la última carga.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812" y="2256830"/>
            <a:ext cx="4300776" cy="9875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11629" y="361461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Validación y Monitoreo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411629" y="4071342"/>
            <a:ext cx="3807143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Además, en esta fase se realizan procesos de validación y monitoreo para asegurar la integridad y calidad de los datos cargados. Esto incluye la verificación de registros duplicados, la detección de errores y la generación de informes de ejecución.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588" y="2256830"/>
            <a:ext cx="4300776" cy="9875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361461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Accesibilidad para Usuarios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712404" y="4071342"/>
            <a:ext cx="3807143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Finalmente, la carga garantiza que los datos transformados estén disponibles y accesibles para los usuarios finales, quienes podrán utilizarlos para la toma de decisiones y la generación de reportes.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18855"/>
            <a:ext cx="6753106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Características Clave del Proceso ETL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64037" y="270736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7874" y="2836902"/>
            <a:ext cx="10763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666280" y="2707362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Automatización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66280" y="3164086"/>
            <a:ext cx="552557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procesos ETL suelen ser altamente automatizados, lo que permite una ejecución eficiente y la reducción de errores humanos. Esto es crucial para manejar grandes volúmenes de datos de manera oportuna y confiable.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38668" y="270736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47027" y="2836902"/>
            <a:ext cx="13870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40911" y="2707362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Escalabilidad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40911" y="3164086"/>
            <a:ext cx="552557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sistemas ETL deben ser escalables para adaptarse a las crecientes necesidades de las organizaciones, tanto en términos de volumen de datos como de complejidad de los requisitos de transformación.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4037" y="526875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5373" y="5398294"/>
            <a:ext cx="132755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666280" y="526875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Robustez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66280" y="5725477"/>
            <a:ext cx="55255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procesos ETL deben ser robustos y confiables, con mecanismos de control y monitoreo que garanticen la integridad y calidad de los datos a lo largo de todo el flujo.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668" y="526875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0719" y="5398294"/>
            <a:ext cx="111204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240911" y="526875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Flexibilidad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40911" y="5725477"/>
            <a:ext cx="552557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 flexibilidad es clave para adaptarse a los cambios en las fuentes de datos, los requisitos de negocio y las necesidades de los usuarios finales a lo largo del tiempo.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843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979" y="3574852"/>
            <a:ext cx="4455081" cy="556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ETL y los Cubos OLAP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79" y="4465796"/>
            <a:ext cx="556855" cy="5568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4979" y="5245298"/>
            <a:ext cx="2227540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Warehouse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84979" y="5657255"/>
            <a:ext cx="4130635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 proceso ETL desempeña un papel crucial en la creación y mantenimiento de los Data Warehouses, al extraer, transformar y cargar datos de múltiples fuentes en un repositorio centralizado y coherente.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704" y="4465796"/>
            <a:ext cx="556855" cy="5568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49704" y="5245298"/>
            <a:ext cx="2227540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Cubos OLAP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5249704" y="5657255"/>
            <a:ext cx="4130754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Además, el proceso ETL es fundamental para la construcción de cubos OLAP (Online Analytical Processing), que permiten el análisis multidimensional de los datos y la generación de informes y visualizaciones avanzadas.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548" y="4465796"/>
            <a:ext cx="556855" cy="5568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4548" y="5245298"/>
            <a:ext cx="2227540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Business Intelligence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714548" y="5657255"/>
            <a:ext cx="4130635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 conjunto, el Data Warehouse y los cubos OLAP, alimentados por el proceso ETL, forman la base para soluciones de Business Intelligence que permiten a las organizaciones tomar decisiones más informadas y estratégicas.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678894"/>
            <a:ext cx="7040523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Limitaciones y Desafíos del Proceso ETL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64037" y="1789748"/>
            <a:ext cx="6327815" cy="2956084"/>
          </a:xfrm>
          <a:prstGeom prst="roundRect">
            <a:avLst>
              <a:gd name="adj" fmla="val 3508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093" y="205180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Complejidad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26093" y="2508528"/>
            <a:ext cx="5803702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 procesos ETL pueden ser altamente complejos, especialmente cuando se trabaja con múltiples fuentes de datos, formatos heterogéneos y reglas de transformación avanzadas. Esto puede hacer que el diseño y la implementación del proceso sean desafiantes.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38668" y="1789748"/>
            <a:ext cx="6327815" cy="2956084"/>
          </a:xfrm>
          <a:prstGeom prst="roundRect">
            <a:avLst>
              <a:gd name="adj" fmla="val 3508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0724" y="205180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Rendimiento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00724" y="2508528"/>
            <a:ext cx="580370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Cuando se manejan grandes volúmenes de datos, el rendimiento del proceso ETL puede ser un desafío, requiriendo optimizaciones en la extracción, transformación y carga de datos para mantener tiempos de ejecución aceptables.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4037" y="4992648"/>
            <a:ext cx="6327815" cy="2561034"/>
          </a:xfrm>
          <a:prstGeom prst="roundRect">
            <a:avLst>
              <a:gd name="adj" fmla="val 404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6093" y="525470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Mantenimiento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26093" y="5711428"/>
            <a:ext cx="580370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medida que las fuentes de datos y los requisitos de negocio evolucionan, mantener y actualizar los procesos ETL puede ser una tarea desafiante, requiriendo un esfuerzo continuo de gestión y monitoreo.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38668" y="4992648"/>
            <a:ext cx="6327815" cy="2561034"/>
          </a:xfrm>
          <a:prstGeom prst="roundRect">
            <a:avLst>
              <a:gd name="adj" fmla="val 404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00724" y="525470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Calidad de Datos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00724" y="5711428"/>
            <a:ext cx="5803702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Garantizar la calidad de los datos a lo largo de todo el proceso ETL es fundamental, pero puede ser complicado cuando se trabaja con datos de diversas fuentes y con diferentes niveles de integridad y consistencia.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198483"/>
            <a:ext cx="7415927" cy="12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Conclusión: El Valor Estratégico del Proceso ETL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2802969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 resumen, el proceso ETL es un pilar fundamental en el mundo del Business Intelligence y la gestión de datos empresariales. Al extraer, transformar y cargar datos de diversas fuentes en un repositorio centralizado y coherente, el ETL desempeña un papel crucial en la creación de soluciones de análisis y toma de decisiones.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5055870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 bien el proceso ETL puede presentar desafíos en términos de complejidad, rendimiento y mantenimiento, su valor estratégico para las organizaciones es innegable. Al proporcionar datos de alta calidad y listos para el análisis, el ETL permite a las empresas tomar decisiones más informadas, mejorar sus operaciones y obtener una ventaja competitiva en el mercado.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2024-11-05T00:33:30Z</dcterms:created>
  <dcterms:modified xsi:type="dcterms:W3CDTF">2024-11-05T00:33:30Z</dcterms:modified>
</cp:coreProperties>
</file>