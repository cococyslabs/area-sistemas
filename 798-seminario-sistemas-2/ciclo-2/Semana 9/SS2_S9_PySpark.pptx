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10287000" cx="18288000"/>
  <p:notesSz cx="6858000" cy="9144000"/>
  <p:embeddedFontLst>
    <p:embeddedFont>
      <p:font typeface="Lobster"/>
      <p:regular r:id="rId20"/>
    </p:embeddedFont>
    <p:embeddedFont>
      <p:font typeface="Corbel"/>
      <p:regular r:id="rId21"/>
      <p:bold r:id="rId22"/>
      <p:italic r:id="rId23"/>
      <p:boldItalic r:id="rId24"/>
    </p:embeddedFont>
    <p:embeddedFont>
      <p:font typeface="Pacifico"/>
      <p:regular r:id="rId25"/>
    </p:embeddedFont>
    <p:embeddedFont>
      <p:font typeface="Open Sans"/>
      <p:regular r:id="rId26"/>
      <p:bold r:id="rId27"/>
      <p:italic r:id="rId28"/>
      <p:boldItalic r:id="rId29"/>
    </p:embeddedFon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ibHCHfdxquuHr4MOCYDOJ6D60w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bster-regular.fntdata"/><Relationship Id="rId22" Type="http://schemas.openxmlformats.org/officeDocument/2006/relationships/font" Target="fonts/Corbel-bold.fntdata"/><Relationship Id="rId21" Type="http://schemas.openxmlformats.org/officeDocument/2006/relationships/font" Target="fonts/Corbel-regular.fntdata"/><Relationship Id="rId24" Type="http://schemas.openxmlformats.org/officeDocument/2006/relationships/font" Target="fonts/Corbel-boldItalic.fntdata"/><Relationship Id="rId23" Type="http://schemas.openxmlformats.org/officeDocument/2006/relationships/font" Target="fonts/Corbel-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regular.fntdata"/><Relationship Id="rId25" Type="http://schemas.openxmlformats.org/officeDocument/2006/relationships/font" Target="fonts/Pacifico-regular.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bold.fntdata"/><Relationship Id="rId30" Type="http://schemas.openxmlformats.org/officeDocument/2006/relationships/font" Target="fonts/CenturyGothic-regular.fntdata"/><Relationship Id="rId11" Type="http://schemas.openxmlformats.org/officeDocument/2006/relationships/slide" Target="slides/slide5.xml"/><Relationship Id="rId33" Type="http://schemas.openxmlformats.org/officeDocument/2006/relationships/font" Target="fonts/CenturyGothic-boldItalic.fntdata"/><Relationship Id="rId10" Type="http://schemas.openxmlformats.org/officeDocument/2006/relationships/slide" Target="slides/slide4.xml"/><Relationship Id="rId32" Type="http://schemas.openxmlformats.org/officeDocument/2006/relationships/font" Target="fonts/CenturyGothic-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3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5"/>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5"/>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25" name="Google Shape;25;p3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5"/>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 name="Shape 28"/>
        <p:cNvGrpSpPr/>
        <p:nvPr/>
      </p:nvGrpSpPr>
      <p:grpSpPr>
        <a:xfrm>
          <a:off x="0" y="0"/>
          <a:ext cx="0" cy="0"/>
          <a:chOff x="0" y="0"/>
          <a:chExt cx="0" cy="0"/>
        </a:xfrm>
      </p:grpSpPr>
      <p:grpSp>
        <p:nvGrpSpPr>
          <p:cNvPr id="29" name="Google Shape;29;p37"/>
          <p:cNvGrpSpPr/>
          <p:nvPr/>
        </p:nvGrpSpPr>
        <p:grpSpPr>
          <a:xfrm>
            <a:off x="819150" y="-7144"/>
            <a:ext cx="7522368" cy="10294145"/>
            <a:chOff x="2928938" y="-4763"/>
            <a:chExt cx="5014912" cy="6862763"/>
          </a:xfrm>
        </p:grpSpPr>
        <p:sp>
          <p:nvSpPr>
            <p:cNvPr id="30" name="Google Shape;30;p37"/>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1" name="Google Shape;31;p37"/>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2" name="Google Shape;32;p37"/>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33" name="Google Shape;33;p37"/>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34" name="Google Shape;34;p37"/>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35" name="Google Shape;35;p37"/>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6" name="Google Shape;36;p37"/>
          <p:cNvSpPr txBox="1"/>
          <p:nvPr>
            <p:ph type="ctrTitle"/>
          </p:nvPr>
        </p:nvSpPr>
        <p:spPr>
          <a:xfrm>
            <a:off x="4392602" y="2070103"/>
            <a:ext cx="12861933" cy="39242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9000"/>
              <a:buFont typeface="Corbel"/>
              <a:buNone/>
              <a:defRPr sz="9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7"/>
          <p:cNvSpPr txBox="1"/>
          <p:nvPr>
            <p:ph idx="1" type="subTitle"/>
          </p:nvPr>
        </p:nvSpPr>
        <p:spPr>
          <a:xfrm>
            <a:off x="6773066" y="5994401"/>
            <a:ext cx="10481468" cy="2082801"/>
          </a:xfrm>
          <a:prstGeom prst="rect">
            <a:avLst/>
          </a:prstGeom>
          <a:noFill/>
          <a:ln>
            <a:noFill/>
          </a:ln>
        </p:spPr>
        <p:txBody>
          <a:bodyPr anchorCtr="0" anchor="t" bIns="45700" lIns="91425" spcFirstLastPara="1" rIns="91425" wrap="square" tIns="45700">
            <a:normAutofit/>
          </a:bodyPr>
          <a:lstStyle>
            <a:lvl1pPr lvl="0" algn="r">
              <a:spcBef>
                <a:spcPts val="630"/>
              </a:spcBef>
              <a:spcAft>
                <a:spcPts val="0"/>
              </a:spcAft>
              <a:buSzPts val="4568"/>
              <a:buNone/>
              <a:defRPr sz="3150">
                <a:solidFill>
                  <a:schemeClr val="dk1"/>
                </a:solidFill>
              </a:defRPr>
            </a:lvl1pPr>
            <a:lvl2pPr lvl="1" algn="ctr">
              <a:spcBef>
                <a:spcPts val="900"/>
              </a:spcBef>
              <a:spcAft>
                <a:spcPts val="0"/>
              </a:spcAft>
              <a:buSzPts val="4350"/>
              <a:buNone/>
              <a:defRPr>
                <a:solidFill>
                  <a:srgbClr val="888888"/>
                </a:solidFill>
              </a:defRPr>
            </a:lvl2pPr>
            <a:lvl3pPr lvl="2" algn="ctr">
              <a:spcBef>
                <a:spcPts val="900"/>
              </a:spcBef>
              <a:spcAft>
                <a:spcPts val="0"/>
              </a:spcAft>
              <a:buSzPts val="3915"/>
              <a:buNone/>
              <a:defRPr>
                <a:solidFill>
                  <a:srgbClr val="888888"/>
                </a:solidFill>
              </a:defRPr>
            </a:lvl3pPr>
            <a:lvl4pPr lvl="3" algn="ctr">
              <a:spcBef>
                <a:spcPts val="900"/>
              </a:spcBef>
              <a:spcAft>
                <a:spcPts val="0"/>
              </a:spcAft>
              <a:buSzPts val="3480"/>
              <a:buNone/>
              <a:defRPr>
                <a:solidFill>
                  <a:srgbClr val="888888"/>
                </a:solidFill>
              </a:defRPr>
            </a:lvl4pPr>
            <a:lvl5pPr lvl="4" algn="ctr">
              <a:spcBef>
                <a:spcPts val="900"/>
              </a:spcBef>
              <a:spcAft>
                <a:spcPts val="0"/>
              </a:spcAft>
              <a:buSzPts val="3045"/>
              <a:buNone/>
              <a:defRPr>
                <a:solidFill>
                  <a:srgbClr val="888888"/>
                </a:solidFill>
              </a:defRPr>
            </a:lvl5pPr>
            <a:lvl6pPr lvl="5" algn="ctr">
              <a:spcBef>
                <a:spcPts val="900"/>
              </a:spcBef>
              <a:spcAft>
                <a:spcPts val="0"/>
              </a:spcAft>
              <a:buSzPts val="3045"/>
              <a:buNone/>
              <a:defRPr>
                <a:solidFill>
                  <a:srgbClr val="888888"/>
                </a:solidFill>
              </a:defRPr>
            </a:lvl6pPr>
            <a:lvl7pPr lvl="6" algn="ctr">
              <a:spcBef>
                <a:spcPts val="900"/>
              </a:spcBef>
              <a:spcAft>
                <a:spcPts val="0"/>
              </a:spcAft>
              <a:buSzPts val="3045"/>
              <a:buNone/>
              <a:defRPr>
                <a:solidFill>
                  <a:srgbClr val="888888"/>
                </a:solidFill>
              </a:defRPr>
            </a:lvl7pPr>
            <a:lvl8pPr lvl="7" algn="ctr">
              <a:spcBef>
                <a:spcPts val="900"/>
              </a:spcBef>
              <a:spcAft>
                <a:spcPts val="0"/>
              </a:spcAft>
              <a:buSzPts val="3045"/>
              <a:buNone/>
              <a:defRPr>
                <a:solidFill>
                  <a:srgbClr val="888888"/>
                </a:solidFill>
              </a:defRPr>
            </a:lvl8pPr>
            <a:lvl9pPr lvl="8" algn="ctr">
              <a:spcBef>
                <a:spcPts val="900"/>
              </a:spcBef>
              <a:spcAft>
                <a:spcPts val="900"/>
              </a:spcAft>
              <a:buSzPts val="3045"/>
              <a:buNone/>
              <a:defRPr>
                <a:solidFill>
                  <a:srgbClr val="888888"/>
                </a:solidFill>
              </a:defRPr>
            </a:lvl9pPr>
          </a:lstStyle>
          <a:p/>
        </p:txBody>
      </p:sp>
      <p:sp>
        <p:nvSpPr>
          <p:cNvPr id="38" name="Google Shape;38;p3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7"/>
          <p:cNvSpPr txBox="1"/>
          <p:nvPr>
            <p:ph idx="11" type="ftr"/>
          </p:nvPr>
        </p:nvSpPr>
        <p:spPr>
          <a:xfrm>
            <a:off x="7998618" y="8824913"/>
            <a:ext cx="64860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38"/>
          <p:cNvSpPr txBox="1"/>
          <p:nvPr>
            <p:ph type="title"/>
          </p:nvPr>
        </p:nvSpPr>
        <p:spPr>
          <a:xfrm>
            <a:off x="3858419" y="4000498"/>
            <a:ext cx="13396121" cy="3165573"/>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8"/>
          <p:cNvSpPr txBox="1"/>
          <p:nvPr>
            <p:ph idx="1" type="body"/>
          </p:nvPr>
        </p:nvSpPr>
        <p:spPr>
          <a:xfrm>
            <a:off x="3858417" y="7166072"/>
            <a:ext cx="13396122"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44" name="Google Shape;44;p3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3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9"/>
          <p:cNvSpPr txBox="1"/>
          <p:nvPr>
            <p:ph idx="1" type="body"/>
          </p:nvPr>
        </p:nvSpPr>
        <p:spPr>
          <a:xfrm>
            <a:off x="2226469" y="4000499"/>
            <a:ext cx="7342583" cy="4686302"/>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0" name="Google Shape;50;p39"/>
          <p:cNvSpPr txBox="1"/>
          <p:nvPr>
            <p:ph idx="2" type="body"/>
          </p:nvPr>
        </p:nvSpPr>
        <p:spPr>
          <a:xfrm>
            <a:off x="9911951" y="4000500"/>
            <a:ext cx="7342584" cy="4686300"/>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1" name="Google Shape;51;p3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4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0"/>
          <p:cNvSpPr txBox="1"/>
          <p:nvPr>
            <p:ph idx="1" type="body"/>
          </p:nvPr>
        </p:nvSpPr>
        <p:spPr>
          <a:xfrm>
            <a:off x="2658269" y="3987800"/>
            <a:ext cx="6910782"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7" name="Google Shape;57;p40"/>
          <p:cNvSpPr txBox="1"/>
          <p:nvPr>
            <p:ph idx="2" type="body"/>
          </p:nvPr>
        </p:nvSpPr>
        <p:spPr>
          <a:xfrm>
            <a:off x="2226467"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8" name="Google Shape;58;p40"/>
          <p:cNvSpPr txBox="1"/>
          <p:nvPr>
            <p:ph idx="3" type="body"/>
          </p:nvPr>
        </p:nvSpPr>
        <p:spPr>
          <a:xfrm>
            <a:off x="10320731" y="4000500"/>
            <a:ext cx="6933806"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9" name="Google Shape;59;p40"/>
          <p:cNvSpPr txBox="1"/>
          <p:nvPr>
            <p:ph idx="4" type="body"/>
          </p:nvPr>
        </p:nvSpPr>
        <p:spPr>
          <a:xfrm>
            <a:off x="9911951"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60" name="Google Shape;60;p4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4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42"/>
          <p:cNvSpPr txBox="1"/>
          <p:nvPr>
            <p:ph type="title"/>
          </p:nvPr>
        </p:nvSpPr>
        <p:spPr>
          <a:xfrm>
            <a:off x="2226469" y="2400300"/>
            <a:ext cx="5323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2"/>
          <p:cNvSpPr txBox="1"/>
          <p:nvPr>
            <p:ph idx="1" type="body"/>
          </p:nvPr>
        </p:nvSpPr>
        <p:spPr>
          <a:xfrm>
            <a:off x="7893050" y="1028699"/>
            <a:ext cx="9361485" cy="7658102"/>
          </a:xfrm>
          <a:prstGeom prst="rect">
            <a:avLst/>
          </a:prstGeom>
          <a:noFill/>
          <a:ln>
            <a:noFill/>
          </a:ln>
        </p:spPr>
        <p:txBody>
          <a:bodyPr anchorCtr="0" anchor="ctr" bIns="45700" lIns="91425" spcFirstLastPara="1" rIns="91425" wrap="square" tIns="45700">
            <a:normAutofit/>
          </a:bodyPr>
          <a:lstStyle>
            <a:lvl1pPr indent="-504825" lvl="0" marL="457200" algn="l">
              <a:spcBef>
                <a:spcPts val="600"/>
              </a:spcBef>
              <a:spcAft>
                <a:spcPts val="0"/>
              </a:spcAft>
              <a:buSzPts val="4350"/>
              <a:buChar char="•"/>
              <a:defRPr sz="3000"/>
            </a:lvl1pPr>
            <a:lvl2pPr indent="-477202" lvl="1" marL="914400" algn="l">
              <a:spcBef>
                <a:spcPts val="900"/>
              </a:spcBef>
              <a:spcAft>
                <a:spcPts val="0"/>
              </a:spcAft>
              <a:buSzPts val="3915"/>
              <a:buChar char="•"/>
              <a:defRPr sz="2700"/>
            </a:lvl2pPr>
            <a:lvl3pPr indent="-449580" lvl="2" marL="1371600" algn="l">
              <a:spcBef>
                <a:spcPts val="900"/>
              </a:spcBef>
              <a:spcAft>
                <a:spcPts val="0"/>
              </a:spcAft>
              <a:buSzPts val="3480"/>
              <a:buChar char="•"/>
              <a:defRPr sz="2400"/>
            </a:lvl3pPr>
            <a:lvl4pPr indent="-421957" lvl="3" marL="1828800" algn="l">
              <a:spcBef>
                <a:spcPts val="900"/>
              </a:spcBef>
              <a:spcAft>
                <a:spcPts val="0"/>
              </a:spcAft>
              <a:buSzPts val="3045"/>
              <a:buChar char="•"/>
              <a:defRPr sz="2100"/>
            </a:lvl4pPr>
            <a:lvl5pPr indent="-421957" lvl="4" marL="2286000" algn="l">
              <a:spcBef>
                <a:spcPts val="900"/>
              </a:spcBef>
              <a:spcAft>
                <a:spcPts val="0"/>
              </a:spcAft>
              <a:buSzPts val="3045"/>
              <a:buChar char="•"/>
              <a:defRPr sz="2100"/>
            </a:lvl5pPr>
            <a:lvl6pPr indent="-421957" lvl="5" marL="2743200" algn="l">
              <a:spcBef>
                <a:spcPts val="900"/>
              </a:spcBef>
              <a:spcAft>
                <a:spcPts val="0"/>
              </a:spcAft>
              <a:buSzPts val="3045"/>
              <a:buChar char="•"/>
              <a:defRPr sz="2100"/>
            </a:lvl6pPr>
            <a:lvl7pPr indent="-421957" lvl="6" marL="3200400" algn="l">
              <a:spcBef>
                <a:spcPts val="900"/>
              </a:spcBef>
              <a:spcAft>
                <a:spcPts val="0"/>
              </a:spcAft>
              <a:buSzPts val="3045"/>
              <a:buChar char="•"/>
              <a:defRPr sz="2100"/>
            </a:lvl7pPr>
            <a:lvl8pPr indent="-421957" lvl="7" marL="3657600" algn="l">
              <a:spcBef>
                <a:spcPts val="900"/>
              </a:spcBef>
              <a:spcAft>
                <a:spcPts val="0"/>
              </a:spcAft>
              <a:buSzPts val="3045"/>
              <a:buChar char="•"/>
              <a:defRPr sz="2100"/>
            </a:lvl8pPr>
            <a:lvl9pPr indent="-421957" lvl="8" marL="4114800" algn="l">
              <a:spcBef>
                <a:spcPts val="900"/>
              </a:spcBef>
              <a:spcAft>
                <a:spcPts val="900"/>
              </a:spcAft>
              <a:buSzPts val="3045"/>
              <a:buChar char="•"/>
              <a:defRPr sz="2100"/>
            </a:lvl9pPr>
          </a:lstStyle>
          <a:p/>
        </p:txBody>
      </p:sp>
      <p:sp>
        <p:nvSpPr>
          <p:cNvPr id="71" name="Google Shape;71;p42"/>
          <p:cNvSpPr txBox="1"/>
          <p:nvPr>
            <p:ph idx="2" type="body"/>
          </p:nvPr>
        </p:nvSpPr>
        <p:spPr>
          <a:xfrm>
            <a:off x="2226469" y="4457700"/>
            <a:ext cx="5323682"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3480"/>
              <a:buNone/>
              <a:defRPr sz="24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2" name="Google Shape;72;p4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43"/>
          <p:cNvSpPr txBox="1"/>
          <p:nvPr>
            <p:ph type="title"/>
          </p:nvPr>
        </p:nvSpPr>
        <p:spPr>
          <a:xfrm>
            <a:off x="2224086" y="2628899"/>
            <a:ext cx="8139237"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200"/>
              <a:buFont typeface="Corbel"/>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3"/>
          <p:cNvSpPr/>
          <p:nvPr>
            <p:ph idx="2" type="pic"/>
          </p:nvPr>
        </p:nvSpPr>
        <p:spPr>
          <a:xfrm>
            <a:off x="11392023" y="1371600"/>
            <a:ext cx="4921461" cy="6858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43"/>
          <p:cNvSpPr txBox="1"/>
          <p:nvPr>
            <p:ph idx="1" type="body"/>
          </p:nvPr>
        </p:nvSpPr>
        <p:spPr>
          <a:xfrm>
            <a:off x="2224086" y="4686299"/>
            <a:ext cx="8139237"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540"/>
              </a:spcBef>
              <a:spcAft>
                <a:spcPts val="0"/>
              </a:spcAft>
              <a:buSzPts val="3915"/>
              <a:buNone/>
              <a:defRPr sz="27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9" name="Google Shape;79;p4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44"/>
          <p:cNvSpPr txBox="1"/>
          <p:nvPr>
            <p:ph type="title"/>
          </p:nvPr>
        </p:nvSpPr>
        <p:spPr>
          <a:xfrm>
            <a:off x="2226467" y="7099298"/>
            <a:ext cx="15028067" cy="85010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4"/>
          <p:cNvSpPr/>
          <p:nvPr>
            <p:ph idx="2" type="pic"/>
          </p:nvPr>
        </p:nvSpPr>
        <p:spPr>
          <a:xfrm>
            <a:off x="3579018" y="1398168"/>
            <a:ext cx="12338916" cy="4747464"/>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44"/>
          <p:cNvSpPr txBox="1"/>
          <p:nvPr>
            <p:ph idx="1" type="body"/>
          </p:nvPr>
        </p:nvSpPr>
        <p:spPr>
          <a:xfrm>
            <a:off x="2226467" y="7949405"/>
            <a:ext cx="15028067" cy="740568"/>
          </a:xfrm>
          <a:prstGeom prst="rect">
            <a:avLst/>
          </a:prstGeom>
          <a:noFill/>
          <a:ln>
            <a:noFill/>
          </a:ln>
        </p:spPr>
        <p:txBody>
          <a:bodyPr anchorCtr="0" anchor="ctr" bIns="45700" lIns="91425" spcFirstLastPara="1" rIns="91425" wrap="square" tIns="45700">
            <a:normAutofit/>
          </a:bodyPr>
          <a:lstStyle>
            <a:lvl1pPr indent="-228600" lvl="0" marL="457200" algn="ctr">
              <a:spcBef>
                <a:spcPts val="420"/>
              </a:spcBef>
              <a:spcAft>
                <a:spcPts val="0"/>
              </a:spcAft>
              <a:buSzPts val="3045"/>
              <a:buNone/>
              <a:defRPr sz="21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86" name="Google Shape;86;p4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45"/>
          <p:cNvSpPr txBox="1"/>
          <p:nvPr>
            <p:ph type="title"/>
          </p:nvPr>
        </p:nvSpPr>
        <p:spPr>
          <a:xfrm>
            <a:off x="2226469" y="1028700"/>
            <a:ext cx="15028067" cy="457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5"/>
          <p:cNvSpPr txBox="1"/>
          <p:nvPr>
            <p:ph idx="1" type="body"/>
          </p:nvPr>
        </p:nvSpPr>
        <p:spPr>
          <a:xfrm>
            <a:off x="2226469" y="6515100"/>
            <a:ext cx="15028070"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92" name="Google Shape;92;p4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46"/>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7" name="Google Shape;97;p46"/>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8" name="Google Shape;98;p46"/>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6"/>
          <p:cNvSpPr txBox="1"/>
          <p:nvPr>
            <p:ph idx="1" type="body"/>
          </p:nvPr>
        </p:nvSpPr>
        <p:spPr>
          <a:xfrm>
            <a:off x="3655217" y="5143499"/>
            <a:ext cx="12799223" cy="571500"/>
          </a:xfrm>
          <a:prstGeom prst="rect">
            <a:avLst/>
          </a:prstGeom>
          <a:noFill/>
          <a:ln>
            <a:noFill/>
          </a:ln>
        </p:spPr>
        <p:txBody>
          <a:bodyPr anchorCtr="0" anchor="ctr" bIns="45700" lIns="91425" spcFirstLastPara="1" rIns="91425" wrap="square" tIns="45700">
            <a:normAutofit/>
          </a:bodyPr>
          <a:lstStyle>
            <a:lvl1pPr indent="-228600" lvl="0" marL="457200" algn="l">
              <a:spcBef>
                <a:spcPts val="540"/>
              </a:spcBef>
              <a:spcAft>
                <a:spcPts val="0"/>
              </a:spcAft>
              <a:buSzPts val="3915"/>
              <a:buFont typeface="Corbel"/>
              <a:buNone/>
              <a:defRPr sz="2700"/>
            </a:lvl1pPr>
            <a:lvl2pPr indent="-228600" lvl="1" marL="914400" algn="l">
              <a:spcBef>
                <a:spcPts val="900"/>
              </a:spcBef>
              <a:spcAft>
                <a:spcPts val="0"/>
              </a:spcAft>
              <a:buSzPts val="4350"/>
              <a:buFont typeface="Corbel"/>
              <a:buNone/>
              <a:defRPr/>
            </a:lvl2pPr>
            <a:lvl3pPr indent="-228600" lvl="2" marL="1371600" algn="l">
              <a:spcBef>
                <a:spcPts val="900"/>
              </a:spcBef>
              <a:spcAft>
                <a:spcPts val="0"/>
              </a:spcAft>
              <a:buSzPts val="3915"/>
              <a:buFont typeface="Corbel"/>
              <a:buNone/>
              <a:defRPr/>
            </a:lvl3pPr>
            <a:lvl4pPr indent="-228600" lvl="3" marL="1828800" algn="l">
              <a:spcBef>
                <a:spcPts val="900"/>
              </a:spcBef>
              <a:spcAft>
                <a:spcPts val="0"/>
              </a:spcAft>
              <a:buSzPts val="3480"/>
              <a:buFont typeface="Corbel"/>
              <a:buNone/>
              <a:defRPr/>
            </a:lvl4pPr>
            <a:lvl5pPr indent="-228600" lvl="4" marL="2286000" algn="l">
              <a:spcBef>
                <a:spcPts val="900"/>
              </a:spcBef>
              <a:spcAft>
                <a:spcPts val="0"/>
              </a:spcAft>
              <a:buSzPts val="3045"/>
              <a:buFont typeface="Corbel"/>
              <a:buNone/>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00" name="Google Shape;100;p46"/>
          <p:cNvSpPr txBox="1"/>
          <p:nvPr>
            <p:ph idx="2" type="body"/>
          </p:nvPr>
        </p:nvSpPr>
        <p:spPr>
          <a:xfrm>
            <a:off x="2226467" y="6515100"/>
            <a:ext cx="15028067"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1" name="Google Shape;101;p4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47"/>
          <p:cNvSpPr txBox="1"/>
          <p:nvPr>
            <p:ph type="title"/>
          </p:nvPr>
        </p:nvSpPr>
        <p:spPr>
          <a:xfrm>
            <a:off x="2226470" y="4962872"/>
            <a:ext cx="15028064" cy="22032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7"/>
          <p:cNvSpPr txBox="1"/>
          <p:nvPr>
            <p:ph idx="1" type="body"/>
          </p:nvPr>
        </p:nvSpPr>
        <p:spPr>
          <a:xfrm>
            <a:off x="2226468" y="7166072"/>
            <a:ext cx="15028065"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7" name="Google Shape;107;p4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48"/>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2" name="Google Shape;112;p48"/>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3" name="Google Shape;113;p48"/>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8"/>
          <p:cNvSpPr txBox="1"/>
          <p:nvPr>
            <p:ph idx="1" type="body"/>
          </p:nvPr>
        </p:nvSpPr>
        <p:spPr>
          <a:xfrm>
            <a:off x="2226470" y="5829300"/>
            <a:ext cx="15028065" cy="1333500"/>
          </a:xfrm>
          <a:prstGeom prst="rect">
            <a:avLst/>
          </a:prstGeom>
          <a:noFill/>
          <a:ln>
            <a:noFill/>
          </a:ln>
        </p:spPr>
        <p:txBody>
          <a:bodyPr anchorCtr="0" anchor="b" bIns="45700" lIns="91425" spcFirstLastPara="1" rIns="91425" wrap="square" tIns="45700">
            <a:normAutofit/>
          </a:bodyPr>
          <a:lstStyle>
            <a:lvl1pPr indent="-228600" lvl="0" marL="457200" algn="r">
              <a:spcBef>
                <a:spcPts val="720"/>
              </a:spcBef>
              <a:spcAft>
                <a:spcPts val="0"/>
              </a:spcAft>
              <a:buSzPts val="5220"/>
              <a:buNone/>
              <a:defRPr b="0" sz="36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15" name="Google Shape;115;p48"/>
          <p:cNvSpPr txBox="1"/>
          <p:nvPr>
            <p:ph idx="2" type="body"/>
          </p:nvPr>
        </p:nvSpPr>
        <p:spPr>
          <a:xfrm>
            <a:off x="2226468" y="7162800"/>
            <a:ext cx="15028065" cy="1524000"/>
          </a:xfrm>
          <a:prstGeom prst="rect">
            <a:avLst/>
          </a:prstGeom>
          <a:noFill/>
          <a:ln>
            <a:noFill/>
          </a:ln>
        </p:spPr>
        <p:txBody>
          <a:bodyPr anchorCtr="0" anchor="t" bIns="45700" lIns="91425" spcFirstLastPara="1" rIns="91425" wrap="square" tIns="45700">
            <a:normAutofit/>
          </a:bodyPr>
          <a:lstStyle>
            <a:lvl1pPr indent="-228600" lvl="0" marL="457200" algn="r">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16" name="Google Shape;116;p4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49"/>
          <p:cNvSpPr txBox="1"/>
          <p:nvPr>
            <p:ph type="title"/>
          </p:nvPr>
        </p:nvSpPr>
        <p:spPr>
          <a:xfrm>
            <a:off x="2226470" y="1028701"/>
            <a:ext cx="15028068" cy="409098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49"/>
          <p:cNvSpPr txBox="1"/>
          <p:nvPr>
            <p:ph idx="1" type="body"/>
          </p:nvPr>
        </p:nvSpPr>
        <p:spPr>
          <a:xfrm>
            <a:off x="2226469" y="5257800"/>
            <a:ext cx="15028070" cy="1257300"/>
          </a:xfrm>
          <a:prstGeom prst="rect">
            <a:avLst/>
          </a:prstGeom>
          <a:noFill/>
          <a:ln>
            <a:noFill/>
          </a:ln>
        </p:spPr>
        <p:txBody>
          <a:bodyPr anchorCtr="0" anchor="b" bIns="45700" lIns="91425" spcFirstLastPara="1" rIns="91425" wrap="square" tIns="45700">
            <a:normAutofit/>
          </a:bodyPr>
          <a:lstStyle>
            <a:lvl1pPr indent="-228600" lvl="0" marL="457200" algn="l">
              <a:spcBef>
                <a:spcPts val="840"/>
              </a:spcBef>
              <a:spcAft>
                <a:spcPts val="0"/>
              </a:spcAft>
              <a:buSzPts val="6090"/>
              <a:buNone/>
              <a:defRPr b="0" sz="42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2" name="Google Shape;122;p49"/>
          <p:cNvSpPr txBox="1"/>
          <p:nvPr>
            <p:ph idx="2" type="body"/>
          </p:nvPr>
        </p:nvSpPr>
        <p:spPr>
          <a:xfrm>
            <a:off x="2226467" y="6515100"/>
            <a:ext cx="15028070" cy="2171700"/>
          </a:xfrm>
          <a:prstGeom prst="rect">
            <a:avLst/>
          </a:prstGeom>
          <a:noFill/>
          <a:ln>
            <a:noFill/>
          </a:ln>
        </p:spPr>
        <p:txBody>
          <a:bodyPr anchorCtr="0" anchor="t" bIns="45700" lIns="91425" spcFirstLastPara="1" rIns="91425" wrap="square" tIns="45700">
            <a:normAutofit/>
          </a:bodyPr>
          <a:lstStyle>
            <a:lvl1pPr indent="-228600" lvl="0" marL="457200" algn="l">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23" name="Google Shape;123;p4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4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5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0"/>
          <p:cNvSpPr txBox="1"/>
          <p:nvPr>
            <p:ph idx="1" type="body"/>
          </p:nvPr>
        </p:nvSpPr>
        <p:spPr>
          <a:xfrm rot="5400000">
            <a:off x="7397350" y="-1170385"/>
            <a:ext cx="4686302" cy="1502807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9" name="Google Shape;129;p5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51"/>
          <p:cNvSpPr txBox="1"/>
          <p:nvPr>
            <p:ph type="title"/>
          </p:nvPr>
        </p:nvSpPr>
        <p:spPr>
          <a:xfrm rot="5400000">
            <a:off x="12097710" y="3529973"/>
            <a:ext cx="7658100" cy="265555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51"/>
          <p:cNvSpPr txBox="1"/>
          <p:nvPr>
            <p:ph idx="1" type="body"/>
          </p:nvPr>
        </p:nvSpPr>
        <p:spPr>
          <a:xfrm rot="5400000">
            <a:off x="4412225" y="-1157057"/>
            <a:ext cx="7658100" cy="120296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35" name="Google Shape;135;p5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3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36"/>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54" name="Google Shape;154;p3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6"/>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lt1"/>
              </a:buClr>
              <a:buSzPts val="1500"/>
              <a:buFont typeface="Corbel"/>
              <a:buNone/>
              <a:defRPr/>
            </a:lvl1pPr>
            <a:lvl2pPr indent="0" lvl="1" marL="0" algn="r">
              <a:spcBef>
                <a:spcPts val="0"/>
              </a:spcBef>
              <a:spcAft>
                <a:spcPts val="0"/>
              </a:spcAft>
              <a:buClr>
                <a:schemeClr val="lt1"/>
              </a:buClr>
              <a:buSzPts val="1500"/>
              <a:buFont typeface="Corbel"/>
              <a:buNone/>
              <a:defRPr/>
            </a:lvl2pPr>
            <a:lvl3pPr indent="0" lvl="2" marL="0" algn="r">
              <a:spcBef>
                <a:spcPts val="0"/>
              </a:spcBef>
              <a:spcAft>
                <a:spcPts val="0"/>
              </a:spcAft>
              <a:buClr>
                <a:schemeClr val="lt1"/>
              </a:buClr>
              <a:buSzPts val="1500"/>
              <a:buFont typeface="Corbel"/>
              <a:buNone/>
              <a:defRPr/>
            </a:lvl3pPr>
            <a:lvl4pPr indent="0" lvl="3" marL="0" algn="r">
              <a:spcBef>
                <a:spcPts val="0"/>
              </a:spcBef>
              <a:spcAft>
                <a:spcPts val="0"/>
              </a:spcAft>
              <a:buClr>
                <a:schemeClr val="lt1"/>
              </a:buClr>
              <a:buSzPts val="1500"/>
              <a:buFont typeface="Corbel"/>
              <a:buNone/>
              <a:defRPr/>
            </a:lvl4pPr>
            <a:lvl5pPr indent="0" lvl="4" marL="0" algn="r">
              <a:spcBef>
                <a:spcPts val="0"/>
              </a:spcBef>
              <a:spcAft>
                <a:spcPts val="0"/>
              </a:spcAft>
              <a:buClr>
                <a:schemeClr val="lt1"/>
              </a:buClr>
              <a:buSzPts val="1500"/>
              <a:buFont typeface="Corbel"/>
              <a:buNone/>
              <a:defRPr/>
            </a:lvl5pPr>
            <a:lvl6pPr indent="0" lvl="5" marL="0" algn="r">
              <a:spcBef>
                <a:spcPts val="0"/>
              </a:spcBef>
              <a:spcAft>
                <a:spcPts val="0"/>
              </a:spcAft>
              <a:buClr>
                <a:schemeClr val="lt1"/>
              </a:buClr>
              <a:buSzPts val="1500"/>
              <a:buFont typeface="Corbel"/>
              <a:buNone/>
              <a:defRPr/>
            </a:lvl6pPr>
            <a:lvl7pPr indent="0" lvl="6" marL="0" algn="r">
              <a:spcBef>
                <a:spcPts val="0"/>
              </a:spcBef>
              <a:spcAft>
                <a:spcPts val="0"/>
              </a:spcAft>
              <a:buClr>
                <a:schemeClr val="lt1"/>
              </a:buClr>
              <a:buSzPts val="1500"/>
              <a:buFont typeface="Corbel"/>
              <a:buNone/>
              <a:defRPr/>
            </a:lvl7pPr>
            <a:lvl8pPr indent="0" lvl="7" marL="0" algn="r">
              <a:spcBef>
                <a:spcPts val="0"/>
              </a:spcBef>
              <a:spcAft>
                <a:spcPts val="0"/>
              </a:spcAft>
              <a:buClr>
                <a:schemeClr val="lt1"/>
              </a:buClr>
              <a:buSzPts val="1500"/>
              <a:buFont typeface="Corbel"/>
              <a:buNone/>
              <a:defRPr/>
            </a:lvl8pPr>
            <a:lvl9pPr indent="0" lvl="8" marL="0" algn="r">
              <a:spcBef>
                <a:spcPts val="0"/>
              </a:spcBef>
              <a:spcAft>
                <a:spcPts val="0"/>
              </a:spcAft>
              <a:buClr>
                <a:schemeClr val="lt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32"/>
          <p:cNvGrpSpPr/>
          <p:nvPr/>
        </p:nvGrpSpPr>
        <p:grpSpPr>
          <a:xfrm>
            <a:off x="226219" y="1"/>
            <a:ext cx="3655220" cy="10287002"/>
            <a:chOff x="1320800" y="0"/>
            <a:chExt cx="2436813" cy="6858001"/>
          </a:xfrm>
        </p:grpSpPr>
        <p:sp>
          <p:nvSpPr>
            <p:cNvPr id="7" name="Google Shape;7;p32"/>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32"/>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32"/>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32"/>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1" name="Google Shape;11;p32"/>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2" name="Google Shape;12;p32"/>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32"/>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6000"/>
              <a:buFont typeface="Corbel"/>
              <a:buNone/>
              <a:defRPr b="0" i="0" sz="6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32"/>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dk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dk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dk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dk1"/>
                </a:solidFill>
                <a:latin typeface="Corbel"/>
                <a:ea typeface="Corbel"/>
                <a:cs typeface="Corbel"/>
                <a:sym typeface="Corbel"/>
              </a:defRPr>
            </a:lvl9pPr>
          </a:lstStyle>
          <a:p/>
        </p:txBody>
      </p:sp>
      <p:sp>
        <p:nvSpPr>
          <p:cNvPr id="15" name="Google Shape;15;p3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3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3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1pPr>
            <a:lvl2pPr indent="0" lvl="1"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2pPr>
            <a:lvl3pPr indent="0" lvl="2"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3pPr>
            <a:lvl4pPr indent="0" lvl="3"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4pPr>
            <a:lvl5pPr indent="0" lvl="4"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5pPr>
            <a:lvl6pPr indent="0" lvl="5"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6pPr>
            <a:lvl7pPr indent="0" lvl="6"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7pPr>
            <a:lvl8pPr indent="0" lvl="7"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8pPr>
            <a:lvl9pPr indent="0" lvl="8"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8" name="Shape 138"/>
        <p:cNvGrpSpPr/>
        <p:nvPr/>
      </p:nvGrpSpPr>
      <p:grpSpPr>
        <a:xfrm>
          <a:off x="0" y="0"/>
          <a:ext cx="0" cy="0"/>
          <a:chOff x="0" y="0"/>
          <a:chExt cx="0" cy="0"/>
        </a:xfrm>
      </p:grpSpPr>
      <p:grpSp>
        <p:nvGrpSpPr>
          <p:cNvPr id="139" name="Google Shape;139;p34"/>
          <p:cNvGrpSpPr/>
          <p:nvPr/>
        </p:nvGrpSpPr>
        <p:grpSpPr>
          <a:xfrm>
            <a:off x="226219" y="1"/>
            <a:ext cx="3655220" cy="10287002"/>
            <a:chOff x="1320800" y="0"/>
            <a:chExt cx="2436813" cy="6858001"/>
          </a:xfrm>
        </p:grpSpPr>
        <p:sp>
          <p:nvSpPr>
            <p:cNvPr id="140" name="Google Shape;140;p34"/>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41" name="Google Shape;141;p34"/>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FEFEFE"/>
            </a:solidFill>
            <a:ln>
              <a:noFill/>
            </a:ln>
          </p:spPr>
        </p:sp>
        <p:sp>
          <p:nvSpPr>
            <p:cNvPr id="142" name="Google Shape;142;p34"/>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FEFEFE"/>
            </a:solidFill>
            <a:ln>
              <a:noFill/>
            </a:ln>
          </p:spPr>
        </p:sp>
        <p:sp>
          <p:nvSpPr>
            <p:cNvPr id="143" name="Google Shape;143;p34"/>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44" name="Google Shape;144;p34"/>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45" name="Google Shape;145;p34"/>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FEFEFE"/>
            </a:solidFill>
            <a:ln>
              <a:noFill/>
            </a:ln>
          </p:spPr>
        </p:sp>
      </p:grpSp>
      <p:sp>
        <p:nvSpPr>
          <p:cNvPr id="146" name="Google Shape;146;p34"/>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6000"/>
              <a:buFont typeface="Corbel"/>
              <a:buNone/>
              <a:defRPr b="0" i="0" sz="6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47" name="Google Shape;147;p34"/>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lt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lt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lt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lt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lt1"/>
                </a:solidFill>
                <a:latin typeface="Corbel"/>
                <a:ea typeface="Corbel"/>
                <a:cs typeface="Corbel"/>
                <a:sym typeface="Corbel"/>
              </a:defRPr>
            </a:lvl9pPr>
          </a:lstStyle>
          <a:p/>
        </p:txBody>
      </p:sp>
      <p:sp>
        <p:nvSpPr>
          <p:cNvPr id="148" name="Google Shape;148;p3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9" name="Google Shape;149;p3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0" name="Google Shape;150;p3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1pPr>
            <a:lvl2pPr indent="0" lvl="1"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2pPr>
            <a:lvl3pPr indent="0" lvl="2"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3pPr>
            <a:lvl4pPr indent="0" lvl="3"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4pPr>
            <a:lvl5pPr indent="0" lvl="4"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5pPr>
            <a:lvl6pPr indent="0" lvl="5"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6pPr>
            <a:lvl7pPr indent="0" lvl="6"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7pPr>
            <a:lvl8pPr indent="0" lvl="7"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8pPr>
            <a:lvl9pPr indent="0" lvl="8"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omputer and tablet with graphs and charts&#10;&#10;AI-generated content may be incorrect." id="161" name="Google Shape;161;p1"/>
          <p:cNvPicPr preferRelativeResize="0"/>
          <p:nvPr/>
        </p:nvPicPr>
        <p:blipFill rotWithShape="1">
          <a:blip r:embed="rId3">
            <a:alphaModFix/>
          </a:blip>
          <a:srcRect b="0" l="0" r="0" t="0"/>
          <a:stretch/>
        </p:blipFill>
        <p:spPr>
          <a:xfrm>
            <a:off x="10127482" y="5715865"/>
            <a:ext cx="8160517" cy="4571135"/>
          </a:xfrm>
          <a:prstGeom prst="rect">
            <a:avLst/>
          </a:prstGeom>
          <a:noFill/>
          <a:ln>
            <a:noFill/>
          </a:ln>
        </p:spPr>
      </p:pic>
      <p:sp>
        <p:nvSpPr>
          <p:cNvPr id="162" name="Google Shape;162;p1"/>
          <p:cNvSpPr txBox="1"/>
          <p:nvPr/>
        </p:nvSpPr>
        <p:spPr>
          <a:xfrm>
            <a:off x="809303" y="7107850"/>
            <a:ext cx="8588697"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Seminario de Sistemas 2</a:t>
            </a:r>
            <a:endParaRPr b="1" i="0" sz="5000" u="none" cap="none" strike="noStrike">
              <a:solidFill>
                <a:srgbClr val="131416"/>
              </a:solidFill>
              <a:latin typeface="Open Sans"/>
              <a:ea typeface="Open Sans"/>
              <a:cs typeface="Open Sans"/>
              <a:sym typeface="Open Sans"/>
            </a:endParaRPr>
          </a:p>
        </p:txBody>
      </p:sp>
      <p:sp>
        <p:nvSpPr>
          <p:cNvPr id="163" name="Google Shape;163;p1"/>
          <p:cNvSpPr txBox="1"/>
          <p:nvPr/>
        </p:nvSpPr>
        <p:spPr>
          <a:xfrm>
            <a:off x="2155441" y="1512847"/>
            <a:ext cx="15214600" cy="39641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Procesamiento distribuido con PySpark</a:t>
            </a:r>
            <a:endParaRPr b="0" i="0" sz="1800" u="none" cap="none" strike="noStrike">
              <a:solidFill>
                <a:schemeClr val="dk1"/>
              </a:solidFill>
              <a:latin typeface="Corbel"/>
              <a:ea typeface="Corbel"/>
              <a:cs typeface="Corbel"/>
              <a:sym typeface="Corbel"/>
            </a:endParaRPr>
          </a:p>
        </p:txBody>
      </p:sp>
      <p:sp>
        <p:nvSpPr>
          <p:cNvPr id="164" name="Google Shape;164;p1"/>
          <p:cNvSpPr txBox="1"/>
          <p:nvPr/>
        </p:nvSpPr>
        <p:spPr>
          <a:xfrm>
            <a:off x="3146103" y="8185068"/>
            <a:ext cx="6981379" cy="1615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p:txBody>
      </p:sp>
      <p:pic>
        <p:nvPicPr>
          <p:cNvPr descr="A two logos with text&#10;&#10;AI-generated content may be incorrect." id="165" name="Google Shape;165;p1"/>
          <p:cNvPicPr preferRelativeResize="0"/>
          <p:nvPr/>
        </p:nvPicPr>
        <p:blipFill rotWithShape="1">
          <a:blip r:embed="rId4">
            <a:alphaModFix/>
          </a:blip>
          <a:srcRect b="0" l="0" r="0" t="0"/>
          <a:stretch/>
        </p:blipFill>
        <p:spPr>
          <a:xfrm>
            <a:off x="11315699" y="0"/>
            <a:ext cx="6972300" cy="1847850"/>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
          <p:cNvGrpSpPr/>
          <p:nvPr/>
        </p:nvGrpSpPr>
        <p:grpSpPr>
          <a:xfrm>
            <a:off x="1568376" y="5074884"/>
            <a:ext cx="6056540" cy="845385"/>
            <a:chOff x="0" y="-38655"/>
            <a:chExt cx="1964221" cy="359923"/>
          </a:xfrm>
        </p:grpSpPr>
        <p:sp>
          <p:nvSpPr>
            <p:cNvPr id="171" name="Google Shape;17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2" name="Google Shape;17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Introducción a Spark y PySpark</a:t>
              </a:r>
              <a:endParaRPr sz="1800">
                <a:solidFill>
                  <a:schemeClr val="dk1"/>
                </a:solidFill>
                <a:latin typeface="Corbel"/>
                <a:ea typeface="Corbel"/>
                <a:cs typeface="Corbel"/>
                <a:sym typeface="Corbel"/>
              </a:endParaRPr>
            </a:p>
          </p:txBody>
        </p:sp>
      </p:grpSp>
      <p:sp>
        <p:nvSpPr>
          <p:cNvPr id="173" name="Google Shape;173;p2"/>
          <p:cNvSpPr/>
          <p:nvPr/>
        </p:nvSpPr>
        <p:spPr>
          <a:xfrm>
            <a:off x="1684278" y="523382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74" name="Google Shape;174;p2"/>
          <p:cNvGrpSpPr/>
          <p:nvPr/>
        </p:nvGrpSpPr>
        <p:grpSpPr>
          <a:xfrm>
            <a:off x="2713402" y="3863800"/>
            <a:ext cx="4115190" cy="1267162"/>
            <a:chOff x="0" y="-36600"/>
            <a:chExt cx="1083836" cy="409938"/>
          </a:xfrm>
        </p:grpSpPr>
        <p:sp>
          <p:nvSpPr>
            <p:cNvPr id="175" name="Google Shape;17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
            <p:cNvSpPr txBox="1"/>
            <p:nvPr/>
          </p:nvSpPr>
          <p:spPr>
            <a:xfrm>
              <a:off x="0" y="-366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orbel"/>
                <a:ea typeface="Corbel"/>
                <a:cs typeface="Corbel"/>
                <a:sym typeface="Corbel"/>
              </a:endParaRPr>
            </a:p>
          </p:txBody>
        </p:sp>
      </p:grpSp>
      <p:sp>
        <p:nvSpPr>
          <p:cNvPr id="177" name="Google Shape;177;p2"/>
          <p:cNvSpPr/>
          <p:nvPr/>
        </p:nvSpPr>
        <p:spPr>
          <a:xfrm>
            <a:off x="1760876" y="4052276"/>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
          <p:cNvSpPr txBox="1"/>
          <p:nvPr/>
        </p:nvSpPr>
        <p:spPr>
          <a:xfrm>
            <a:off x="2216562" y="442037"/>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79" name="Google Shape;179;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80" name="Google Shape;180;p2"/>
          <p:cNvGrpSpPr/>
          <p:nvPr/>
        </p:nvGrpSpPr>
        <p:grpSpPr>
          <a:xfrm>
            <a:off x="11739805" y="2798634"/>
            <a:ext cx="5353646" cy="1701145"/>
            <a:chOff x="0" y="-114300"/>
            <a:chExt cx="1410014" cy="448038"/>
          </a:xfrm>
        </p:grpSpPr>
        <p:sp>
          <p:nvSpPr>
            <p:cNvPr id="181" name="Google Shape;18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sz="1800">
                <a:solidFill>
                  <a:schemeClr val="dk1"/>
                </a:solidFill>
                <a:latin typeface="Corbel"/>
                <a:ea typeface="Corbel"/>
                <a:cs typeface="Corbel"/>
                <a:sym typeface="Corbel"/>
              </a:endParaRPr>
            </a:p>
          </p:txBody>
        </p:sp>
      </p:grpSp>
      <p:grpSp>
        <p:nvGrpSpPr>
          <p:cNvPr id="183" name="Google Shape;183;p2"/>
          <p:cNvGrpSpPr/>
          <p:nvPr/>
        </p:nvGrpSpPr>
        <p:grpSpPr>
          <a:xfrm>
            <a:off x="11739805" y="4598683"/>
            <a:ext cx="5353646" cy="1701145"/>
            <a:chOff x="0" y="-114300"/>
            <a:chExt cx="1410014" cy="448038"/>
          </a:xfrm>
        </p:grpSpPr>
        <p:sp>
          <p:nvSpPr>
            <p:cNvPr id="184" name="Google Shape;184;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5" name="Google Shape;185;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a:t>
              </a:r>
              <a:r>
                <a:rPr lang="en-US" sz="4499">
                  <a:solidFill>
                    <a:srgbClr val="000000"/>
                  </a:solidFill>
                  <a:latin typeface="Arial"/>
                  <a:ea typeface="Arial"/>
                  <a:cs typeface="Arial"/>
                  <a:sym typeface="Arial"/>
                </a:rPr>
                <a:t>Quiz</a:t>
              </a:r>
              <a:endParaRPr sz="1800">
                <a:solidFill>
                  <a:schemeClr val="dk1"/>
                </a:solidFill>
                <a:latin typeface="Corbel"/>
                <a:ea typeface="Corbel"/>
                <a:cs typeface="Corbel"/>
                <a:sym typeface="Corbel"/>
              </a:endParaRPr>
            </a:p>
          </p:txBody>
        </p:sp>
      </p:grpSp>
      <p:grpSp>
        <p:nvGrpSpPr>
          <p:cNvPr id="186" name="Google Shape;186;p2"/>
          <p:cNvGrpSpPr/>
          <p:nvPr/>
        </p:nvGrpSpPr>
        <p:grpSpPr>
          <a:xfrm>
            <a:off x="1452477" y="5810834"/>
            <a:ext cx="6334671" cy="845385"/>
            <a:chOff x="0" y="-38655"/>
            <a:chExt cx="1964221" cy="359923"/>
          </a:xfrm>
        </p:grpSpPr>
        <p:sp>
          <p:nvSpPr>
            <p:cNvPr id="187" name="Google Shape;18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8" name="Google Shape;18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Comparativa Pandas vs PySpark</a:t>
              </a:r>
              <a:endParaRPr sz="1800">
                <a:solidFill>
                  <a:schemeClr val="dk1"/>
                </a:solidFill>
                <a:latin typeface="Corbel"/>
                <a:ea typeface="Corbel"/>
                <a:cs typeface="Corbel"/>
                <a:sym typeface="Corbel"/>
              </a:endParaRPr>
            </a:p>
          </p:txBody>
        </p:sp>
      </p:grpSp>
      <p:sp>
        <p:nvSpPr>
          <p:cNvPr id="189" name="Google Shape;189;p2"/>
          <p:cNvSpPr/>
          <p:nvPr/>
        </p:nvSpPr>
        <p:spPr>
          <a:xfrm>
            <a:off x="1568377" y="596977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0" name="Google Shape;190;p2"/>
          <p:cNvGrpSpPr/>
          <p:nvPr/>
        </p:nvGrpSpPr>
        <p:grpSpPr>
          <a:xfrm>
            <a:off x="1307518" y="6520243"/>
            <a:ext cx="5270263" cy="845385"/>
            <a:chOff x="0" y="-38655"/>
            <a:chExt cx="1964221" cy="359923"/>
          </a:xfrm>
        </p:grpSpPr>
        <p:sp>
          <p:nvSpPr>
            <p:cNvPr id="191" name="Google Shape;19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2" name="Google Shape;19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Conexión a bases NoSQL</a:t>
              </a:r>
              <a:endParaRPr sz="1800">
                <a:solidFill>
                  <a:schemeClr val="dk1"/>
                </a:solidFill>
                <a:latin typeface="Corbel"/>
                <a:ea typeface="Corbel"/>
                <a:cs typeface="Corbel"/>
                <a:sym typeface="Corbel"/>
              </a:endParaRPr>
            </a:p>
          </p:txBody>
        </p:sp>
      </p:grpSp>
      <p:sp>
        <p:nvSpPr>
          <p:cNvPr id="193" name="Google Shape;193;p2"/>
          <p:cNvSpPr/>
          <p:nvPr/>
        </p:nvSpPr>
        <p:spPr>
          <a:xfrm>
            <a:off x="1423418" y="66791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4" name="Google Shape;194;p2"/>
          <p:cNvGrpSpPr/>
          <p:nvPr/>
        </p:nvGrpSpPr>
        <p:grpSpPr>
          <a:xfrm>
            <a:off x="1191618" y="7247487"/>
            <a:ext cx="6595530" cy="845385"/>
            <a:chOff x="0" y="-38655"/>
            <a:chExt cx="1964221" cy="359923"/>
          </a:xfrm>
        </p:grpSpPr>
        <p:sp>
          <p:nvSpPr>
            <p:cNvPr id="195" name="Google Shape;1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Análisis de datos no estructurados</a:t>
              </a:r>
              <a:endParaRPr sz="1800">
                <a:solidFill>
                  <a:schemeClr val="dk1"/>
                </a:solidFill>
                <a:latin typeface="Corbel"/>
                <a:ea typeface="Corbel"/>
                <a:cs typeface="Corbel"/>
                <a:sym typeface="Corbel"/>
              </a:endParaRPr>
            </a:p>
          </p:txBody>
        </p:sp>
      </p:grpSp>
      <p:sp>
        <p:nvSpPr>
          <p:cNvPr id="197" name="Google Shape;197;p2"/>
          <p:cNvSpPr/>
          <p:nvPr/>
        </p:nvSpPr>
        <p:spPr>
          <a:xfrm>
            <a:off x="1307518" y="740642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8" name="Google Shape;198;p2"/>
          <p:cNvGrpSpPr/>
          <p:nvPr/>
        </p:nvGrpSpPr>
        <p:grpSpPr>
          <a:xfrm>
            <a:off x="1929162" y="7962643"/>
            <a:ext cx="7214838" cy="845385"/>
            <a:chOff x="0" y="-38655"/>
            <a:chExt cx="1964221" cy="359923"/>
          </a:xfrm>
        </p:grpSpPr>
        <p:sp>
          <p:nvSpPr>
            <p:cNvPr id="199" name="Google Shape;19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0" name="Google Shape;200;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Procesamiento de volúmenes grandes</a:t>
              </a:r>
              <a:endParaRPr sz="1800">
                <a:solidFill>
                  <a:schemeClr val="dk1"/>
                </a:solidFill>
                <a:latin typeface="Corbel"/>
                <a:ea typeface="Corbel"/>
                <a:cs typeface="Corbel"/>
                <a:sym typeface="Corbel"/>
              </a:endParaRPr>
            </a:p>
          </p:txBody>
        </p:sp>
      </p:grpSp>
      <p:sp>
        <p:nvSpPr>
          <p:cNvPr id="201" name="Google Shape;201;p2"/>
          <p:cNvSpPr/>
          <p:nvPr/>
        </p:nvSpPr>
        <p:spPr>
          <a:xfrm>
            <a:off x="2045061" y="81215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5" name="Shape 205"/>
        <p:cNvGrpSpPr/>
        <p:nvPr/>
      </p:nvGrpSpPr>
      <p:grpSpPr>
        <a:xfrm>
          <a:off x="0" y="0"/>
          <a:ext cx="0" cy="0"/>
          <a:chOff x="0" y="0"/>
          <a:chExt cx="0" cy="0"/>
        </a:xfrm>
      </p:grpSpPr>
      <p:sp>
        <p:nvSpPr>
          <p:cNvPr id="206" name="Google Shape;206;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207" name="Google Shape;207;p22"/>
          <p:cNvGrpSpPr/>
          <p:nvPr/>
        </p:nvGrpSpPr>
        <p:grpSpPr>
          <a:xfrm flipH="1">
            <a:off x="9789314" y="0"/>
            <a:ext cx="7522369" cy="10294145"/>
            <a:chOff x="2928938" y="-4763"/>
            <a:chExt cx="5014912" cy="6862763"/>
          </a:xfrm>
        </p:grpSpPr>
        <p:sp>
          <p:nvSpPr>
            <p:cNvPr id="208" name="Google Shape;208;p2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09" name="Google Shape;209;p2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0" name="Google Shape;210;p2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1" name="Google Shape;211;p2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2" name="Google Shape;212;p2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3" name="Google Shape;213;p2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214" name="Google Shape;214;p22"/>
          <p:cNvSpPr txBox="1"/>
          <p:nvPr>
            <p:ph type="title"/>
          </p:nvPr>
        </p:nvSpPr>
        <p:spPr>
          <a:xfrm>
            <a:off x="1527286" y="1028700"/>
            <a:ext cx="11117738" cy="262889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6000"/>
              <a:buFont typeface="Impact"/>
              <a:buNone/>
            </a:pPr>
            <a:r>
              <a:rPr i="0" lang="en-US" u="none" cap="none" strike="noStrike">
                <a:latin typeface="Impact"/>
                <a:ea typeface="Impact"/>
                <a:cs typeface="Impact"/>
                <a:sym typeface="Impact"/>
              </a:rPr>
              <a:t>COMPETENCIA(S) QUE DESARROLLAREMOS</a:t>
            </a:r>
            <a:endParaRPr/>
          </a:p>
        </p:txBody>
      </p:sp>
      <p:sp>
        <p:nvSpPr>
          <p:cNvPr id="215" name="Google Shape;215;p22"/>
          <p:cNvSpPr txBox="1"/>
          <p:nvPr>
            <p:ph idx="1" type="body"/>
          </p:nvPr>
        </p:nvSpPr>
        <p:spPr>
          <a:xfrm>
            <a:off x="1527285" y="4000497"/>
            <a:ext cx="10865404" cy="5792431"/>
          </a:xfrm>
          <a:prstGeom prst="rect">
            <a:avLst/>
          </a:prstGeom>
          <a:noFill/>
          <a:ln>
            <a:noFill/>
          </a:ln>
        </p:spPr>
        <p:txBody>
          <a:bodyPr anchorCtr="0" anchor="t" bIns="45700" lIns="91425" spcFirstLastPara="1" rIns="91425" wrap="square" tIns="45700">
            <a:noAutofit/>
          </a:bodyPr>
          <a:lstStyle/>
          <a:p>
            <a:pPr indent="-441960" lvl="0" marL="428625" rtl="0" algn="l">
              <a:spcBef>
                <a:spcPts val="0"/>
              </a:spcBef>
              <a:spcAft>
                <a:spcPts val="0"/>
              </a:spcAft>
              <a:buSzPts val="6960"/>
              <a:buChar char="•"/>
            </a:pPr>
            <a:r>
              <a:rPr lang="en-US" sz="4800">
                <a:latin typeface="Open Sans"/>
                <a:ea typeface="Open Sans"/>
                <a:cs typeface="Open Sans"/>
                <a:sym typeface="Open Sans"/>
              </a:rPr>
              <a:t>Utiliza entornos de procesamiento distribuido con bibliotecas como PySpark y herramientas Big Data para procesar grandes volúmenes de datos estructurados y no estructurados </a:t>
            </a:r>
            <a:endParaRPr sz="48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 name="Shape 219"/>
        <p:cNvGrpSpPr/>
        <p:nvPr/>
      </p:nvGrpSpPr>
      <p:grpSpPr>
        <a:xfrm>
          <a:off x="0" y="0"/>
          <a:ext cx="0" cy="0"/>
          <a:chOff x="0" y="0"/>
          <a:chExt cx="0" cy="0"/>
        </a:xfrm>
      </p:grpSpPr>
      <p:sp>
        <p:nvSpPr>
          <p:cNvPr id="220" name="Google Shape;220;p2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21" name="Google Shape;221;p2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Spark y PySpark</a:t>
            </a:r>
            <a:endParaRPr/>
          </a:p>
        </p:txBody>
      </p:sp>
      <p:sp>
        <p:nvSpPr>
          <p:cNvPr id="222" name="Google Shape;222;p2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23" name="Google Shape;223;p2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4" name="Google Shape;224;p2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5" name="Google Shape;225;p2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6" name="Google Shape;226;p2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7" name="Google Shape;227;p2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8" name="Google Shape;228;p2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9" name="Google Shape;229;p2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La ciencia de datos y el Machine Learning ofrecen nuevas posibilidades. Sin embargo, estas disciplinas requieren de herramientas capaces de procesar conjuntos masivos de datos Big Data. Es por ello que han surgido soluciones como el motor de procesamiento Spark y la API PySpark en Python.</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 name="Shape 233"/>
        <p:cNvGrpSpPr/>
        <p:nvPr/>
      </p:nvGrpSpPr>
      <p:grpSpPr>
        <a:xfrm>
          <a:off x="0" y="0"/>
          <a:ext cx="0" cy="0"/>
          <a:chOff x="0" y="0"/>
          <a:chExt cx="0" cy="0"/>
        </a:xfrm>
      </p:grpSpPr>
      <p:sp>
        <p:nvSpPr>
          <p:cNvPr id="234" name="Google Shape;234;p2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35" name="Google Shape;235;p2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Spark y PySpark</a:t>
            </a:r>
            <a:endParaRPr/>
          </a:p>
        </p:txBody>
      </p:sp>
      <p:sp>
        <p:nvSpPr>
          <p:cNvPr id="236" name="Google Shape;236;p2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7" name="Google Shape;237;p2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8" name="Google Shape;238;p2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9" name="Google Shape;239;p2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0" name="Google Shape;240;p2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1" name="Google Shape;241;p2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2" name="Google Shape;242;p2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3" name="Google Shape;243;p2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Es un marco de trabajo open source escrito en Scala diseñado para el procesamiento de grandes conjuntos de datos de forma distribuida en clúster.</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id="248" name="Google Shape;248;p25"/>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49" name="Google Shape;249;p2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PySpark</a:t>
            </a:r>
            <a:endParaRPr/>
          </a:p>
        </p:txBody>
      </p:sp>
      <p:sp>
        <p:nvSpPr>
          <p:cNvPr id="250" name="Google Shape;250;p25"/>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1" name="Google Shape;251;p25"/>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2" name="Google Shape;252;p25"/>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3" name="Google Shape;253;p25"/>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4" name="Google Shape;254;p25"/>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5" name="Google Shape;255;p25"/>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6" name="Google Shape;256;p25"/>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7" name="Google Shape;257;p25"/>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77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PySpark es una API de Python para Apache Spark. Esta permite el procesamiento de grandes conjuntos de datos en un clúster distribuido.</a:t>
            </a:r>
            <a:endParaRPr/>
          </a:p>
          <a:p>
            <a:pPr indent="-428625" lvl="0" marL="428625" rtl="0" algn="l">
              <a:spcBef>
                <a:spcPts val="1582"/>
              </a:spcBef>
              <a:spcAft>
                <a:spcPts val="0"/>
              </a:spcAft>
              <a:buSzPct val="145000"/>
              <a:buChar char="•"/>
            </a:pPr>
            <a:r>
              <a:rPr lang="en-US" sz="4400">
                <a:latin typeface="Open Sans"/>
                <a:ea typeface="Open Sans"/>
                <a:cs typeface="Open Sans"/>
                <a:sym typeface="Open Sans"/>
              </a:rPr>
              <a:t>Con esta herramienta, se hace posible ejecutar una aplicación en Python que aproveche las capacidades de Apache Spark. Esta API fue desarrollada en respuesta a la adopción masiva de Python en la industria, ya que Spark fue originalmente escrito en Scala. Así, PySpark se lanzó con Python PY4J.</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1" name="Shape 261"/>
        <p:cNvGrpSpPr/>
        <p:nvPr/>
      </p:nvGrpSpPr>
      <p:grpSpPr>
        <a:xfrm>
          <a:off x="0" y="0"/>
          <a:ext cx="0" cy="0"/>
          <a:chOff x="0" y="0"/>
          <a:chExt cx="0" cy="0"/>
        </a:xfrm>
      </p:grpSpPr>
      <p:sp>
        <p:nvSpPr>
          <p:cNvPr id="262" name="Google Shape;262;p26"/>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3" name="Google Shape;263;p26"/>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PySpark</a:t>
            </a:r>
            <a:endParaRPr/>
          </a:p>
        </p:txBody>
      </p:sp>
      <p:sp>
        <p:nvSpPr>
          <p:cNvPr id="264" name="Google Shape;264;p26"/>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65" name="Google Shape;265;p26"/>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6" name="Google Shape;266;p26"/>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7" name="Google Shape;267;p26"/>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8" name="Google Shape;268;p26"/>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9" name="Google Shape;269;p26"/>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0" name="Google Shape;270;p26"/>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1" name="Google Shape;271;p26"/>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77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Se trata de una biblioteca Java incorporada dentro de PySpark que permite una interfaz dinámica con los objetos de JVM. Así que es esencial instalar Java, Python y Apache Spark para ejecutar PySpark.</a:t>
            </a:r>
            <a:endParaRPr/>
          </a:p>
          <a:p>
            <a:pPr indent="-428625" lvl="0" marL="428625" rtl="0" algn="l">
              <a:spcBef>
                <a:spcPts val="1582"/>
              </a:spcBef>
              <a:spcAft>
                <a:spcPts val="0"/>
              </a:spcAft>
              <a:buSzPct val="145000"/>
              <a:buChar char="•"/>
            </a:pPr>
            <a:r>
              <a:rPr lang="en-US" sz="4400">
                <a:latin typeface="Open Sans"/>
                <a:ea typeface="Open Sans"/>
                <a:cs typeface="Open Sans"/>
                <a:sym typeface="Open Sans"/>
              </a:rPr>
              <a:t>También es posible utilizar la distribución Anaconda para el desarrollo. Muy utilizada en Machine Learning, incluye varias herramientas muy útiles como los notebooks Jupyter y el IDE Spyder.</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¿Quién utiliza PySpark?</a:t>
            </a:r>
            <a:endParaRPr/>
          </a:p>
        </p:txBody>
      </p:sp>
      <p:sp>
        <p:nvSpPr>
          <p:cNvPr id="277" name="Google Shape;277;p27"/>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lnSpcReduction="10000"/>
          </a:bodyPr>
          <a:lstStyle/>
          <a:p>
            <a:pPr indent="-428625" lvl="0" marL="428625" rtl="0" algn="l">
              <a:spcBef>
                <a:spcPts val="0"/>
              </a:spcBef>
              <a:spcAft>
                <a:spcPts val="0"/>
              </a:spcAft>
              <a:buSzPts val="5220"/>
              <a:buChar char="•"/>
            </a:pPr>
            <a:r>
              <a:rPr lang="en-US">
                <a:latin typeface="Open Sans"/>
                <a:ea typeface="Open Sans"/>
                <a:cs typeface="Open Sans"/>
                <a:sym typeface="Open Sans"/>
              </a:rPr>
              <a:t>PySpark es ampliamente utilizado en los campos de Ciencia de Datos y Machine Learning. Esto se debe a que hay numerosas bibliotecas de Ciencia de Datos escritas en Python como NumPy y TensorFlow. </a:t>
            </a:r>
            <a:endParaRPr/>
          </a:p>
          <a:p>
            <a:pPr indent="-428625" lvl="0" marL="428625" rtl="0" algn="l">
              <a:spcBef>
                <a:spcPts val="1620"/>
              </a:spcBef>
              <a:spcAft>
                <a:spcPts val="0"/>
              </a:spcAft>
              <a:buSzPts val="5220"/>
              <a:buChar char="•"/>
            </a:pPr>
            <a:r>
              <a:rPr lang="en-US">
                <a:latin typeface="Open Sans"/>
                <a:ea typeface="Open Sans"/>
                <a:cs typeface="Open Sans"/>
                <a:sym typeface="Open Sans"/>
              </a:rPr>
              <a:t>Varios módulos de PySpark están especialmente dedicados a la Ciencia de Datos y al Machine Learning, incluyendo RDD, DataFrame y MLib. Es una solución ideal para el análisis de datos a gran escala y para el desarrollo de pipelines de Machine Learning.</a:t>
            </a:r>
            <a:endParaRPr b="1" sz="3600">
              <a:latin typeface="Open Sans"/>
              <a:ea typeface="Open Sans"/>
              <a:cs typeface="Open Sans"/>
              <a:sym typeface="Open Sans"/>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¿Quién utiliza PySpark?</a:t>
            </a:r>
            <a:endParaRPr/>
          </a:p>
        </p:txBody>
      </p:sp>
      <p:sp>
        <p:nvSpPr>
          <p:cNvPr id="283" name="Google Shape;283;p28"/>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fontScale="92500" lnSpcReduction="20000"/>
          </a:bodyPr>
          <a:lstStyle/>
          <a:p>
            <a:pPr indent="-428625" lvl="0" marL="428625" rtl="0" algn="l">
              <a:spcBef>
                <a:spcPts val="0"/>
              </a:spcBef>
              <a:spcAft>
                <a:spcPts val="0"/>
              </a:spcAft>
              <a:buSzPct val="145000"/>
              <a:buChar char="•"/>
            </a:pPr>
            <a:r>
              <a:rPr lang="en-US">
                <a:latin typeface="Open Sans"/>
                <a:ea typeface="Open Sans"/>
                <a:cs typeface="Open Sans"/>
                <a:sym typeface="Open Sans"/>
              </a:rPr>
              <a:t>En comparación con las aplicaciones tradicionales en Python, PySpark permite ejecutar aplicaciones de Machine Learning sobre miles de millones de datos en clústeres distribuidos cien veces más rápidamente.</a:t>
            </a:r>
            <a:endParaRPr/>
          </a:p>
          <a:p>
            <a:pPr indent="-428625" lvl="0" marL="428625" rtl="0" algn="l">
              <a:spcBef>
                <a:spcPts val="1566"/>
              </a:spcBef>
              <a:spcAft>
                <a:spcPts val="0"/>
              </a:spcAft>
              <a:buSzPct val="145000"/>
              <a:buChar char="•"/>
            </a:pPr>
            <a:r>
              <a:rPr lang="en-US">
                <a:latin typeface="Open Sans"/>
                <a:ea typeface="Open Sans"/>
                <a:cs typeface="Open Sans"/>
                <a:sym typeface="Open Sans"/>
              </a:rPr>
              <a:t>Las ventajas de PySpark son la simplicidad del lenguaje Python, y las diversas funcionalidades de visualización de datos. Estas son algunas de las razones de su éxito.</a:t>
            </a:r>
            <a:endParaRPr/>
          </a:p>
          <a:p>
            <a:pPr indent="-428625" lvl="0" marL="428625" rtl="0" algn="l">
              <a:spcBef>
                <a:spcPts val="1566"/>
              </a:spcBef>
              <a:spcAft>
                <a:spcPts val="0"/>
              </a:spcAft>
              <a:buSzPct val="145000"/>
              <a:buChar char="•"/>
            </a:pPr>
            <a:r>
              <a:rPr lang="en-US" sz="3600">
                <a:latin typeface="Open Sans"/>
                <a:ea typeface="Open Sans"/>
                <a:cs typeface="Open Sans"/>
                <a:sym typeface="Open Sans"/>
              </a:rPr>
              <a:t>Empresas de renombre como Amazon, Walmart, Trivago, Sanofi o Runtastic utilizan PySpark. Esta herramienta se utiliza en una amplia variedad de sectores incluyendo salud, finanzas, educación, entretenimiento o e-commerce.</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287" name="Shape 287"/>
        <p:cNvGrpSpPr/>
        <p:nvPr/>
      </p:nvGrpSpPr>
      <p:grpSpPr>
        <a:xfrm>
          <a:off x="0" y="0"/>
          <a:ext cx="0" cy="0"/>
          <a:chOff x="0" y="0"/>
          <a:chExt cx="0" cy="0"/>
        </a:xfrm>
      </p:grpSpPr>
      <p:sp>
        <p:nvSpPr>
          <p:cNvPr id="288" name="Google Shape;288;p29"/>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89" name="Google Shape;289;p29"/>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290" name="Google Shape;290;p29"/>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i="0" lang="en-US" sz="5600" u="none" cap="none" strike="noStrike">
                <a:solidFill>
                  <a:srgbClr val="FFFFFF"/>
                </a:solidFill>
                <a:latin typeface="Impact"/>
                <a:ea typeface="Impact"/>
                <a:cs typeface="Impact"/>
                <a:sym typeface="Impact"/>
              </a:rPr>
              <a:t>CONCEPTOS CLAVE APRENDIDOS </a:t>
            </a:r>
            <a:endParaRPr sz="5600">
              <a:solidFill>
                <a:srgbClr val="FFFFFF"/>
              </a:solidFill>
            </a:endParaRPr>
          </a:p>
        </p:txBody>
      </p:sp>
      <p:grpSp>
        <p:nvGrpSpPr>
          <p:cNvPr id="291" name="Google Shape;291;p29"/>
          <p:cNvGrpSpPr/>
          <p:nvPr/>
        </p:nvGrpSpPr>
        <p:grpSpPr>
          <a:xfrm>
            <a:off x="4972938" y="0"/>
            <a:ext cx="3655219" cy="10287002"/>
            <a:chOff x="1320800" y="0"/>
            <a:chExt cx="2436813" cy="6858001"/>
          </a:xfrm>
        </p:grpSpPr>
        <p:sp>
          <p:nvSpPr>
            <p:cNvPr id="292" name="Google Shape;292;p2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3" name="Google Shape;293;p2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4" name="Google Shape;294;p2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5" name="Google Shape;295;p2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6" name="Google Shape;296;p2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7" name="Google Shape;297;p2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298" name="Google Shape;298;p29"/>
          <p:cNvGrpSpPr/>
          <p:nvPr/>
        </p:nvGrpSpPr>
        <p:grpSpPr>
          <a:xfrm>
            <a:off x="7515225" y="1105666"/>
            <a:ext cx="9739312" cy="9104365"/>
            <a:chOff x="0" y="76967"/>
            <a:chExt cx="9739312" cy="9104365"/>
          </a:xfrm>
        </p:grpSpPr>
        <p:sp>
          <p:nvSpPr>
            <p:cNvPr id="299" name="Google Shape;299;p29"/>
            <p:cNvSpPr/>
            <p:nvPr/>
          </p:nvSpPr>
          <p:spPr>
            <a:xfrm>
              <a:off x="0" y="76967"/>
              <a:ext cx="9739312" cy="2994468"/>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9"/>
            <p:cNvSpPr txBox="1"/>
            <p:nvPr/>
          </p:nvSpPr>
          <p:spPr>
            <a:xfrm>
              <a:off x="146178" y="223145"/>
              <a:ext cx="9446956" cy="2702112"/>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Open Sans"/>
                <a:buNone/>
              </a:pPr>
              <a:r>
                <a:rPr lang="en-US" sz="2100">
                  <a:solidFill>
                    <a:schemeClr val="lt1"/>
                  </a:solidFill>
                  <a:latin typeface="Open Sans"/>
                  <a:ea typeface="Open Sans"/>
                  <a:cs typeface="Open Sans"/>
                  <a:sym typeface="Open Sans"/>
                </a:rPr>
                <a:t>La ciencia de datos y el Machine Learning ofrecen nuevas posibilidades. Sin embargo, estas disciplinas requieren de herramientas capaces de procesar conjuntos masivos de datos Big Data. Es por ello que han surgido soluciones como el motor de procesamiento Spark y la API PySpark en Python.</a:t>
              </a:r>
              <a:endParaRPr/>
            </a:p>
            <a:p>
              <a:pPr indent="0" lvl="0" marL="0" marR="0" rtl="0" algn="l">
                <a:lnSpc>
                  <a:spcPct val="90000"/>
                </a:lnSpc>
                <a:spcBef>
                  <a:spcPts val="735"/>
                </a:spcBef>
                <a:spcAft>
                  <a:spcPts val="0"/>
                </a:spcAft>
                <a:buClr>
                  <a:schemeClr val="dk1"/>
                </a:buClr>
                <a:buSzPts val="2100"/>
                <a:buFont typeface="Corbel"/>
                <a:buNone/>
              </a:pPr>
              <a:r>
                <a:t/>
              </a:r>
              <a:endParaRPr sz="2100">
                <a:solidFill>
                  <a:schemeClr val="lt1"/>
                </a:solidFill>
                <a:latin typeface="Corbel"/>
                <a:ea typeface="Corbel"/>
                <a:cs typeface="Corbel"/>
                <a:sym typeface="Corbel"/>
              </a:endParaRPr>
            </a:p>
          </p:txBody>
        </p:sp>
        <p:sp>
          <p:nvSpPr>
            <p:cNvPr id="301" name="Google Shape;301;p29"/>
            <p:cNvSpPr/>
            <p:nvPr/>
          </p:nvSpPr>
          <p:spPr>
            <a:xfrm>
              <a:off x="0" y="3131916"/>
              <a:ext cx="9739312" cy="2994468"/>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9"/>
            <p:cNvSpPr txBox="1"/>
            <p:nvPr/>
          </p:nvSpPr>
          <p:spPr>
            <a:xfrm>
              <a:off x="146178" y="3278094"/>
              <a:ext cx="9446956" cy="2702112"/>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Open Sans"/>
                <a:buNone/>
              </a:pPr>
              <a:r>
                <a:rPr lang="en-US" sz="2100">
                  <a:solidFill>
                    <a:schemeClr val="lt1"/>
                  </a:solidFill>
                  <a:latin typeface="Open Sans"/>
                  <a:ea typeface="Open Sans"/>
                  <a:cs typeface="Open Sans"/>
                  <a:sym typeface="Open Sans"/>
                </a:rPr>
                <a:t>PySpark es una API de Python para Apache Spark. Esta permite el procesamiento de grandes conjuntos de datos en un clúster distribuido.</a:t>
              </a:r>
              <a:endParaRPr/>
            </a:p>
            <a:p>
              <a:pPr indent="0" lvl="0" marL="0" marR="0" rtl="0" algn="l">
                <a:lnSpc>
                  <a:spcPct val="90000"/>
                </a:lnSpc>
                <a:spcBef>
                  <a:spcPts val="735"/>
                </a:spcBef>
                <a:spcAft>
                  <a:spcPts val="0"/>
                </a:spcAft>
                <a:buClr>
                  <a:schemeClr val="lt1"/>
                </a:buClr>
                <a:buSzPts val="2100"/>
                <a:buFont typeface="Open Sans"/>
                <a:buNone/>
              </a:pPr>
              <a:r>
                <a:rPr lang="en-US" sz="2100">
                  <a:solidFill>
                    <a:schemeClr val="lt1"/>
                  </a:solidFill>
                  <a:latin typeface="Open Sans"/>
                  <a:ea typeface="Open Sans"/>
                  <a:cs typeface="Open Sans"/>
                  <a:sym typeface="Open Sans"/>
                </a:rPr>
                <a:t>Con esta herramienta, se hace posible ejecutar una aplicación en Python que aproveche las capacidades de Apache Spark. Esta API fue desarrollada en respuesta a la adopción masiva de Python en la industria, ya que Spark fue originalmente escrito en Scala. Así, PySpark se lanzó con Python PY4J.</a:t>
              </a:r>
              <a:endParaRPr/>
            </a:p>
            <a:p>
              <a:pPr indent="0" lvl="0" marL="0" marR="0" rtl="0" algn="l">
                <a:lnSpc>
                  <a:spcPct val="90000"/>
                </a:lnSpc>
                <a:spcBef>
                  <a:spcPts val="735"/>
                </a:spcBef>
                <a:spcAft>
                  <a:spcPts val="0"/>
                </a:spcAft>
                <a:buClr>
                  <a:schemeClr val="dk1"/>
                </a:buClr>
                <a:buSzPts val="2100"/>
                <a:buFont typeface="Corbel"/>
                <a:buNone/>
              </a:pPr>
              <a:r>
                <a:t/>
              </a:r>
              <a:endParaRPr sz="2100">
                <a:solidFill>
                  <a:schemeClr val="lt1"/>
                </a:solidFill>
                <a:latin typeface="Corbel"/>
                <a:ea typeface="Corbel"/>
                <a:cs typeface="Corbel"/>
                <a:sym typeface="Corbel"/>
              </a:endParaRPr>
            </a:p>
          </p:txBody>
        </p:sp>
        <p:sp>
          <p:nvSpPr>
            <p:cNvPr id="303" name="Google Shape;303;p29"/>
            <p:cNvSpPr/>
            <p:nvPr/>
          </p:nvSpPr>
          <p:spPr>
            <a:xfrm>
              <a:off x="0" y="6186864"/>
              <a:ext cx="9739312" cy="2994468"/>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9"/>
            <p:cNvSpPr txBox="1"/>
            <p:nvPr/>
          </p:nvSpPr>
          <p:spPr>
            <a:xfrm>
              <a:off x="146178" y="6333042"/>
              <a:ext cx="9446956" cy="2702112"/>
            </a:xfrm>
            <a:prstGeom prst="rect">
              <a:avLst/>
            </a:prstGeom>
            <a:noFill/>
            <a:ln>
              <a:noFill/>
            </a:ln>
          </p:spPr>
          <p:txBody>
            <a:bodyPr anchorCtr="0" anchor="ctr"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Open Sans"/>
                <a:buNone/>
              </a:pPr>
              <a:r>
                <a:rPr lang="en-US" sz="2100">
                  <a:solidFill>
                    <a:schemeClr val="lt1"/>
                  </a:solidFill>
                  <a:latin typeface="Open Sans"/>
                  <a:ea typeface="Open Sans"/>
                  <a:cs typeface="Open Sans"/>
                  <a:sym typeface="Open Sans"/>
                </a:rPr>
                <a:t>PySpark es ampliamente utilizado en los campos de Ciencia de Datos y Machine Learning. Esto se debe a que hay numerosas bibliotecas de Ciencia de Datos escritas en Python como NumPy y TensorFlow. </a:t>
              </a:r>
              <a:endParaRPr/>
            </a:p>
            <a:p>
              <a:pPr indent="0" lvl="0" marL="0" marR="0" rtl="0" algn="l">
                <a:lnSpc>
                  <a:spcPct val="90000"/>
                </a:lnSpc>
                <a:spcBef>
                  <a:spcPts val="735"/>
                </a:spcBef>
                <a:spcAft>
                  <a:spcPts val="0"/>
                </a:spcAft>
                <a:buClr>
                  <a:schemeClr val="lt1"/>
                </a:buClr>
                <a:buSzPts val="2100"/>
                <a:buFont typeface="Open Sans"/>
                <a:buNone/>
              </a:pPr>
              <a:r>
                <a:rPr lang="en-US" sz="2100">
                  <a:solidFill>
                    <a:schemeClr val="lt1"/>
                  </a:solidFill>
                  <a:latin typeface="Open Sans"/>
                  <a:ea typeface="Open Sans"/>
                  <a:cs typeface="Open Sans"/>
                  <a:sym typeface="Open Sans"/>
                </a:rPr>
                <a:t>Varios módulos de PySpark están especialmente dedicados a la Ciencia de Datos y al Machine Learning, incluyendo RDD, DataFrame y MLib. Es una solución ideal para el análisis de datos a gran escala y para el desarrollo de pipelines de Machine Learning.</a:t>
              </a:r>
              <a:endParaRPr sz="21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308" name="Shape 308"/>
        <p:cNvGrpSpPr/>
        <p:nvPr/>
      </p:nvGrpSpPr>
      <p:grpSpPr>
        <a:xfrm>
          <a:off x="0" y="0"/>
          <a:ext cx="0" cy="0"/>
          <a:chOff x="0" y="0"/>
          <a:chExt cx="0" cy="0"/>
        </a:xfrm>
      </p:grpSpPr>
      <p:sp>
        <p:nvSpPr>
          <p:cNvPr id="309" name="Google Shape;309;p30"/>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10" name="Google Shape;310;p30"/>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311" name="Google Shape;311;p30"/>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VALOR y ACTITUD</a:t>
            </a:r>
            <a:endParaRPr>
              <a:solidFill>
                <a:srgbClr val="FFFFFF"/>
              </a:solidFill>
            </a:endParaRPr>
          </a:p>
        </p:txBody>
      </p:sp>
      <p:grpSp>
        <p:nvGrpSpPr>
          <p:cNvPr id="312" name="Google Shape;312;p30"/>
          <p:cNvGrpSpPr/>
          <p:nvPr/>
        </p:nvGrpSpPr>
        <p:grpSpPr>
          <a:xfrm>
            <a:off x="4972938" y="0"/>
            <a:ext cx="3655219" cy="10287002"/>
            <a:chOff x="1320800" y="0"/>
            <a:chExt cx="2436813" cy="6858001"/>
          </a:xfrm>
        </p:grpSpPr>
        <p:sp>
          <p:nvSpPr>
            <p:cNvPr id="313" name="Google Shape;313;p30"/>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4" name="Google Shape;314;p30"/>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5" name="Google Shape;315;p30"/>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6" name="Google Shape;316;p30"/>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7" name="Google Shape;317;p30"/>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8" name="Google Shape;318;p30"/>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19" name="Google Shape;319;p30"/>
          <p:cNvGrpSpPr/>
          <p:nvPr/>
        </p:nvGrpSpPr>
        <p:grpSpPr>
          <a:xfrm>
            <a:off x="7515225" y="1221277"/>
            <a:ext cx="9739312" cy="7272945"/>
            <a:chOff x="0" y="192577"/>
            <a:chExt cx="9739312" cy="7272945"/>
          </a:xfrm>
        </p:grpSpPr>
        <p:sp>
          <p:nvSpPr>
            <p:cNvPr id="320" name="Google Shape;320;p30"/>
            <p:cNvSpPr/>
            <p:nvPr/>
          </p:nvSpPr>
          <p:spPr>
            <a:xfrm>
              <a:off x="0" y="532057"/>
              <a:ext cx="9739312" cy="1304100"/>
            </a:xfrm>
            <a:prstGeom prst="rect">
              <a:avLst/>
            </a:prstGeom>
            <a:solidFill>
              <a:schemeClr val="lt1">
                <a:alpha val="89803"/>
              </a:schemeClr>
            </a:solidFill>
            <a:ln cap="rnd"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0"/>
            <p:cNvSpPr txBox="1"/>
            <p:nvPr/>
          </p:nvSpPr>
          <p:spPr>
            <a:xfrm>
              <a:off x="0" y="532057"/>
              <a:ext cx="9739312" cy="1304100"/>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estimula al introducir Hadoop, Spark y PySpark, lo que exige al estudiante salir de su zona de confort.</a:t>
              </a:r>
              <a:endParaRPr b="0" i="0" sz="2300" u="none" cap="none" strike="noStrike">
                <a:solidFill>
                  <a:schemeClr val="dk1"/>
                </a:solidFill>
                <a:latin typeface="Corbel"/>
                <a:ea typeface="Corbel"/>
                <a:cs typeface="Corbel"/>
                <a:sym typeface="Corbel"/>
              </a:endParaRPr>
            </a:p>
          </p:txBody>
        </p:sp>
        <p:sp>
          <p:nvSpPr>
            <p:cNvPr id="322" name="Google Shape;322;p30"/>
            <p:cNvSpPr/>
            <p:nvPr/>
          </p:nvSpPr>
          <p:spPr>
            <a:xfrm>
              <a:off x="486965" y="192577"/>
              <a:ext cx="6817518" cy="67896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0"/>
            <p:cNvSpPr txBox="1"/>
            <p:nvPr/>
          </p:nvSpPr>
          <p:spPr>
            <a:xfrm>
              <a:off x="520109" y="225721"/>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Adaptabilidad tecnológica</a:t>
              </a:r>
              <a:endParaRPr sz="2300">
                <a:solidFill>
                  <a:schemeClr val="lt1"/>
                </a:solidFill>
                <a:latin typeface="Corbel"/>
                <a:ea typeface="Corbel"/>
                <a:cs typeface="Corbel"/>
                <a:sym typeface="Corbel"/>
              </a:endParaRPr>
            </a:p>
          </p:txBody>
        </p:sp>
        <p:sp>
          <p:nvSpPr>
            <p:cNvPr id="324" name="Google Shape;324;p30"/>
            <p:cNvSpPr/>
            <p:nvPr/>
          </p:nvSpPr>
          <p:spPr>
            <a:xfrm>
              <a:off x="0" y="2299837"/>
              <a:ext cx="9739312" cy="1304100"/>
            </a:xfrm>
            <a:prstGeom prst="rect">
              <a:avLst/>
            </a:prstGeom>
            <a:solidFill>
              <a:schemeClr val="lt1">
                <a:alpha val="89803"/>
              </a:schemeClr>
            </a:solidFill>
            <a:ln cap="rnd" cmpd="sng" w="15875">
              <a:solidFill>
                <a:srgbClr val="ABC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0"/>
            <p:cNvSpPr txBox="1"/>
            <p:nvPr/>
          </p:nvSpPr>
          <p:spPr>
            <a:xfrm>
              <a:off x="0" y="2299837"/>
              <a:ext cx="9739312" cy="1304100"/>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desarrolla al explorar datos con Pandas y compararlo con PySpark, visualizando ventajas por tipo de volumen.</a:t>
              </a:r>
              <a:endParaRPr b="0" i="0" sz="2300" u="none" cap="none" strike="noStrike">
                <a:solidFill>
                  <a:schemeClr val="dk1"/>
                </a:solidFill>
                <a:latin typeface="Corbel"/>
                <a:ea typeface="Corbel"/>
                <a:cs typeface="Corbel"/>
                <a:sym typeface="Corbel"/>
              </a:endParaRPr>
            </a:p>
          </p:txBody>
        </p:sp>
        <p:sp>
          <p:nvSpPr>
            <p:cNvPr id="326" name="Google Shape;326;p30"/>
            <p:cNvSpPr/>
            <p:nvPr/>
          </p:nvSpPr>
          <p:spPr>
            <a:xfrm>
              <a:off x="486965" y="1960357"/>
              <a:ext cx="6817518" cy="678960"/>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0"/>
            <p:cNvSpPr txBox="1"/>
            <p:nvPr/>
          </p:nvSpPr>
          <p:spPr>
            <a:xfrm>
              <a:off x="520109" y="1993501"/>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Pensamiento analítico</a:t>
              </a:r>
              <a:endParaRPr sz="2300">
                <a:solidFill>
                  <a:schemeClr val="lt1"/>
                </a:solidFill>
                <a:latin typeface="Corbel"/>
                <a:ea typeface="Corbel"/>
                <a:cs typeface="Corbel"/>
                <a:sym typeface="Corbel"/>
              </a:endParaRPr>
            </a:p>
          </p:txBody>
        </p:sp>
        <p:sp>
          <p:nvSpPr>
            <p:cNvPr id="328" name="Google Shape;328;p30"/>
            <p:cNvSpPr/>
            <p:nvPr/>
          </p:nvSpPr>
          <p:spPr>
            <a:xfrm>
              <a:off x="0" y="4067617"/>
              <a:ext cx="9739312" cy="1304100"/>
            </a:xfrm>
            <a:prstGeom prst="rect">
              <a:avLst/>
            </a:prstGeom>
            <a:solidFill>
              <a:schemeClr val="lt1">
                <a:alpha val="89803"/>
              </a:schemeClr>
            </a:solidFill>
            <a:ln cap="rnd" cmpd="sng" w="15875">
              <a:solidFill>
                <a:srgbClr val="D7C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0"/>
            <p:cNvSpPr txBox="1"/>
            <p:nvPr/>
          </p:nvSpPr>
          <p:spPr>
            <a:xfrm>
              <a:off x="0" y="4067617"/>
              <a:ext cx="9739312" cy="1304100"/>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requiere para superar errores típicos en entornos distribuidos, desde fallos de carga hasta problemas con clusters.</a:t>
              </a:r>
              <a:endParaRPr b="0" i="0" sz="2300" u="none" cap="none" strike="noStrike">
                <a:solidFill>
                  <a:schemeClr val="dk1"/>
                </a:solidFill>
                <a:latin typeface="Corbel"/>
                <a:ea typeface="Corbel"/>
                <a:cs typeface="Corbel"/>
                <a:sym typeface="Corbel"/>
              </a:endParaRPr>
            </a:p>
          </p:txBody>
        </p:sp>
        <p:sp>
          <p:nvSpPr>
            <p:cNvPr id="330" name="Google Shape;330;p30"/>
            <p:cNvSpPr/>
            <p:nvPr/>
          </p:nvSpPr>
          <p:spPr>
            <a:xfrm>
              <a:off x="486965" y="3728137"/>
              <a:ext cx="6817518" cy="678960"/>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0"/>
            <p:cNvSpPr txBox="1"/>
            <p:nvPr/>
          </p:nvSpPr>
          <p:spPr>
            <a:xfrm>
              <a:off x="520109" y="3761281"/>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Persistencia</a:t>
              </a:r>
              <a:endParaRPr sz="2300">
                <a:solidFill>
                  <a:schemeClr val="lt1"/>
                </a:solidFill>
                <a:latin typeface="Corbel"/>
                <a:ea typeface="Corbel"/>
                <a:cs typeface="Corbel"/>
                <a:sym typeface="Corbel"/>
              </a:endParaRPr>
            </a:p>
          </p:txBody>
        </p:sp>
        <p:sp>
          <p:nvSpPr>
            <p:cNvPr id="332" name="Google Shape;332;p30"/>
            <p:cNvSpPr/>
            <p:nvPr/>
          </p:nvSpPr>
          <p:spPr>
            <a:xfrm>
              <a:off x="0" y="5835397"/>
              <a:ext cx="9739312" cy="1630125"/>
            </a:xfrm>
            <a:prstGeom prst="rect">
              <a:avLst/>
            </a:prstGeom>
            <a:solidFill>
              <a:schemeClr val="lt1">
                <a:alpha val="89803"/>
              </a:schemeClr>
            </a:solidFill>
            <a:ln cap="rnd" cmpd="sng" w="15875">
              <a:solidFill>
                <a:srgbClr val="E19C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0" y="5835397"/>
              <a:ext cx="9739312" cy="1630125"/>
            </a:xfrm>
            <a:prstGeom prst="rect">
              <a:avLst/>
            </a:prstGeom>
            <a:noFill/>
            <a:ln>
              <a:noFill/>
            </a:ln>
          </p:spPr>
          <p:txBody>
            <a:bodyPr anchorCtr="0" anchor="t" bIns="163575" lIns="755875" spcFirstLastPara="1" rIns="755875" wrap="square" tIns="479025">
              <a:noAutofit/>
            </a:bodyPr>
            <a:lstStyle/>
            <a:p>
              <a:pPr indent="-228600" lvl="1" marL="228600" marR="0" rtl="0" algn="l">
                <a:lnSpc>
                  <a:spcPct val="90000"/>
                </a:lnSpc>
                <a:spcBef>
                  <a:spcPts val="0"/>
                </a:spcBef>
                <a:spcAft>
                  <a:spcPts val="0"/>
                </a:spcAft>
                <a:buClr>
                  <a:schemeClr val="dk1"/>
                </a:buClr>
                <a:buSzPts val="2300"/>
                <a:buFont typeface="Corbel"/>
                <a:buChar char="•"/>
              </a:pPr>
              <a:r>
                <a:rPr b="0" i="0" lang="en-US" sz="2300" u="none" cap="none" strike="noStrike">
                  <a:solidFill>
                    <a:schemeClr val="dk1"/>
                  </a:solidFill>
                  <a:latin typeface="Corbel"/>
                  <a:ea typeface="Corbel"/>
                  <a:cs typeface="Corbel"/>
                  <a:sym typeface="Corbel"/>
                </a:rPr>
                <a:t>Se activa al mostrar cómo Big Data permite análisis no posibles con métodos tradicionales, abriendo oportunidades de mejora empresarial.</a:t>
              </a:r>
              <a:endParaRPr b="0" i="0" sz="2300" u="none" cap="none" strike="noStrike">
                <a:solidFill>
                  <a:schemeClr val="dk1"/>
                </a:solidFill>
                <a:latin typeface="Corbel"/>
                <a:ea typeface="Corbel"/>
                <a:cs typeface="Corbel"/>
                <a:sym typeface="Corbel"/>
              </a:endParaRPr>
            </a:p>
          </p:txBody>
        </p:sp>
        <p:sp>
          <p:nvSpPr>
            <p:cNvPr id="334" name="Google Shape;334;p30"/>
            <p:cNvSpPr/>
            <p:nvPr/>
          </p:nvSpPr>
          <p:spPr>
            <a:xfrm>
              <a:off x="486965" y="5495917"/>
              <a:ext cx="6817518" cy="67896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0"/>
            <p:cNvSpPr txBox="1"/>
            <p:nvPr/>
          </p:nvSpPr>
          <p:spPr>
            <a:xfrm>
              <a:off x="520109" y="5529061"/>
              <a:ext cx="6751230" cy="612672"/>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Innovación</a:t>
              </a:r>
              <a:endParaRPr sz="2300">
                <a:solidFill>
                  <a:schemeClr val="lt1"/>
                </a:solidFill>
                <a:latin typeface="Corbel"/>
                <a:ea typeface="Corbel"/>
                <a:cs typeface="Corbel"/>
                <a:sym typeface="Corbe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i="0" lang="en-US" sz="6000" u="none" cap="none" strike="noStrike">
                <a:solidFill>
                  <a:srgbClr val="131416"/>
                </a:solidFill>
                <a:latin typeface="Impact"/>
                <a:ea typeface="Impact"/>
                <a:cs typeface="Impact"/>
                <a:sym typeface="Impact"/>
              </a:rPr>
              <a:t>REFERENCIAS</a:t>
            </a:r>
            <a:endParaRPr/>
          </a:p>
        </p:txBody>
      </p:sp>
      <p:grpSp>
        <p:nvGrpSpPr>
          <p:cNvPr id="341" name="Google Shape;341;p31"/>
          <p:cNvGrpSpPr/>
          <p:nvPr/>
        </p:nvGrpSpPr>
        <p:grpSpPr>
          <a:xfrm>
            <a:off x="2226466" y="4081054"/>
            <a:ext cx="15028070" cy="4291148"/>
            <a:chOff x="0" y="1033054"/>
            <a:chExt cx="15028070" cy="4291148"/>
          </a:xfrm>
        </p:grpSpPr>
        <p:sp>
          <p:nvSpPr>
            <p:cNvPr id="342" name="Google Shape;342;p31"/>
            <p:cNvSpPr/>
            <p:nvPr/>
          </p:nvSpPr>
          <p:spPr>
            <a:xfrm>
              <a:off x="0" y="1033054"/>
              <a:ext cx="15028070" cy="190717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1"/>
            <p:cNvSpPr/>
            <p:nvPr/>
          </p:nvSpPr>
          <p:spPr>
            <a:xfrm>
              <a:off x="576921" y="1462169"/>
              <a:ext cx="1048947" cy="1048947"/>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1"/>
            <p:cNvSpPr/>
            <p:nvPr/>
          </p:nvSpPr>
          <p:spPr>
            <a:xfrm>
              <a:off x="2202789" y="1033054"/>
              <a:ext cx="12825280" cy="190717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1"/>
            <p:cNvSpPr txBox="1"/>
            <p:nvPr/>
          </p:nvSpPr>
          <p:spPr>
            <a:xfrm>
              <a:off x="2202789" y="1033054"/>
              <a:ext cx="12825280" cy="1907177"/>
            </a:xfrm>
            <a:prstGeom prst="rect">
              <a:avLst/>
            </a:prstGeom>
            <a:noFill/>
            <a:ln>
              <a:noFill/>
            </a:ln>
          </p:spPr>
          <p:txBody>
            <a:bodyPr anchorCtr="0" anchor="ctr" bIns="201825" lIns="201825" spcFirstLastPara="1" rIns="201825" wrap="square" tIns="201825">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Daniel. (2024, 26 abril). </a:t>
              </a:r>
              <a:r>
                <a:rPr i="1" lang="en-US" sz="2000">
                  <a:solidFill>
                    <a:schemeClr val="dk1"/>
                  </a:solidFill>
                  <a:latin typeface="Corbel"/>
                  <a:ea typeface="Corbel"/>
                  <a:cs typeface="Corbel"/>
                  <a:sym typeface="Corbel"/>
                </a:rPr>
                <a:t>Formación PySpark: ¿cómo usar la API de Python para Spark?</a:t>
              </a:r>
              <a:r>
                <a:rPr lang="en-US" sz="2000">
                  <a:solidFill>
                    <a:schemeClr val="dk1"/>
                  </a:solidFill>
                  <a:latin typeface="Corbel"/>
                  <a:ea typeface="Corbel"/>
                  <a:cs typeface="Corbel"/>
                  <a:sym typeface="Corbel"/>
                </a:rPr>
                <a:t> DataScientest. https://datascientest.com/es/aprender-a-utilizar-la-api-python-para-spark</a:t>
              </a:r>
              <a:endParaRPr sz="2000">
                <a:solidFill>
                  <a:schemeClr val="dk1"/>
                </a:solidFill>
                <a:latin typeface="Corbel"/>
                <a:ea typeface="Corbel"/>
                <a:cs typeface="Corbel"/>
                <a:sym typeface="Corbel"/>
              </a:endParaRPr>
            </a:p>
          </p:txBody>
        </p:sp>
        <p:sp>
          <p:nvSpPr>
            <p:cNvPr id="346" name="Google Shape;346;p31"/>
            <p:cNvSpPr/>
            <p:nvPr/>
          </p:nvSpPr>
          <p:spPr>
            <a:xfrm>
              <a:off x="0" y="3417025"/>
              <a:ext cx="15028070" cy="190717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1"/>
            <p:cNvSpPr/>
            <p:nvPr/>
          </p:nvSpPr>
          <p:spPr>
            <a:xfrm>
              <a:off x="576921" y="3846140"/>
              <a:ext cx="1048947" cy="1048947"/>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1"/>
            <p:cNvSpPr/>
            <p:nvPr/>
          </p:nvSpPr>
          <p:spPr>
            <a:xfrm>
              <a:off x="2202789" y="3417025"/>
              <a:ext cx="12825280" cy="190717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1"/>
            <p:cNvSpPr txBox="1"/>
            <p:nvPr/>
          </p:nvSpPr>
          <p:spPr>
            <a:xfrm>
              <a:off x="2202789" y="3417025"/>
              <a:ext cx="12825280" cy="1907177"/>
            </a:xfrm>
            <a:prstGeom prst="rect">
              <a:avLst/>
            </a:prstGeom>
            <a:noFill/>
            <a:ln>
              <a:noFill/>
            </a:ln>
          </p:spPr>
          <p:txBody>
            <a:bodyPr anchorCtr="0" anchor="ctr" bIns="201825" lIns="201825" spcFirstLastPara="1" rIns="201825" wrap="square" tIns="201825">
              <a:noAutofit/>
            </a:bodyPr>
            <a:lstStyle/>
            <a:p>
              <a:pPr indent="0" lvl="0" marL="0" marR="0" rtl="0" algn="l">
                <a:lnSpc>
                  <a:spcPct val="100000"/>
                </a:lnSpc>
                <a:spcBef>
                  <a:spcPts val="0"/>
                </a:spcBef>
                <a:spcAft>
                  <a:spcPts val="0"/>
                </a:spcAft>
                <a:buClr>
                  <a:schemeClr val="dk1"/>
                </a:buClr>
                <a:buSzPts val="2000"/>
                <a:buFont typeface="Corbel"/>
                <a:buNone/>
              </a:pPr>
              <a:r>
                <a:rPr i="1" lang="en-US" sz="2000">
                  <a:solidFill>
                    <a:schemeClr val="dk1"/>
                  </a:solidFill>
                  <a:latin typeface="Corbel"/>
                  <a:ea typeface="Corbel"/>
                  <a:cs typeface="Corbel"/>
                  <a:sym typeface="Corbel"/>
                </a:rPr>
                <a:t>PySpark Overview — PySpark 4.0.0 documentation</a:t>
              </a:r>
              <a:r>
                <a:rPr lang="en-US" sz="2000">
                  <a:solidFill>
                    <a:schemeClr val="dk1"/>
                  </a:solidFill>
                  <a:latin typeface="Corbel"/>
                  <a:ea typeface="Corbel"/>
                  <a:cs typeface="Corbel"/>
                  <a:sym typeface="Corbel"/>
                </a:rPr>
                <a:t>. (s. f.). https://spark.apache.org/docs/latest/api/python/index.html</a:t>
              </a:r>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9"/>
          <p:cNvSpPr txBox="1"/>
          <p:nvPr/>
        </p:nvSpPr>
        <p:spPr>
          <a:xfrm>
            <a:off x="4437795" y="3389104"/>
            <a:ext cx="8658900" cy="2928494"/>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orbel"/>
              <a:buNone/>
            </a:pPr>
            <a:r>
              <a:t/>
            </a:r>
            <a:endParaRPr i="0" sz="6099" u="none" cap="none" strike="noStrike">
              <a:solidFill>
                <a:srgbClr val="131416"/>
              </a:solidFill>
              <a:latin typeface="Impact"/>
              <a:ea typeface="Impact"/>
              <a:cs typeface="Impact"/>
              <a:sym typeface="Impact"/>
            </a:endParaRPr>
          </a:p>
        </p:txBody>
      </p:sp>
      <p:sp>
        <p:nvSpPr>
          <p:cNvPr id="355" name="Google Shape;355;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orbel"/>
              <a:ea typeface="Corbel"/>
              <a:cs typeface="Corbel"/>
              <a:sym typeface="Corbel"/>
            </a:endParaRPr>
          </a:p>
        </p:txBody>
      </p:sp>
      <p:sp>
        <p:nvSpPr>
          <p:cNvPr id="356" name="Google Shape;356;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7" name="Google Shape;357;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