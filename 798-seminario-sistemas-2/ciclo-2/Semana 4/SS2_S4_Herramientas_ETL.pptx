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3"/>
  </p:notesMasterIdLst>
  <p:sldIdLst>
    <p:sldId id="256" r:id="rId2"/>
    <p:sldId id="257" r:id="rId3"/>
    <p:sldId id="270" r:id="rId4"/>
    <p:sldId id="271" r:id="rId5"/>
    <p:sldId id="272" r:id="rId6"/>
    <p:sldId id="305" r:id="rId7"/>
    <p:sldId id="319" r:id="rId8"/>
    <p:sldId id="320" r:id="rId9"/>
    <p:sldId id="306" r:id="rId10"/>
    <p:sldId id="325" r:id="rId11"/>
    <p:sldId id="326" r:id="rId12"/>
    <p:sldId id="327" r:id="rId13"/>
    <p:sldId id="328" r:id="rId14"/>
    <p:sldId id="329" r:id="rId15"/>
    <p:sldId id="330" r:id="rId16"/>
    <p:sldId id="331" r:id="rId17"/>
    <p:sldId id="332" r:id="rId18"/>
    <p:sldId id="333" r:id="rId19"/>
    <p:sldId id="334" r:id="rId20"/>
    <p:sldId id="335" r:id="rId21"/>
    <p:sldId id="336" r:id="rId22"/>
    <p:sldId id="337" r:id="rId23"/>
    <p:sldId id="318" r:id="rId24"/>
    <p:sldId id="321" r:id="rId25"/>
    <p:sldId id="322" r:id="rId26"/>
    <p:sldId id="323" r:id="rId27"/>
    <p:sldId id="324" r:id="rId28"/>
    <p:sldId id="290" r:id="rId29"/>
    <p:sldId id="279" r:id="rId30"/>
    <p:sldId id="278" r:id="rId31"/>
    <p:sldId id="264" r:id="rId32"/>
  </p:sldIdLst>
  <p:sldSz cx="18288000" cy="10287000"/>
  <p:notesSz cx="6858000" cy="9144000"/>
  <p:embeddedFontLst>
    <p:embeddedFont>
      <p:font typeface="Century Gothic" panose="020B0502020202020204" pitchFamily="34" charset="0"/>
      <p:regular r:id="rId34"/>
      <p:bold r:id="rId35"/>
      <p:italic r:id="rId36"/>
      <p:boldItalic r:id="rId37"/>
    </p:embeddedFont>
    <p:embeddedFont>
      <p:font typeface="Corbel" panose="020B0503020204020204" pitchFamily="34" charset="0"/>
      <p:regular r:id="rId38"/>
      <p:bold r:id="rId39"/>
      <p:italic r:id="rId40"/>
      <p:boldItalic r:id="rId41"/>
    </p:embeddedFont>
    <p:embeddedFont>
      <p:font typeface="Impact" panose="020B0806030902050204" pitchFamily="34" charset="0"/>
      <p:regular r:id="rId42"/>
    </p:embeddedFont>
    <p:embeddedFont>
      <p:font typeface="Lobster" panose="00000500000000000000" pitchFamily="2" charset="0"/>
      <p:regular r:id="rId43"/>
    </p:embeddedFont>
    <p:embeddedFont>
      <p:font typeface="Open Sans" panose="020B0606030504020204" pitchFamily="34" charset="0"/>
      <p:regular r:id="rId44"/>
      <p:bold r:id="rId45"/>
      <p:italic r:id="rId46"/>
      <p:boldItalic r:id="rId47"/>
    </p:embeddedFont>
    <p:embeddedFont>
      <p:font typeface="Pacifico" panose="00000500000000000000" pitchFamily="2" charset="0"/>
      <p:regular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gVTfPeuph8O4z6nnE8PyMA4ke/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B26077-99CF-44C9-B9D7-086B993461A4}" v="100" dt="2025-05-29T17:15:50.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014" y="28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é Alejandro Lorenty Herrera" userId="6b68ea8e0a56b4d4" providerId="LiveId" clId="{8CB26077-99CF-44C9-B9D7-086B993461A4}"/>
    <pc:docChg chg="undo redo custSel addSld delSld modSld">
      <pc:chgData name="José Alejandro Lorenty Herrera" userId="6b68ea8e0a56b4d4" providerId="LiveId" clId="{8CB26077-99CF-44C9-B9D7-086B993461A4}" dt="2025-05-29T17:15:50.947" v="447"/>
      <pc:docMkLst>
        <pc:docMk/>
      </pc:docMkLst>
      <pc:sldChg chg="modSp mod">
        <pc:chgData name="José Alejandro Lorenty Herrera" userId="6b68ea8e0a56b4d4" providerId="LiveId" clId="{8CB26077-99CF-44C9-B9D7-086B993461A4}" dt="2025-05-29T14:15:37.463" v="0"/>
        <pc:sldMkLst>
          <pc:docMk/>
          <pc:sldMk cId="0" sldId="256"/>
        </pc:sldMkLst>
        <pc:spChg chg="mod">
          <ac:chgData name="José Alejandro Lorenty Herrera" userId="6b68ea8e0a56b4d4" providerId="LiveId" clId="{8CB26077-99CF-44C9-B9D7-086B993461A4}" dt="2025-05-29T14:15:37.463" v="0"/>
          <ac:spMkLst>
            <pc:docMk/>
            <pc:sldMk cId="0" sldId="256"/>
            <ac:spMk id="87" creationId="{00000000-0000-0000-0000-000000000000}"/>
          </ac:spMkLst>
        </pc:spChg>
      </pc:sldChg>
      <pc:sldChg chg="delSp modSp mod">
        <pc:chgData name="José Alejandro Lorenty Herrera" userId="6b68ea8e0a56b4d4" providerId="LiveId" clId="{8CB26077-99CF-44C9-B9D7-086B993461A4}" dt="2025-05-29T14:16:51.704" v="48" actId="478"/>
        <pc:sldMkLst>
          <pc:docMk/>
          <pc:sldMk cId="0" sldId="257"/>
        </pc:sldMkLst>
        <pc:spChg chg="mod">
          <ac:chgData name="José Alejandro Lorenty Herrera" userId="6b68ea8e0a56b4d4" providerId="LiveId" clId="{8CB26077-99CF-44C9-B9D7-086B993461A4}" dt="2025-05-29T14:15:59.727" v="3"/>
          <ac:spMkLst>
            <pc:docMk/>
            <pc:sldMk cId="0" sldId="257"/>
            <ac:spMk id="12" creationId="{AD570773-E209-EAC7-F15A-27758532A607}"/>
          </ac:spMkLst>
        </pc:spChg>
        <pc:spChg chg="mod">
          <ac:chgData name="José Alejandro Lorenty Herrera" userId="6b68ea8e0a56b4d4" providerId="LiveId" clId="{8CB26077-99CF-44C9-B9D7-086B993461A4}" dt="2025-05-29T14:16:10.590" v="5"/>
          <ac:spMkLst>
            <pc:docMk/>
            <pc:sldMk cId="0" sldId="257"/>
            <ac:spMk id="16" creationId="{2C72DFB1-FD3A-684B-4838-805A536F4C32}"/>
          </ac:spMkLst>
        </pc:spChg>
        <pc:spChg chg="mod">
          <ac:chgData name="José Alejandro Lorenty Herrera" userId="6b68ea8e0a56b4d4" providerId="LiveId" clId="{8CB26077-99CF-44C9-B9D7-086B993461A4}" dt="2025-05-29T14:16:28.745" v="41" actId="6549"/>
          <ac:spMkLst>
            <pc:docMk/>
            <pc:sldMk cId="0" sldId="257"/>
            <ac:spMk id="24" creationId="{4878B0EF-515C-9C2E-B8F1-D1ED40F111C7}"/>
          </ac:spMkLst>
        </pc:spChg>
        <pc:spChg chg="mod">
          <ac:chgData name="José Alejandro Lorenty Herrera" userId="6b68ea8e0a56b4d4" providerId="LiveId" clId="{8CB26077-99CF-44C9-B9D7-086B993461A4}" dt="2025-05-29T14:16:39.828" v="43"/>
          <ac:spMkLst>
            <pc:docMk/>
            <pc:sldMk cId="0" sldId="257"/>
            <ac:spMk id="28" creationId="{0620F0DA-4736-6652-90BC-299278A23299}"/>
          </ac:spMkLst>
        </pc:spChg>
        <pc:spChg chg="mod">
          <ac:chgData name="José Alejandro Lorenty Herrera" userId="6b68ea8e0a56b4d4" providerId="LiveId" clId="{8CB26077-99CF-44C9-B9D7-086B993461A4}" dt="2025-05-29T14:16:47.253" v="45"/>
          <ac:spMkLst>
            <pc:docMk/>
            <pc:sldMk cId="0" sldId="257"/>
            <ac:spMk id="32" creationId="{B33B15BC-F7F9-756D-C93E-081E1387882A}"/>
          </ac:spMkLst>
        </pc:spChg>
        <pc:spChg chg="del">
          <ac:chgData name="José Alejandro Lorenty Herrera" userId="6b68ea8e0a56b4d4" providerId="LiveId" clId="{8CB26077-99CF-44C9-B9D7-086B993461A4}" dt="2025-05-29T14:16:51.704" v="48" actId="478"/>
          <ac:spMkLst>
            <pc:docMk/>
            <pc:sldMk cId="0" sldId="257"/>
            <ac:spMk id="37" creationId="{633EC069-5E32-239E-B12D-28ACCC954086}"/>
          </ac:spMkLst>
        </pc:spChg>
        <pc:spChg chg="mod">
          <ac:chgData name="José Alejandro Lorenty Herrera" userId="6b68ea8e0a56b4d4" providerId="LiveId" clId="{8CB26077-99CF-44C9-B9D7-086B993461A4}" dt="2025-05-29T14:15:49.029" v="1"/>
          <ac:spMkLst>
            <pc:docMk/>
            <pc:sldMk cId="0" sldId="257"/>
            <ac:spMk id="98" creationId="{00000000-0000-0000-0000-000000000000}"/>
          </ac:spMkLst>
        </pc:spChg>
        <pc:grpChg chg="mod">
          <ac:chgData name="José Alejandro Lorenty Herrera" userId="6b68ea8e0a56b4d4" providerId="LiveId" clId="{8CB26077-99CF-44C9-B9D7-086B993461A4}" dt="2025-05-29T14:16:04.345" v="4" actId="14100"/>
          <ac:grpSpMkLst>
            <pc:docMk/>
            <pc:sldMk cId="0" sldId="257"/>
            <ac:grpSpMk id="10" creationId="{6E8552C1-DDF1-4ABD-5F96-B60781CD6C68}"/>
          </ac:grpSpMkLst>
        </pc:grpChg>
        <pc:grpChg chg="mod">
          <ac:chgData name="José Alejandro Lorenty Herrera" userId="6b68ea8e0a56b4d4" providerId="LiveId" clId="{8CB26077-99CF-44C9-B9D7-086B993461A4}" dt="2025-05-29T14:16:12.663" v="6" actId="14100"/>
          <ac:grpSpMkLst>
            <pc:docMk/>
            <pc:sldMk cId="0" sldId="257"/>
            <ac:grpSpMk id="14" creationId="{C5AA762B-A004-5E25-1690-EEB520FCCFA6}"/>
          </ac:grpSpMkLst>
        </pc:grpChg>
        <pc:grpChg chg="mod">
          <ac:chgData name="José Alejandro Lorenty Herrera" userId="6b68ea8e0a56b4d4" providerId="LiveId" clId="{8CB26077-99CF-44C9-B9D7-086B993461A4}" dt="2025-05-29T14:16:34.583" v="42" actId="14100"/>
          <ac:grpSpMkLst>
            <pc:docMk/>
            <pc:sldMk cId="0" sldId="257"/>
            <ac:grpSpMk id="22" creationId="{705C6ABC-AF47-4CB0-E688-D293EA0CDF2E}"/>
          </ac:grpSpMkLst>
        </pc:grpChg>
        <pc:grpChg chg="mod">
          <ac:chgData name="José Alejandro Lorenty Herrera" userId="6b68ea8e0a56b4d4" providerId="LiveId" clId="{8CB26077-99CF-44C9-B9D7-086B993461A4}" dt="2025-05-29T14:16:41.193" v="44" actId="14100"/>
          <ac:grpSpMkLst>
            <pc:docMk/>
            <pc:sldMk cId="0" sldId="257"/>
            <ac:grpSpMk id="26" creationId="{287C2518-078E-531A-BC03-5B1A4C947917}"/>
          </ac:grpSpMkLst>
        </pc:grpChg>
        <pc:grpChg chg="mod">
          <ac:chgData name="José Alejandro Lorenty Herrera" userId="6b68ea8e0a56b4d4" providerId="LiveId" clId="{8CB26077-99CF-44C9-B9D7-086B993461A4}" dt="2025-05-29T14:16:49.071" v="46" actId="14100"/>
          <ac:grpSpMkLst>
            <pc:docMk/>
            <pc:sldMk cId="0" sldId="257"/>
            <ac:grpSpMk id="30" creationId="{599D22DE-2845-716A-3137-CBA1C8F693CB}"/>
          </ac:grpSpMkLst>
        </pc:grpChg>
        <pc:grpChg chg="del">
          <ac:chgData name="José Alejandro Lorenty Herrera" userId="6b68ea8e0a56b4d4" providerId="LiveId" clId="{8CB26077-99CF-44C9-B9D7-086B993461A4}" dt="2025-05-29T14:16:50.705" v="47" actId="478"/>
          <ac:grpSpMkLst>
            <pc:docMk/>
            <pc:sldMk cId="0" sldId="257"/>
            <ac:grpSpMk id="34" creationId="{E353204A-D5B8-2EA9-8BD7-ABD1D645365A}"/>
          </ac:grpSpMkLst>
        </pc:grpChg>
        <pc:grpChg chg="mod">
          <ac:chgData name="José Alejandro Lorenty Herrera" userId="6b68ea8e0a56b4d4" providerId="LiveId" clId="{8CB26077-99CF-44C9-B9D7-086B993461A4}" dt="2025-05-29T14:15:52.761" v="2" actId="14100"/>
          <ac:grpSpMkLst>
            <pc:docMk/>
            <pc:sldMk cId="0" sldId="257"/>
            <ac:grpSpMk id="96" creationId="{00000000-0000-0000-0000-000000000000}"/>
          </ac:grpSpMkLst>
        </pc:grpChg>
      </pc:sldChg>
      <pc:sldChg chg="modSp mod">
        <pc:chgData name="José Alejandro Lorenty Herrera" userId="6b68ea8e0a56b4d4" providerId="LiveId" clId="{8CB26077-99CF-44C9-B9D7-086B993461A4}" dt="2025-05-29T16:07:31.525" v="103" actId="255"/>
        <pc:sldMkLst>
          <pc:docMk/>
          <pc:sldMk cId="3758835378" sldId="271"/>
        </pc:sldMkLst>
        <pc:spChg chg="mod">
          <ac:chgData name="José Alejandro Lorenty Herrera" userId="6b68ea8e0a56b4d4" providerId="LiveId" clId="{8CB26077-99CF-44C9-B9D7-086B993461A4}" dt="2025-05-29T14:46:21.762" v="81" actId="20577"/>
          <ac:spMkLst>
            <pc:docMk/>
            <pc:sldMk cId="3758835378" sldId="271"/>
            <ac:spMk id="2" creationId="{070FA2D8-0262-A811-858D-1DB474094B67}"/>
          </ac:spMkLst>
        </pc:spChg>
        <pc:spChg chg="mod">
          <ac:chgData name="José Alejandro Lorenty Herrera" userId="6b68ea8e0a56b4d4" providerId="LiveId" clId="{8CB26077-99CF-44C9-B9D7-086B993461A4}" dt="2025-05-29T16:07:31.525" v="103" actId="255"/>
          <ac:spMkLst>
            <pc:docMk/>
            <pc:sldMk cId="3758835378" sldId="271"/>
            <ac:spMk id="3" creationId="{7379920C-76C9-6AC0-A586-0EB34D3858FD}"/>
          </ac:spMkLst>
        </pc:spChg>
      </pc:sldChg>
      <pc:sldChg chg="modSp mod">
        <pc:chgData name="José Alejandro Lorenty Herrera" userId="6b68ea8e0a56b4d4" providerId="LiveId" clId="{8CB26077-99CF-44C9-B9D7-086B993461A4}" dt="2025-05-29T16:05:04.001" v="87"/>
        <pc:sldMkLst>
          <pc:docMk/>
          <pc:sldMk cId="2350886039" sldId="272"/>
        </pc:sldMkLst>
        <pc:spChg chg="mod">
          <ac:chgData name="José Alejandro Lorenty Herrera" userId="6b68ea8e0a56b4d4" providerId="LiveId" clId="{8CB26077-99CF-44C9-B9D7-086B993461A4}" dt="2025-05-29T16:04:37.061" v="86"/>
          <ac:spMkLst>
            <pc:docMk/>
            <pc:sldMk cId="2350886039" sldId="272"/>
            <ac:spMk id="2" creationId="{8826A7A6-7F7B-0167-EC3D-BB1CD1362828}"/>
          </ac:spMkLst>
        </pc:spChg>
        <pc:spChg chg="mod">
          <ac:chgData name="José Alejandro Lorenty Herrera" userId="6b68ea8e0a56b4d4" providerId="LiveId" clId="{8CB26077-99CF-44C9-B9D7-086B993461A4}" dt="2025-05-29T16:05:04.001" v="87"/>
          <ac:spMkLst>
            <pc:docMk/>
            <pc:sldMk cId="2350886039" sldId="272"/>
            <ac:spMk id="3" creationId="{062CA73F-5F05-D52E-C503-3EFEDC6151BC}"/>
          </ac:spMkLst>
        </pc:spChg>
      </pc:sldChg>
      <pc:sldChg chg="addSp delSp modSp mod">
        <pc:chgData name="José Alejandro Lorenty Herrera" userId="6b68ea8e0a56b4d4" providerId="LiveId" clId="{8CB26077-99CF-44C9-B9D7-086B993461A4}" dt="2025-05-29T17:15:50.947" v="447"/>
        <pc:sldMkLst>
          <pc:docMk/>
          <pc:sldMk cId="430156373" sldId="278"/>
        </pc:sldMkLst>
        <pc:spChg chg="add del mod">
          <ac:chgData name="José Alejandro Lorenty Herrera" userId="6b68ea8e0a56b4d4" providerId="LiveId" clId="{8CB26077-99CF-44C9-B9D7-086B993461A4}" dt="2025-05-29T17:15:31.077" v="445" actId="478"/>
          <ac:spMkLst>
            <pc:docMk/>
            <pc:sldMk cId="430156373" sldId="278"/>
            <ac:spMk id="4" creationId="{53217759-A0CA-6E05-B974-7A84160D7D09}"/>
          </ac:spMkLst>
        </pc:spChg>
        <pc:spChg chg="add mod">
          <ac:chgData name="José Alejandro Lorenty Herrera" userId="6b68ea8e0a56b4d4" providerId="LiveId" clId="{8CB26077-99CF-44C9-B9D7-086B993461A4}" dt="2025-05-29T17:12:48.315" v="430"/>
          <ac:spMkLst>
            <pc:docMk/>
            <pc:sldMk cId="430156373" sldId="278"/>
            <ac:spMk id="5" creationId="{F0815F48-D9A2-F2BE-7A15-9FBFA1C32834}"/>
          </ac:spMkLst>
        </pc:spChg>
        <pc:graphicFrameChg chg="add del">
          <ac:chgData name="José Alejandro Lorenty Herrera" userId="6b68ea8e0a56b4d4" providerId="LiveId" clId="{8CB26077-99CF-44C9-B9D7-086B993461A4}" dt="2025-05-29T17:14:01.745" v="437" actId="26606"/>
          <ac:graphicFrameMkLst>
            <pc:docMk/>
            <pc:sldMk cId="430156373" sldId="278"/>
            <ac:graphicFrameMk id="6" creationId="{B2B06E7A-ADB0-B8D6-AB8B-7620D2121C7A}"/>
          </ac:graphicFrameMkLst>
        </pc:graphicFrameChg>
        <pc:graphicFrameChg chg="add del">
          <ac:chgData name="José Alejandro Lorenty Herrera" userId="6b68ea8e0a56b4d4" providerId="LiveId" clId="{8CB26077-99CF-44C9-B9D7-086B993461A4}" dt="2025-05-29T17:15:28.930" v="441" actId="26606"/>
          <ac:graphicFrameMkLst>
            <pc:docMk/>
            <pc:sldMk cId="430156373" sldId="278"/>
            <ac:graphicFrameMk id="7" creationId="{5B1F1BD2-6FF4-6860-7438-D80B343CE175}"/>
          </ac:graphicFrameMkLst>
        </pc:graphicFrameChg>
        <pc:graphicFrameChg chg="add del mod">
          <ac:chgData name="José Alejandro Lorenty Herrera" userId="6b68ea8e0a56b4d4" providerId="LiveId" clId="{8CB26077-99CF-44C9-B9D7-086B993461A4}" dt="2025-05-29T17:15:50.947" v="447"/>
          <ac:graphicFrameMkLst>
            <pc:docMk/>
            <pc:sldMk cId="430156373" sldId="278"/>
            <ac:graphicFrameMk id="10" creationId="{1B65AD3B-8239-540A-4E07-C741D4B6A94E}"/>
          </ac:graphicFrameMkLst>
        </pc:graphicFrameChg>
      </pc:sldChg>
      <pc:sldChg chg="modSp">
        <pc:chgData name="José Alejandro Lorenty Herrera" userId="6b68ea8e0a56b4d4" providerId="LiveId" clId="{8CB26077-99CF-44C9-B9D7-086B993461A4}" dt="2025-05-29T17:09:27.551" v="427"/>
        <pc:sldMkLst>
          <pc:docMk/>
          <pc:sldMk cId="3775530301" sldId="279"/>
        </pc:sldMkLst>
        <pc:graphicFrameChg chg="mod">
          <ac:chgData name="José Alejandro Lorenty Herrera" userId="6b68ea8e0a56b4d4" providerId="LiveId" clId="{8CB26077-99CF-44C9-B9D7-086B993461A4}" dt="2025-05-29T17:09:27.551" v="427"/>
          <ac:graphicFrameMkLst>
            <pc:docMk/>
            <pc:sldMk cId="3775530301" sldId="279"/>
            <ac:graphicFrameMk id="5" creationId="{95AEEF6B-008C-49C0-DB75-C00443894168}"/>
          </ac:graphicFrameMkLst>
        </pc:graphicFrameChg>
      </pc:sldChg>
      <pc:sldChg chg="del">
        <pc:chgData name="José Alejandro Lorenty Herrera" userId="6b68ea8e0a56b4d4" providerId="LiveId" clId="{8CB26077-99CF-44C9-B9D7-086B993461A4}" dt="2025-05-29T16:09:15.086" v="104" actId="47"/>
        <pc:sldMkLst>
          <pc:docMk/>
          <pc:sldMk cId="897256330" sldId="291"/>
        </pc:sldMkLst>
      </pc:sldChg>
      <pc:sldChg chg="addSp delSp modSp mod">
        <pc:chgData name="José Alejandro Lorenty Herrera" userId="6b68ea8e0a56b4d4" providerId="LiveId" clId="{8CB26077-99CF-44C9-B9D7-086B993461A4}" dt="2025-05-29T16:07:22" v="101" actId="255"/>
        <pc:sldMkLst>
          <pc:docMk/>
          <pc:sldMk cId="2989252300" sldId="305"/>
        </pc:sldMkLst>
        <pc:spChg chg="mod">
          <ac:chgData name="José Alejandro Lorenty Herrera" userId="6b68ea8e0a56b4d4" providerId="LiveId" clId="{8CB26077-99CF-44C9-B9D7-086B993461A4}" dt="2025-05-29T16:06:06.122" v="96"/>
          <ac:spMkLst>
            <pc:docMk/>
            <pc:sldMk cId="2989252300" sldId="305"/>
            <ac:spMk id="2" creationId="{D21A0BD9-B3FD-83CC-E978-1C5E438A7FE6}"/>
          </ac:spMkLst>
        </pc:spChg>
        <pc:spChg chg="add del mod">
          <ac:chgData name="José Alejandro Lorenty Herrera" userId="6b68ea8e0a56b4d4" providerId="LiveId" clId="{8CB26077-99CF-44C9-B9D7-086B993461A4}" dt="2025-05-29T16:07:22" v="101" actId="255"/>
          <ac:spMkLst>
            <pc:docMk/>
            <pc:sldMk cId="2989252300" sldId="305"/>
            <ac:spMk id="3" creationId="{4CB4C471-CABB-AB1A-7480-E7828EBF6DF5}"/>
          </ac:spMkLst>
        </pc:spChg>
        <pc:spChg chg="add del mod">
          <ac:chgData name="José Alejandro Lorenty Herrera" userId="6b68ea8e0a56b4d4" providerId="LiveId" clId="{8CB26077-99CF-44C9-B9D7-086B993461A4}" dt="2025-05-29T16:05:59.849" v="95" actId="478"/>
          <ac:spMkLst>
            <pc:docMk/>
            <pc:sldMk cId="2989252300" sldId="305"/>
            <ac:spMk id="8" creationId="{ACAAA50F-B79E-CD5A-E0C1-40330CB1D342}"/>
          </ac:spMkLst>
        </pc:spChg>
        <pc:spChg chg="add mod">
          <ac:chgData name="José Alejandro Lorenty Herrera" userId="6b68ea8e0a56b4d4" providerId="LiveId" clId="{8CB26077-99CF-44C9-B9D7-086B993461A4}" dt="2025-05-29T16:05:47.110" v="90"/>
          <ac:spMkLst>
            <pc:docMk/>
            <pc:sldMk cId="2989252300" sldId="305"/>
            <ac:spMk id="10" creationId="{40087504-D678-9F7F-81CC-1FEE2443F49E}"/>
          </ac:spMkLst>
        </pc:spChg>
        <pc:spChg chg="add mod">
          <ac:chgData name="José Alejandro Lorenty Herrera" userId="6b68ea8e0a56b4d4" providerId="LiveId" clId="{8CB26077-99CF-44C9-B9D7-086B993461A4}" dt="2025-05-29T16:05:49.845" v="92"/>
          <ac:spMkLst>
            <pc:docMk/>
            <pc:sldMk cId="2989252300" sldId="305"/>
            <ac:spMk id="12" creationId="{6427628C-DCF5-40E3-2C8E-27B4EA4F8115}"/>
          </ac:spMkLst>
        </pc:spChg>
        <pc:spChg chg="add mod">
          <ac:chgData name="José Alejandro Lorenty Herrera" userId="6b68ea8e0a56b4d4" providerId="LiveId" clId="{8CB26077-99CF-44C9-B9D7-086B993461A4}" dt="2025-05-29T16:05:55.824" v="94"/>
          <ac:spMkLst>
            <pc:docMk/>
            <pc:sldMk cId="2989252300" sldId="305"/>
            <ac:spMk id="14" creationId="{9A93B374-B3FE-EE08-7428-04D145AA86A2}"/>
          </ac:spMkLst>
        </pc:spChg>
        <pc:spChg chg="add">
          <ac:chgData name="José Alejandro Lorenty Herrera" userId="6b68ea8e0a56b4d4" providerId="LiveId" clId="{8CB26077-99CF-44C9-B9D7-086B993461A4}" dt="2025-05-29T16:06:19.338" v="97"/>
          <ac:spMkLst>
            <pc:docMk/>
            <pc:sldMk cId="2989252300" sldId="305"/>
            <ac:spMk id="16" creationId="{60F8E8E9-25E9-E696-B4AD-9DD4BBB135B7}"/>
          </ac:spMkLst>
        </pc:spChg>
      </pc:sldChg>
      <pc:sldChg chg="addSp modSp mod setBg setClrOvrMap">
        <pc:chgData name="José Alejandro Lorenty Herrera" userId="6b68ea8e0a56b4d4" providerId="LiveId" clId="{8CB26077-99CF-44C9-B9D7-086B993461A4}" dt="2025-05-29T16:49:43.195" v="333" actId="26606"/>
        <pc:sldMkLst>
          <pc:docMk/>
          <pc:sldMk cId="2483196394" sldId="306"/>
        </pc:sldMkLst>
        <pc:spChg chg="mod">
          <ac:chgData name="José Alejandro Lorenty Herrera" userId="6b68ea8e0a56b4d4" providerId="LiveId" clId="{8CB26077-99CF-44C9-B9D7-086B993461A4}" dt="2025-05-29T16:49:43.195" v="333" actId="26606"/>
          <ac:spMkLst>
            <pc:docMk/>
            <pc:sldMk cId="2483196394" sldId="306"/>
            <ac:spMk id="2" creationId="{01F96F0E-E540-1736-4828-14B7437FC3EE}"/>
          </ac:spMkLst>
        </pc:spChg>
        <pc:spChg chg="mod">
          <ac:chgData name="José Alejandro Lorenty Herrera" userId="6b68ea8e0a56b4d4" providerId="LiveId" clId="{8CB26077-99CF-44C9-B9D7-086B993461A4}" dt="2025-05-29T16:49:43.195" v="333" actId="26606"/>
          <ac:spMkLst>
            <pc:docMk/>
            <pc:sldMk cId="2483196394" sldId="306"/>
            <ac:spMk id="3" creationId="{C40E869F-CAA2-CC1F-56BA-E221826BA454}"/>
          </ac:spMkLst>
        </pc:spChg>
        <pc:spChg chg="add">
          <ac:chgData name="José Alejandro Lorenty Herrera" userId="6b68ea8e0a56b4d4" providerId="LiveId" clId="{8CB26077-99CF-44C9-B9D7-086B993461A4}" dt="2025-05-29T16:49:43.195" v="333" actId="26606"/>
          <ac:spMkLst>
            <pc:docMk/>
            <pc:sldMk cId="2483196394" sldId="306"/>
            <ac:spMk id="3079" creationId="{2FCD9B94-D70B-4446-85E5-ACD3904289CB}"/>
          </ac:spMkLst>
        </pc:spChg>
        <pc:picChg chg="add mod ord">
          <ac:chgData name="José Alejandro Lorenty Herrera" userId="6b68ea8e0a56b4d4" providerId="LiveId" clId="{8CB26077-99CF-44C9-B9D7-086B993461A4}" dt="2025-05-29T16:49:43.195" v="333" actId="26606"/>
          <ac:picMkLst>
            <pc:docMk/>
            <pc:sldMk cId="2483196394" sldId="306"/>
            <ac:picMk id="3074" creationId="{4048ED26-5659-241C-D4EE-7F9E51C7CBB8}"/>
          </ac:picMkLst>
        </pc:picChg>
      </pc:sldChg>
      <pc:sldChg chg="del">
        <pc:chgData name="José Alejandro Lorenty Herrera" userId="6b68ea8e0a56b4d4" providerId="LiveId" clId="{8CB26077-99CF-44C9-B9D7-086B993461A4}" dt="2025-05-29T16:44:42.660" v="312" actId="47"/>
        <pc:sldMkLst>
          <pc:docMk/>
          <pc:sldMk cId="2401240722" sldId="309"/>
        </pc:sldMkLst>
      </pc:sldChg>
      <pc:sldChg chg="del">
        <pc:chgData name="José Alejandro Lorenty Herrera" userId="6b68ea8e0a56b4d4" providerId="LiveId" clId="{8CB26077-99CF-44C9-B9D7-086B993461A4}" dt="2025-05-29T16:44:43.928" v="313" actId="47"/>
        <pc:sldMkLst>
          <pc:docMk/>
          <pc:sldMk cId="3777710088" sldId="310"/>
        </pc:sldMkLst>
      </pc:sldChg>
      <pc:sldChg chg="del">
        <pc:chgData name="José Alejandro Lorenty Herrera" userId="6b68ea8e0a56b4d4" providerId="LiveId" clId="{8CB26077-99CF-44C9-B9D7-086B993461A4}" dt="2025-05-29T16:44:44.999" v="314" actId="47"/>
        <pc:sldMkLst>
          <pc:docMk/>
          <pc:sldMk cId="3365664662" sldId="311"/>
        </pc:sldMkLst>
      </pc:sldChg>
      <pc:sldChg chg="del">
        <pc:chgData name="José Alejandro Lorenty Herrera" userId="6b68ea8e0a56b4d4" providerId="LiveId" clId="{8CB26077-99CF-44C9-B9D7-086B993461A4}" dt="2025-05-29T16:44:45.813" v="315" actId="47"/>
        <pc:sldMkLst>
          <pc:docMk/>
          <pc:sldMk cId="168163394" sldId="312"/>
        </pc:sldMkLst>
      </pc:sldChg>
      <pc:sldChg chg="del">
        <pc:chgData name="José Alejandro Lorenty Herrera" userId="6b68ea8e0a56b4d4" providerId="LiveId" clId="{8CB26077-99CF-44C9-B9D7-086B993461A4}" dt="2025-05-29T16:44:46.508" v="316" actId="47"/>
        <pc:sldMkLst>
          <pc:docMk/>
          <pc:sldMk cId="3901437244" sldId="314"/>
        </pc:sldMkLst>
      </pc:sldChg>
      <pc:sldChg chg="del">
        <pc:chgData name="José Alejandro Lorenty Herrera" userId="6b68ea8e0a56b4d4" providerId="LiveId" clId="{8CB26077-99CF-44C9-B9D7-086B993461A4}" dt="2025-05-29T16:44:47.511" v="317" actId="47"/>
        <pc:sldMkLst>
          <pc:docMk/>
          <pc:sldMk cId="1920168603" sldId="315"/>
        </pc:sldMkLst>
      </pc:sldChg>
      <pc:sldChg chg="del">
        <pc:chgData name="José Alejandro Lorenty Herrera" userId="6b68ea8e0a56b4d4" providerId="LiveId" clId="{8CB26077-99CF-44C9-B9D7-086B993461A4}" dt="2025-05-29T16:44:49.969" v="319" actId="47"/>
        <pc:sldMkLst>
          <pc:docMk/>
          <pc:sldMk cId="4020373361" sldId="316"/>
        </pc:sldMkLst>
      </pc:sldChg>
      <pc:sldChg chg="del">
        <pc:chgData name="José Alejandro Lorenty Herrera" userId="6b68ea8e0a56b4d4" providerId="LiveId" clId="{8CB26077-99CF-44C9-B9D7-086B993461A4}" dt="2025-05-29T16:44:48.973" v="318" actId="47"/>
        <pc:sldMkLst>
          <pc:docMk/>
          <pc:sldMk cId="3390939162" sldId="317"/>
        </pc:sldMkLst>
      </pc:sldChg>
      <pc:sldChg chg="addSp delSp modSp mod setBg">
        <pc:chgData name="José Alejandro Lorenty Herrera" userId="6b68ea8e0a56b4d4" providerId="LiveId" clId="{8CB26077-99CF-44C9-B9D7-086B993461A4}" dt="2025-05-29T16:33:59.331" v="246" actId="14734"/>
        <pc:sldMkLst>
          <pc:docMk/>
          <pc:sldMk cId="1552570989" sldId="318"/>
        </pc:sldMkLst>
        <pc:spChg chg="mod">
          <ac:chgData name="José Alejandro Lorenty Herrera" userId="6b68ea8e0a56b4d4" providerId="LiveId" clId="{8CB26077-99CF-44C9-B9D7-086B993461A4}" dt="2025-05-29T16:33:13.528" v="239" actId="26606"/>
          <ac:spMkLst>
            <pc:docMk/>
            <pc:sldMk cId="1552570989" sldId="318"/>
            <ac:spMk id="2" creationId="{EF495CA7-39EE-BF77-F674-23DBF8526EE7}"/>
          </ac:spMkLst>
        </pc:spChg>
        <pc:spChg chg="del mod">
          <ac:chgData name="José Alejandro Lorenty Herrera" userId="6b68ea8e0a56b4d4" providerId="LiveId" clId="{8CB26077-99CF-44C9-B9D7-086B993461A4}" dt="2025-05-29T16:19:07.643" v="138"/>
          <ac:spMkLst>
            <pc:docMk/>
            <pc:sldMk cId="1552570989" sldId="318"/>
            <ac:spMk id="3" creationId="{4EE707BD-AA74-AA6E-5B95-C54135833A75}"/>
          </ac:spMkLst>
        </pc:spChg>
        <pc:spChg chg="add mod">
          <ac:chgData name="José Alejandro Lorenty Herrera" userId="6b68ea8e0a56b4d4" providerId="LiveId" clId="{8CB26077-99CF-44C9-B9D7-086B993461A4}" dt="2025-05-29T16:19:02.498" v="135"/>
          <ac:spMkLst>
            <pc:docMk/>
            <pc:sldMk cId="1552570989" sldId="318"/>
            <ac:spMk id="5" creationId="{013FD59F-EB1F-F3F6-73E8-EDBD1EF77627}"/>
          </ac:spMkLst>
        </pc:spChg>
        <pc:spChg chg="add del mod">
          <ac:chgData name="José Alejandro Lorenty Herrera" userId="6b68ea8e0a56b4d4" providerId="LiveId" clId="{8CB26077-99CF-44C9-B9D7-086B993461A4}" dt="2025-05-29T16:19:20.561" v="140" actId="478"/>
          <ac:spMkLst>
            <pc:docMk/>
            <pc:sldMk cId="1552570989" sldId="318"/>
            <ac:spMk id="7" creationId="{35AFE8EF-5F3A-1B78-31E0-63D41295D22D}"/>
          </ac:spMkLst>
        </pc:spChg>
        <pc:spChg chg="add del">
          <ac:chgData name="José Alejandro Lorenty Herrera" userId="6b68ea8e0a56b4d4" providerId="LiveId" clId="{8CB26077-99CF-44C9-B9D7-086B993461A4}" dt="2025-05-29T16:19:44.369" v="143" actId="26606"/>
          <ac:spMkLst>
            <pc:docMk/>
            <pc:sldMk cId="1552570989" sldId="318"/>
            <ac:spMk id="11" creationId="{94C52C56-BEF2-4E22-8C8E-A7AC96B03A72}"/>
          </ac:spMkLst>
        </pc:spChg>
        <pc:spChg chg="add del">
          <ac:chgData name="José Alejandro Lorenty Herrera" userId="6b68ea8e0a56b4d4" providerId="LiveId" clId="{8CB26077-99CF-44C9-B9D7-086B993461A4}" dt="2025-05-29T16:19:44.369" v="143" actId="26606"/>
          <ac:spMkLst>
            <pc:docMk/>
            <pc:sldMk cId="1552570989" sldId="318"/>
            <ac:spMk id="13" creationId="{42285737-90EE-47DC-AC80-8AE156B11969}"/>
          </ac:spMkLst>
        </pc:spChg>
        <pc:grpChg chg="add del">
          <ac:chgData name="José Alejandro Lorenty Herrera" userId="6b68ea8e0a56b4d4" providerId="LiveId" clId="{8CB26077-99CF-44C9-B9D7-086B993461A4}" dt="2025-05-29T16:19:44.369" v="143" actId="26606"/>
          <ac:grpSpMkLst>
            <pc:docMk/>
            <pc:sldMk cId="1552570989" sldId="318"/>
            <ac:grpSpMk id="15" creationId="{B57BDC17-F1B3-455F-BBF1-680AA1F25C06}"/>
          </ac:grpSpMkLst>
        </pc:grpChg>
        <pc:graphicFrameChg chg="add mod">
          <ac:chgData name="José Alejandro Lorenty Herrera" userId="6b68ea8e0a56b4d4" providerId="LiveId" clId="{8CB26077-99CF-44C9-B9D7-086B993461A4}" dt="2025-05-29T16:19:01.680" v="134"/>
          <ac:graphicFrameMkLst>
            <pc:docMk/>
            <pc:sldMk cId="1552570989" sldId="318"/>
            <ac:graphicFrameMk id="4" creationId="{43478076-A740-B7C1-4D31-A51E50022F59}"/>
          </ac:graphicFrameMkLst>
        </pc:graphicFrameChg>
        <pc:graphicFrameChg chg="add mod modGraphic">
          <ac:chgData name="José Alejandro Lorenty Herrera" userId="6b68ea8e0a56b4d4" providerId="LiveId" clId="{8CB26077-99CF-44C9-B9D7-086B993461A4}" dt="2025-05-29T16:33:59.331" v="246" actId="14734"/>
          <ac:graphicFrameMkLst>
            <pc:docMk/>
            <pc:sldMk cId="1552570989" sldId="318"/>
            <ac:graphicFrameMk id="6" creationId="{C86A6076-2786-6055-B5D7-C8D9760D47D0}"/>
          </ac:graphicFrameMkLst>
        </pc:graphicFrameChg>
        <pc:graphicFrameChg chg="add mod">
          <ac:chgData name="José Alejandro Lorenty Herrera" userId="6b68ea8e0a56b4d4" providerId="LiveId" clId="{8CB26077-99CF-44C9-B9D7-086B993461A4}" dt="2025-05-29T16:25:49.447" v="167"/>
          <ac:graphicFrameMkLst>
            <pc:docMk/>
            <pc:sldMk cId="1552570989" sldId="318"/>
            <ac:graphicFrameMk id="8" creationId="{E8EEEABB-F72F-2E63-E502-4BA5FF67D53C}"/>
          </ac:graphicFrameMkLst>
        </pc:graphicFrameChg>
      </pc:sldChg>
      <pc:sldChg chg="addSp delSp modSp add mod modTransition setBg">
        <pc:chgData name="José Alejandro Lorenty Herrera" userId="6b68ea8e0a56b4d4" providerId="LiveId" clId="{8CB26077-99CF-44C9-B9D7-086B993461A4}" dt="2025-05-29T16:12:48.085" v="118"/>
        <pc:sldMkLst>
          <pc:docMk/>
          <pc:sldMk cId="2948909346" sldId="319"/>
        </pc:sldMkLst>
        <pc:spChg chg="mod">
          <ac:chgData name="José Alejandro Lorenty Herrera" userId="6b68ea8e0a56b4d4" providerId="LiveId" clId="{8CB26077-99CF-44C9-B9D7-086B993461A4}" dt="2025-05-29T16:12:07.158" v="111" actId="26606"/>
          <ac:spMkLst>
            <pc:docMk/>
            <pc:sldMk cId="2948909346" sldId="319"/>
            <ac:spMk id="2" creationId="{6EE0E954-012F-F3C3-B1BE-527C322B4415}"/>
          </ac:spMkLst>
        </pc:spChg>
        <pc:spChg chg="del mod">
          <ac:chgData name="José Alejandro Lorenty Herrera" userId="6b68ea8e0a56b4d4" providerId="LiveId" clId="{8CB26077-99CF-44C9-B9D7-086B993461A4}" dt="2025-05-29T16:12:07.158" v="111" actId="26606"/>
          <ac:spMkLst>
            <pc:docMk/>
            <pc:sldMk cId="2948909346" sldId="319"/>
            <ac:spMk id="3" creationId="{D52C8995-BBD9-55DA-1283-B9A522B25960}"/>
          </ac:spMkLst>
        </pc:spChg>
        <pc:spChg chg="del">
          <ac:chgData name="José Alejandro Lorenty Herrera" userId="6b68ea8e0a56b4d4" providerId="LiveId" clId="{8CB26077-99CF-44C9-B9D7-086B993461A4}" dt="2025-05-29T16:12:07.158" v="111" actId="26606"/>
          <ac:spMkLst>
            <pc:docMk/>
            <pc:sldMk cId="2948909346" sldId="319"/>
            <ac:spMk id="6" creationId="{CC0808A4-F919-E10C-BF12-CA42B3FE2024}"/>
          </ac:spMkLst>
        </pc:spChg>
        <pc:spChg chg="del">
          <ac:chgData name="José Alejandro Lorenty Herrera" userId="6b68ea8e0a56b4d4" providerId="LiveId" clId="{8CB26077-99CF-44C9-B9D7-086B993461A4}" dt="2025-05-29T16:12:07.158" v="111" actId="26606"/>
          <ac:spMkLst>
            <pc:docMk/>
            <pc:sldMk cId="2948909346" sldId="319"/>
            <ac:spMk id="7" creationId="{42FF5F1C-18BA-D447-615D-B979BFAC58FE}"/>
          </ac:spMkLst>
        </pc:spChg>
        <pc:spChg chg="del">
          <ac:chgData name="José Alejandro Lorenty Herrera" userId="6b68ea8e0a56b4d4" providerId="LiveId" clId="{8CB26077-99CF-44C9-B9D7-086B993461A4}" dt="2025-05-29T16:12:07.158" v="111" actId="26606"/>
          <ac:spMkLst>
            <pc:docMk/>
            <pc:sldMk cId="2948909346" sldId="319"/>
            <ac:spMk id="9" creationId="{9CF118F1-1C3D-F741-8B4F-3BE133505CF5}"/>
          </ac:spMkLst>
        </pc:spChg>
        <pc:spChg chg="del">
          <ac:chgData name="José Alejandro Lorenty Herrera" userId="6b68ea8e0a56b4d4" providerId="LiveId" clId="{8CB26077-99CF-44C9-B9D7-086B993461A4}" dt="2025-05-29T16:12:07.158" v="111" actId="26606"/>
          <ac:spMkLst>
            <pc:docMk/>
            <pc:sldMk cId="2948909346" sldId="319"/>
            <ac:spMk id="11" creationId="{708F314C-5272-403C-61FB-1876FB8511E2}"/>
          </ac:spMkLst>
        </pc:spChg>
        <pc:spChg chg="del">
          <ac:chgData name="José Alejandro Lorenty Herrera" userId="6b68ea8e0a56b4d4" providerId="LiveId" clId="{8CB26077-99CF-44C9-B9D7-086B993461A4}" dt="2025-05-29T16:12:07.158" v="111" actId="26606"/>
          <ac:spMkLst>
            <pc:docMk/>
            <pc:sldMk cId="2948909346" sldId="319"/>
            <ac:spMk id="13" creationId="{19C31EF1-50F3-617D-1844-601DB071991E}"/>
          </ac:spMkLst>
        </pc:spChg>
        <pc:spChg chg="del">
          <ac:chgData name="José Alejandro Lorenty Herrera" userId="6b68ea8e0a56b4d4" providerId="LiveId" clId="{8CB26077-99CF-44C9-B9D7-086B993461A4}" dt="2025-05-29T16:12:07.158" v="111" actId="26606"/>
          <ac:spMkLst>
            <pc:docMk/>
            <pc:sldMk cId="2948909346" sldId="319"/>
            <ac:spMk id="15" creationId="{D748400D-A3B6-19F7-53C2-A03EDE4E07E4}"/>
          </ac:spMkLst>
        </pc:spChg>
        <pc:spChg chg="del">
          <ac:chgData name="José Alejandro Lorenty Herrera" userId="6b68ea8e0a56b4d4" providerId="LiveId" clId="{8CB26077-99CF-44C9-B9D7-086B993461A4}" dt="2025-05-29T16:12:07.158" v="111" actId="26606"/>
          <ac:spMkLst>
            <pc:docMk/>
            <pc:sldMk cId="2948909346" sldId="319"/>
            <ac:spMk id="17" creationId="{594C4C92-BD1E-2DBA-1C8D-6CF9A565390C}"/>
          </ac:spMkLst>
        </pc:spChg>
        <pc:spChg chg="add">
          <ac:chgData name="José Alejandro Lorenty Herrera" userId="6b68ea8e0a56b4d4" providerId="LiveId" clId="{8CB26077-99CF-44C9-B9D7-086B993461A4}" dt="2025-05-29T16:12:07.158" v="111" actId="26606"/>
          <ac:spMkLst>
            <pc:docMk/>
            <pc:sldMk cId="2948909346" sldId="319"/>
            <ac:spMk id="23" creationId="{94C52C56-BEF2-4E22-8C8E-A7AC96B03A72}"/>
          </ac:spMkLst>
        </pc:spChg>
        <pc:graphicFrameChg chg="mod modGraphic">
          <ac:chgData name="José Alejandro Lorenty Herrera" userId="6b68ea8e0a56b4d4" providerId="LiveId" clId="{8CB26077-99CF-44C9-B9D7-086B993461A4}" dt="2025-05-29T16:12:37.420" v="117" actId="207"/>
          <ac:graphicFrameMkLst>
            <pc:docMk/>
            <pc:sldMk cId="2948909346" sldId="319"/>
            <ac:graphicFrameMk id="19" creationId="{B2B79AF1-DF7C-CB2F-EB8C-819F2F51F6AC}"/>
          </ac:graphicFrameMkLst>
        </pc:graphicFrameChg>
      </pc:sldChg>
      <pc:sldChg chg="addSp delSp modSp add mod modTransition">
        <pc:chgData name="José Alejandro Lorenty Herrera" userId="6b68ea8e0a56b4d4" providerId="LiveId" clId="{8CB26077-99CF-44C9-B9D7-086B993461A4}" dt="2025-05-29T16:16:14.102" v="133"/>
        <pc:sldMkLst>
          <pc:docMk/>
          <pc:sldMk cId="34327003" sldId="320"/>
        </pc:sldMkLst>
        <pc:spChg chg="add del">
          <ac:chgData name="José Alejandro Lorenty Herrera" userId="6b68ea8e0a56b4d4" providerId="LiveId" clId="{8CB26077-99CF-44C9-B9D7-086B993461A4}" dt="2025-05-29T16:15:43.839" v="130" actId="26606"/>
          <ac:spMkLst>
            <pc:docMk/>
            <pc:sldMk cId="34327003" sldId="320"/>
            <ac:spMk id="23" creationId="{AB9C1302-4632-E14E-41C3-C1AAEB7E3A15}"/>
          </ac:spMkLst>
        </pc:spChg>
        <pc:spChg chg="add del">
          <ac:chgData name="José Alejandro Lorenty Herrera" userId="6b68ea8e0a56b4d4" providerId="LiveId" clId="{8CB26077-99CF-44C9-B9D7-086B993461A4}" dt="2025-05-29T16:15:43.839" v="130" actId="26606"/>
          <ac:spMkLst>
            <pc:docMk/>
            <pc:sldMk cId="34327003" sldId="320"/>
            <ac:spMk id="25" creationId="{48DF7623-9429-9EBF-3DC6-8160D1C49F23}"/>
          </ac:spMkLst>
        </pc:spChg>
        <pc:spChg chg="add del">
          <ac:chgData name="José Alejandro Lorenty Herrera" userId="6b68ea8e0a56b4d4" providerId="LiveId" clId="{8CB26077-99CF-44C9-B9D7-086B993461A4}" dt="2025-05-29T16:15:43.792" v="129" actId="26606"/>
          <ac:spMkLst>
            <pc:docMk/>
            <pc:sldMk cId="34327003" sldId="320"/>
            <ac:spMk id="38" creationId="{94C52C56-BEF2-4E22-8C8E-A7AC96B03A72}"/>
          </ac:spMkLst>
        </pc:spChg>
        <pc:spChg chg="add del">
          <ac:chgData name="José Alejandro Lorenty Herrera" userId="6b68ea8e0a56b4d4" providerId="LiveId" clId="{8CB26077-99CF-44C9-B9D7-086B993461A4}" dt="2025-05-29T16:15:43.792" v="129" actId="26606"/>
          <ac:spMkLst>
            <pc:docMk/>
            <pc:sldMk cId="34327003" sldId="320"/>
            <ac:spMk id="40" creationId="{42285737-90EE-47DC-AC80-8AE156B11969}"/>
          </ac:spMkLst>
        </pc:spChg>
        <pc:spChg chg="add del">
          <ac:chgData name="José Alejandro Lorenty Herrera" userId="6b68ea8e0a56b4d4" providerId="LiveId" clId="{8CB26077-99CF-44C9-B9D7-086B993461A4}" dt="2025-05-29T16:15:52.241" v="132" actId="26606"/>
          <ac:spMkLst>
            <pc:docMk/>
            <pc:sldMk cId="34327003" sldId="320"/>
            <ac:spMk id="50" creationId="{AB9C1302-4632-E14E-41C3-C1AAEB7E3A15}"/>
          </ac:spMkLst>
        </pc:spChg>
        <pc:spChg chg="add del">
          <ac:chgData name="José Alejandro Lorenty Herrera" userId="6b68ea8e0a56b4d4" providerId="LiveId" clId="{8CB26077-99CF-44C9-B9D7-086B993461A4}" dt="2025-05-29T16:15:52.241" v="132" actId="26606"/>
          <ac:spMkLst>
            <pc:docMk/>
            <pc:sldMk cId="34327003" sldId="320"/>
            <ac:spMk id="51" creationId="{48DF7623-9429-9EBF-3DC6-8160D1C49F23}"/>
          </ac:spMkLst>
        </pc:spChg>
        <pc:spChg chg="add">
          <ac:chgData name="José Alejandro Lorenty Herrera" userId="6b68ea8e0a56b4d4" providerId="LiveId" clId="{8CB26077-99CF-44C9-B9D7-086B993461A4}" dt="2025-05-29T16:15:52.241" v="132" actId="26606"/>
          <ac:spMkLst>
            <pc:docMk/>
            <pc:sldMk cId="34327003" sldId="320"/>
            <ac:spMk id="63" creationId="{94C52C56-BEF2-4E22-8C8E-A7AC96B03A72}"/>
          </ac:spMkLst>
        </pc:spChg>
        <pc:spChg chg="add">
          <ac:chgData name="José Alejandro Lorenty Herrera" userId="6b68ea8e0a56b4d4" providerId="LiveId" clId="{8CB26077-99CF-44C9-B9D7-086B993461A4}" dt="2025-05-29T16:15:52.241" v="132" actId="26606"/>
          <ac:spMkLst>
            <pc:docMk/>
            <pc:sldMk cId="34327003" sldId="320"/>
            <ac:spMk id="65" creationId="{42285737-90EE-47DC-AC80-8AE156B11969}"/>
          </ac:spMkLst>
        </pc:spChg>
        <pc:grpChg chg="add del">
          <ac:chgData name="José Alejandro Lorenty Herrera" userId="6b68ea8e0a56b4d4" providerId="LiveId" clId="{8CB26077-99CF-44C9-B9D7-086B993461A4}" dt="2025-05-29T16:15:43.839" v="130" actId="26606"/>
          <ac:grpSpMkLst>
            <pc:docMk/>
            <pc:sldMk cId="34327003" sldId="320"/>
            <ac:grpSpMk id="27" creationId="{7917D5D2-4FD8-257F-A241-1E2C9B1665A9}"/>
          </ac:grpSpMkLst>
        </pc:grpChg>
        <pc:grpChg chg="add del">
          <ac:chgData name="José Alejandro Lorenty Herrera" userId="6b68ea8e0a56b4d4" providerId="LiveId" clId="{8CB26077-99CF-44C9-B9D7-086B993461A4}" dt="2025-05-29T16:15:43.792" v="129" actId="26606"/>
          <ac:grpSpMkLst>
            <pc:docMk/>
            <pc:sldMk cId="34327003" sldId="320"/>
            <ac:grpSpMk id="42" creationId="{B57BDC17-F1B3-455F-BBF1-680AA1F25C06}"/>
          </ac:grpSpMkLst>
        </pc:grpChg>
        <pc:grpChg chg="add del">
          <ac:chgData name="José Alejandro Lorenty Herrera" userId="6b68ea8e0a56b4d4" providerId="LiveId" clId="{8CB26077-99CF-44C9-B9D7-086B993461A4}" dt="2025-05-29T16:15:52.241" v="132" actId="26606"/>
          <ac:grpSpMkLst>
            <pc:docMk/>
            <pc:sldMk cId="34327003" sldId="320"/>
            <ac:grpSpMk id="52" creationId="{7917D5D2-4FD8-257F-A241-1E2C9B1665A9}"/>
          </ac:grpSpMkLst>
        </pc:grpChg>
        <pc:grpChg chg="add">
          <ac:chgData name="José Alejandro Lorenty Herrera" userId="6b68ea8e0a56b4d4" providerId="LiveId" clId="{8CB26077-99CF-44C9-B9D7-086B993461A4}" dt="2025-05-29T16:15:52.241" v="132" actId="26606"/>
          <ac:grpSpMkLst>
            <pc:docMk/>
            <pc:sldMk cId="34327003" sldId="320"/>
            <ac:grpSpMk id="67" creationId="{B57BDC17-F1B3-455F-BBF1-680AA1F25C06}"/>
          </ac:grpSpMkLst>
        </pc:grpChg>
        <pc:graphicFrameChg chg="mod modGraphic">
          <ac:chgData name="José Alejandro Lorenty Herrera" userId="6b68ea8e0a56b4d4" providerId="LiveId" clId="{8CB26077-99CF-44C9-B9D7-086B993461A4}" dt="2025-05-29T16:15:52.241" v="132" actId="26606"/>
          <ac:graphicFrameMkLst>
            <pc:docMk/>
            <pc:sldMk cId="34327003" sldId="320"/>
            <ac:graphicFrameMk id="19" creationId="{C02C02CE-E70F-DDE4-170E-B77C9139BC0F}"/>
          </ac:graphicFrameMkLst>
        </pc:graphicFrameChg>
      </pc:sldChg>
      <pc:sldChg chg="new del">
        <pc:chgData name="José Alejandro Lorenty Herrera" userId="6b68ea8e0a56b4d4" providerId="LiveId" clId="{8CB26077-99CF-44C9-B9D7-086B993461A4}" dt="2025-05-29T16:13:37.544" v="120" actId="47"/>
        <pc:sldMkLst>
          <pc:docMk/>
          <pc:sldMk cId="941754919" sldId="320"/>
        </pc:sldMkLst>
      </pc:sldChg>
      <pc:sldChg chg="addSp delSp add del setBg delDesignElem">
        <pc:chgData name="José Alejandro Lorenty Herrera" userId="6b68ea8e0a56b4d4" providerId="LiveId" clId="{8CB26077-99CF-44C9-B9D7-086B993461A4}" dt="2025-05-29T16:13:53.016" v="123"/>
        <pc:sldMkLst>
          <pc:docMk/>
          <pc:sldMk cId="1005389746" sldId="320"/>
        </pc:sldMkLst>
        <pc:spChg chg="add del">
          <ac:chgData name="José Alejandro Lorenty Herrera" userId="6b68ea8e0a56b4d4" providerId="LiveId" clId="{8CB26077-99CF-44C9-B9D7-086B993461A4}" dt="2025-05-29T16:13:53.016" v="123"/>
          <ac:spMkLst>
            <pc:docMk/>
            <pc:sldMk cId="1005389746" sldId="320"/>
            <ac:spMk id="23" creationId="{8370CA22-C71E-6C95-7753-0D6EF4EAF083}"/>
          </ac:spMkLst>
        </pc:spChg>
        <pc:spChg chg="add del">
          <ac:chgData name="José Alejandro Lorenty Herrera" userId="6b68ea8e0a56b4d4" providerId="LiveId" clId="{8CB26077-99CF-44C9-B9D7-086B993461A4}" dt="2025-05-29T16:13:53.016" v="123"/>
          <ac:spMkLst>
            <pc:docMk/>
            <pc:sldMk cId="1005389746" sldId="320"/>
            <ac:spMk id="25" creationId="{9B235F41-6D7E-B5DC-DE83-7892657DF0AE}"/>
          </ac:spMkLst>
        </pc:spChg>
        <pc:grpChg chg="add del">
          <ac:chgData name="José Alejandro Lorenty Herrera" userId="6b68ea8e0a56b4d4" providerId="LiveId" clId="{8CB26077-99CF-44C9-B9D7-086B993461A4}" dt="2025-05-29T16:13:53.016" v="123"/>
          <ac:grpSpMkLst>
            <pc:docMk/>
            <pc:sldMk cId="1005389746" sldId="320"/>
            <ac:grpSpMk id="27" creationId="{9DA9E71E-657C-D4B6-B9DC-82C6A0AEE8D0}"/>
          </ac:grpSpMkLst>
        </pc:grpChg>
      </pc:sldChg>
      <pc:sldChg chg="modSp add mod setBg">
        <pc:chgData name="José Alejandro Lorenty Herrera" userId="6b68ea8e0a56b4d4" providerId="LiveId" clId="{8CB26077-99CF-44C9-B9D7-086B993461A4}" dt="2025-05-29T16:34:52.840" v="257" actId="14734"/>
        <pc:sldMkLst>
          <pc:docMk/>
          <pc:sldMk cId="4267917684" sldId="321"/>
        </pc:sldMkLst>
        <pc:spChg chg="mod">
          <ac:chgData name="José Alejandro Lorenty Herrera" userId="6b68ea8e0a56b4d4" providerId="LiveId" clId="{8CB26077-99CF-44C9-B9D7-086B993461A4}" dt="2025-05-29T16:34:26.272" v="250" actId="26606"/>
          <ac:spMkLst>
            <pc:docMk/>
            <pc:sldMk cId="4267917684" sldId="321"/>
            <ac:spMk id="2" creationId="{B5D4D841-3B11-6294-1154-EB4D914A561C}"/>
          </ac:spMkLst>
        </pc:spChg>
        <pc:graphicFrameChg chg="mod modGraphic">
          <ac:chgData name="José Alejandro Lorenty Herrera" userId="6b68ea8e0a56b4d4" providerId="LiveId" clId="{8CB26077-99CF-44C9-B9D7-086B993461A4}" dt="2025-05-29T16:34:52.840" v="257" actId="14734"/>
          <ac:graphicFrameMkLst>
            <pc:docMk/>
            <pc:sldMk cId="4267917684" sldId="321"/>
            <ac:graphicFrameMk id="6" creationId="{12266B57-C5FA-AAA9-673C-B220F597F997}"/>
          </ac:graphicFrameMkLst>
        </pc:graphicFrameChg>
      </pc:sldChg>
      <pc:sldChg chg="modSp add mod setBg">
        <pc:chgData name="José Alejandro Lorenty Herrera" userId="6b68ea8e0a56b4d4" providerId="LiveId" clId="{8CB26077-99CF-44C9-B9D7-086B993461A4}" dt="2025-05-29T16:37:37.133" v="286" actId="14734"/>
        <pc:sldMkLst>
          <pc:docMk/>
          <pc:sldMk cId="2520905399" sldId="322"/>
        </pc:sldMkLst>
        <pc:spChg chg="mod">
          <ac:chgData name="José Alejandro Lorenty Herrera" userId="6b68ea8e0a56b4d4" providerId="LiveId" clId="{8CB26077-99CF-44C9-B9D7-086B993461A4}" dt="2025-05-29T16:35:42.252" v="260" actId="26606"/>
          <ac:spMkLst>
            <pc:docMk/>
            <pc:sldMk cId="2520905399" sldId="322"/>
            <ac:spMk id="2" creationId="{E8EF4B89-BC2C-5169-A259-A37F721A4F25}"/>
          </ac:spMkLst>
        </pc:spChg>
        <pc:graphicFrameChg chg="mod modGraphic">
          <ac:chgData name="José Alejandro Lorenty Herrera" userId="6b68ea8e0a56b4d4" providerId="LiveId" clId="{8CB26077-99CF-44C9-B9D7-086B993461A4}" dt="2025-05-29T16:37:37.133" v="286" actId="14734"/>
          <ac:graphicFrameMkLst>
            <pc:docMk/>
            <pc:sldMk cId="2520905399" sldId="322"/>
            <ac:graphicFrameMk id="6" creationId="{891603D4-ABCC-0E91-E8FD-3BDFC2A5F519}"/>
          </ac:graphicFrameMkLst>
        </pc:graphicFrameChg>
      </pc:sldChg>
      <pc:sldChg chg="modSp add mod setBg">
        <pc:chgData name="José Alejandro Lorenty Herrera" userId="6b68ea8e0a56b4d4" providerId="LiveId" clId="{8CB26077-99CF-44C9-B9D7-086B993461A4}" dt="2025-05-29T16:37:26.852" v="282" actId="14734"/>
        <pc:sldMkLst>
          <pc:docMk/>
          <pc:sldMk cId="4227050919" sldId="323"/>
        </pc:sldMkLst>
        <pc:spChg chg="mod">
          <ac:chgData name="José Alejandro Lorenty Herrera" userId="6b68ea8e0a56b4d4" providerId="LiveId" clId="{8CB26077-99CF-44C9-B9D7-086B993461A4}" dt="2025-05-29T16:37:03.461" v="274" actId="26606"/>
          <ac:spMkLst>
            <pc:docMk/>
            <pc:sldMk cId="4227050919" sldId="323"/>
            <ac:spMk id="2" creationId="{D2274114-86A2-9FCF-75BB-1F06289E9EDD}"/>
          </ac:spMkLst>
        </pc:spChg>
        <pc:graphicFrameChg chg="mod modGraphic">
          <ac:chgData name="José Alejandro Lorenty Herrera" userId="6b68ea8e0a56b4d4" providerId="LiveId" clId="{8CB26077-99CF-44C9-B9D7-086B993461A4}" dt="2025-05-29T16:37:26.852" v="282" actId="14734"/>
          <ac:graphicFrameMkLst>
            <pc:docMk/>
            <pc:sldMk cId="4227050919" sldId="323"/>
            <ac:graphicFrameMk id="6" creationId="{B04024C1-05B9-62A4-8191-B44FF9D28762}"/>
          </ac:graphicFrameMkLst>
        </pc:graphicFrameChg>
      </pc:sldChg>
      <pc:sldChg chg="modSp add mod setBg">
        <pc:chgData name="José Alejandro Lorenty Herrera" userId="6b68ea8e0a56b4d4" providerId="LiveId" clId="{8CB26077-99CF-44C9-B9D7-086B993461A4}" dt="2025-05-29T16:38:18.837" v="295" actId="14734"/>
        <pc:sldMkLst>
          <pc:docMk/>
          <pc:sldMk cId="385173330" sldId="324"/>
        </pc:sldMkLst>
        <pc:spChg chg="mod">
          <ac:chgData name="José Alejandro Lorenty Herrera" userId="6b68ea8e0a56b4d4" providerId="LiveId" clId="{8CB26077-99CF-44C9-B9D7-086B993461A4}" dt="2025-05-29T16:37:57.207" v="288" actId="26606"/>
          <ac:spMkLst>
            <pc:docMk/>
            <pc:sldMk cId="385173330" sldId="324"/>
            <ac:spMk id="2" creationId="{D552A391-8218-651B-6EB4-38E6979E094A}"/>
          </ac:spMkLst>
        </pc:spChg>
        <pc:graphicFrameChg chg="mod modGraphic">
          <ac:chgData name="José Alejandro Lorenty Herrera" userId="6b68ea8e0a56b4d4" providerId="LiveId" clId="{8CB26077-99CF-44C9-B9D7-086B993461A4}" dt="2025-05-29T16:38:18.837" v="295" actId="14734"/>
          <ac:graphicFrameMkLst>
            <pc:docMk/>
            <pc:sldMk cId="385173330" sldId="324"/>
            <ac:graphicFrameMk id="6" creationId="{D7F13FBF-5489-7011-7CD5-EA2A1DAB7992}"/>
          </ac:graphicFrameMkLst>
        </pc:graphicFrameChg>
      </pc:sldChg>
      <pc:sldChg chg="addSp modSp add mod modTransition setBg setClrOvrMap">
        <pc:chgData name="José Alejandro Lorenty Herrera" userId="6b68ea8e0a56b4d4" providerId="LiveId" clId="{8CB26077-99CF-44C9-B9D7-086B993461A4}" dt="2025-05-29T16:49:49.674" v="335" actId="26606"/>
        <pc:sldMkLst>
          <pc:docMk/>
          <pc:sldMk cId="2059005954" sldId="325"/>
        </pc:sldMkLst>
        <pc:spChg chg="mod">
          <ac:chgData name="José Alejandro Lorenty Herrera" userId="6b68ea8e0a56b4d4" providerId="LiveId" clId="{8CB26077-99CF-44C9-B9D7-086B993461A4}" dt="2025-05-29T16:49:49.674" v="335" actId="26606"/>
          <ac:spMkLst>
            <pc:docMk/>
            <pc:sldMk cId="2059005954" sldId="325"/>
            <ac:spMk id="2" creationId="{83ECBF91-87C9-83A1-5466-8F0D90C4183B}"/>
          </ac:spMkLst>
        </pc:spChg>
        <pc:spChg chg="mod">
          <ac:chgData name="José Alejandro Lorenty Herrera" userId="6b68ea8e0a56b4d4" providerId="LiveId" clId="{8CB26077-99CF-44C9-B9D7-086B993461A4}" dt="2025-05-29T16:49:49.674" v="335" actId="26606"/>
          <ac:spMkLst>
            <pc:docMk/>
            <pc:sldMk cId="2059005954" sldId="325"/>
            <ac:spMk id="3" creationId="{359B2970-5A02-1CFC-EBA3-5B898B5B2DAF}"/>
          </ac:spMkLst>
        </pc:spChg>
        <pc:spChg chg="add">
          <ac:chgData name="José Alejandro Lorenty Herrera" userId="6b68ea8e0a56b4d4" providerId="LiveId" clId="{8CB26077-99CF-44C9-B9D7-086B993461A4}" dt="2025-05-29T16:49:49.674" v="335" actId="26606"/>
          <ac:spMkLst>
            <pc:docMk/>
            <pc:sldMk cId="2059005954" sldId="325"/>
            <ac:spMk id="4103" creationId="{2FCD9B94-D70B-4446-85E5-ACD3904289CB}"/>
          </ac:spMkLst>
        </pc:spChg>
        <pc:picChg chg="add mod ord">
          <ac:chgData name="José Alejandro Lorenty Herrera" userId="6b68ea8e0a56b4d4" providerId="LiveId" clId="{8CB26077-99CF-44C9-B9D7-086B993461A4}" dt="2025-05-29T16:49:49.674" v="335" actId="26606"/>
          <ac:picMkLst>
            <pc:docMk/>
            <pc:sldMk cId="2059005954" sldId="325"/>
            <ac:picMk id="4098" creationId="{C1461EA2-54EF-7577-405D-F52FCBFD7150}"/>
          </ac:picMkLst>
        </pc:picChg>
      </pc:sldChg>
      <pc:sldChg chg="addSp modSp add mod setBg setClrOvrMap">
        <pc:chgData name="José Alejandro Lorenty Herrera" userId="6b68ea8e0a56b4d4" providerId="LiveId" clId="{8CB26077-99CF-44C9-B9D7-086B993461A4}" dt="2025-05-29T16:49:52.492" v="337" actId="26606"/>
        <pc:sldMkLst>
          <pc:docMk/>
          <pc:sldMk cId="2868397764" sldId="326"/>
        </pc:sldMkLst>
        <pc:spChg chg="mod">
          <ac:chgData name="José Alejandro Lorenty Herrera" userId="6b68ea8e0a56b4d4" providerId="LiveId" clId="{8CB26077-99CF-44C9-B9D7-086B993461A4}" dt="2025-05-29T16:49:52.492" v="337" actId="26606"/>
          <ac:spMkLst>
            <pc:docMk/>
            <pc:sldMk cId="2868397764" sldId="326"/>
            <ac:spMk id="2" creationId="{55533C63-64B7-A6D5-9FBC-F95BF217503E}"/>
          </ac:spMkLst>
        </pc:spChg>
        <pc:spChg chg="mod">
          <ac:chgData name="José Alejandro Lorenty Herrera" userId="6b68ea8e0a56b4d4" providerId="LiveId" clId="{8CB26077-99CF-44C9-B9D7-086B993461A4}" dt="2025-05-29T16:49:52.492" v="337" actId="26606"/>
          <ac:spMkLst>
            <pc:docMk/>
            <pc:sldMk cId="2868397764" sldId="326"/>
            <ac:spMk id="3" creationId="{96C672CF-B0ED-9EFF-64A9-3A9382D44E76}"/>
          </ac:spMkLst>
        </pc:spChg>
        <pc:spChg chg="add">
          <ac:chgData name="José Alejandro Lorenty Herrera" userId="6b68ea8e0a56b4d4" providerId="LiveId" clId="{8CB26077-99CF-44C9-B9D7-086B993461A4}" dt="2025-05-29T16:49:52.492" v="337" actId="26606"/>
          <ac:spMkLst>
            <pc:docMk/>
            <pc:sldMk cId="2868397764" sldId="326"/>
            <ac:spMk id="5127" creationId="{2FCD9B94-D70B-4446-85E5-ACD3904289CB}"/>
          </ac:spMkLst>
        </pc:spChg>
        <pc:picChg chg="add mod ord">
          <ac:chgData name="José Alejandro Lorenty Herrera" userId="6b68ea8e0a56b4d4" providerId="LiveId" clId="{8CB26077-99CF-44C9-B9D7-086B993461A4}" dt="2025-05-29T16:49:52.492" v="337" actId="26606"/>
          <ac:picMkLst>
            <pc:docMk/>
            <pc:sldMk cId="2868397764" sldId="326"/>
            <ac:picMk id="5122" creationId="{60755CC5-808C-16DC-5DDD-86D5E3461453}"/>
          </ac:picMkLst>
        </pc:picChg>
      </pc:sldChg>
      <pc:sldChg chg="addSp modSp add mod modTransition setBg setClrOvrMap">
        <pc:chgData name="José Alejandro Lorenty Herrera" userId="6b68ea8e0a56b4d4" providerId="LiveId" clId="{8CB26077-99CF-44C9-B9D7-086B993461A4}" dt="2025-05-29T16:51:12.836" v="343" actId="26606"/>
        <pc:sldMkLst>
          <pc:docMk/>
          <pc:sldMk cId="2256241551" sldId="327"/>
        </pc:sldMkLst>
        <pc:spChg chg="mod">
          <ac:chgData name="José Alejandro Lorenty Herrera" userId="6b68ea8e0a56b4d4" providerId="LiveId" clId="{8CB26077-99CF-44C9-B9D7-086B993461A4}" dt="2025-05-29T16:51:12.836" v="343" actId="26606"/>
          <ac:spMkLst>
            <pc:docMk/>
            <pc:sldMk cId="2256241551" sldId="327"/>
            <ac:spMk id="2" creationId="{B4A7CCE4-E569-D2F7-5C2A-FDE7594BD165}"/>
          </ac:spMkLst>
        </pc:spChg>
        <pc:spChg chg="mod">
          <ac:chgData name="José Alejandro Lorenty Herrera" userId="6b68ea8e0a56b4d4" providerId="LiveId" clId="{8CB26077-99CF-44C9-B9D7-086B993461A4}" dt="2025-05-29T16:51:12.836" v="343" actId="26606"/>
          <ac:spMkLst>
            <pc:docMk/>
            <pc:sldMk cId="2256241551" sldId="327"/>
            <ac:spMk id="3" creationId="{FA2E4D80-CF2F-BF9D-0C71-DFC826EF8E12}"/>
          </ac:spMkLst>
        </pc:spChg>
        <pc:spChg chg="add">
          <ac:chgData name="José Alejandro Lorenty Herrera" userId="6b68ea8e0a56b4d4" providerId="LiveId" clId="{8CB26077-99CF-44C9-B9D7-086B993461A4}" dt="2025-05-29T16:51:12.836" v="343" actId="26606"/>
          <ac:spMkLst>
            <pc:docMk/>
            <pc:sldMk cId="2256241551" sldId="327"/>
            <ac:spMk id="6151" creationId="{2FCD9B94-D70B-4446-85E5-ACD3904289CB}"/>
          </ac:spMkLst>
        </pc:spChg>
        <pc:picChg chg="add mod ord">
          <ac:chgData name="José Alejandro Lorenty Herrera" userId="6b68ea8e0a56b4d4" providerId="LiveId" clId="{8CB26077-99CF-44C9-B9D7-086B993461A4}" dt="2025-05-29T16:51:12.836" v="343" actId="26606"/>
          <ac:picMkLst>
            <pc:docMk/>
            <pc:sldMk cId="2256241551" sldId="327"/>
            <ac:picMk id="6146" creationId="{7EF0BC7B-6030-B2F9-A99B-09B580165CCB}"/>
          </ac:picMkLst>
        </pc:picChg>
      </pc:sldChg>
      <pc:sldChg chg="addSp modSp add mod modTransition setBg setClrOvrMap">
        <pc:chgData name="José Alejandro Lorenty Herrera" userId="6b68ea8e0a56b4d4" providerId="LiveId" clId="{8CB26077-99CF-44C9-B9D7-086B993461A4}" dt="2025-05-29T16:51:15.959" v="345" actId="26606"/>
        <pc:sldMkLst>
          <pc:docMk/>
          <pc:sldMk cId="2504653621" sldId="328"/>
        </pc:sldMkLst>
        <pc:spChg chg="mod">
          <ac:chgData name="José Alejandro Lorenty Herrera" userId="6b68ea8e0a56b4d4" providerId="LiveId" clId="{8CB26077-99CF-44C9-B9D7-086B993461A4}" dt="2025-05-29T16:51:15.959" v="345" actId="26606"/>
          <ac:spMkLst>
            <pc:docMk/>
            <pc:sldMk cId="2504653621" sldId="328"/>
            <ac:spMk id="2" creationId="{149E6503-C1F5-4EE8-1129-C00706DB2C26}"/>
          </ac:spMkLst>
        </pc:spChg>
        <pc:spChg chg="mod">
          <ac:chgData name="José Alejandro Lorenty Herrera" userId="6b68ea8e0a56b4d4" providerId="LiveId" clId="{8CB26077-99CF-44C9-B9D7-086B993461A4}" dt="2025-05-29T16:51:15.959" v="345" actId="26606"/>
          <ac:spMkLst>
            <pc:docMk/>
            <pc:sldMk cId="2504653621" sldId="328"/>
            <ac:spMk id="3" creationId="{60A2F106-8866-AA5D-B435-3E3DA37B419E}"/>
          </ac:spMkLst>
        </pc:spChg>
        <pc:spChg chg="add">
          <ac:chgData name="José Alejandro Lorenty Herrera" userId="6b68ea8e0a56b4d4" providerId="LiveId" clId="{8CB26077-99CF-44C9-B9D7-086B993461A4}" dt="2025-05-29T16:51:15.959" v="345" actId="26606"/>
          <ac:spMkLst>
            <pc:docMk/>
            <pc:sldMk cId="2504653621" sldId="328"/>
            <ac:spMk id="7175" creationId="{2FCD9B94-D70B-4446-85E5-ACD3904289CB}"/>
          </ac:spMkLst>
        </pc:spChg>
        <pc:picChg chg="add mod ord">
          <ac:chgData name="José Alejandro Lorenty Herrera" userId="6b68ea8e0a56b4d4" providerId="LiveId" clId="{8CB26077-99CF-44C9-B9D7-086B993461A4}" dt="2025-05-29T16:51:15.959" v="345" actId="26606"/>
          <ac:picMkLst>
            <pc:docMk/>
            <pc:sldMk cId="2504653621" sldId="328"/>
            <ac:picMk id="7170" creationId="{045D8DF5-93E2-1A40-A934-B550630050FA}"/>
          </ac:picMkLst>
        </pc:picChg>
      </pc:sldChg>
      <pc:sldChg chg="addSp modSp add mod setBg setClrOvrMap">
        <pc:chgData name="José Alejandro Lorenty Herrera" userId="6b68ea8e0a56b4d4" providerId="LiveId" clId="{8CB26077-99CF-44C9-B9D7-086B993461A4}" dt="2025-05-29T16:51:21.518" v="348" actId="26606"/>
        <pc:sldMkLst>
          <pc:docMk/>
          <pc:sldMk cId="3265181302" sldId="329"/>
        </pc:sldMkLst>
        <pc:spChg chg="mod">
          <ac:chgData name="José Alejandro Lorenty Herrera" userId="6b68ea8e0a56b4d4" providerId="LiveId" clId="{8CB26077-99CF-44C9-B9D7-086B993461A4}" dt="2025-05-29T16:51:21.518" v="348" actId="26606"/>
          <ac:spMkLst>
            <pc:docMk/>
            <pc:sldMk cId="3265181302" sldId="329"/>
            <ac:spMk id="2" creationId="{5ABD27DD-82D1-3395-9B82-BD4929D2B08C}"/>
          </ac:spMkLst>
        </pc:spChg>
        <pc:spChg chg="mod">
          <ac:chgData name="José Alejandro Lorenty Herrera" userId="6b68ea8e0a56b4d4" providerId="LiveId" clId="{8CB26077-99CF-44C9-B9D7-086B993461A4}" dt="2025-05-29T16:51:21.518" v="348" actId="26606"/>
          <ac:spMkLst>
            <pc:docMk/>
            <pc:sldMk cId="3265181302" sldId="329"/>
            <ac:spMk id="3" creationId="{672407F9-C8AD-076C-4755-4230BF6C8C19}"/>
          </ac:spMkLst>
        </pc:spChg>
        <pc:spChg chg="add">
          <ac:chgData name="José Alejandro Lorenty Herrera" userId="6b68ea8e0a56b4d4" providerId="LiveId" clId="{8CB26077-99CF-44C9-B9D7-086B993461A4}" dt="2025-05-29T16:51:21.518" v="348" actId="26606"/>
          <ac:spMkLst>
            <pc:docMk/>
            <pc:sldMk cId="3265181302" sldId="329"/>
            <ac:spMk id="8199" creationId="{2FCD9B94-D70B-4446-85E5-ACD3904289CB}"/>
          </ac:spMkLst>
        </pc:spChg>
        <pc:picChg chg="add mod ord">
          <ac:chgData name="José Alejandro Lorenty Herrera" userId="6b68ea8e0a56b4d4" providerId="LiveId" clId="{8CB26077-99CF-44C9-B9D7-086B993461A4}" dt="2025-05-29T16:51:21.518" v="348" actId="26606"/>
          <ac:picMkLst>
            <pc:docMk/>
            <pc:sldMk cId="3265181302" sldId="329"/>
            <ac:picMk id="8194" creationId="{E5B36A22-56C1-B5EC-99BC-A18AAFEF29EB}"/>
          </ac:picMkLst>
        </pc:picChg>
      </pc:sldChg>
      <pc:sldChg chg="addSp modSp add mod modTransition setBg setClrOvrMap">
        <pc:chgData name="José Alejandro Lorenty Herrera" userId="6b68ea8e0a56b4d4" providerId="LiveId" clId="{8CB26077-99CF-44C9-B9D7-086B993461A4}" dt="2025-05-29T16:55:33.506" v="363" actId="26606"/>
        <pc:sldMkLst>
          <pc:docMk/>
          <pc:sldMk cId="357923557" sldId="330"/>
        </pc:sldMkLst>
        <pc:spChg chg="mod">
          <ac:chgData name="José Alejandro Lorenty Herrera" userId="6b68ea8e0a56b4d4" providerId="LiveId" clId="{8CB26077-99CF-44C9-B9D7-086B993461A4}" dt="2025-05-29T16:55:33.506" v="363" actId="26606"/>
          <ac:spMkLst>
            <pc:docMk/>
            <pc:sldMk cId="357923557" sldId="330"/>
            <ac:spMk id="2" creationId="{1CEFACD0-7BB7-D1FF-2B71-234F066FDD73}"/>
          </ac:spMkLst>
        </pc:spChg>
        <pc:spChg chg="mod">
          <ac:chgData name="José Alejandro Lorenty Herrera" userId="6b68ea8e0a56b4d4" providerId="LiveId" clId="{8CB26077-99CF-44C9-B9D7-086B993461A4}" dt="2025-05-29T16:55:33.506" v="363" actId="26606"/>
          <ac:spMkLst>
            <pc:docMk/>
            <pc:sldMk cId="357923557" sldId="330"/>
            <ac:spMk id="3" creationId="{C6715D06-DACD-E11F-0A86-8765DA6E792F}"/>
          </ac:spMkLst>
        </pc:spChg>
        <pc:spChg chg="add">
          <ac:chgData name="José Alejandro Lorenty Herrera" userId="6b68ea8e0a56b4d4" providerId="LiveId" clId="{8CB26077-99CF-44C9-B9D7-086B993461A4}" dt="2025-05-29T16:55:33.506" v="363" actId="26606"/>
          <ac:spMkLst>
            <pc:docMk/>
            <pc:sldMk cId="357923557" sldId="330"/>
            <ac:spMk id="9223" creationId="{2FCD9B94-D70B-4446-85E5-ACD3904289CB}"/>
          </ac:spMkLst>
        </pc:spChg>
        <pc:picChg chg="add mod ord">
          <ac:chgData name="José Alejandro Lorenty Herrera" userId="6b68ea8e0a56b4d4" providerId="LiveId" clId="{8CB26077-99CF-44C9-B9D7-086B993461A4}" dt="2025-05-29T16:55:33.506" v="363" actId="26606"/>
          <ac:picMkLst>
            <pc:docMk/>
            <pc:sldMk cId="357923557" sldId="330"/>
            <ac:picMk id="9218" creationId="{B8024420-3D00-ABE8-516F-2AD0C914EB21}"/>
          </ac:picMkLst>
        </pc:picChg>
      </pc:sldChg>
      <pc:sldChg chg="addSp modSp add mod modTransition setBg setClrOvrMap">
        <pc:chgData name="José Alejandro Lorenty Herrera" userId="6b68ea8e0a56b4d4" providerId="LiveId" clId="{8CB26077-99CF-44C9-B9D7-086B993461A4}" dt="2025-05-29T16:55:50.038" v="366"/>
        <pc:sldMkLst>
          <pc:docMk/>
          <pc:sldMk cId="1047398749" sldId="331"/>
        </pc:sldMkLst>
        <pc:spChg chg="mod">
          <ac:chgData name="José Alejandro Lorenty Herrera" userId="6b68ea8e0a56b4d4" providerId="LiveId" clId="{8CB26077-99CF-44C9-B9D7-086B993461A4}" dt="2025-05-29T16:55:37.705" v="365" actId="26606"/>
          <ac:spMkLst>
            <pc:docMk/>
            <pc:sldMk cId="1047398749" sldId="331"/>
            <ac:spMk id="2" creationId="{D71A71E0-D959-0558-0E3B-2C7ED0264F3C}"/>
          </ac:spMkLst>
        </pc:spChg>
        <pc:spChg chg="mod">
          <ac:chgData name="José Alejandro Lorenty Herrera" userId="6b68ea8e0a56b4d4" providerId="LiveId" clId="{8CB26077-99CF-44C9-B9D7-086B993461A4}" dt="2025-05-29T16:55:37.705" v="365" actId="26606"/>
          <ac:spMkLst>
            <pc:docMk/>
            <pc:sldMk cId="1047398749" sldId="331"/>
            <ac:spMk id="3" creationId="{02EC5C81-DF92-44DC-D245-CE02DA9A2882}"/>
          </ac:spMkLst>
        </pc:spChg>
        <pc:spChg chg="add">
          <ac:chgData name="José Alejandro Lorenty Herrera" userId="6b68ea8e0a56b4d4" providerId="LiveId" clId="{8CB26077-99CF-44C9-B9D7-086B993461A4}" dt="2025-05-29T16:55:37.705" v="365" actId="26606"/>
          <ac:spMkLst>
            <pc:docMk/>
            <pc:sldMk cId="1047398749" sldId="331"/>
            <ac:spMk id="10247" creationId="{2FCD9B94-D70B-4446-85E5-ACD3904289CB}"/>
          </ac:spMkLst>
        </pc:spChg>
        <pc:picChg chg="add mod ord">
          <ac:chgData name="José Alejandro Lorenty Herrera" userId="6b68ea8e0a56b4d4" providerId="LiveId" clId="{8CB26077-99CF-44C9-B9D7-086B993461A4}" dt="2025-05-29T16:55:37.705" v="365" actId="26606"/>
          <ac:picMkLst>
            <pc:docMk/>
            <pc:sldMk cId="1047398749" sldId="331"/>
            <ac:picMk id="10242" creationId="{02166F54-EF7C-BCE0-CD45-FC486C6F25CF}"/>
          </ac:picMkLst>
        </pc:picChg>
      </pc:sldChg>
      <pc:sldChg chg="addSp modSp add mod setBg setClrOvrMap">
        <pc:chgData name="José Alejandro Lorenty Herrera" userId="6b68ea8e0a56b4d4" providerId="LiveId" clId="{8CB26077-99CF-44C9-B9D7-086B993461A4}" dt="2025-05-29T16:57:51.388" v="378" actId="26606"/>
        <pc:sldMkLst>
          <pc:docMk/>
          <pc:sldMk cId="2046447389" sldId="332"/>
        </pc:sldMkLst>
        <pc:spChg chg="mod">
          <ac:chgData name="José Alejandro Lorenty Herrera" userId="6b68ea8e0a56b4d4" providerId="LiveId" clId="{8CB26077-99CF-44C9-B9D7-086B993461A4}" dt="2025-05-29T16:57:51.388" v="378" actId="26606"/>
          <ac:spMkLst>
            <pc:docMk/>
            <pc:sldMk cId="2046447389" sldId="332"/>
            <ac:spMk id="2" creationId="{92DA1F00-CDCB-7340-E4CD-2FF44F2FF4C0}"/>
          </ac:spMkLst>
        </pc:spChg>
        <pc:spChg chg="mod">
          <ac:chgData name="José Alejandro Lorenty Herrera" userId="6b68ea8e0a56b4d4" providerId="LiveId" clId="{8CB26077-99CF-44C9-B9D7-086B993461A4}" dt="2025-05-29T16:57:51.388" v="378" actId="26606"/>
          <ac:spMkLst>
            <pc:docMk/>
            <pc:sldMk cId="2046447389" sldId="332"/>
            <ac:spMk id="3" creationId="{2604813D-CA1E-3FC7-BFD9-E7B1E47B8BB3}"/>
          </ac:spMkLst>
        </pc:spChg>
        <pc:spChg chg="add">
          <ac:chgData name="José Alejandro Lorenty Herrera" userId="6b68ea8e0a56b4d4" providerId="LiveId" clId="{8CB26077-99CF-44C9-B9D7-086B993461A4}" dt="2025-05-29T16:57:51.388" v="378" actId="26606"/>
          <ac:spMkLst>
            <pc:docMk/>
            <pc:sldMk cId="2046447389" sldId="332"/>
            <ac:spMk id="11271" creationId="{2FCD9B94-D70B-4446-85E5-ACD3904289CB}"/>
          </ac:spMkLst>
        </pc:spChg>
        <pc:picChg chg="add mod ord">
          <ac:chgData name="José Alejandro Lorenty Herrera" userId="6b68ea8e0a56b4d4" providerId="LiveId" clId="{8CB26077-99CF-44C9-B9D7-086B993461A4}" dt="2025-05-29T16:57:51.388" v="378" actId="26606"/>
          <ac:picMkLst>
            <pc:docMk/>
            <pc:sldMk cId="2046447389" sldId="332"/>
            <ac:picMk id="11266" creationId="{50CDE5EF-CF2A-4FE0-875C-B452058EF06F}"/>
          </ac:picMkLst>
        </pc:picChg>
      </pc:sldChg>
      <pc:sldChg chg="addSp modSp add mod modTransition setBg setClrOvrMap">
        <pc:chgData name="José Alejandro Lorenty Herrera" userId="6b68ea8e0a56b4d4" providerId="LiveId" clId="{8CB26077-99CF-44C9-B9D7-086B993461A4}" dt="2025-05-29T16:57:54.767" v="380" actId="26606"/>
        <pc:sldMkLst>
          <pc:docMk/>
          <pc:sldMk cId="3639319261" sldId="333"/>
        </pc:sldMkLst>
        <pc:spChg chg="mod">
          <ac:chgData name="José Alejandro Lorenty Herrera" userId="6b68ea8e0a56b4d4" providerId="LiveId" clId="{8CB26077-99CF-44C9-B9D7-086B993461A4}" dt="2025-05-29T16:57:54.767" v="380" actId="26606"/>
          <ac:spMkLst>
            <pc:docMk/>
            <pc:sldMk cId="3639319261" sldId="333"/>
            <ac:spMk id="2" creationId="{A344D37D-7171-649E-F3C7-EB8289F1CF63}"/>
          </ac:spMkLst>
        </pc:spChg>
        <pc:spChg chg="mod">
          <ac:chgData name="José Alejandro Lorenty Herrera" userId="6b68ea8e0a56b4d4" providerId="LiveId" clId="{8CB26077-99CF-44C9-B9D7-086B993461A4}" dt="2025-05-29T16:57:54.767" v="380" actId="26606"/>
          <ac:spMkLst>
            <pc:docMk/>
            <pc:sldMk cId="3639319261" sldId="333"/>
            <ac:spMk id="3" creationId="{CCEFDDB5-316D-4CB5-3566-A9C64712B1E3}"/>
          </ac:spMkLst>
        </pc:spChg>
        <pc:spChg chg="add">
          <ac:chgData name="José Alejandro Lorenty Herrera" userId="6b68ea8e0a56b4d4" providerId="LiveId" clId="{8CB26077-99CF-44C9-B9D7-086B993461A4}" dt="2025-05-29T16:57:54.767" v="380" actId="26606"/>
          <ac:spMkLst>
            <pc:docMk/>
            <pc:sldMk cId="3639319261" sldId="333"/>
            <ac:spMk id="12295" creationId="{2FCD9B94-D70B-4446-85E5-ACD3904289CB}"/>
          </ac:spMkLst>
        </pc:spChg>
        <pc:picChg chg="add mod ord">
          <ac:chgData name="José Alejandro Lorenty Herrera" userId="6b68ea8e0a56b4d4" providerId="LiveId" clId="{8CB26077-99CF-44C9-B9D7-086B993461A4}" dt="2025-05-29T16:57:54.767" v="380" actId="26606"/>
          <ac:picMkLst>
            <pc:docMk/>
            <pc:sldMk cId="3639319261" sldId="333"/>
            <ac:picMk id="12290" creationId="{3B114A28-69BE-D72C-E760-EBBB7B4E0E68}"/>
          </ac:picMkLst>
        </pc:picChg>
      </pc:sldChg>
      <pc:sldChg chg="addSp delSp modSp add mod modTransition setBg setClrOvrMap">
        <pc:chgData name="José Alejandro Lorenty Herrera" userId="6b68ea8e0a56b4d4" providerId="LiveId" clId="{8CB26077-99CF-44C9-B9D7-086B993461A4}" dt="2025-05-29T17:00:25.422" v="398" actId="26606"/>
        <pc:sldMkLst>
          <pc:docMk/>
          <pc:sldMk cId="1720999108" sldId="334"/>
        </pc:sldMkLst>
        <pc:spChg chg="mod">
          <ac:chgData name="José Alejandro Lorenty Herrera" userId="6b68ea8e0a56b4d4" providerId="LiveId" clId="{8CB26077-99CF-44C9-B9D7-086B993461A4}" dt="2025-05-29T17:00:25.422" v="398" actId="26606"/>
          <ac:spMkLst>
            <pc:docMk/>
            <pc:sldMk cId="1720999108" sldId="334"/>
            <ac:spMk id="2" creationId="{73EC4797-FA86-C0F9-978C-45ADEF5C9DE8}"/>
          </ac:spMkLst>
        </pc:spChg>
        <pc:spChg chg="mod">
          <ac:chgData name="José Alejandro Lorenty Herrera" userId="6b68ea8e0a56b4d4" providerId="LiveId" clId="{8CB26077-99CF-44C9-B9D7-086B993461A4}" dt="2025-05-29T17:00:25.422" v="398" actId="26606"/>
          <ac:spMkLst>
            <pc:docMk/>
            <pc:sldMk cId="1720999108" sldId="334"/>
            <ac:spMk id="3" creationId="{2BAEDACB-39A7-DCC1-C274-901EEE417343}"/>
          </ac:spMkLst>
        </pc:spChg>
        <pc:spChg chg="add">
          <ac:chgData name="José Alejandro Lorenty Herrera" userId="6b68ea8e0a56b4d4" providerId="LiveId" clId="{8CB26077-99CF-44C9-B9D7-086B993461A4}" dt="2025-05-29T16:59:12.996" v="386"/>
          <ac:spMkLst>
            <pc:docMk/>
            <pc:sldMk cId="1720999108" sldId="334"/>
            <ac:spMk id="4" creationId="{C4BDC6BE-8B94-6F64-3F5B-E00B4AAE2751}"/>
          </ac:spMkLst>
        </pc:spChg>
        <pc:spChg chg="add">
          <ac:chgData name="José Alejandro Lorenty Herrera" userId="6b68ea8e0a56b4d4" providerId="LiveId" clId="{8CB26077-99CF-44C9-B9D7-086B993461A4}" dt="2025-05-29T17:00:25.422" v="398" actId="26606"/>
          <ac:spMkLst>
            <pc:docMk/>
            <pc:sldMk cId="1720999108" sldId="334"/>
            <ac:spMk id="13317" creationId="{2FCD9B94-D70B-4446-85E5-ACD3904289CB}"/>
          </ac:spMkLst>
        </pc:spChg>
        <pc:spChg chg="add del">
          <ac:chgData name="José Alejandro Lorenty Herrera" userId="6b68ea8e0a56b4d4" providerId="LiveId" clId="{8CB26077-99CF-44C9-B9D7-086B993461A4}" dt="2025-05-29T17:00:23.585" v="397" actId="26606"/>
          <ac:spMkLst>
            <pc:docMk/>
            <pc:sldMk cId="1720999108" sldId="334"/>
            <ac:spMk id="13320" creationId="{2FCD9B94-D70B-4446-85E5-ACD3904289CB}"/>
          </ac:spMkLst>
        </pc:spChg>
        <pc:picChg chg="add mod ord">
          <ac:chgData name="José Alejandro Lorenty Herrera" userId="6b68ea8e0a56b4d4" providerId="LiveId" clId="{8CB26077-99CF-44C9-B9D7-086B993461A4}" dt="2025-05-29T17:00:25.422" v="398" actId="26606"/>
          <ac:picMkLst>
            <pc:docMk/>
            <pc:sldMk cId="1720999108" sldId="334"/>
            <ac:picMk id="13315" creationId="{E64D9B74-7AF7-B20D-F3B1-77527F08332F}"/>
          </ac:picMkLst>
        </pc:picChg>
        <pc:cxnChg chg="add del">
          <ac:chgData name="José Alejandro Lorenty Herrera" userId="6b68ea8e0a56b4d4" providerId="LiveId" clId="{8CB26077-99CF-44C9-B9D7-086B993461A4}" dt="2025-05-29T17:00:23.585" v="397" actId="26606"/>
          <ac:cxnSpMkLst>
            <pc:docMk/>
            <pc:sldMk cId="1720999108" sldId="334"/>
            <ac:cxnSpMk id="13322" creationId="{3378FF8B-3743-48E1-88E3-F4CADB3DECE5}"/>
          </ac:cxnSpMkLst>
        </pc:cxnChg>
      </pc:sldChg>
      <pc:sldChg chg="addSp modSp add mod modTransition setBg setClrOvrMap">
        <pc:chgData name="José Alejandro Lorenty Herrera" userId="6b68ea8e0a56b4d4" providerId="LiveId" clId="{8CB26077-99CF-44C9-B9D7-086B993461A4}" dt="2025-05-29T17:01:24.499" v="403" actId="113"/>
        <pc:sldMkLst>
          <pc:docMk/>
          <pc:sldMk cId="3092366018" sldId="335"/>
        </pc:sldMkLst>
        <pc:spChg chg="mod">
          <ac:chgData name="José Alejandro Lorenty Herrera" userId="6b68ea8e0a56b4d4" providerId="LiveId" clId="{8CB26077-99CF-44C9-B9D7-086B993461A4}" dt="2025-05-29T17:00:29.356" v="400" actId="26606"/>
          <ac:spMkLst>
            <pc:docMk/>
            <pc:sldMk cId="3092366018" sldId="335"/>
            <ac:spMk id="2" creationId="{20FD4014-CA2F-152E-9460-CE3AD6C09C74}"/>
          </ac:spMkLst>
        </pc:spChg>
        <pc:spChg chg="mod">
          <ac:chgData name="José Alejandro Lorenty Herrera" userId="6b68ea8e0a56b4d4" providerId="LiveId" clId="{8CB26077-99CF-44C9-B9D7-086B993461A4}" dt="2025-05-29T17:01:24.499" v="403" actId="113"/>
          <ac:spMkLst>
            <pc:docMk/>
            <pc:sldMk cId="3092366018" sldId="335"/>
            <ac:spMk id="3" creationId="{B79A1787-5322-1B3A-7252-425E947016EC}"/>
          </ac:spMkLst>
        </pc:spChg>
        <pc:spChg chg="add">
          <ac:chgData name="José Alejandro Lorenty Herrera" userId="6b68ea8e0a56b4d4" providerId="LiveId" clId="{8CB26077-99CF-44C9-B9D7-086B993461A4}" dt="2025-05-29T17:00:29.356" v="400" actId="26606"/>
          <ac:spMkLst>
            <pc:docMk/>
            <pc:sldMk cId="3092366018" sldId="335"/>
            <ac:spMk id="15369" creationId="{2FCD9B94-D70B-4446-85E5-ACD3904289CB}"/>
          </ac:spMkLst>
        </pc:spChg>
        <pc:picChg chg="add">
          <ac:chgData name="José Alejandro Lorenty Herrera" userId="6b68ea8e0a56b4d4" providerId="LiveId" clId="{8CB26077-99CF-44C9-B9D7-086B993461A4}" dt="2025-05-29T17:00:16.481" v="396"/>
          <ac:picMkLst>
            <pc:docMk/>
            <pc:sldMk cId="3092366018" sldId="335"/>
            <ac:picMk id="15362" creationId="{F4F877A3-E11F-444D-E0C7-39A5D01E9A06}"/>
          </ac:picMkLst>
        </pc:picChg>
        <pc:picChg chg="add mod ord">
          <ac:chgData name="José Alejandro Lorenty Herrera" userId="6b68ea8e0a56b4d4" providerId="LiveId" clId="{8CB26077-99CF-44C9-B9D7-086B993461A4}" dt="2025-05-29T17:00:29.356" v="400" actId="26606"/>
          <ac:picMkLst>
            <pc:docMk/>
            <pc:sldMk cId="3092366018" sldId="335"/>
            <ac:picMk id="15364" creationId="{DCCE1976-57E8-9BFE-52E5-67F3A25CB9D0}"/>
          </ac:picMkLst>
        </pc:picChg>
      </pc:sldChg>
      <pc:sldChg chg="addSp delSp modSp add mod modTransition setBg setClrOvrMap">
        <pc:chgData name="José Alejandro Lorenty Herrera" userId="6b68ea8e0a56b4d4" providerId="LiveId" clId="{8CB26077-99CF-44C9-B9D7-086B993461A4}" dt="2025-05-29T17:04:03.203" v="416" actId="26606"/>
        <pc:sldMkLst>
          <pc:docMk/>
          <pc:sldMk cId="2867143467" sldId="336"/>
        </pc:sldMkLst>
        <pc:spChg chg="mod">
          <ac:chgData name="José Alejandro Lorenty Herrera" userId="6b68ea8e0a56b4d4" providerId="LiveId" clId="{8CB26077-99CF-44C9-B9D7-086B993461A4}" dt="2025-05-29T17:04:03.203" v="416" actId="26606"/>
          <ac:spMkLst>
            <pc:docMk/>
            <pc:sldMk cId="2867143467" sldId="336"/>
            <ac:spMk id="2" creationId="{42538CB1-F0B3-D1EC-938B-252457AC6B23}"/>
          </ac:spMkLst>
        </pc:spChg>
        <pc:spChg chg="mod">
          <ac:chgData name="José Alejandro Lorenty Herrera" userId="6b68ea8e0a56b4d4" providerId="LiveId" clId="{8CB26077-99CF-44C9-B9D7-086B993461A4}" dt="2025-05-29T17:04:03.203" v="416" actId="26606"/>
          <ac:spMkLst>
            <pc:docMk/>
            <pc:sldMk cId="2867143467" sldId="336"/>
            <ac:spMk id="3" creationId="{21783F56-560B-89B9-B5CA-C74298263173}"/>
          </ac:spMkLst>
        </pc:spChg>
        <pc:spChg chg="add">
          <ac:chgData name="José Alejandro Lorenty Herrera" userId="6b68ea8e0a56b4d4" providerId="LiveId" clId="{8CB26077-99CF-44C9-B9D7-086B993461A4}" dt="2025-05-29T17:03:10.200" v="405"/>
          <ac:spMkLst>
            <pc:docMk/>
            <pc:sldMk cId="2867143467" sldId="336"/>
            <ac:spMk id="4" creationId="{4595341C-07ED-E5E4-5FF6-E3059EB573CD}"/>
          </ac:spMkLst>
        </pc:spChg>
        <pc:spChg chg="add">
          <ac:chgData name="José Alejandro Lorenty Herrera" userId="6b68ea8e0a56b4d4" providerId="LiveId" clId="{8CB26077-99CF-44C9-B9D7-086B993461A4}" dt="2025-05-29T17:04:03.203" v="416" actId="26606"/>
          <ac:spMkLst>
            <pc:docMk/>
            <pc:sldMk cId="2867143467" sldId="336"/>
            <ac:spMk id="10" creationId="{2FCD9B94-D70B-4446-85E5-ACD3904289CB}"/>
          </ac:spMkLst>
        </pc:spChg>
        <pc:spChg chg="add del">
          <ac:chgData name="José Alejandro Lorenty Herrera" userId="6b68ea8e0a56b4d4" providerId="LiveId" clId="{8CB26077-99CF-44C9-B9D7-086B993461A4}" dt="2025-05-29T17:00:10.299" v="393" actId="26606"/>
          <ac:spMkLst>
            <pc:docMk/>
            <pc:sldMk cId="2867143467" sldId="336"/>
            <ac:spMk id="14343" creationId="{2FCD9B94-D70B-4446-85E5-ACD3904289CB}"/>
          </ac:spMkLst>
        </pc:spChg>
        <pc:picChg chg="add mod ord">
          <ac:chgData name="José Alejandro Lorenty Herrera" userId="6b68ea8e0a56b4d4" providerId="LiveId" clId="{8CB26077-99CF-44C9-B9D7-086B993461A4}" dt="2025-05-29T17:04:03.203" v="416" actId="26606"/>
          <ac:picMkLst>
            <pc:docMk/>
            <pc:sldMk cId="2867143467" sldId="336"/>
            <ac:picMk id="5" creationId="{9CFCB99E-5C8D-35A1-2499-02ED1DD15917}"/>
          </ac:picMkLst>
        </pc:picChg>
        <pc:picChg chg="add mod ord">
          <ac:chgData name="José Alejandro Lorenty Herrera" userId="6b68ea8e0a56b4d4" providerId="LiveId" clId="{8CB26077-99CF-44C9-B9D7-086B993461A4}" dt="2025-05-29T17:00:10.299" v="393" actId="26606"/>
          <ac:picMkLst>
            <pc:docMk/>
            <pc:sldMk cId="2867143467" sldId="336"/>
            <ac:picMk id="14338" creationId="{C7825D36-5759-D46E-F36D-F193E3FD4943}"/>
          </ac:picMkLst>
        </pc:picChg>
        <pc:picChg chg="add">
          <ac:chgData name="José Alejandro Lorenty Herrera" userId="6b68ea8e0a56b4d4" providerId="LiveId" clId="{8CB26077-99CF-44C9-B9D7-086B993461A4}" dt="2025-05-29T17:03:46.906" v="414"/>
          <ac:picMkLst>
            <pc:docMk/>
            <pc:sldMk cId="2867143467" sldId="336"/>
            <ac:picMk id="14341" creationId="{F79491A4-68B0-3408-5380-F5A4982B0D5D}"/>
          </ac:picMkLst>
        </pc:picChg>
        <pc:cxnChg chg="add del">
          <ac:chgData name="José Alejandro Lorenty Herrera" userId="6b68ea8e0a56b4d4" providerId="LiveId" clId="{8CB26077-99CF-44C9-B9D7-086B993461A4}" dt="2025-05-29T17:00:10.299" v="393" actId="26606"/>
          <ac:cxnSpMkLst>
            <pc:docMk/>
            <pc:sldMk cId="2867143467" sldId="336"/>
            <ac:cxnSpMk id="14345" creationId="{3378FF8B-3743-48E1-88E3-F4CADB3DECE5}"/>
          </ac:cxnSpMkLst>
        </pc:cxnChg>
      </pc:sldChg>
      <pc:sldChg chg="addSp modSp add mod setBg setClrOvrMap">
        <pc:chgData name="José Alejandro Lorenty Herrera" userId="6b68ea8e0a56b4d4" providerId="LiveId" clId="{8CB26077-99CF-44C9-B9D7-086B993461A4}" dt="2025-05-29T17:04:06.989" v="418" actId="26606"/>
        <pc:sldMkLst>
          <pc:docMk/>
          <pc:sldMk cId="4049550432" sldId="337"/>
        </pc:sldMkLst>
        <pc:spChg chg="mod">
          <ac:chgData name="José Alejandro Lorenty Herrera" userId="6b68ea8e0a56b4d4" providerId="LiveId" clId="{8CB26077-99CF-44C9-B9D7-086B993461A4}" dt="2025-05-29T17:04:06.989" v="418" actId="26606"/>
          <ac:spMkLst>
            <pc:docMk/>
            <pc:sldMk cId="4049550432" sldId="337"/>
            <ac:spMk id="2" creationId="{80AC4D5D-950E-E1A1-1F6A-538C29E914A3}"/>
          </ac:spMkLst>
        </pc:spChg>
        <pc:spChg chg="mod">
          <ac:chgData name="José Alejandro Lorenty Herrera" userId="6b68ea8e0a56b4d4" providerId="LiveId" clId="{8CB26077-99CF-44C9-B9D7-086B993461A4}" dt="2025-05-29T17:04:06.989" v="418" actId="26606"/>
          <ac:spMkLst>
            <pc:docMk/>
            <pc:sldMk cId="4049550432" sldId="337"/>
            <ac:spMk id="3" creationId="{C8C7A764-9C30-29C6-332A-A12351BEF712}"/>
          </ac:spMkLst>
        </pc:spChg>
        <pc:spChg chg="add">
          <ac:chgData name="José Alejandro Lorenty Herrera" userId="6b68ea8e0a56b4d4" providerId="LiveId" clId="{8CB26077-99CF-44C9-B9D7-086B993461A4}" dt="2025-05-29T17:04:06.989" v="418" actId="26606"/>
          <ac:spMkLst>
            <pc:docMk/>
            <pc:sldMk cId="4049550432" sldId="337"/>
            <ac:spMk id="16391" creationId="{2FCD9B94-D70B-4446-85E5-ACD3904289CB}"/>
          </ac:spMkLst>
        </pc:spChg>
        <pc:picChg chg="add mod ord">
          <ac:chgData name="José Alejandro Lorenty Herrera" userId="6b68ea8e0a56b4d4" providerId="LiveId" clId="{8CB26077-99CF-44C9-B9D7-086B993461A4}" dt="2025-05-29T17:04:06.989" v="418" actId="26606"/>
          <ac:picMkLst>
            <pc:docMk/>
            <pc:sldMk cId="4049550432" sldId="337"/>
            <ac:picMk id="16386" creationId="{F6997FB5-1652-D88E-B020-F142D51FB0D0}"/>
          </ac:picMkLst>
        </pc:picChg>
      </pc:sldChg>
    </pc:docChg>
  </pc:docChgLst>
  <pc:docChgLst>
    <pc:chgData name="José Alejandro Lorenty Herrera" userId="6b68ea8e0a56b4d4" providerId="LiveId" clId="{ADC2AE29-851A-4757-B3DF-AAC3D0736E1F}"/>
    <pc:docChg chg="undo custSel addSld delSld modSld sldOrd">
      <pc:chgData name="José Alejandro Lorenty Herrera" userId="6b68ea8e0a56b4d4" providerId="LiveId" clId="{ADC2AE29-851A-4757-B3DF-AAC3D0736E1F}" dt="2025-05-25T03:17:38.067" v="323" actId="26606"/>
      <pc:docMkLst>
        <pc:docMk/>
      </pc:docMkLst>
      <pc:sldChg chg="modSp mod">
        <pc:chgData name="José Alejandro Lorenty Herrera" userId="6b68ea8e0a56b4d4" providerId="LiveId" clId="{ADC2AE29-851A-4757-B3DF-AAC3D0736E1F}" dt="2025-05-25T02:39:15.260" v="0"/>
        <pc:sldMkLst>
          <pc:docMk/>
          <pc:sldMk cId="0" sldId="256"/>
        </pc:sldMkLst>
        <pc:spChg chg="mod">
          <ac:chgData name="José Alejandro Lorenty Herrera" userId="6b68ea8e0a56b4d4" providerId="LiveId" clId="{ADC2AE29-851A-4757-B3DF-AAC3D0736E1F}" dt="2025-05-25T02:39:15.260" v="0"/>
          <ac:spMkLst>
            <pc:docMk/>
            <pc:sldMk cId="0" sldId="256"/>
            <ac:spMk id="87" creationId="{00000000-0000-0000-0000-000000000000}"/>
          </ac:spMkLst>
        </pc:spChg>
      </pc:sldChg>
      <pc:sldChg chg="modSp mod">
        <pc:chgData name="José Alejandro Lorenty Herrera" userId="6b68ea8e0a56b4d4" providerId="LiveId" clId="{ADC2AE29-851A-4757-B3DF-AAC3D0736E1F}" dt="2025-05-25T02:44:28.580" v="66" actId="14100"/>
        <pc:sldMkLst>
          <pc:docMk/>
          <pc:sldMk cId="0" sldId="257"/>
        </pc:sldMkLst>
        <pc:spChg chg="mod">
          <ac:chgData name="José Alejandro Lorenty Herrera" userId="6b68ea8e0a56b4d4" providerId="LiveId" clId="{ADC2AE29-851A-4757-B3DF-AAC3D0736E1F}" dt="2025-05-25T02:43:20.726" v="54"/>
          <ac:spMkLst>
            <pc:docMk/>
            <pc:sldMk cId="0" sldId="257"/>
            <ac:spMk id="12" creationId="{AD570773-E209-EAC7-F15A-27758532A607}"/>
          </ac:spMkLst>
        </pc:spChg>
        <pc:spChg chg="mod">
          <ac:chgData name="José Alejandro Lorenty Herrera" userId="6b68ea8e0a56b4d4" providerId="LiveId" clId="{ADC2AE29-851A-4757-B3DF-AAC3D0736E1F}" dt="2025-05-25T02:43:35.615" v="55"/>
          <ac:spMkLst>
            <pc:docMk/>
            <pc:sldMk cId="0" sldId="257"/>
            <ac:spMk id="16" creationId="{2C72DFB1-FD3A-684B-4838-805A536F4C32}"/>
          </ac:spMkLst>
        </pc:spChg>
        <pc:spChg chg="mod">
          <ac:chgData name="José Alejandro Lorenty Herrera" userId="6b68ea8e0a56b4d4" providerId="LiveId" clId="{ADC2AE29-851A-4757-B3DF-AAC3D0736E1F}" dt="2025-05-25T02:43:54.414" v="59"/>
          <ac:spMkLst>
            <pc:docMk/>
            <pc:sldMk cId="0" sldId="257"/>
            <ac:spMk id="24" creationId="{4878B0EF-515C-9C2E-B8F1-D1ED40F111C7}"/>
          </ac:spMkLst>
        </pc:spChg>
        <pc:spChg chg="mod">
          <ac:chgData name="José Alejandro Lorenty Herrera" userId="6b68ea8e0a56b4d4" providerId="LiveId" clId="{ADC2AE29-851A-4757-B3DF-AAC3D0736E1F}" dt="2025-05-25T02:44:03.835" v="61"/>
          <ac:spMkLst>
            <pc:docMk/>
            <pc:sldMk cId="0" sldId="257"/>
            <ac:spMk id="28" creationId="{0620F0DA-4736-6652-90BC-299278A23299}"/>
          </ac:spMkLst>
        </pc:spChg>
        <pc:spChg chg="mod">
          <ac:chgData name="José Alejandro Lorenty Herrera" userId="6b68ea8e0a56b4d4" providerId="LiveId" clId="{ADC2AE29-851A-4757-B3DF-AAC3D0736E1F}" dt="2025-05-25T02:44:15.687" v="63"/>
          <ac:spMkLst>
            <pc:docMk/>
            <pc:sldMk cId="0" sldId="257"/>
            <ac:spMk id="32" creationId="{B33B15BC-F7F9-756D-C93E-081E1387882A}"/>
          </ac:spMkLst>
        </pc:spChg>
        <pc:spChg chg="mod">
          <ac:chgData name="José Alejandro Lorenty Herrera" userId="6b68ea8e0a56b4d4" providerId="LiveId" clId="{ADC2AE29-851A-4757-B3DF-AAC3D0736E1F}" dt="2025-05-25T02:43:02.578" v="52" actId="20577"/>
          <ac:spMkLst>
            <pc:docMk/>
            <pc:sldMk cId="0" sldId="257"/>
            <ac:spMk id="98" creationId="{00000000-0000-0000-0000-000000000000}"/>
          </ac:spMkLst>
        </pc:spChg>
        <pc:grpChg chg="mod">
          <ac:chgData name="José Alejandro Lorenty Herrera" userId="6b68ea8e0a56b4d4" providerId="LiveId" clId="{ADC2AE29-851A-4757-B3DF-AAC3D0736E1F}" dt="2025-05-25T02:43:44.085" v="57" actId="14100"/>
          <ac:grpSpMkLst>
            <pc:docMk/>
            <pc:sldMk cId="0" sldId="257"/>
            <ac:grpSpMk id="10" creationId="{6E8552C1-DDF1-4ABD-5F96-B60781CD6C68}"/>
          </ac:grpSpMkLst>
        </pc:grpChg>
        <pc:grpChg chg="mod">
          <ac:chgData name="José Alejandro Lorenty Herrera" userId="6b68ea8e0a56b4d4" providerId="LiveId" clId="{ADC2AE29-851A-4757-B3DF-AAC3D0736E1F}" dt="2025-05-25T02:43:40.730" v="56" actId="14100"/>
          <ac:grpSpMkLst>
            <pc:docMk/>
            <pc:sldMk cId="0" sldId="257"/>
            <ac:grpSpMk id="14" creationId="{C5AA762B-A004-5E25-1690-EEB520FCCFA6}"/>
          </ac:grpSpMkLst>
        </pc:grpChg>
        <pc:grpChg chg="mod">
          <ac:chgData name="José Alejandro Lorenty Herrera" userId="6b68ea8e0a56b4d4" providerId="LiveId" clId="{ADC2AE29-851A-4757-B3DF-AAC3D0736E1F}" dt="2025-05-25T02:43:56.280" v="60" actId="14100"/>
          <ac:grpSpMkLst>
            <pc:docMk/>
            <pc:sldMk cId="0" sldId="257"/>
            <ac:grpSpMk id="22" creationId="{705C6ABC-AF47-4CB0-E688-D293EA0CDF2E}"/>
          </ac:grpSpMkLst>
        </pc:grpChg>
        <pc:grpChg chg="mod">
          <ac:chgData name="José Alejandro Lorenty Herrera" userId="6b68ea8e0a56b4d4" providerId="LiveId" clId="{ADC2AE29-851A-4757-B3DF-AAC3D0736E1F}" dt="2025-05-25T02:44:06.425" v="62" actId="14100"/>
          <ac:grpSpMkLst>
            <pc:docMk/>
            <pc:sldMk cId="0" sldId="257"/>
            <ac:grpSpMk id="26" creationId="{287C2518-078E-531A-BC03-5B1A4C947917}"/>
          </ac:grpSpMkLst>
        </pc:grpChg>
        <pc:grpChg chg="mod">
          <ac:chgData name="José Alejandro Lorenty Herrera" userId="6b68ea8e0a56b4d4" providerId="LiveId" clId="{ADC2AE29-851A-4757-B3DF-AAC3D0736E1F}" dt="2025-05-25T02:44:17.956" v="64" actId="14100"/>
          <ac:grpSpMkLst>
            <pc:docMk/>
            <pc:sldMk cId="0" sldId="257"/>
            <ac:grpSpMk id="30" creationId="{599D22DE-2845-716A-3137-CBA1C8F693CB}"/>
          </ac:grpSpMkLst>
        </pc:grpChg>
        <pc:grpChg chg="mod">
          <ac:chgData name="José Alejandro Lorenty Herrera" userId="6b68ea8e0a56b4d4" providerId="LiveId" clId="{ADC2AE29-851A-4757-B3DF-AAC3D0736E1F}" dt="2025-05-25T02:43:47.275" v="58" actId="14100"/>
          <ac:grpSpMkLst>
            <pc:docMk/>
            <pc:sldMk cId="0" sldId="257"/>
            <ac:grpSpMk id="96" creationId="{00000000-0000-0000-0000-000000000000}"/>
          </ac:grpSpMkLst>
        </pc:grpChg>
      </pc:sldChg>
      <pc:sldChg chg="modSp mod">
        <pc:chgData name="José Alejandro Lorenty Herrera" userId="6b68ea8e0a56b4d4" providerId="LiveId" clId="{ADC2AE29-851A-4757-B3DF-AAC3D0736E1F}" dt="2025-05-25T02:46:12.037" v="69" actId="20577"/>
        <pc:sldMkLst>
          <pc:docMk/>
          <pc:sldMk cId="688033663" sldId="270"/>
        </pc:sldMkLst>
        <pc:spChg chg="mod">
          <ac:chgData name="José Alejandro Lorenty Herrera" userId="6b68ea8e0a56b4d4" providerId="LiveId" clId="{ADC2AE29-851A-4757-B3DF-AAC3D0736E1F}" dt="2025-05-25T02:46:12.037" v="69" actId="20577"/>
          <ac:spMkLst>
            <pc:docMk/>
            <pc:sldMk cId="688033663" sldId="270"/>
            <ac:spMk id="3" creationId="{AA521087-E5EA-C46B-DEB3-FF96351C1922}"/>
          </ac:spMkLst>
        </pc:spChg>
      </pc:sldChg>
      <pc:sldChg chg="modSp mod">
        <pc:chgData name="José Alejandro Lorenty Herrera" userId="6b68ea8e0a56b4d4" providerId="LiveId" clId="{ADC2AE29-851A-4757-B3DF-AAC3D0736E1F}" dt="2025-05-25T02:49:40.168" v="92" actId="113"/>
        <pc:sldMkLst>
          <pc:docMk/>
          <pc:sldMk cId="3758835378" sldId="271"/>
        </pc:sldMkLst>
        <pc:spChg chg="mod">
          <ac:chgData name="José Alejandro Lorenty Herrera" userId="6b68ea8e0a56b4d4" providerId="LiveId" clId="{ADC2AE29-851A-4757-B3DF-AAC3D0736E1F}" dt="2025-05-25T02:48:58.740" v="88" actId="20577"/>
          <ac:spMkLst>
            <pc:docMk/>
            <pc:sldMk cId="3758835378" sldId="271"/>
            <ac:spMk id="2" creationId="{070FA2D8-0262-A811-858D-1DB474094B67}"/>
          </ac:spMkLst>
        </pc:spChg>
        <pc:spChg chg="mod">
          <ac:chgData name="José Alejandro Lorenty Herrera" userId="6b68ea8e0a56b4d4" providerId="LiveId" clId="{ADC2AE29-851A-4757-B3DF-AAC3D0736E1F}" dt="2025-05-25T02:49:40.168" v="92" actId="113"/>
          <ac:spMkLst>
            <pc:docMk/>
            <pc:sldMk cId="3758835378" sldId="271"/>
            <ac:spMk id="3" creationId="{7379920C-76C9-6AC0-A586-0EB34D3858FD}"/>
          </ac:spMkLst>
        </pc:spChg>
      </pc:sldChg>
      <pc:sldChg chg="modSp mod">
        <pc:chgData name="José Alejandro Lorenty Herrera" userId="6b68ea8e0a56b4d4" providerId="LiveId" clId="{ADC2AE29-851A-4757-B3DF-AAC3D0736E1F}" dt="2025-05-25T02:50:27.407" v="98" actId="113"/>
        <pc:sldMkLst>
          <pc:docMk/>
          <pc:sldMk cId="2350886039" sldId="272"/>
        </pc:sldMkLst>
        <pc:spChg chg="mod">
          <ac:chgData name="José Alejandro Lorenty Herrera" userId="6b68ea8e0a56b4d4" providerId="LiveId" clId="{ADC2AE29-851A-4757-B3DF-AAC3D0736E1F}" dt="2025-05-25T02:49:47.947" v="93"/>
          <ac:spMkLst>
            <pc:docMk/>
            <pc:sldMk cId="2350886039" sldId="272"/>
            <ac:spMk id="2" creationId="{8826A7A6-7F7B-0167-EC3D-BB1CD1362828}"/>
          </ac:spMkLst>
        </pc:spChg>
        <pc:spChg chg="mod">
          <ac:chgData name="José Alejandro Lorenty Herrera" userId="6b68ea8e0a56b4d4" providerId="LiveId" clId="{ADC2AE29-851A-4757-B3DF-AAC3D0736E1F}" dt="2025-05-25T02:50:27.407" v="98" actId="113"/>
          <ac:spMkLst>
            <pc:docMk/>
            <pc:sldMk cId="2350886039" sldId="272"/>
            <ac:spMk id="3" creationId="{062CA73F-5F05-D52E-C503-3EFEDC6151BC}"/>
          </ac:spMkLst>
        </pc:spChg>
      </pc:sldChg>
      <pc:sldChg chg="addSp delSp modSp mod">
        <pc:chgData name="José Alejandro Lorenty Herrera" userId="6b68ea8e0a56b4d4" providerId="LiveId" clId="{ADC2AE29-851A-4757-B3DF-AAC3D0736E1F}" dt="2025-05-25T03:17:38.067" v="323" actId="26606"/>
        <pc:sldMkLst>
          <pc:docMk/>
          <pc:sldMk cId="430156373" sldId="278"/>
        </pc:sldMkLst>
      </pc:sldChg>
      <pc:sldChg chg="modSp add del">
        <pc:chgData name="José Alejandro Lorenty Herrera" userId="6b68ea8e0a56b4d4" providerId="LiveId" clId="{ADC2AE29-851A-4757-B3DF-AAC3D0736E1F}" dt="2025-05-25T03:03:39.500" v="257" actId="47"/>
        <pc:sldMkLst>
          <pc:docMk/>
          <pc:sldMk cId="3775530301" sldId="279"/>
        </pc:sldMkLst>
        <pc:graphicFrameChg chg="mod">
          <ac:chgData name="José Alejandro Lorenty Herrera" userId="6b68ea8e0a56b4d4" providerId="LiveId" clId="{ADC2AE29-851A-4757-B3DF-AAC3D0736E1F}" dt="2025-05-25T02:47:47.704" v="76"/>
          <ac:graphicFrameMkLst>
            <pc:docMk/>
            <pc:sldMk cId="3775530301" sldId="279"/>
            <ac:graphicFrameMk id="5" creationId="{95AEEF6B-008C-49C0-DB75-C00443894168}"/>
          </ac:graphicFrameMkLst>
        </pc:graphicFrameChg>
      </pc:sldChg>
      <pc:sldChg chg="modSp add del">
        <pc:chgData name="José Alejandro Lorenty Herrera" userId="6b68ea8e0a56b4d4" providerId="LiveId" clId="{ADC2AE29-851A-4757-B3DF-AAC3D0736E1F}" dt="2025-05-25T03:16:56.911" v="314"/>
        <pc:sldMkLst>
          <pc:docMk/>
          <pc:sldMk cId="1285352527" sldId="290"/>
        </pc:sldMkLst>
        <pc:graphicFrameChg chg="mod">
          <ac:chgData name="José Alejandro Lorenty Herrera" userId="6b68ea8e0a56b4d4" providerId="LiveId" clId="{ADC2AE29-851A-4757-B3DF-AAC3D0736E1F}" dt="2025-05-25T03:16:56.911" v="314"/>
          <ac:graphicFrameMkLst>
            <pc:docMk/>
            <pc:sldMk cId="1285352527" sldId="290"/>
            <ac:graphicFrameMk id="5" creationId="{A53FC35C-237C-AFF6-21EF-4265D50B7A87}"/>
          </ac:graphicFrameMkLst>
        </pc:graphicFrameChg>
      </pc:sldChg>
      <pc:sldChg chg="modSp mod ord">
        <pc:chgData name="José Alejandro Lorenty Herrera" userId="6b68ea8e0a56b4d4" providerId="LiveId" clId="{ADC2AE29-851A-4757-B3DF-AAC3D0736E1F}" dt="2025-05-25T03:01:34.938" v="229"/>
        <pc:sldMkLst>
          <pc:docMk/>
          <pc:sldMk cId="897256330" sldId="291"/>
        </pc:sldMkLst>
      </pc:sldChg>
      <pc:sldChg chg="del">
        <pc:chgData name="José Alejandro Lorenty Herrera" userId="6b68ea8e0a56b4d4" providerId="LiveId" clId="{ADC2AE29-851A-4757-B3DF-AAC3D0736E1F}" dt="2025-05-25T03:03:18.931" v="242" actId="47"/>
        <pc:sldMkLst>
          <pc:docMk/>
          <pc:sldMk cId="229504" sldId="292"/>
        </pc:sldMkLst>
      </pc:sldChg>
      <pc:sldChg chg="del">
        <pc:chgData name="José Alejandro Lorenty Herrera" userId="6b68ea8e0a56b4d4" providerId="LiveId" clId="{ADC2AE29-851A-4757-B3DF-AAC3D0736E1F}" dt="2025-05-25T03:03:19.859" v="243" actId="47"/>
        <pc:sldMkLst>
          <pc:docMk/>
          <pc:sldMk cId="492654128" sldId="293"/>
        </pc:sldMkLst>
      </pc:sldChg>
      <pc:sldChg chg="del">
        <pc:chgData name="José Alejandro Lorenty Herrera" userId="6b68ea8e0a56b4d4" providerId="LiveId" clId="{ADC2AE29-851A-4757-B3DF-AAC3D0736E1F}" dt="2025-05-25T03:03:22.012" v="244" actId="47"/>
        <pc:sldMkLst>
          <pc:docMk/>
          <pc:sldMk cId="3854854051" sldId="294"/>
        </pc:sldMkLst>
      </pc:sldChg>
      <pc:sldChg chg="del">
        <pc:chgData name="José Alejandro Lorenty Herrera" userId="6b68ea8e0a56b4d4" providerId="LiveId" clId="{ADC2AE29-851A-4757-B3DF-AAC3D0736E1F}" dt="2025-05-25T03:03:23.119" v="245" actId="47"/>
        <pc:sldMkLst>
          <pc:docMk/>
          <pc:sldMk cId="307748883" sldId="295"/>
        </pc:sldMkLst>
      </pc:sldChg>
      <pc:sldChg chg="del">
        <pc:chgData name="José Alejandro Lorenty Herrera" userId="6b68ea8e0a56b4d4" providerId="LiveId" clId="{ADC2AE29-851A-4757-B3DF-AAC3D0736E1F}" dt="2025-05-25T03:03:24.211" v="246" actId="47"/>
        <pc:sldMkLst>
          <pc:docMk/>
          <pc:sldMk cId="3695742359" sldId="296"/>
        </pc:sldMkLst>
      </pc:sldChg>
      <pc:sldChg chg="del">
        <pc:chgData name="José Alejandro Lorenty Herrera" userId="6b68ea8e0a56b4d4" providerId="LiveId" clId="{ADC2AE29-851A-4757-B3DF-AAC3D0736E1F}" dt="2025-05-25T03:03:27.956" v="249" actId="47"/>
        <pc:sldMkLst>
          <pc:docMk/>
          <pc:sldMk cId="326094866" sldId="297"/>
        </pc:sldMkLst>
      </pc:sldChg>
      <pc:sldChg chg="del">
        <pc:chgData name="José Alejandro Lorenty Herrera" userId="6b68ea8e0a56b4d4" providerId="LiveId" clId="{ADC2AE29-851A-4757-B3DF-AAC3D0736E1F}" dt="2025-05-25T03:03:34.949" v="253" actId="47"/>
        <pc:sldMkLst>
          <pc:docMk/>
          <pc:sldMk cId="1914963071" sldId="298"/>
        </pc:sldMkLst>
      </pc:sldChg>
      <pc:sldChg chg="del">
        <pc:chgData name="José Alejandro Lorenty Herrera" userId="6b68ea8e0a56b4d4" providerId="LiveId" clId="{ADC2AE29-851A-4757-B3DF-AAC3D0736E1F}" dt="2025-05-25T03:03:25.200" v="247" actId="47"/>
        <pc:sldMkLst>
          <pc:docMk/>
          <pc:sldMk cId="499609419" sldId="299"/>
        </pc:sldMkLst>
      </pc:sldChg>
      <pc:sldChg chg="del">
        <pc:chgData name="José Alejandro Lorenty Herrera" userId="6b68ea8e0a56b4d4" providerId="LiveId" clId="{ADC2AE29-851A-4757-B3DF-AAC3D0736E1F}" dt="2025-05-25T03:03:29.001" v="250" actId="47"/>
        <pc:sldMkLst>
          <pc:docMk/>
          <pc:sldMk cId="2138013092" sldId="300"/>
        </pc:sldMkLst>
      </pc:sldChg>
      <pc:sldChg chg="del">
        <pc:chgData name="José Alejandro Lorenty Herrera" userId="6b68ea8e0a56b4d4" providerId="LiveId" clId="{ADC2AE29-851A-4757-B3DF-AAC3D0736E1F}" dt="2025-05-25T03:03:31.994" v="252" actId="47"/>
        <pc:sldMkLst>
          <pc:docMk/>
          <pc:sldMk cId="2311178563" sldId="301"/>
        </pc:sldMkLst>
      </pc:sldChg>
      <pc:sldChg chg="del">
        <pc:chgData name="José Alejandro Lorenty Herrera" userId="6b68ea8e0a56b4d4" providerId="LiveId" clId="{ADC2AE29-851A-4757-B3DF-AAC3D0736E1F}" dt="2025-05-25T03:03:26.236" v="248" actId="47"/>
        <pc:sldMkLst>
          <pc:docMk/>
          <pc:sldMk cId="4201728307" sldId="302"/>
        </pc:sldMkLst>
      </pc:sldChg>
      <pc:sldChg chg="del">
        <pc:chgData name="José Alejandro Lorenty Herrera" userId="6b68ea8e0a56b4d4" providerId="LiveId" clId="{ADC2AE29-851A-4757-B3DF-AAC3D0736E1F}" dt="2025-05-25T03:03:30.178" v="251" actId="47"/>
        <pc:sldMkLst>
          <pc:docMk/>
          <pc:sldMk cId="1991582755" sldId="303"/>
        </pc:sldMkLst>
      </pc:sldChg>
      <pc:sldChg chg="del">
        <pc:chgData name="José Alejandro Lorenty Herrera" userId="6b68ea8e0a56b4d4" providerId="LiveId" clId="{ADC2AE29-851A-4757-B3DF-AAC3D0736E1F}" dt="2025-05-25T03:03:35.845" v="254" actId="47"/>
        <pc:sldMkLst>
          <pc:docMk/>
          <pc:sldMk cId="871053208" sldId="304"/>
        </pc:sldMkLst>
      </pc:sldChg>
      <pc:sldChg chg="modSp add mod">
        <pc:chgData name="José Alejandro Lorenty Herrera" userId="6b68ea8e0a56b4d4" providerId="LiveId" clId="{ADC2AE29-851A-4757-B3DF-AAC3D0736E1F}" dt="2025-05-25T02:51:01.863" v="103" actId="113"/>
        <pc:sldMkLst>
          <pc:docMk/>
          <pc:sldMk cId="2989252300" sldId="305"/>
        </pc:sldMkLst>
        <pc:spChg chg="mod">
          <ac:chgData name="José Alejandro Lorenty Herrera" userId="6b68ea8e0a56b4d4" providerId="LiveId" clId="{ADC2AE29-851A-4757-B3DF-AAC3D0736E1F}" dt="2025-05-25T02:51:01.863" v="103" actId="113"/>
          <ac:spMkLst>
            <pc:docMk/>
            <pc:sldMk cId="2989252300" sldId="305"/>
            <ac:spMk id="3" creationId="{4CB4C471-CABB-AB1A-7480-E7828EBF6DF5}"/>
          </ac:spMkLst>
        </pc:spChg>
      </pc:sldChg>
      <pc:sldChg chg="modSp add mod">
        <pc:chgData name="José Alejandro Lorenty Herrera" userId="6b68ea8e0a56b4d4" providerId="LiveId" clId="{ADC2AE29-851A-4757-B3DF-AAC3D0736E1F}" dt="2025-05-25T02:57:15.738" v="180" actId="113"/>
        <pc:sldMkLst>
          <pc:docMk/>
          <pc:sldMk cId="2483196394" sldId="306"/>
        </pc:sldMkLst>
        <pc:spChg chg="mod">
          <ac:chgData name="José Alejandro Lorenty Herrera" userId="6b68ea8e0a56b4d4" providerId="LiveId" clId="{ADC2AE29-851A-4757-B3DF-AAC3D0736E1F}" dt="2025-05-25T02:56:09.084" v="154" actId="20577"/>
          <ac:spMkLst>
            <pc:docMk/>
            <pc:sldMk cId="2483196394" sldId="306"/>
            <ac:spMk id="2" creationId="{01F96F0E-E540-1736-4828-14B7437FC3EE}"/>
          </ac:spMkLst>
        </pc:spChg>
        <pc:spChg chg="mod">
          <ac:chgData name="José Alejandro Lorenty Herrera" userId="6b68ea8e0a56b4d4" providerId="LiveId" clId="{ADC2AE29-851A-4757-B3DF-AAC3D0736E1F}" dt="2025-05-25T02:57:15.738" v="180" actId="113"/>
          <ac:spMkLst>
            <pc:docMk/>
            <pc:sldMk cId="2483196394" sldId="306"/>
            <ac:spMk id="3" creationId="{C40E869F-CAA2-CC1F-56BA-E221826BA454}"/>
          </ac:spMkLst>
        </pc:spChg>
      </pc:sldChg>
      <pc:sldChg chg="modSp new del mod">
        <pc:chgData name="José Alejandro Lorenty Herrera" userId="6b68ea8e0a56b4d4" providerId="LiveId" clId="{ADC2AE29-851A-4757-B3DF-AAC3D0736E1F}" dt="2025-05-25T02:55:59.076" v="143" actId="47"/>
        <pc:sldMkLst>
          <pc:docMk/>
          <pc:sldMk cId="3988204492" sldId="306"/>
        </pc:sldMkLst>
      </pc:sldChg>
      <pc:sldChg chg="modSp add del mod">
        <pc:chgData name="José Alejandro Lorenty Herrera" userId="6b68ea8e0a56b4d4" providerId="LiveId" clId="{ADC2AE29-851A-4757-B3DF-AAC3D0736E1F}" dt="2025-05-25T02:57:26.663" v="182" actId="47"/>
        <pc:sldMkLst>
          <pc:docMk/>
          <pc:sldMk cId="2606160586" sldId="307"/>
        </pc:sldMkLst>
      </pc:sldChg>
      <pc:sldChg chg="modSp add del mod">
        <pc:chgData name="José Alejandro Lorenty Herrera" userId="6b68ea8e0a56b4d4" providerId="LiveId" clId="{ADC2AE29-851A-4757-B3DF-AAC3D0736E1F}" dt="2025-05-25T02:57:27.769" v="183" actId="47"/>
        <pc:sldMkLst>
          <pc:docMk/>
          <pc:sldMk cId="1674824878" sldId="308"/>
        </pc:sldMkLst>
      </pc:sldChg>
      <pc:sldChg chg="addSp delSp modSp add mod setBg">
        <pc:chgData name="José Alejandro Lorenty Herrera" userId="6b68ea8e0a56b4d4" providerId="LiveId" clId="{ADC2AE29-851A-4757-B3DF-AAC3D0736E1F}" dt="2025-05-25T03:01:26.647" v="227" actId="26606"/>
        <pc:sldMkLst>
          <pc:docMk/>
          <pc:sldMk cId="2401240722" sldId="309"/>
        </pc:sldMkLst>
      </pc:sldChg>
      <pc:sldChg chg="modSp add mod ord">
        <pc:chgData name="José Alejandro Lorenty Herrera" userId="6b68ea8e0a56b4d4" providerId="LiveId" clId="{ADC2AE29-851A-4757-B3DF-AAC3D0736E1F}" dt="2025-05-25T02:58:56.544" v="208" actId="113"/>
        <pc:sldMkLst>
          <pc:docMk/>
          <pc:sldMk cId="3777710088" sldId="310"/>
        </pc:sldMkLst>
      </pc:sldChg>
      <pc:sldChg chg="addSp delSp modSp add mod setBg">
        <pc:chgData name="José Alejandro Lorenty Herrera" userId="6b68ea8e0a56b4d4" providerId="LiveId" clId="{ADC2AE29-851A-4757-B3DF-AAC3D0736E1F}" dt="2025-05-25T03:00:22.956" v="224" actId="255"/>
        <pc:sldMkLst>
          <pc:docMk/>
          <pc:sldMk cId="3365664662" sldId="311"/>
        </pc:sldMkLst>
      </pc:sldChg>
      <pc:sldChg chg="modSp add mod ord">
        <pc:chgData name="José Alejandro Lorenty Herrera" userId="6b68ea8e0a56b4d4" providerId="LiveId" clId="{ADC2AE29-851A-4757-B3DF-AAC3D0736E1F}" dt="2025-05-25T03:02:32.888" v="241" actId="113"/>
        <pc:sldMkLst>
          <pc:docMk/>
          <pc:sldMk cId="168163394" sldId="312"/>
        </pc:sldMkLst>
      </pc:sldChg>
      <pc:sldChg chg="new del">
        <pc:chgData name="José Alejandro Lorenty Herrera" userId="6b68ea8e0a56b4d4" providerId="LiveId" clId="{ADC2AE29-851A-4757-B3DF-AAC3D0736E1F}" dt="2025-05-25T03:08:00.079" v="261" actId="47"/>
        <pc:sldMkLst>
          <pc:docMk/>
          <pc:sldMk cId="1347878154" sldId="313"/>
        </pc:sldMkLst>
      </pc:sldChg>
      <pc:sldChg chg="addSp delSp modSp add mod setBg">
        <pc:chgData name="José Alejandro Lorenty Herrera" userId="6b68ea8e0a56b4d4" providerId="LiveId" clId="{ADC2AE29-851A-4757-B3DF-AAC3D0736E1F}" dt="2025-05-25T03:08:58.179" v="270" actId="22"/>
        <pc:sldMkLst>
          <pc:docMk/>
          <pc:sldMk cId="3901437244" sldId="314"/>
        </pc:sldMkLst>
      </pc:sldChg>
      <pc:sldChg chg="addSp delSp modSp add mod setBg delDesignElem">
        <pc:chgData name="José Alejandro Lorenty Herrera" userId="6b68ea8e0a56b4d4" providerId="LiveId" clId="{ADC2AE29-851A-4757-B3DF-AAC3D0736E1F}" dt="2025-05-25T03:09:40.018" v="280" actId="26606"/>
        <pc:sldMkLst>
          <pc:docMk/>
          <pc:sldMk cId="1920168603" sldId="315"/>
        </pc:sldMkLst>
      </pc:sldChg>
      <pc:sldChg chg="modSp add mod ord">
        <pc:chgData name="José Alejandro Lorenty Herrera" userId="6b68ea8e0a56b4d4" providerId="LiveId" clId="{ADC2AE29-851A-4757-B3DF-AAC3D0736E1F}" dt="2025-05-25T03:11:10.070" v="288" actId="113"/>
        <pc:sldMkLst>
          <pc:docMk/>
          <pc:sldMk cId="4020373361" sldId="316"/>
        </pc:sldMkLst>
      </pc:sldChg>
      <pc:sldChg chg="modSp add mod ord">
        <pc:chgData name="José Alejandro Lorenty Herrera" userId="6b68ea8e0a56b4d4" providerId="LiveId" clId="{ADC2AE29-851A-4757-B3DF-AAC3D0736E1F}" dt="2025-05-25T03:12:02.535" v="296"/>
        <pc:sldMkLst>
          <pc:docMk/>
          <pc:sldMk cId="3390939162" sldId="317"/>
        </pc:sldMkLst>
      </pc:sldChg>
      <pc:sldChg chg="modSp add mod">
        <pc:chgData name="José Alejandro Lorenty Herrera" userId="6b68ea8e0a56b4d4" providerId="LiveId" clId="{ADC2AE29-851A-4757-B3DF-AAC3D0736E1F}" dt="2025-05-25T03:13:37.785" v="309" actId="113"/>
        <pc:sldMkLst>
          <pc:docMk/>
          <pc:sldMk cId="1552570989" sldId="318"/>
        </pc:sldMkLst>
        <pc:spChg chg="mod">
          <ac:chgData name="José Alejandro Lorenty Herrera" userId="6b68ea8e0a56b4d4" providerId="LiveId" clId="{ADC2AE29-851A-4757-B3DF-AAC3D0736E1F}" dt="2025-05-25T03:12:40.822" v="298"/>
          <ac:spMkLst>
            <pc:docMk/>
            <pc:sldMk cId="1552570989" sldId="318"/>
            <ac:spMk id="2" creationId="{EF495CA7-39EE-BF77-F674-23DBF8526EE7}"/>
          </ac:spMkLst>
        </pc:spChg>
      </pc:sldChg>
      <pc:sldChg chg="add del">
        <pc:chgData name="José Alejandro Lorenty Herrera" userId="6b68ea8e0a56b4d4" providerId="LiveId" clId="{ADC2AE29-851A-4757-B3DF-AAC3D0736E1F}" dt="2025-05-25T03:17:08.585" v="316"/>
        <pc:sldMkLst>
          <pc:docMk/>
          <pc:sldMk cId="1539318161" sldId="319"/>
        </pc:sldMkLst>
      </pc:sldChg>
    </pc:docChg>
  </pc:docChgLst>
  <pc:docChgLst>
    <pc:chgData name="José Alejandro Lorenty Herrera" userId="6b68ea8e0a56b4d4" providerId="LiveId" clId="{75F7D285-8B23-453A-AFC6-2BA729B1485A}"/>
    <pc:docChg chg="undo redo custSel addSld delSld modSld sldOrd modMainMaster">
      <pc:chgData name="José Alejandro Lorenty Herrera" userId="6b68ea8e0a56b4d4" providerId="LiveId" clId="{75F7D285-8B23-453A-AFC6-2BA729B1485A}" dt="2025-05-23T13:11:20.457" v="2933" actId="20577"/>
      <pc:docMkLst>
        <pc:docMk/>
      </pc:docMkLst>
      <pc:sldChg chg="addSp delSp modSp mod modTransition">
        <pc:chgData name="José Alejandro Lorenty Herrera" userId="6b68ea8e0a56b4d4" providerId="LiveId" clId="{75F7D285-8B23-453A-AFC6-2BA729B1485A}" dt="2025-05-23T12:59:13.860" v="2675"/>
        <pc:sldMkLst>
          <pc:docMk/>
          <pc:sldMk cId="0" sldId="256"/>
        </pc:sldMkLst>
        <pc:spChg chg="mod">
          <ac:chgData name="José Alejandro Lorenty Herrera" userId="6b68ea8e0a56b4d4" providerId="LiveId" clId="{75F7D285-8B23-453A-AFC6-2BA729B1485A}" dt="2025-05-18T17:45:50.452" v="226" actId="1076"/>
          <ac:spMkLst>
            <pc:docMk/>
            <pc:sldMk cId="0" sldId="256"/>
            <ac:spMk id="86" creationId="{00000000-0000-0000-0000-000000000000}"/>
          </ac:spMkLst>
        </pc:spChg>
        <pc:spChg chg="mod">
          <ac:chgData name="José Alejandro Lorenty Herrera" userId="6b68ea8e0a56b4d4" providerId="LiveId" clId="{75F7D285-8B23-453A-AFC6-2BA729B1485A}" dt="2025-05-18T17:46:02.703" v="229" actId="1076"/>
          <ac:spMkLst>
            <pc:docMk/>
            <pc:sldMk cId="0" sldId="256"/>
            <ac:spMk id="87" creationId="{00000000-0000-0000-0000-000000000000}"/>
          </ac:spMkLst>
        </pc:spChg>
        <pc:spChg chg="mod">
          <ac:chgData name="José Alejandro Lorenty Herrera" userId="6b68ea8e0a56b4d4" providerId="LiveId" clId="{75F7D285-8B23-453A-AFC6-2BA729B1485A}" dt="2025-05-18T17:45:47.181" v="225" actId="1076"/>
          <ac:spMkLst>
            <pc:docMk/>
            <pc:sldMk cId="0" sldId="256"/>
            <ac:spMk id="88" creationId="{00000000-0000-0000-0000-000000000000}"/>
          </ac:spMkLst>
        </pc:spChg>
        <pc:picChg chg="add mod ord">
          <ac:chgData name="José Alejandro Lorenty Herrera" userId="6b68ea8e0a56b4d4" providerId="LiveId" clId="{75F7D285-8B23-453A-AFC6-2BA729B1485A}" dt="2025-05-18T17:50:36.742" v="249" actId="14100"/>
          <ac:picMkLst>
            <pc:docMk/>
            <pc:sldMk cId="0" sldId="256"/>
            <ac:picMk id="7" creationId="{0F32ACC8-9316-C735-A51C-1F8235F1B8B0}"/>
          </ac:picMkLst>
        </pc:picChg>
        <pc:picChg chg="add mod">
          <ac:chgData name="José Alejandro Lorenty Herrera" userId="6b68ea8e0a56b4d4" providerId="LiveId" clId="{75F7D285-8B23-453A-AFC6-2BA729B1485A}" dt="2025-05-18T17:50:16.827" v="248" actId="1076"/>
          <ac:picMkLst>
            <pc:docMk/>
            <pc:sldMk cId="0" sldId="256"/>
            <ac:picMk id="9" creationId="{F08DB48C-BC69-8D52-604F-91598647E3B8}"/>
          </ac:picMkLst>
        </pc:picChg>
      </pc:sldChg>
      <pc:sldChg chg="addSp delSp modSp mod modTransition modNotes">
        <pc:chgData name="José Alejandro Lorenty Herrera" userId="6b68ea8e0a56b4d4" providerId="LiveId" clId="{75F7D285-8B23-453A-AFC6-2BA729B1485A}" dt="2025-05-23T13:11:20.457" v="2933" actId="20577"/>
        <pc:sldMkLst>
          <pc:docMk/>
          <pc:sldMk cId="0" sldId="257"/>
        </pc:sldMkLst>
        <pc:spChg chg="mod">
          <ac:chgData name="José Alejandro Lorenty Herrera" userId="6b68ea8e0a56b4d4" providerId="LiveId" clId="{75F7D285-8B23-453A-AFC6-2BA729B1485A}" dt="2025-05-18T17:54:58.480" v="340"/>
          <ac:spMkLst>
            <pc:docMk/>
            <pc:sldMk cId="0" sldId="257"/>
            <ac:spMk id="11" creationId="{CF5FE8FC-3BD6-2F69-30B6-6E855CD1C598}"/>
          </ac:spMkLst>
        </pc:spChg>
        <pc:spChg chg="mod">
          <ac:chgData name="José Alejandro Lorenty Herrera" userId="6b68ea8e0a56b4d4" providerId="LiveId" clId="{75F7D285-8B23-453A-AFC6-2BA729B1485A}" dt="2025-05-18T17:55:32.648" v="348" actId="121"/>
          <ac:spMkLst>
            <pc:docMk/>
            <pc:sldMk cId="0" sldId="257"/>
            <ac:spMk id="12" creationId="{AD570773-E209-EAC7-F15A-27758532A607}"/>
          </ac:spMkLst>
        </pc:spChg>
        <pc:spChg chg="add mod">
          <ac:chgData name="José Alejandro Lorenty Herrera" userId="6b68ea8e0a56b4d4" providerId="LiveId" clId="{75F7D285-8B23-453A-AFC6-2BA729B1485A}" dt="2025-05-18T18:03:17.563" v="414" actId="1076"/>
          <ac:spMkLst>
            <pc:docMk/>
            <pc:sldMk cId="0" sldId="257"/>
            <ac:spMk id="13" creationId="{3BEE7767-573D-E26B-0465-AA0FEC03A20F}"/>
          </ac:spMkLst>
        </pc:spChg>
        <pc:spChg chg="mod">
          <ac:chgData name="José Alejandro Lorenty Herrera" userId="6b68ea8e0a56b4d4" providerId="LiveId" clId="{75F7D285-8B23-453A-AFC6-2BA729B1485A}" dt="2025-05-18T17:55:12.096" v="343"/>
          <ac:spMkLst>
            <pc:docMk/>
            <pc:sldMk cId="0" sldId="257"/>
            <ac:spMk id="15" creationId="{9D0F252B-9B26-9C75-45E9-2ECA79489F00}"/>
          </ac:spMkLst>
        </pc:spChg>
        <pc:spChg chg="mod">
          <ac:chgData name="José Alejandro Lorenty Herrera" userId="6b68ea8e0a56b4d4" providerId="LiveId" clId="{75F7D285-8B23-453A-AFC6-2BA729B1485A}" dt="2025-05-18T17:55:29.786" v="347" actId="121"/>
          <ac:spMkLst>
            <pc:docMk/>
            <pc:sldMk cId="0" sldId="257"/>
            <ac:spMk id="16" creationId="{2C72DFB1-FD3A-684B-4838-805A536F4C32}"/>
          </ac:spMkLst>
        </pc:spChg>
        <pc:spChg chg="add mod">
          <ac:chgData name="José Alejandro Lorenty Herrera" userId="6b68ea8e0a56b4d4" providerId="LiveId" clId="{75F7D285-8B23-453A-AFC6-2BA729B1485A}" dt="2025-05-18T18:03:08.085" v="413" actId="1076"/>
          <ac:spMkLst>
            <pc:docMk/>
            <pc:sldMk cId="0" sldId="257"/>
            <ac:spMk id="17" creationId="{25E92E04-0AC7-AEBF-8B4E-B63A672A86E3}"/>
          </ac:spMkLst>
        </pc:spChg>
        <pc:spChg chg="mod">
          <ac:chgData name="José Alejandro Lorenty Herrera" userId="6b68ea8e0a56b4d4" providerId="LiveId" clId="{75F7D285-8B23-453A-AFC6-2BA729B1485A}" dt="2025-05-18T17:56:28.688" v="358"/>
          <ac:spMkLst>
            <pc:docMk/>
            <pc:sldMk cId="0" sldId="257"/>
            <ac:spMk id="23" creationId="{2AEE9104-1A26-FB95-BB2F-162D3C9BB695}"/>
          </ac:spMkLst>
        </pc:spChg>
        <pc:spChg chg="mod">
          <ac:chgData name="José Alejandro Lorenty Herrera" userId="6b68ea8e0a56b4d4" providerId="LiveId" clId="{75F7D285-8B23-453A-AFC6-2BA729B1485A}" dt="2025-05-18T17:56:50.559" v="360"/>
          <ac:spMkLst>
            <pc:docMk/>
            <pc:sldMk cId="0" sldId="257"/>
            <ac:spMk id="24" creationId="{4878B0EF-515C-9C2E-B8F1-D1ED40F111C7}"/>
          </ac:spMkLst>
        </pc:spChg>
        <pc:spChg chg="add mod">
          <ac:chgData name="José Alejandro Lorenty Herrera" userId="6b68ea8e0a56b4d4" providerId="LiveId" clId="{75F7D285-8B23-453A-AFC6-2BA729B1485A}" dt="2025-05-18T18:02:57.286" v="412" actId="1076"/>
          <ac:spMkLst>
            <pc:docMk/>
            <pc:sldMk cId="0" sldId="257"/>
            <ac:spMk id="25" creationId="{F7733642-EB1F-1A22-CCAA-F2A84307320E}"/>
          </ac:spMkLst>
        </pc:spChg>
        <pc:spChg chg="mod">
          <ac:chgData name="José Alejandro Lorenty Herrera" userId="6b68ea8e0a56b4d4" providerId="LiveId" clId="{75F7D285-8B23-453A-AFC6-2BA729B1485A}" dt="2025-05-18T17:56:55.333" v="361"/>
          <ac:spMkLst>
            <pc:docMk/>
            <pc:sldMk cId="0" sldId="257"/>
            <ac:spMk id="27" creationId="{A50EB05D-EFF5-E5C2-E81C-E344A10FBDB0}"/>
          </ac:spMkLst>
        </pc:spChg>
        <pc:spChg chg="mod">
          <ac:chgData name="José Alejandro Lorenty Herrera" userId="6b68ea8e0a56b4d4" providerId="LiveId" clId="{75F7D285-8B23-453A-AFC6-2BA729B1485A}" dt="2025-05-18T17:57:05.136" v="363"/>
          <ac:spMkLst>
            <pc:docMk/>
            <pc:sldMk cId="0" sldId="257"/>
            <ac:spMk id="28" creationId="{0620F0DA-4736-6652-90BC-299278A23299}"/>
          </ac:spMkLst>
        </pc:spChg>
        <pc:spChg chg="add mod">
          <ac:chgData name="José Alejandro Lorenty Herrera" userId="6b68ea8e0a56b4d4" providerId="LiveId" clId="{75F7D285-8B23-453A-AFC6-2BA729B1485A}" dt="2025-05-18T18:02:31.646" v="410" actId="1076"/>
          <ac:spMkLst>
            <pc:docMk/>
            <pc:sldMk cId="0" sldId="257"/>
            <ac:spMk id="29" creationId="{453A8091-5A5B-9998-BFDD-94D8EBF702D4}"/>
          </ac:spMkLst>
        </pc:spChg>
        <pc:spChg chg="mod">
          <ac:chgData name="José Alejandro Lorenty Herrera" userId="6b68ea8e0a56b4d4" providerId="LiveId" clId="{75F7D285-8B23-453A-AFC6-2BA729B1485A}" dt="2025-05-18T17:57:10.011" v="364"/>
          <ac:spMkLst>
            <pc:docMk/>
            <pc:sldMk cId="0" sldId="257"/>
            <ac:spMk id="31" creationId="{0C8012D8-7A2D-DA64-5C7D-30DBE6C685C9}"/>
          </ac:spMkLst>
        </pc:spChg>
        <pc:spChg chg="mod">
          <ac:chgData name="José Alejandro Lorenty Herrera" userId="6b68ea8e0a56b4d4" providerId="LiveId" clId="{75F7D285-8B23-453A-AFC6-2BA729B1485A}" dt="2025-05-18T17:57:21.477" v="366"/>
          <ac:spMkLst>
            <pc:docMk/>
            <pc:sldMk cId="0" sldId="257"/>
            <ac:spMk id="32" creationId="{B33B15BC-F7F9-756D-C93E-081E1387882A}"/>
          </ac:spMkLst>
        </pc:spChg>
        <pc:spChg chg="add mod">
          <ac:chgData name="José Alejandro Lorenty Herrera" userId="6b68ea8e0a56b4d4" providerId="LiveId" clId="{75F7D285-8B23-453A-AFC6-2BA729B1485A}" dt="2025-05-18T18:02:44.140" v="411" actId="1076"/>
          <ac:spMkLst>
            <pc:docMk/>
            <pc:sldMk cId="0" sldId="257"/>
            <ac:spMk id="33" creationId="{5F5B3076-FE82-E3DE-F79E-C86D21514321}"/>
          </ac:spMkLst>
        </pc:spChg>
        <pc:spChg chg="mod">
          <ac:chgData name="José Alejandro Lorenty Herrera" userId="6b68ea8e0a56b4d4" providerId="LiveId" clId="{75F7D285-8B23-453A-AFC6-2BA729B1485A}" dt="2025-05-18T18:09:04.812" v="418" actId="207"/>
          <ac:spMkLst>
            <pc:docMk/>
            <pc:sldMk cId="0" sldId="257"/>
            <ac:spMk id="97" creationId="{00000000-0000-0000-0000-000000000000}"/>
          </ac:spMkLst>
        </pc:spChg>
        <pc:spChg chg="mod">
          <ac:chgData name="José Alejandro Lorenty Herrera" userId="6b68ea8e0a56b4d4" providerId="LiveId" clId="{75F7D285-8B23-453A-AFC6-2BA729B1485A}" dt="2025-05-18T18:09:04.812" v="418" actId="207"/>
          <ac:spMkLst>
            <pc:docMk/>
            <pc:sldMk cId="0" sldId="257"/>
            <ac:spMk id="98" creationId="{00000000-0000-0000-0000-000000000000}"/>
          </ac:spMkLst>
        </pc:spChg>
        <pc:spChg chg="mod">
          <ac:chgData name="José Alejandro Lorenty Herrera" userId="6b68ea8e0a56b4d4" providerId="LiveId" clId="{75F7D285-8B23-453A-AFC6-2BA729B1485A}" dt="2025-05-18T18:03:22.853" v="415" actId="1076"/>
          <ac:spMkLst>
            <pc:docMk/>
            <pc:sldMk cId="0" sldId="257"/>
            <ac:spMk id="99" creationId="{00000000-0000-0000-0000-000000000000}"/>
          </ac:spMkLst>
        </pc:spChg>
        <pc:spChg chg="mod">
          <ac:chgData name="José Alejandro Lorenty Herrera" userId="6b68ea8e0a56b4d4" providerId="LiveId" clId="{75F7D285-8B23-453A-AFC6-2BA729B1485A}" dt="2025-05-18T17:54:12.549" v="330" actId="1076"/>
          <ac:spMkLst>
            <pc:docMk/>
            <pc:sldMk cId="0" sldId="257"/>
            <ac:spMk id="102" creationId="{00000000-0000-0000-0000-000000000000}"/>
          </ac:spMkLst>
        </pc:spChg>
        <pc:spChg chg="mod">
          <ac:chgData name="José Alejandro Lorenty Herrera" userId="6b68ea8e0a56b4d4" providerId="LiveId" clId="{75F7D285-8B23-453A-AFC6-2BA729B1485A}" dt="2025-05-18T18:09:15.254" v="419" actId="1076"/>
          <ac:spMkLst>
            <pc:docMk/>
            <pc:sldMk cId="0" sldId="257"/>
            <ac:spMk id="103" creationId="{00000000-0000-0000-0000-000000000000}"/>
          </ac:spMkLst>
        </pc:spChg>
        <pc:spChg chg="mod">
          <ac:chgData name="José Alejandro Lorenty Herrera" userId="6b68ea8e0a56b4d4" providerId="LiveId" clId="{75F7D285-8B23-453A-AFC6-2BA729B1485A}" dt="2025-05-18T17:58:19.173" v="376" actId="1076"/>
          <ac:spMkLst>
            <pc:docMk/>
            <pc:sldMk cId="0" sldId="257"/>
            <ac:spMk id="104" creationId="{00000000-0000-0000-0000-000000000000}"/>
          </ac:spMkLst>
        </pc:spChg>
        <pc:spChg chg="mod">
          <ac:chgData name="José Alejandro Lorenty Herrera" userId="6b68ea8e0a56b4d4" providerId="LiveId" clId="{75F7D285-8B23-453A-AFC6-2BA729B1485A}" dt="2025-05-18T17:51:24.560" v="250" actId="790"/>
          <ac:spMkLst>
            <pc:docMk/>
            <pc:sldMk cId="0" sldId="257"/>
            <ac:spMk id="108" creationId="{00000000-0000-0000-0000-000000000000}"/>
          </ac:spMkLst>
        </pc:spChg>
        <pc:spChg chg="mod">
          <ac:chgData name="José Alejandro Lorenty Herrera" userId="6b68ea8e0a56b4d4" providerId="LiveId" clId="{75F7D285-8B23-453A-AFC6-2BA729B1485A}" dt="2025-05-18T17:51:24.560" v="250" actId="790"/>
          <ac:spMkLst>
            <pc:docMk/>
            <pc:sldMk cId="0" sldId="257"/>
            <ac:spMk id="110" creationId="{00000000-0000-0000-0000-000000000000}"/>
          </ac:spMkLst>
        </pc:spChg>
        <pc:spChg chg="mod">
          <ac:chgData name="José Alejandro Lorenty Herrera" userId="6b68ea8e0a56b4d4" providerId="LiveId" clId="{75F7D285-8B23-453A-AFC6-2BA729B1485A}" dt="2025-05-23T13:11:20.457" v="2933" actId="20577"/>
          <ac:spMkLst>
            <pc:docMk/>
            <pc:sldMk cId="0" sldId="257"/>
            <ac:spMk id="111" creationId="{00000000-0000-0000-0000-000000000000}"/>
          </ac:spMkLst>
        </pc:spChg>
        <pc:grpChg chg="add mod">
          <ac:chgData name="José Alejandro Lorenty Herrera" userId="6b68ea8e0a56b4d4" providerId="LiveId" clId="{75F7D285-8B23-453A-AFC6-2BA729B1485A}" dt="2025-05-18T18:03:17.563" v="414" actId="1076"/>
          <ac:grpSpMkLst>
            <pc:docMk/>
            <pc:sldMk cId="0" sldId="257"/>
            <ac:grpSpMk id="10" creationId="{6E8552C1-DDF1-4ABD-5F96-B60781CD6C68}"/>
          </ac:grpSpMkLst>
        </pc:grpChg>
        <pc:grpChg chg="add mod">
          <ac:chgData name="José Alejandro Lorenty Herrera" userId="6b68ea8e0a56b4d4" providerId="LiveId" clId="{75F7D285-8B23-453A-AFC6-2BA729B1485A}" dt="2025-05-18T18:03:08.085" v="413" actId="1076"/>
          <ac:grpSpMkLst>
            <pc:docMk/>
            <pc:sldMk cId="0" sldId="257"/>
            <ac:grpSpMk id="14" creationId="{C5AA762B-A004-5E25-1690-EEB520FCCFA6}"/>
          </ac:grpSpMkLst>
        </pc:grpChg>
        <pc:grpChg chg="add mod">
          <ac:chgData name="José Alejandro Lorenty Herrera" userId="6b68ea8e0a56b4d4" providerId="LiveId" clId="{75F7D285-8B23-453A-AFC6-2BA729B1485A}" dt="2025-05-18T18:02:57.286" v="412" actId="1076"/>
          <ac:grpSpMkLst>
            <pc:docMk/>
            <pc:sldMk cId="0" sldId="257"/>
            <ac:grpSpMk id="22" creationId="{705C6ABC-AF47-4CB0-E688-D293EA0CDF2E}"/>
          </ac:grpSpMkLst>
        </pc:grpChg>
        <pc:grpChg chg="add mod">
          <ac:chgData name="José Alejandro Lorenty Herrera" userId="6b68ea8e0a56b4d4" providerId="LiveId" clId="{75F7D285-8B23-453A-AFC6-2BA729B1485A}" dt="2025-05-18T18:02:31.646" v="410" actId="1076"/>
          <ac:grpSpMkLst>
            <pc:docMk/>
            <pc:sldMk cId="0" sldId="257"/>
            <ac:grpSpMk id="26" creationId="{287C2518-078E-531A-BC03-5B1A4C947917}"/>
          </ac:grpSpMkLst>
        </pc:grpChg>
        <pc:grpChg chg="add mod">
          <ac:chgData name="José Alejandro Lorenty Herrera" userId="6b68ea8e0a56b4d4" providerId="LiveId" clId="{75F7D285-8B23-453A-AFC6-2BA729B1485A}" dt="2025-05-18T18:02:44.140" v="411" actId="1076"/>
          <ac:grpSpMkLst>
            <pc:docMk/>
            <pc:sldMk cId="0" sldId="257"/>
            <ac:grpSpMk id="30" creationId="{599D22DE-2845-716A-3137-CBA1C8F693CB}"/>
          </ac:grpSpMkLst>
        </pc:grpChg>
        <pc:grpChg chg="mod">
          <ac:chgData name="José Alejandro Lorenty Herrera" userId="6b68ea8e0a56b4d4" providerId="LiveId" clId="{75F7D285-8B23-453A-AFC6-2BA729B1485A}" dt="2025-05-18T18:09:04.812" v="418" actId="207"/>
          <ac:grpSpMkLst>
            <pc:docMk/>
            <pc:sldMk cId="0" sldId="257"/>
            <ac:grpSpMk id="96" creationId="{00000000-0000-0000-0000-000000000000}"/>
          </ac:grpSpMkLst>
        </pc:grpChg>
        <pc:grpChg chg="mod">
          <ac:chgData name="José Alejandro Lorenty Herrera" userId="6b68ea8e0a56b4d4" providerId="LiveId" clId="{75F7D285-8B23-453A-AFC6-2BA729B1485A}" dt="2025-05-18T18:09:15.254" v="419" actId="1076"/>
          <ac:grpSpMkLst>
            <pc:docMk/>
            <pc:sldMk cId="0" sldId="257"/>
            <ac:grpSpMk id="100" creationId="{00000000-0000-0000-0000-000000000000}"/>
          </ac:grpSpMkLst>
        </pc:grpChg>
      </pc:sldChg>
      <pc:sldChg chg="addSp delSp modSp del mod modTransition setBg modClrScheme chgLayout modNotes">
        <pc:chgData name="José Alejandro Lorenty Herrera" userId="6b68ea8e0a56b4d4" providerId="LiveId" clId="{75F7D285-8B23-453A-AFC6-2BA729B1485A}" dt="2025-05-23T12:21:38.895" v="915" actId="47"/>
        <pc:sldMkLst>
          <pc:docMk/>
          <pc:sldMk cId="0" sldId="258"/>
        </pc:sldMkLst>
      </pc:sldChg>
      <pc:sldChg chg="addSp delSp modSp del mod modTransition setBg setClrOvrMap modNotes">
        <pc:chgData name="José Alejandro Lorenty Herrera" userId="6b68ea8e0a56b4d4" providerId="LiveId" clId="{75F7D285-8B23-453A-AFC6-2BA729B1485A}" dt="2025-05-23T12:23:23.294" v="938" actId="47"/>
        <pc:sldMkLst>
          <pc:docMk/>
          <pc:sldMk cId="0" sldId="259"/>
        </pc:sldMkLst>
      </pc:sldChg>
      <pc:sldChg chg="del modTransition modNotes">
        <pc:chgData name="José Alejandro Lorenty Herrera" userId="6b68ea8e0a56b4d4" providerId="LiveId" clId="{75F7D285-8B23-453A-AFC6-2BA729B1485A}" dt="2025-05-23T13:01:38.693" v="2690" actId="47"/>
        <pc:sldMkLst>
          <pc:docMk/>
          <pc:sldMk cId="0" sldId="260"/>
        </pc:sldMkLst>
      </pc:sldChg>
      <pc:sldChg chg="delSp modSp del mod modTransition modNotes">
        <pc:chgData name="José Alejandro Lorenty Herrera" userId="6b68ea8e0a56b4d4" providerId="LiveId" clId="{75F7D285-8B23-453A-AFC6-2BA729B1485A}" dt="2025-05-23T13:04:26.841" v="2702" actId="47"/>
        <pc:sldMkLst>
          <pc:docMk/>
          <pc:sldMk cId="0" sldId="261"/>
        </pc:sldMkLst>
      </pc:sldChg>
      <pc:sldChg chg="addSp delSp modSp del mod modTransition modNotes">
        <pc:chgData name="José Alejandro Lorenty Herrera" userId="6b68ea8e0a56b4d4" providerId="LiveId" clId="{75F7D285-8B23-453A-AFC6-2BA729B1485A}" dt="2025-05-23T12:32:47.076" v="1076" actId="47"/>
        <pc:sldMkLst>
          <pc:docMk/>
          <pc:sldMk cId="0" sldId="262"/>
        </pc:sldMkLst>
      </pc:sldChg>
      <pc:sldChg chg="delSp modSp del mod modTransition modNotes">
        <pc:chgData name="José Alejandro Lorenty Herrera" userId="6b68ea8e0a56b4d4" providerId="LiveId" clId="{75F7D285-8B23-453A-AFC6-2BA729B1485A}" dt="2025-05-23T12:29:52.040" v="1035" actId="47"/>
        <pc:sldMkLst>
          <pc:docMk/>
          <pc:sldMk cId="0" sldId="263"/>
        </pc:sldMkLst>
      </pc:sldChg>
      <pc:sldChg chg="modSp mod modTransition">
        <pc:chgData name="José Alejandro Lorenty Herrera" userId="6b68ea8e0a56b4d4" providerId="LiveId" clId="{75F7D285-8B23-453A-AFC6-2BA729B1485A}" dt="2025-05-23T12:18:19.443" v="896"/>
        <pc:sldMkLst>
          <pc:docMk/>
          <pc:sldMk cId="0" sldId="264"/>
        </pc:sldMkLst>
        <pc:spChg chg="mod">
          <ac:chgData name="José Alejandro Lorenty Herrera" userId="6b68ea8e0a56b4d4" providerId="LiveId" clId="{75F7D285-8B23-453A-AFC6-2BA729B1485A}" dt="2025-05-18T17:43:50.620" v="222" actId="122"/>
          <ac:spMkLst>
            <pc:docMk/>
            <pc:sldMk cId="0" sldId="264"/>
            <ac:spMk id="184" creationId="{00000000-0000-0000-0000-000000000000}"/>
          </ac:spMkLst>
        </pc:spChg>
      </pc:sldChg>
      <pc:sldChg chg="new del">
        <pc:chgData name="José Alejandro Lorenty Herrera" userId="6b68ea8e0a56b4d4" providerId="LiveId" clId="{75F7D285-8B23-453A-AFC6-2BA729B1485A}" dt="2025-05-18T18:28:44.880" v="720" actId="47"/>
        <pc:sldMkLst>
          <pc:docMk/>
          <pc:sldMk cId="1147509249" sldId="265"/>
        </pc:sldMkLst>
      </pc:sldChg>
      <pc:sldChg chg="modSp add del mod">
        <pc:chgData name="José Alejandro Lorenty Herrera" userId="6b68ea8e0a56b4d4" providerId="LiveId" clId="{75F7D285-8B23-453A-AFC6-2BA729B1485A}" dt="2025-05-18T18:31:14.909" v="742" actId="47"/>
        <pc:sldMkLst>
          <pc:docMk/>
          <pc:sldMk cId="1187139180" sldId="265"/>
        </pc:sldMkLst>
      </pc:sldChg>
      <pc:sldChg chg="modSp add del mod modTransition">
        <pc:chgData name="José Alejandro Lorenty Herrera" userId="6b68ea8e0a56b4d4" providerId="LiveId" clId="{75F7D285-8B23-453A-AFC6-2BA729B1485A}" dt="2025-05-23T12:23:57.106" v="945" actId="47"/>
        <pc:sldMkLst>
          <pc:docMk/>
          <pc:sldMk cId="3668086713" sldId="265"/>
        </pc:sldMkLst>
      </pc:sldChg>
      <pc:sldChg chg="new del">
        <pc:chgData name="José Alejandro Lorenty Herrera" userId="6b68ea8e0a56b4d4" providerId="LiveId" clId="{75F7D285-8B23-453A-AFC6-2BA729B1485A}" dt="2025-05-18T18:29:35.812" v="725" actId="680"/>
        <pc:sldMkLst>
          <pc:docMk/>
          <pc:sldMk cId="645247685" sldId="266"/>
        </pc:sldMkLst>
      </pc:sldChg>
      <pc:sldChg chg="delSp modSp add del mod">
        <pc:chgData name="José Alejandro Lorenty Herrera" userId="6b68ea8e0a56b4d4" providerId="LiveId" clId="{75F7D285-8B23-453A-AFC6-2BA729B1485A}" dt="2025-05-18T18:31:16.462" v="743" actId="47"/>
        <pc:sldMkLst>
          <pc:docMk/>
          <pc:sldMk cId="3390617555" sldId="266"/>
        </pc:sldMkLst>
      </pc:sldChg>
      <pc:sldChg chg="modSp add del mod modTransition">
        <pc:chgData name="José Alejandro Lorenty Herrera" userId="6b68ea8e0a56b4d4" providerId="LiveId" clId="{75F7D285-8B23-453A-AFC6-2BA729B1485A}" dt="2025-05-23T12:24:25.044" v="955" actId="47"/>
        <pc:sldMkLst>
          <pc:docMk/>
          <pc:sldMk cId="4030912880" sldId="266"/>
        </pc:sldMkLst>
      </pc:sldChg>
      <pc:sldChg chg="new del">
        <pc:chgData name="José Alejandro Lorenty Herrera" userId="6b68ea8e0a56b4d4" providerId="LiveId" clId="{75F7D285-8B23-453A-AFC6-2BA729B1485A}" dt="2025-05-18T19:13:45.284" v="761" actId="680"/>
        <pc:sldMkLst>
          <pc:docMk/>
          <pc:sldMk cId="399056603" sldId="267"/>
        </pc:sldMkLst>
      </pc:sldChg>
      <pc:sldChg chg="modSp add del mod modTransition">
        <pc:chgData name="José Alejandro Lorenty Herrera" userId="6b68ea8e0a56b4d4" providerId="LiveId" clId="{75F7D285-8B23-453A-AFC6-2BA729B1485A}" dt="2025-05-23T12:27:00.009" v="1002" actId="47"/>
        <pc:sldMkLst>
          <pc:docMk/>
          <pc:sldMk cId="916393480" sldId="267"/>
        </pc:sldMkLst>
      </pc:sldChg>
      <pc:sldChg chg="modSp add del mod modTransition">
        <pc:chgData name="José Alejandro Lorenty Herrera" userId="6b68ea8e0a56b4d4" providerId="LiveId" clId="{75F7D285-8B23-453A-AFC6-2BA729B1485A}" dt="2025-05-23T12:27:51.089" v="1012" actId="47"/>
        <pc:sldMkLst>
          <pc:docMk/>
          <pc:sldMk cId="1635768394" sldId="268"/>
        </pc:sldMkLst>
      </pc:sldChg>
      <pc:sldChg chg="modSp add del mod modTransition">
        <pc:chgData name="José Alejandro Lorenty Herrera" userId="6b68ea8e0a56b4d4" providerId="LiveId" clId="{75F7D285-8B23-453A-AFC6-2BA729B1485A}" dt="2025-05-23T12:28:26.770" v="1022" actId="47"/>
        <pc:sldMkLst>
          <pc:docMk/>
          <pc:sldMk cId="3536336140" sldId="269"/>
        </pc:sldMkLst>
      </pc:sldChg>
      <pc:sldChg chg="addSp delSp modSp new mod setBg modClrScheme setClrOvrMap chgLayout">
        <pc:chgData name="José Alejandro Lorenty Herrera" userId="6b68ea8e0a56b4d4" providerId="LiveId" clId="{75F7D285-8B23-453A-AFC6-2BA729B1485A}" dt="2025-05-23T12:21:30.532" v="914" actId="14100"/>
        <pc:sldMkLst>
          <pc:docMk/>
          <pc:sldMk cId="688033663" sldId="270"/>
        </pc:sldMkLst>
        <pc:spChg chg="add mod">
          <ac:chgData name="José Alejandro Lorenty Herrera" userId="6b68ea8e0a56b4d4" providerId="LiveId" clId="{75F7D285-8B23-453A-AFC6-2BA729B1485A}" dt="2025-05-23T12:21:16.712" v="912" actId="26606"/>
          <ac:spMkLst>
            <pc:docMk/>
            <pc:sldMk cId="688033663" sldId="270"/>
            <ac:spMk id="2" creationId="{89C2A35C-1B47-743F-6979-6CC7E733EAE6}"/>
          </ac:spMkLst>
        </pc:spChg>
        <pc:spChg chg="add mod">
          <ac:chgData name="José Alejandro Lorenty Herrera" userId="6b68ea8e0a56b4d4" providerId="LiveId" clId="{75F7D285-8B23-453A-AFC6-2BA729B1485A}" dt="2025-05-23T12:21:30.532" v="914" actId="14100"/>
          <ac:spMkLst>
            <pc:docMk/>
            <pc:sldMk cId="688033663" sldId="270"/>
            <ac:spMk id="3" creationId="{AA521087-E5EA-C46B-DEB3-FF96351C1922}"/>
          </ac:spMkLst>
        </pc:spChg>
        <pc:spChg chg="add">
          <ac:chgData name="José Alejandro Lorenty Herrera" userId="6b68ea8e0a56b4d4" providerId="LiveId" clId="{75F7D285-8B23-453A-AFC6-2BA729B1485A}" dt="2025-05-23T12:21:16.712" v="912" actId="26606"/>
          <ac:spMkLst>
            <pc:docMk/>
            <pc:sldMk cId="688033663" sldId="270"/>
            <ac:spMk id="27" creationId="{99CAC3B1-4879-424D-8F15-206277196159}"/>
          </ac:spMkLst>
        </pc:spChg>
      </pc:sldChg>
      <pc:sldChg chg="addSp delSp modSp new mod modTransition setBg">
        <pc:chgData name="José Alejandro Lorenty Herrera" userId="6b68ea8e0a56b4d4" providerId="LiveId" clId="{75F7D285-8B23-453A-AFC6-2BA729B1485A}" dt="2025-05-23T12:57:29.162" v="2665"/>
        <pc:sldMkLst>
          <pc:docMk/>
          <pc:sldMk cId="3758835378" sldId="271"/>
        </pc:sldMkLst>
        <pc:spChg chg="mod">
          <ac:chgData name="José Alejandro Lorenty Herrera" userId="6b68ea8e0a56b4d4" providerId="LiveId" clId="{75F7D285-8B23-453A-AFC6-2BA729B1485A}" dt="2025-05-23T12:22:30.970" v="921" actId="26606"/>
          <ac:spMkLst>
            <pc:docMk/>
            <pc:sldMk cId="3758835378" sldId="271"/>
            <ac:spMk id="2" creationId="{070FA2D8-0262-A811-858D-1DB474094B67}"/>
          </ac:spMkLst>
        </pc:spChg>
        <pc:spChg chg="mod">
          <ac:chgData name="José Alejandro Lorenty Herrera" userId="6b68ea8e0a56b4d4" providerId="LiveId" clId="{75F7D285-8B23-453A-AFC6-2BA729B1485A}" dt="2025-05-23T12:25:53.116" v="967" actId="113"/>
          <ac:spMkLst>
            <pc:docMk/>
            <pc:sldMk cId="3758835378" sldId="271"/>
            <ac:spMk id="3" creationId="{7379920C-76C9-6AC0-A586-0EB34D3858FD}"/>
          </ac:spMkLst>
        </pc:spChg>
        <pc:spChg chg="add">
          <ac:chgData name="José Alejandro Lorenty Herrera" userId="6b68ea8e0a56b4d4" providerId="LiveId" clId="{75F7D285-8B23-453A-AFC6-2BA729B1485A}" dt="2025-05-23T12:23:46.744" v="944" actId="26606"/>
          <ac:spMkLst>
            <pc:docMk/>
            <pc:sldMk cId="3758835378" sldId="271"/>
            <ac:spMk id="27" creationId="{24DFAAE7-061D-4086-99EC-872CB305082A}"/>
          </ac:spMkLst>
        </pc:spChg>
        <pc:spChg chg="add">
          <ac:chgData name="José Alejandro Lorenty Herrera" userId="6b68ea8e0a56b4d4" providerId="LiveId" clId="{75F7D285-8B23-453A-AFC6-2BA729B1485A}" dt="2025-05-23T12:23:46.744" v="944" actId="26606"/>
          <ac:spMkLst>
            <pc:docMk/>
            <pc:sldMk cId="3758835378" sldId="271"/>
            <ac:spMk id="29" creationId="{E7570099-A243-48DD-9EAE-36F4AC095B94}"/>
          </ac:spMkLst>
        </pc:spChg>
        <pc:spChg chg="add">
          <ac:chgData name="José Alejandro Lorenty Herrera" userId="6b68ea8e0a56b4d4" providerId="LiveId" clId="{75F7D285-8B23-453A-AFC6-2BA729B1485A}" dt="2025-05-23T12:23:46.744" v="944" actId="26606"/>
          <ac:spMkLst>
            <pc:docMk/>
            <pc:sldMk cId="3758835378" sldId="271"/>
            <ac:spMk id="41" creationId="{22A94CDB-5D63-4C75-9CB6-6C18CDF372F0}"/>
          </ac:spMkLst>
        </pc:spChg>
      </pc:sldChg>
      <pc:sldChg chg="addSp delSp add del setBg delDesignElem">
        <pc:chgData name="José Alejandro Lorenty Herrera" userId="6b68ea8e0a56b4d4" providerId="LiveId" clId="{75F7D285-8B23-453A-AFC6-2BA729B1485A}" dt="2025-05-23T12:23:16.412" v="935"/>
        <pc:sldMkLst>
          <pc:docMk/>
          <pc:sldMk cId="55653760" sldId="272"/>
        </pc:sldMkLst>
      </pc:sldChg>
      <pc:sldChg chg="addSp delSp modSp add mod modTransition setBg delDesignElem">
        <pc:chgData name="José Alejandro Lorenty Herrera" userId="6b68ea8e0a56b4d4" providerId="LiveId" clId="{75F7D285-8B23-453A-AFC6-2BA729B1485A}" dt="2025-05-23T12:57:43.793" v="2672"/>
        <pc:sldMkLst>
          <pc:docMk/>
          <pc:sldMk cId="2350886039" sldId="272"/>
        </pc:sldMkLst>
        <pc:spChg chg="mod">
          <ac:chgData name="José Alejandro Lorenty Herrera" userId="6b68ea8e0a56b4d4" providerId="LiveId" clId="{75F7D285-8B23-453A-AFC6-2BA729B1485A}" dt="2025-05-23T12:24:46.756" v="958" actId="255"/>
          <ac:spMkLst>
            <pc:docMk/>
            <pc:sldMk cId="2350886039" sldId="272"/>
            <ac:spMk id="3" creationId="{062CA73F-5F05-D52E-C503-3EFEDC6151BC}"/>
          </ac:spMkLst>
        </pc:spChg>
        <pc:spChg chg="add">
          <ac:chgData name="José Alejandro Lorenty Herrera" userId="6b68ea8e0a56b4d4" providerId="LiveId" clId="{75F7D285-8B23-453A-AFC6-2BA729B1485A}" dt="2025-05-23T12:23:42.711" v="943" actId="26606"/>
          <ac:spMkLst>
            <pc:docMk/>
            <pc:sldMk cId="2350886039" sldId="272"/>
            <ac:spMk id="5" creationId="{24DFAAE7-061D-4086-99EC-872CB305082A}"/>
          </ac:spMkLst>
        </pc:spChg>
        <pc:spChg chg="add">
          <ac:chgData name="José Alejandro Lorenty Herrera" userId="6b68ea8e0a56b4d4" providerId="LiveId" clId="{75F7D285-8B23-453A-AFC6-2BA729B1485A}" dt="2025-05-23T12:23:42.711" v="943" actId="26606"/>
          <ac:spMkLst>
            <pc:docMk/>
            <pc:sldMk cId="2350886039" sldId="272"/>
            <ac:spMk id="6" creationId="{E7570099-A243-48DD-9EAE-36F4AC095B94}"/>
          </ac:spMkLst>
        </pc:spChg>
        <pc:spChg chg="add">
          <ac:chgData name="José Alejandro Lorenty Herrera" userId="6b68ea8e0a56b4d4" providerId="LiveId" clId="{75F7D285-8B23-453A-AFC6-2BA729B1485A}" dt="2025-05-23T12:23:42.711" v="943" actId="26606"/>
          <ac:spMkLst>
            <pc:docMk/>
            <pc:sldMk cId="2350886039" sldId="272"/>
            <ac:spMk id="7" creationId="{45E4A74B-6514-424A-ADFA-C232FA6B9018}"/>
          </ac:spMkLst>
        </pc:spChg>
        <pc:spChg chg="add">
          <ac:chgData name="José Alejandro Lorenty Herrera" userId="6b68ea8e0a56b4d4" providerId="LiveId" clId="{75F7D285-8B23-453A-AFC6-2BA729B1485A}" dt="2025-05-23T12:23:42.711" v="943" actId="26606"/>
          <ac:spMkLst>
            <pc:docMk/>
            <pc:sldMk cId="2350886039" sldId="272"/>
            <ac:spMk id="9" creationId="{F61C5C86-C785-4B92-9F2D-133B8B8C24F5}"/>
          </ac:spMkLst>
        </pc:spChg>
        <pc:spChg chg="add">
          <ac:chgData name="José Alejandro Lorenty Herrera" userId="6b68ea8e0a56b4d4" providerId="LiveId" clId="{75F7D285-8B23-453A-AFC6-2BA729B1485A}" dt="2025-05-23T12:23:42.711" v="943" actId="26606"/>
          <ac:spMkLst>
            <pc:docMk/>
            <pc:sldMk cId="2350886039" sldId="272"/>
            <ac:spMk id="11" creationId="{954D0BF9-002C-4D3A-A222-C166094A5D1D}"/>
          </ac:spMkLst>
        </pc:spChg>
        <pc:spChg chg="add">
          <ac:chgData name="José Alejandro Lorenty Herrera" userId="6b68ea8e0a56b4d4" providerId="LiveId" clId="{75F7D285-8B23-453A-AFC6-2BA729B1485A}" dt="2025-05-23T12:23:42.711" v="943" actId="26606"/>
          <ac:spMkLst>
            <pc:docMk/>
            <pc:sldMk cId="2350886039" sldId="272"/>
            <ac:spMk id="13" creationId="{6080EB6E-D69F-43B1-91EC-75C303342580}"/>
          </ac:spMkLst>
        </pc:spChg>
        <pc:spChg chg="add">
          <ac:chgData name="José Alejandro Lorenty Herrera" userId="6b68ea8e0a56b4d4" providerId="LiveId" clId="{75F7D285-8B23-453A-AFC6-2BA729B1485A}" dt="2025-05-23T12:23:42.711" v="943" actId="26606"/>
          <ac:spMkLst>
            <pc:docMk/>
            <pc:sldMk cId="2350886039" sldId="272"/>
            <ac:spMk id="15" creationId="{21BA816A-EE68-4A96-BA05-73303B2F4FE7}"/>
          </ac:spMkLst>
        </pc:spChg>
        <pc:spChg chg="add">
          <ac:chgData name="José Alejandro Lorenty Herrera" userId="6b68ea8e0a56b4d4" providerId="LiveId" clId="{75F7D285-8B23-453A-AFC6-2BA729B1485A}" dt="2025-05-23T12:23:42.711" v="943" actId="26606"/>
          <ac:spMkLst>
            <pc:docMk/>
            <pc:sldMk cId="2350886039" sldId="272"/>
            <ac:spMk id="17" creationId="{22A94CDB-5D63-4C75-9CB6-6C18CDF372F0}"/>
          </ac:spMkLst>
        </pc:spChg>
      </pc:sldChg>
      <pc:sldChg chg="addSp delSp modSp add mod modTransition setBg delDesignElem">
        <pc:chgData name="José Alejandro Lorenty Herrera" userId="6b68ea8e0a56b4d4" providerId="LiveId" clId="{75F7D285-8B23-453A-AFC6-2BA729B1485A}" dt="2025-05-23T12:59:48.604" v="2679"/>
        <pc:sldMkLst>
          <pc:docMk/>
          <pc:sldMk cId="1665680874" sldId="273"/>
        </pc:sldMkLst>
      </pc:sldChg>
      <pc:sldChg chg="addSp delSp add del setBg delDesignElem">
        <pc:chgData name="José Alejandro Lorenty Herrera" userId="6b68ea8e0a56b4d4" providerId="LiveId" clId="{75F7D285-8B23-453A-AFC6-2BA729B1485A}" dt="2025-05-23T12:23:15.882" v="934"/>
        <pc:sldMkLst>
          <pc:docMk/>
          <pc:sldMk cId="3834205712" sldId="273"/>
        </pc:sldMkLst>
      </pc:sldChg>
      <pc:sldChg chg="addSp delSp modSp new mod">
        <pc:chgData name="José Alejandro Lorenty Herrera" userId="6b68ea8e0a56b4d4" providerId="LiveId" clId="{75F7D285-8B23-453A-AFC6-2BA729B1485A}" dt="2025-05-23T13:10:26.863" v="2920" actId="313"/>
        <pc:sldMkLst>
          <pc:docMk/>
          <pc:sldMk cId="3704742878" sldId="274"/>
        </pc:sldMkLst>
      </pc:sldChg>
      <pc:sldChg chg="add del">
        <pc:chgData name="José Alejandro Lorenty Herrera" userId="6b68ea8e0a56b4d4" providerId="LiveId" clId="{75F7D285-8B23-453A-AFC6-2BA729B1485A}" dt="2025-05-23T12:27:13.981" v="1004" actId="47"/>
        <pc:sldMkLst>
          <pc:docMk/>
          <pc:sldMk cId="895449978" sldId="275"/>
        </pc:sldMkLst>
      </pc:sldChg>
      <pc:sldChg chg="addSp delSp modSp new mod modTransition">
        <pc:chgData name="José Alejandro Lorenty Herrera" userId="6b68ea8e0a56b4d4" providerId="LiveId" clId="{75F7D285-8B23-453A-AFC6-2BA729B1485A}" dt="2025-05-23T12:59:59.781" v="2683"/>
        <pc:sldMkLst>
          <pc:docMk/>
          <pc:sldMk cId="3076361770" sldId="275"/>
        </pc:sldMkLst>
      </pc:sldChg>
      <pc:sldChg chg="addSp delSp modSp new mod modTransition">
        <pc:chgData name="José Alejandro Lorenty Herrera" userId="6b68ea8e0a56b4d4" providerId="LiveId" clId="{75F7D285-8B23-453A-AFC6-2BA729B1485A}" dt="2025-05-23T12:59:27.169" v="2677"/>
        <pc:sldMkLst>
          <pc:docMk/>
          <pc:sldMk cId="1118840385" sldId="276"/>
        </pc:sldMkLst>
      </pc:sldChg>
      <pc:sldChg chg="new del">
        <pc:chgData name="José Alejandro Lorenty Herrera" userId="6b68ea8e0a56b4d4" providerId="LiveId" clId="{75F7D285-8B23-453A-AFC6-2BA729B1485A}" dt="2025-05-23T12:29:14.380" v="1027" actId="47"/>
        <pc:sldMkLst>
          <pc:docMk/>
          <pc:sldMk cId="117774852" sldId="277"/>
        </pc:sldMkLst>
      </pc:sldChg>
      <pc:sldChg chg="addSp delSp modSp new mod">
        <pc:chgData name="José Alejandro Lorenty Herrera" userId="6b68ea8e0a56b4d4" providerId="LiveId" clId="{75F7D285-8B23-453A-AFC6-2BA729B1485A}" dt="2025-05-23T13:11:11.299" v="2929" actId="790"/>
        <pc:sldMkLst>
          <pc:docMk/>
          <pc:sldMk cId="430156373" sldId="278"/>
        </pc:sldMkLst>
        <pc:spChg chg="mod">
          <ac:chgData name="José Alejandro Lorenty Herrera" userId="6b68ea8e0a56b4d4" providerId="LiveId" clId="{75F7D285-8B23-453A-AFC6-2BA729B1485A}" dt="2025-05-23T12:29:20.798" v="1030" actId="20577"/>
          <ac:spMkLst>
            <pc:docMk/>
            <pc:sldMk cId="430156373" sldId="278"/>
            <ac:spMk id="2" creationId="{86AD9C4C-9A6D-0563-2ECB-205B8916AA89}"/>
          </ac:spMkLst>
        </pc:spChg>
      </pc:sldChg>
      <pc:sldChg chg="new del">
        <pc:chgData name="José Alejandro Lorenty Herrera" userId="6b68ea8e0a56b4d4" providerId="LiveId" clId="{75F7D285-8B23-453A-AFC6-2BA729B1485A}" dt="2025-05-23T12:29:09.575" v="1025" actId="680"/>
        <pc:sldMkLst>
          <pc:docMk/>
          <pc:sldMk cId="1968821019" sldId="278"/>
        </pc:sldMkLst>
      </pc:sldChg>
      <pc:sldChg chg="addSp delSp modSp new mod setBg modClrScheme chgLayout">
        <pc:chgData name="José Alejandro Lorenty Herrera" userId="6b68ea8e0a56b4d4" providerId="LiveId" clId="{75F7D285-8B23-453A-AFC6-2BA729B1485A}" dt="2025-05-23T12:32:24.602" v="1075" actId="26606"/>
        <pc:sldMkLst>
          <pc:docMk/>
          <pc:sldMk cId="3775530301" sldId="279"/>
        </pc:sldMkLst>
        <pc:spChg chg="add mod">
          <ac:chgData name="José Alejandro Lorenty Herrera" userId="6b68ea8e0a56b4d4" providerId="LiveId" clId="{75F7D285-8B23-453A-AFC6-2BA729B1485A}" dt="2025-05-23T12:32:24.602" v="1075" actId="26606"/>
          <ac:spMkLst>
            <pc:docMk/>
            <pc:sldMk cId="3775530301" sldId="279"/>
            <ac:spMk id="2" creationId="{5D525AD2-AB70-952A-CBA2-67D26616DDCD}"/>
          </ac:spMkLst>
        </pc:spChg>
        <pc:spChg chg="add">
          <ac:chgData name="José Alejandro Lorenty Herrera" userId="6b68ea8e0a56b4d4" providerId="LiveId" clId="{75F7D285-8B23-453A-AFC6-2BA729B1485A}" dt="2025-05-23T12:32:24.602" v="1075" actId="26606"/>
          <ac:spMkLst>
            <pc:docMk/>
            <pc:sldMk cId="3775530301" sldId="279"/>
            <ac:spMk id="9" creationId="{94C52C56-BEF2-4E22-8C8E-A7AC96B03A72}"/>
          </ac:spMkLst>
        </pc:spChg>
        <pc:spChg chg="add">
          <ac:chgData name="José Alejandro Lorenty Herrera" userId="6b68ea8e0a56b4d4" providerId="LiveId" clId="{75F7D285-8B23-453A-AFC6-2BA729B1485A}" dt="2025-05-23T12:32:24.602" v="1075" actId="26606"/>
          <ac:spMkLst>
            <pc:docMk/>
            <pc:sldMk cId="3775530301" sldId="279"/>
            <ac:spMk id="11" creationId="{42285737-90EE-47DC-AC80-8AE156B11969}"/>
          </ac:spMkLst>
        </pc:spChg>
        <pc:grpChg chg="add">
          <ac:chgData name="José Alejandro Lorenty Herrera" userId="6b68ea8e0a56b4d4" providerId="LiveId" clId="{75F7D285-8B23-453A-AFC6-2BA729B1485A}" dt="2025-05-23T12:32:24.602" v="1075" actId="26606"/>
          <ac:grpSpMkLst>
            <pc:docMk/>
            <pc:sldMk cId="3775530301" sldId="279"/>
            <ac:grpSpMk id="13" creationId="{B57BDC17-F1B3-455F-BBF1-680AA1F25C06}"/>
          </ac:grpSpMkLst>
        </pc:grpChg>
        <pc:graphicFrameChg chg="add">
          <ac:chgData name="José Alejandro Lorenty Herrera" userId="6b68ea8e0a56b4d4" providerId="LiveId" clId="{75F7D285-8B23-453A-AFC6-2BA729B1485A}" dt="2025-05-23T12:32:24.602" v="1075" actId="26606"/>
          <ac:graphicFrameMkLst>
            <pc:docMk/>
            <pc:sldMk cId="3775530301" sldId="279"/>
            <ac:graphicFrameMk id="5" creationId="{95AEEF6B-008C-49C0-DB75-C00443894168}"/>
          </ac:graphicFrameMkLst>
        </pc:graphicFrameChg>
      </pc:sldChg>
      <pc:sldChg chg="addSp delSp modSp add mod setBg delDesignElem">
        <pc:chgData name="José Alejandro Lorenty Herrera" userId="6b68ea8e0a56b4d4" providerId="LiveId" clId="{75F7D285-8B23-453A-AFC6-2BA729B1485A}" dt="2025-05-23T12:49:52.156" v="2551" actId="26606"/>
        <pc:sldMkLst>
          <pc:docMk/>
          <pc:sldMk cId="3467193803" sldId="280"/>
        </pc:sldMkLst>
      </pc:sldChg>
      <pc:sldChg chg="addSp delSp modSp add mod setBg setClrOvrMap delDesignElem">
        <pc:chgData name="José Alejandro Lorenty Herrera" userId="6b68ea8e0a56b4d4" providerId="LiveId" clId="{75F7D285-8B23-453A-AFC6-2BA729B1485A}" dt="2025-05-23T12:43:19.654" v="1769" actId="1076"/>
        <pc:sldMkLst>
          <pc:docMk/>
          <pc:sldMk cId="1267276018" sldId="281"/>
        </pc:sldMkLst>
      </pc:sldChg>
      <pc:sldChg chg="new del">
        <pc:chgData name="José Alejandro Lorenty Herrera" userId="6b68ea8e0a56b4d4" providerId="LiveId" clId="{75F7D285-8B23-453A-AFC6-2BA729B1485A}" dt="2025-05-23T12:39:00.240" v="1298" actId="47"/>
        <pc:sldMkLst>
          <pc:docMk/>
          <pc:sldMk cId="3527098284" sldId="281"/>
        </pc:sldMkLst>
      </pc:sldChg>
      <pc:sldChg chg="addSp delSp modSp add mod modTransition setBg setClrOvrMap delDesignElem">
        <pc:chgData name="José Alejandro Lorenty Herrera" userId="6b68ea8e0a56b4d4" providerId="LiveId" clId="{75F7D285-8B23-453A-AFC6-2BA729B1485A}" dt="2025-05-23T13:00:39.130" v="2684"/>
        <pc:sldMkLst>
          <pc:docMk/>
          <pc:sldMk cId="1117442949" sldId="282"/>
        </pc:sldMkLst>
      </pc:sldChg>
      <pc:sldChg chg="addSp delSp modSp add mod modTransition setBg setClrOvrMap delDesignElem">
        <pc:chgData name="José Alejandro Lorenty Herrera" userId="6b68ea8e0a56b4d4" providerId="LiveId" clId="{75F7D285-8B23-453A-AFC6-2BA729B1485A}" dt="2025-05-23T13:00:45.819" v="2685"/>
        <pc:sldMkLst>
          <pc:docMk/>
          <pc:sldMk cId="2074110106" sldId="283"/>
        </pc:sldMkLst>
      </pc:sldChg>
      <pc:sldChg chg="addSp delSp modSp add mod modTransition setBg setClrOvrMap delDesignElem">
        <pc:chgData name="José Alejandro Lorenty Herrera" userId="6b68ea8e0a56b4d4" providerId="LiveId" clId="{75F7D285-8B23-453A-AFC6-2BA729B1485A}" dt="2025-05-23T13:00:49.474" v="2686"/>
        <pc:sldMkLst>
          <pc:docMk/>
          <pc:sldMk cId="841594475" sldId="284"/>
        </pc:sldMkLst>
      </pc:sldChg>
      <pc:sldChg chg="addSp delSp add del setBg delDesignElem">
        <pc:chgData name="José Alejandro Lorenty Herrera" userId="6b68ea8e0a56b4d4" providerId="LiveId" clId="{75F7D285-8B23-453A-AFC6-2BA729B1485A}" dt="2025-05-23T12:43:52.233" v="1773"/>
        <pc:sldMkLst>
          <pc:docMk/>
          <pc:sldMk cId="1613641357" sldId="284"/>
        </pc:sldMkLst>
      </pc:sldChg>
      <pc:sldChg chg="addSp delSp add del setBg delDesignElem">
        <pc:chgData name="José Alejandro Lorenty Herrera" userId="6b68ea8e0a56b4d4" providerId="LiveId" clId="{75F7D285-8B23-453A-AFC6-2BA729B1485A}" dt="2025-05-23T12:43:53.503" v="1776"/>
        <pc:sldMkLst>
          <pc:docMk/>
          <pc:sldMk cId="2476061839" sldId="284"/>
        </pc:sldMkLst>
      </pc:sldChg>
      <pc:sldChg chg="addSp delSp modSp add mod modTransition setBg setClrOvrMap delDesignElem">
        <pc:chgData name="José Alejandro Lorenty Herrera" userId="6b68ea8e0a56b4d4" providerId="LiveId" clId="{75F7D285-8B23-453A-AFC6-2BA729B1485A}" dt="2025-05-23T13:02:53.299" v="2692"/>
        <pc:sldMkLst>
          <pc:docMk/>
          <pc:sldMk cId="3791011076" sldId="285"/>
        </pc:sldMkLst>
      </pc:sldChg>
      <pc:sldChg chg="new del">
        <pc:chgData name="José Alejandro Lorenty Herrera" userId="6b68ea8e0a56b4d4" providerId="LiveId" clId="{75F7D285-8B23-453A-AFC6-2BA729B1485A}" dt="2025-05-23T12:52:09.366" v="2553" actId="47"/>
        <pc:sldMkLst>
          <pc:docMk/>
          <pc:sldMk cId="2256075637" sldId="286"/>
        </pc:sldMkLst>
      </pc:sldChg>
      <pc:sldChg chg="addSp delSp modSp add mod ord setBg delDesignElem">
        <pc:chgData name="José Alejandro Lorenty Herrera" userId="6b68ea8e0a56b4d4" providerId="LiveId" clId="{75F7D285-8B23-453A-AFC6-2BA729B1485A}" dt="2025-05-23T12:53:05.990" v="2577"/>
        <pc:sldMkLst>
          <pc:docMk/>
          <pc:sldMk cId="3189855955" sldId="286"/>
        </pc:sldMkLst>
      </pc:sldChg>
      <pc:sldChg chg="addSp delSp modSp add mod modTransition setBg delDesignElem">
        <pc:chgData name="José Alejandro Lorenty Herrera" userId="6b68ea8e0a56b4d4" providerId="LiveId" clId="{75F7D285-8B23-453A-AFC6-2BA729B1485A}" dt="2025-05-23T13:03:30.974" v="2693"/>
        <pc:sldMkLst>
          <pc:docMk/>
          <pc:sldMk cId="1069595534" sldId="287"/>
        </pc:sldMkLst>
      </pc:sldChg>
      <pc:sldChg chg="new del">
        <pc:chgData name="José Alejandro Lorenty Herrera" userId="6b68ea8e0a56b4d4" providerId="LiveId" clId="{75F7D285-8B23-453A-AFC6-2BA729B1485A}" dt="2025-05-23T12:53:04.682" v="2575" actId="47"/>
        <pc:sldMkLst>
          <pc:docMk/>
          <pc:sldMk cId="1340756941" sldId="287"/>
        </pc:sldMkLst>
      </pc:sldChg>
      <pc:sldChg chg="new del">
        <pc:chgData name="José Alejandro Lorenty Herrera" userId="6b68ea8e0a56b4d4" providerId="LiveId" clId="{75F7D285-8B23-453A-AFC6-2BA729B1485A}" dt="2025-05-23T12:55:46.915" v="2645" actId="680"/>
        <pc:sldMkLst>
          <pc:docMk/>
          <pc:sldMk cId="338331016" sldId="288"/>
        </pc:sldMkLst>
      </pc:sldChg>
      <pc:sldChg chg="modSp add mod modTransition">
        <pc:chgData name="José Alejandro Lorenty Herrera" userId="6b68ea8e0a56b4d4" providerId="LiveId" clId="{75F7D285-8B23-453A-AFC6-2BA729B1485A}" dt="2025-05-23T13:10:35.925" v="2921" actId="2"/>
        <pc:sldMkLst>
          <pc:docMk/>
          <pc:sldMk cId="3076395884" sldId="288"/>
        </pc:sldMkLst>
      </pc:sldChg>
      <pc:sldChg chg="new del">
        <pc:chgData name="José Alejandro Lorenty Herrera" userId="6b68ea8e0a56b4d4" providerId="LiveId" clId="{75F7D285-8B23-453A-AFC6-2BA729B1485A}" dt="2025-05-23T13:04:25.391" v="2701" actId="47"/>
        <pc:sldMkLst>
          <pc:docMk/>
          <pc:sldMk cId="587247803" sldId="289"/>
        </pc:sldMkLst>
      </pc:sldChg>
      <pc:sldChg chg="addSp delSp modSp new mod setBg">
        <pc:chgData name="José Alejandro Lorenty Herrera" userId="6b68ea8e0a56b4d4" providerId="LiveId" clId="{75F7D285-8B23-453A-AFC6-2BA729B1485A}" dt="2025-05-23T13:08:45.154" v="2905" actId="26606"/>
        <pc:sldMkLst>
          <pc:docMk/>
          <pc:sldMk cId="1285352527" sldId="290"/>
        </pc:sldMkLst>
        <pc:spChg chg="mod">
          <ac:chgData name="José Alejandro Lorenty Herrera" userId="6b68ea8e0a56b4d4" providerId="LiveId" clId="{75F7D285-8B23-453A-AFC6-2BA729B1485A}" dt="2025-05-23T13:08:45.154" v="2905" actId="26606"/>
          <ac:spMkLst>
            <pc:docMk/>
            <pc:sldMk cId="1285352527" sldId="290"/>
            <ac:spMk id="2" creationId="{306536D9-58BE-FE9E-2A5A-1C614EEF9134}"/>
          </ac:spMkLst>
        </pc:spChg>
        <pc:spChg chg="add">
          <ac:chgData name="José Alejandro Lorenty Herrera" userId="6b68ea8e0a56b4d4" providerId="LiveId" clId="{75F7D285-8B23-453A-AFC6-2BA729B1485A}" dt="2025-05-23T13:08:45.154" v="2905" actId="26606"/>
          <ac:spMkLst>
            <pc:docMk/>
            <pc:sldMk cId="1285352527" sldId="290"/>
            <ac:spMk id="9" creationId="{94C52C56-BEF2-4E22-8C8E-A7AC96B03A72}"/>
          </ac:spMkLst>
        </pc:spChg>
        <pc:spChg chg="add">
          <ac:chgData name="José Alejandro Lorenty Herrera" userId="6b68ea8e0a56b4d4" providerId="LiveId" clId="{75F7D285-8B23-453A-AFC6-2BA729B1485A}" dt="2025-05-23T13:08:45.154" v="2905" actId="26606"/>
          <ac:spMkLst>
            <pc:docMk/>
            <pc:sldMk cId="1285352527" sldId="290"/>
            <ac:spMk id="11" creationId="{42285737-90EE-47DC-AC80-8AE156B11969}"/>
          </ac:spMkLst>
        </pc:spChg>
        <pc:grpChg chg="add">
          <ac:chgData name="José Alejandro Lorenty Herrera" userId="6b68ea8e0a56b4d4" providerId="LiveId" clId="{75F7D285-8B23-453A-AFC6-2BA729B1485A}" dt="2025-05-23T13:08:45.154" v="2905" actId="26606"/>
          <ac:grpSpMkLst>
            <pc:docMk/>
            <pc:sldMk cId="1285352527" sldId="290"/>
            <ac:grpSpMk id="13" creationId="{B57BDC17-F1B3-455F-BBF1-680AA1F25C06}"/>
          </ac:grpSpMkLst>
        </pc:grpChg>
        <pc:graphicFrameChg chg="add">
          <ac:chgData name="José Alejandro Lorenty Herrera" userId="6b68ea8e0a56b4d4" providerId="LiveId" clId="{75F7D285-8B23-453A-AFC6-2BA729B1485A}" dt="2025-05-23T13:08:45.154" v="2905" actId="26606"/>
          <ac:graphicFrameMkLst>
            <pc:docMk/>
            <pc:sldMk cId="1285352527" sldId="290"/>
            <ac:graphicFrameMk id="5" creationId="{A53FC35C-237C-AFF6-21EF-4265D50B7A87}"/>
          </ac:graphicFrameMkLst>
        </pc:graphicFrameChg>
      </pc:sldChg>
      <pc:sldMasterChg chg="modTransition modSldLayout">
        <pc:chgData name="José Alejandro Lorenty Herrera" userId="6b68ea8e0a56b4d4" providerId="LiveId" clId="{75F7D285-8B23-453A-AFC6-2BA729B1485A}" dt="2025-05-23T12:18:19.443" v="896"/>
        <pc:sldMasterMkLst>
          <pc:docMk/>
          <pc:sldMasterMk cId="2706273304" sldId="2147483660"/>
        </pc:sldMasterMkLst>
        <pc:sldLayoutChg chg="modTransition">
          <pc:chgData name="José Alejandro Lorenty Herrera" userId="6b68ea8e0a56b4d4" providerId="LiveId" clId="{75F7D285-8B23-453A-AFC6-2BA729B1485A}" dt="2025-05-23T12:18:19.443" v="896"/>
          <pc:sldLayoutMkLst>
            <pc:docMk/>
            <pc:sldMasterMk cId="2706273304" sldId="2147483660"/>
            <pc:sldLayoutMk cId="809880291" sldId="2147483661"/>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889038189" sldId="2147483662"/>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408011353" sldId="2147483663"/>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859280766" sldId="2147483664"/>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204058753" sldId="2147483665"/>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793019519" sldId="2147483666"/>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422293453" sldId="2147483667"/>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029848546" sldId="2147483668"/>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759477821" sldId="2147483669"/>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33006429" sldId="2147483670"/>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302429624" sldId="2147483671"/>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326827899" sldId="2147483672"/>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842289026" sldId="2147483673"/>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421422205" sldId="2147483674"/>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851072556" sldId="2147483675"/>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161939550" sldId="2147483676"/>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705543896" sldId="2147483677"/>
          </pc:sldLayoutMkLst>
        </pc:sldLayoutChg>
      </pc:sldMasterChg>
    </pc:docChg>
  </pc:docChgLst>
  <pc:docChgLst>
    <pc:chgData name="José Alejandro Lorenty Herrera" userId="6b68ea8e0a56b4d4" providerId="LiveId" clId="{7638AF5D-F751-4837-89CF-B67D20F91B20}"/>
    <pc:docChg chg="undo custSel addSld delSld modSld">
      <pc:chgData name="José Alejandro Lorenty Herrera" userId="6b68ea8e0a56b4d4" providerId="LiveId" clId="{7638AF5D-F751-4837-89CF-B67D20F91B20}" dt="2025-05-24T21:08:36.285" v="976"/>
      <pc:docMkLst>
        <pc:docMk/>
      </pc:docMkLst>
      <pc:sldChg chg="modSp mod">
        <pc:chgData name="José Alejandro Lorenty Herrera" userId="6b68ea8e0a56b4d4" providerId="LiveId" clId="{7638AF5D-F751-4837-89CF-B67D20F91B20}" dt="2025-05-23T19:34:36.984" v="0"/>
        <pc:sldMkLst>
          <pc:docMk/>
          <pc:sldMk cId="0" sldId="256"/>
        </pc:sldMkLst>
        <pc:spChg chg="mod">
          <ac:chgData name="José Alejandro Lorenty Herrera" userId="6b68ea8e0a56b4d4" providerId="LiveId" clId="{7638AF5D-F751-4837-89CF-B67D20F91B20}" dt="2025-05-23T19:34:36.984" v="0"/>
          <ac:spMkLst>
            <pc:docMk/>
            <pc:sldMk cId="0" sldId="256"/>
            <ac:spMk id="87" creationId="{00000000-0000-0000-0000-000000000000}"/>
          </ac:spMkLst>
        </pc:spChg>
      </pc:sldChg>
      <pc:sldChg chg="modSp mod">
        <pc:chgData name="José Alejandro Lorenty Herrera" userId="6b68ea8e0a56b4d4" providerId="LiveId" clId="{7638AF5D-F751-4837-89CF-B67D20F91B20}" dt="2025-05-23T19:36:41.169" v="17" actId="14100"/>
        <pc:sldMkLst>
          <pc:docMk/>
          <pc:sldMk cId="0" sldId="257"/>
        </pc:sldMkLst>
        <pc:spChg chg="mod">
          <ac:chgData name="José Alejandro Lorenty Herrera" userId="6b68ea8e0a56b4d4" providerId="LiveId" clId="{7638AF5D-F751-4837-89CF-B67D20F91B20}" dt="2025-05-23T19:36:25.288" v="12"/>
          <ac:spMkLst>
            <pc:docMk/>
            <pc:sldMk cId="0" sldId="257"/>
            <ac:spMk id="12" creationId="{AD570773-E209-EAC7-F15A-27758532A607}"/>
          </ac:spMkLst>
        </pc:spChg>
        <pc:spChg chg="mod">
          <ac:chgData name="José Alejandro Lorenty Herrera" userId="6b68ea8e0a56b4d4" providerId="LiveId" clId="{7638AF5D-F751-4837-89CF-B67D20F91B20}" dt="2025-05-23T19:36:16.478" v="10"/>
          <ac:spMkLst>
            <pc:docMk/>
            <pc:sldMk cId="0" sldId="257"/>
            <ac:spMk id="16" creationId="{2C72DFB1-FD3A-684B-4838-805A536F4C32}"/>
          </ac:spMkLst>
        </pc:spChg>
        <pc:spChg chg="mod">
          <ac:chgData name="José Alejandro Lorenty Herrera" userId="6b68ea8e0a56b4d4" providerId="LiveId" clId="{7638AF5D-F751-4837-89CF-B67D20F91B20}" dt="2025-05-23T19:36:03.708" v="8"/>
          <ac:spMkLst>
            <pc:docMk/>
            <pc:sldMk cId="0" sldId="257"/>
            <ac:spMk id="24" creationId="{4878B0EF-515C-9C2E-B8F1-D1ED40F111C7}"/>
          </ac:spMkLst>
        </pc:spChg>
        <pc:spChg chg="mod">
          <ac:chgData name="José Alejandro Lorenty Herrera" userId="6b68ea8e0a56b4d4" providerId="LiveId" clId="{7638AF5D-F751-4837-89CF-B67D20F91B20}" dt="2025-05-23T19:35:31.293" v="3"/>
          <ac:spMkLst>
            <pc:docMk/>
            <pc:sldMk cId="0" sldId="257"/>
            <ac:spMk id="28" creationId="{0620F0DA-4736-6652-90BC-299278A23299}"/>
          </ac:spMkLst>
        </pc:spChg>
        <pc:spChg chg="mod">
          <ac:chgData name="José Alejandro Lorenty Herrera" userId="6b68ea8e0a56b4d4" providerId="LiveId" clId="{7638AF5D-F751-4837-89CF-B67D20F91B20}" dt="2025-05-23T19:35:22.077" v="2"/>
          <ac:spMkLst>
            <pc:docMk/>
            <pc:sldMk cId="0" sldId="257"/>
            <ac:spMk id="32" creationId="{B33B15BC-F7F9-756D-C93E-081E1387882A}"/>
          </ac:spMkLst>
        </pc:spChg>
        <pc:spChg chg="mod">
          <ac:chgData name="José Alejandro Lorenty Herrera" userId="6b68ea8e0a56b4d4" providerId="LiveId" clId="{7638AF5D-F751-4837-89CF-B67D20F91B20}" dt="2025-05-23T19:36:37.539" v="16"/>
          <ac:spMkLst>
            <pc:docMk/>
            <pc:sldMk cId="0" sldId="257"/>
            <ac:spMk id="98" creationId="{00000000-0000-0000-0000-000000000000}"/>
          </ac:spMkLst>
        </pc:spChg>
        <pc:grpChg chg="mod">
          <ac:chgData name="José Alejandro Lorenty Herrera" userId="6b68ea8e0a56b4d4" providerId="LiveId" clId="{7638AF5D-F751-4837-89CF-B67D20F91B20}" dt="2025-05-23T19:36:27.748" v="13" actId="14100"/>
          <ac:grpSpMkLst>
            <pc:docMk/>
            <pc:sldMk cId="0" sldId="257"/>
            <ac:grpSpMk id="10" creationId="{6E8552C1-DDF1-4ABD-5F96-B60781CD6C68}"/>
          </ac:grpSpMkLst>
        </pc:grpChg>
        <pc:grpChg chg="mod">
          <ac:chgData name="José Alejandro Lorenty Herrera" userId="6b68ea8e0a56b4d4" providerId="LiveId" clId="{7638AF5D-F751-4837-89CF-B67D20F91B20}" dt="2025-05-23T19:36:20.170" v="11" actId="14100"/>
          <ac:grpSpMkLst>
            <pc:docMk/>
            <pc:sldMk cId="0" sldId="257"/>
            <ac:grpSpMk id="14" creationId="{C5AA762B-A004-5E25-1690-EEB520FCCFA6}"/>
          </ac:grpSpMkLst>
        </pc:grpChg>
        <pc:grpChg chg="mod">
          <ac:chgData name="José Alejandro Lorenty Herrera" userId="6b68ea8e0a56b4d4" providerId="LiveId" clId="{7638AF5D-F751-4837-89CF-B67D20F91B20}" dt="2025-05-23T19:36:08.028" v="9" actId="14100"/>
          <ac:grpSpMkLst>
            <pc:docMk/>
            <pc:sldMk cId="0" sldId="257"/>
            <ac:grpSpMk id="22" creationId="{705C6ABC-AF47-4CB0-E688-D293EA0CDF2E}"/>
          </ac:grpSpMkLst>
        </pc:grpChg>
        <pc:grpChg chg="mod">
          <ac:chgData name="José Alejandro Lorenty Herrera" userId="6b68ea8e0a56b4d4" providerId="LiveId" clId="{7638AF5D-F751-4837-89CF-B67D20F91B20}" dt="2025-05-23T19:35:47.976" v="5" actId="14100"/>
          <ac:grpSpMkLst>
            <pc:docMk/>
            <pc:sldMk cId="0" sldId="257"/>
            <ac:grpSpMk id="26" creationId="{287C2518-078E-531A-BC03-5B1A4C947917}"/>
          </ac:grpSpMkLst>
        </pc:grpChg>
        <pc:grpChg chg="mod">
          <ac:chgData name="José Alejandro Lorenty Herrera" userId="6b68ea8e0a56b4d4" providerId="LiveId" clId="{7638AF5D-F751-4837-89CF-B67D20F91B20}" dt="2025-05-23T19:35:52.297" v="6" actId="14100"/>
          <ac:grpSpMkLst>
            <pc:docMk/>
            <pc:sldMk cId="0" sldId="257"/>
            <ac:grpSpMk id="30" creationId="{599D22DE-2845-716A-3137-CBA1C8F693CB}"/>
          </ac:grpSpMkLst>
        </pc:grpChg>
        <pc:grpChg chg="mod">
          <ac:chgData name="José Alejandro Lorenty Herrera" userId="6b68ea8e0a56b4d4" providerId="LiveId" clId="{7638AF5D-F751-4837-89CF-B67D20F91B20}" dt="2025-05-23T19:36:41.169" v="17" actId="14100"/>
          <ac:grpSpMkLst>
            <pc:docMk/>
            <pc:sldMk cId="0" sldId="257"/>
            <ac:grpSpMk id="96" creationId="{00000000-0000-0000-0000-000000000000}"/>
          </ac:grpSpMkLst>
        </pc:grpChg>
      </pc:sldChg>
      <pc:sldChg chg="modSp mod">
        <pc:chgData name="José Alejandro Lorenty Herrera" userId="6b68ea8e0a56b4d4" providerId="LiveId" clId="{7638AF5D-F751-4837-89CF-B67D20F91B20}" dt="2025-05-23T19:47:16.287" v="24" actId="113"/>
        <pc:sldMkLst>
          <pc:docMk/>
          <pc:sldMk cId="3758835378" sldId="271"/>
        </pc:sldMkLst>
        <pc:spChg chg="mod">
          <ac:chgData name="José Alejandro Lorenty Herrera" userId="6b68ea8e0a56b4d4" providerId="LiveId" clId="{7638AF5D-F751-4837-89CF-B67D20F91B20}" dt="2025-05-23T19:37:13.622" v="18"/>
          <ac:spMkLst>
            <pc:docMk/>
            <pc:sldMk cId="3758835378" sldId="271"/>
            <ac:spMk id="2" creationId="{070FA2D8-0262-A811-858D-1DB474094B67}"/>
          </ac:spMkLst>
        </pc:spChg>
        <pc:spChg chg="mod">
          <ac:chgData name="José Alejandro Lorenty Herrera" userId="6b68ea8e0a56b4d4" providerId="LiveId" clId="{7638AF5D-F751-4837-89CF-B67D20F91B20}" dt="2025-05-23T19:47:16.287" v="24" actId="113"/>
          <ac:spMkLst>
            <pc:docMk/>
            <pc:sldMk cId="3758835378" sldId="271"/>
            <ac:spMk id="3" creationId="{7379920C-76C9-6AC0-A586-0EB34D3858FD}"/>
          </ac:spMkLst>
        </pc:spChg>
      </pc:sldChg>
      <pc:sldChg chg="modSp mod">
        <pc:chgData name="José Alejandro Lorenty Herrera" userId="6b68ea8e0a56b4d4" providerId="LiveId" clId="{7638AF5D-F751-4837-89CF-B67D20F91B20}" dt="2025-05-23T19:47:46.379" v="27" actId="113"/>
        <pc:sldMkLst>
          <pc:docMk/>
          <pc:sldMk cId="2350886039" sldId="272"/>
        </pc:sldMkLst>
        <pc:spChg chg="mod">
          <ac:chgData name="José Alejandro Lorenty Herrera" userId="6b68ea8e0a56b4d4" providerId="LiveId" clId="{7638AF5D-F751-4837-89CF-B67D20F91B20}" dt="2025-05-23T19:47:23.261" v="25"/>
          <ac:spMkLst>
            <pc:docMk/>
            <pc:sldMk cId="2350886039" sldId="272"/>
            <ac:spMk id="2" creationId="{8826A7A6-7F7B-0167-EC3D-BB1CD1362828}"/>
          </ac:spMkLst>
        </pc:spChg>
        <pc:spChg chg="mod">
          <ac:chgData name="José Alejandro Lorenty Herrera" userId="6b68ea8e0a56b4d4" providerId="LiveId" clId="{7638AF5D-F751-4837-89CF-B67D20F91B20}" dt="2025-05-23T19:47:46.379" v="27" actId="113"/>
          <ac:spMkLst>
            <pc:docMk/>
            <pc:sldMk cId="2350886039" sldId="272"/>
            <ac:spMk id="3" creationId="{062CA73F-5F05-D52E-C503-3EFEDC6151BC}"/>
          </ac:spMkLst>
        </pc:spChg>
      </pc:sldChg>
      <pc:sldChg chg="del">
        <pc:chgData name="José Alejandro Lorenty Herrera" userId="6b68ea8e0a56b4d4" providerId="LiveId" clId="{7638AF5D-F751-4837-89CF-B67D20F91B20}" dt="2025-05-23T19:48:22.404" v="28" actId="47"/>
        <pc:sldMkLst>
          <pc:docMk/>
          <pc:sldMk cId="1665680874" sldId="273"/>
        </pc:sldMkLst>
      </pc:sldChg>
      <pc:sldChg chg="del">
        <pc:chgData name="José Alejandro Lorenty Herrera" userId="6b68ea8e0a56b4d4" providerId="LiveId" clId="{7638AF5D-F751-4837-89CF-B67D20F91B20}" dt="2025-05-23T20:04:24.319" v="276" actId="47"/>
        <pc:sldMkLst>
          <pc:docMk/>
          <pc:sldMk cId="3704742878" sldId="274"/>
        </pc:sldMkLst>
      </pc:sldChg>
      <pc:sldChg chg="del">
        <pc:chgData name="José Alejandro Lorenty Herrera" userId="6b68ea8e0a56b4d4" providerId="LiveId" clId="{7638AF5D-F751-4837-89CF-B67D20F91B20}" dt="2025-05-23T20:04:25.031" v="277" actId="47"/>
        <pc:sldMkLst>
          <pc:docMk/>
          <pc:sldMk cId="3076361770" sldId="275"/>
        </pc:sldMkLst>
      </pc:sldChg>
      <pc:sldChg chg="del">
        <pc:chgData name="José Alejandro Lorenty Herrera" userId="6b68ea8e0a56b4d4" providerId="LiveId" clId="{7638AF5D-F751-4837-89CF-B67D20F91B20}" dt="2025-05-23T20:04:25.681" v="278" actId="47"/>
        <pc:sldMkLst>
          <pc:docMk/>
          <pc:sldMk cId="1118840385" sldId="276"/>
        </pc:sldMkLst>
      </pc:sldChg>
      <pc:sldChg chg="addSp delSp modSp mod setBg chgLayout">
        <pc:chgData name="José Alejandro Lorenty Herrera" userId="6b68ea8e0a56b4d4" providerId="LiveId" clId="{7638AF5D-F751-4837-89CF-B67D20F91B20}" dt="2025-05-24T21:06:30.898" v="972" actId="14100"/>
        <pc:sldMkLst>
          <pc:docMk/>
          <pc:sldMk cId="430156373" sldId="278"/>
        </pc:sldMkLst>
        <pc:spChg chg="mod ord">
          <ac:chgData name="José Alejandro Lorenty Herrera" userId="6b68ea8e0a56b4d4" providerId="LiveId" clId="{7638AF5D-F751-4837-89CF-B67D20F91B20}" dt="2025-05-24T21:06:16.552" v="968" actId="26606"/>
          <ac:spMkLst>
            <pc:docMk/>
            <pc:sldMk cId="430156373" sldId="278"/>
            <ac:spMk id="2" creationId="{86AD9C4C-9A6D-0563-2ECB-205B8916AA89}"/>
          </ac:spMkLst>
        </pc:spChg>
      </pc:sldChg>
      <pc:sldChg chg="modSp modTransition">
        <pc:chgData name="José Alejandro Lorenty Herrera" userId="6b68ea8e0a56b4d4" providerId="LiveId" clId="{7638AF5D-F751-4837-89CF-B67D20F91B20}" dt="2025-05-24T21:08:36.285" v="976"/>
        <pc:sldMkLst>
          <pc:docMk/>
          <pc:sldMk cId="3775530301" sldId="279"/>
        </pc:sldMkLst>
        <pc:graphicFrameChg chg="mod">
          <ac:chgData name="José Alejandro Lorenty Herrera" userId="6b68ea8e0a56b4d4" providerId="LiveId" clId="{7638AF5D-F751-4837-89CF-B67D20F91B20}" dt="2025-05-24T21:04:10.322" v="951"/>
          <ac:graphicFrameMkLst>
            <pc:docMk/>
            <pc:sldMk cId="3775530301" sldId="279"/>
            <ac:graphicFrameMk id="5" creationId="{95AEEF6B-008C-49C0-DB75-C00443894168}"/>
          </ac:graphicFrameMkLst>
        </pc:graphicFrameChg>
      </pc:sldChg>
      <pc:sldChg chg="del">
        <pc:chgData name="José Alejandro Lorenty Herrera" userId="6b68ea8e0a56b4d4" providerId="LiveId" clId="{7638AF5D-F751-4837-89CF-B67D20F91B20}" dt="2025-05-23T20:04:26.649" v="279" actId="47"/>
        <pc:sldMkLst>
          <pc:docMk/>
          <pc:sldMk cId="3467193803" sldId="280"/>
        </pc:sldMkLst>
      </pc:sldChg>
      <pc:sldChg chg="del">
        <pc:chgData name="José Alejandro Lorenty Herrera" userId="6b68ea8e0a56b4d4" providerId="LiveId" clId="{7638AF5D-F751-4837-89CF-B67D20F91B20}" dt="2025-05-23T20:04:19.796" v="271" actId="47"/>
        <pc:sldMkLst>
          <pc:docMk/>
          <pc:sldMk cId="1267276018" sldId="281"/>
        </pc:sldMkLst>
      </pc:sldChg>
      <pc:sldChg chg="del">
        <pc:chgData name="José Alejandro Lorenty Herrera" userId="6b68ea8e0a56b4d4" providerId="LiveId" clId="{7638AF5D-F751-4837-89CF-B67D20F91B20}" dt="2025-05-23T20:04:20.539" v="272" actId="47"/>
        <pc:sldMkLst>
          <pc:docMk/>
          <pc:sldMk cId="1117442949" sldId="282"/>
        </pc:sldMkLst>
      </pc:sldChg>
      <pc:sldChg chg="del">
        <pc:chgData name="José Alejandro Lorenty Herrera" userId="6b68ea8e0a56b4d4" providerId="LiveId" clId="{7638AF5D-F751-4837-89CF-B67D20F91B20}" dt="2025-05-23T20:04:21.301" v="273" actId="47"/>
        <pc:sldMkLst>
          <pc:docMk/>
          <pc:sldMk cId="2074110106" sldId="283"/>
        </pc:sldMkLst>
      </pc:sldChg>
      <pc:sldChg chg="del">
        <pc:chgData name="José Alejandro Lorenty Herrera" userId="6b68ea8e0a56b4d4" providerId="LiveId" clId="{7638AF5D-F751-4837-89CF-B67D20F91B20}" dt="2025-05-23T20:04:22.140" v="274" actId="47"/>
        <pc:sldMkLst>
          <pc:docMk/>
          <pc:sldMk cId="841594475" sldId="284"/>
        </pc:sldMkLst>
      </pc:sldChg>
      <pc:sldChg chg="del">
        <pc:chgData name="José Alejandro Lorenty Herrera" userId="6b68ea8e0a56b4d4" providerId="LiveId" clId="{7638AF5D-F751-4837-89CF-B67D20F91B20}" dt="2025-05-23T20:04:22.936" v="275" actId="47"/>
        <pc:sldMkLst>
          <pc:docMk/>
          <pc:sldMk cId="3791011076" sldId="285"/>
        </pc:sldMkLst>
      </pc:sldChg>
      <pc:sldChg chg="del">
        <pc:chgData name="José Alejandro Lorenty Herrera" userId="6b68ea8e0a56b4d4" providerId="LiveId" clId="{7638AF5D-F751-4837-89CF-B67D20F91B20}" dt="2025-05-23T20:04:27.595" v="280" actId="47"/>
        <pc:sldMkLst>
          <pc:docMk/>
          <pc:sldMk cId="3189855955" sldId="286"/>
        </pc:sldMkLst>
      </pc:sldChg>
      <pc:sldChg chg="del">
        <pc:chgData name="José Alejandro Lorenty Herrera" userId="6b68ea8e0a56b4d4" providerId="LiveId" clId="{7638AF5D-F751-4837-89CF-B67D20F91B20}" dt="2025-05-23T20:04:28.322" v="281" actId="47"/>
        <pc:sldMkLst>
          <pc:docMk/>
          <pc:sldMk cId="1069595534" sldId="287"/>
        </pc:sldMkLst>
      </pc:sldChg>
      <pc:sldChg chg="del">
        <pc:chgData name="José Alejandro Lorenty Herrera" userId="6b68ea8e0a56b4d4" providerId="LiveId" clId="{7638AF5D-F751-4837-89CF-B67D20F91B20}" dt="2025-05-23T20:04:29.092" v="282" actId="47"/>
        <pc:sldMkLst>
          <pc:docMk/>
          <pc:sldMk cId="3076395884" sldId="288"/>
        </pc:sldMkLst>
      </pc:sldChg>
      <pc:sldChg chg="modSp mod">
        <pc:chgData name="José Alejandro Lorenty Herrera" userId="6b68ea8e0a56b4d4" providerId="LiveId" clId="{7638AF5D-F751-4837-89CF-B67D20F91B20}" dt="2025-05-24T21:02:55.999" v="943" actId="14100"/>
        <pc:sldMkLst>
          <pc:docMk/>
          <pc:sldMk cId="1285352527" sldId="290"/>
        </pc:sldMkLst>
        <pc:graphicFrameChg chg="mod">
          <ac:chgData name="José Alejandro Lorenty Herrera" userId="6b68ea8e0a56b4d4" providerId="LiveId" clId="{7638AF5D-F751-4837-89CF-B67D20F91B20}" dt="2025-05-24T21:02:55.999" v="943" actId="14100"/>
          <ac:graphicFrameMkLst>
            <pc:docMk/>
            <pc:sldMk cId="1285352527" sldId="290"/>
            <ac:graphicFrameMk id="5" creationId="{A53FC35C-237C-AFF6-21EF-4265D50B7A87}"/>
          </ac:graphicFrameMkLst>
        </pc:graphicFrameChg>
      </pc:sldChg>
      <pc:sldChg chg="addSp delSp modSp add mod modTransition setBg">
        <pc:chgData name="José Alejandro Lorenty Herrera" userId="6b68ea8e0a56b4d4" providerId="LiveId" clId="{7638AF5D-F751-4837-89CF-B67D20F91B20}" dt="2025-05-23T19:56:12.366" v="238"/>
        <pc:sldMkLst>
          <pc:docMk/>
          <pc:sldMk cId="897256330" sldId="291"/>
        </pc:sldMkLst>
      </pc:sldChg>
      <pc:sldChg chg="addSp delSp modSp add mod modTransition">
        <pc:chgData name="José Alejandro Lorenty Herrera" userId="6b68ea8e0a56b4d4" providerId="LiveId" clId="{7638AF5D-F751-4837-89CF-B67D20F91B20}" dt="2025-05-23T19:58:05.557" v="249"/>
        <pc:sldMkLst>
          <pc:docMk/>
          <pc:sldMk cId="229504" sldId="292"/>
        </pc:sldMkLst>
      </pc:sldChg>
      <pc:sldChg chg="addSp delSp modSp add mod">
        <pc:chgData name="José Alejandro Lorenty Herrera" userId="6b68ea8e0a56b4d4" providerId="LiveId" clId="{7638AF5D-F751-4837-89CF-B67D20F91B20}" dt="2025-05-23T20:00:01.645" v="270" actId="1076"/>
        <pc:sldMkLst>
          <pc:docMk/>
          <pc:sldMk cId="492654128" sldId="293"/>
        </pc:sldMkLst>
      </pc:sldChg>
      <pc:sldChg chg="new del">
        <pc:chgData name="José Alejandro Lorenty Herrera" userId="6b68ea8e0a56b4d4" providerId="LiveId" clId="{7638AF5D-F751-4837-89CF-B67D20F91B20}" dt="2025-05-23T20:05:08.616" v="284" actId="680"/>
        <pc:sldMkLst>
          <pc:docMk/>
          <pc:sldMk cId="986967810" sldId="294"/>
        </pc:sldMkLst>
      </pc:sldChg>
      <pc:sldChg chg="delSp modSp add mod setBg delDesignElem">
        <pc:chgData name="José Alejandro Lorenty Herrera" userId="6b68ea8e0a56b4d4" providerId="LiveId" clId="{7638AF5D-F751-4837-89CF-B67D20F91B20}" dt="2025-05-24T20:04:44.544" v="672" actId="20577"/>
        <pc:sldMkLst>
          <pc:docMk/>
          <pc:sldMk cId="3854854051" sldId="294"/>
        </pc:sldMkLst>
      </pc:sldChg>
      <pc:sldChg chg="addSp delSp modSp new mod setBg">
        <pc:chgData name="José Alejandro Lorenty Herrera" userId="6b68ea8e0a56b4d4" providerId="LiveId" clId="{7638AF5D-F751-4837-89CF-B67D20F91B20}" dt="2025-05-24T20:06:02.059" v="767" actId="26606"/>
        <pc:sldMkLst>
          <pc:docMk/>
          <pc:sldMk cId="307748883" sldId="295"/>
        </pc:sldMkLst>
      </pc:sldChg>
      <pc:sldChg chg="modSp new mod">
        <pc:chgData name="José Alejandro Lorenty Herrera" userId="6b68ea8e0a56b4d4" providerId="LiveId" clId="{7638AF5D-F751-4837-89CF-B67D20F91B20}" dt="2025-05-24T20:20:20.881" v="909" actId="20577"/>
        <pc:sldMkLst>
          <pc:docMk/>
          <pc:sldMk cId="3695742359" sldId="296"/>
        </pc:sldMkLst>
      </pc:sldChg>
      <pc:sldChg chg="addSp delSp modSp add mod">
        <pc:chgData name="José Alejandro Lorenty Herrera" userId="6b68ea8e0a56b4d4" providerId="LiveId" clId="{7638AF5D-F751-4837-89CF-B67D20F91B20}" dt="2025-05-24T20:20:32.110" v="911"/>
        <pc:sldMkLst>
          <pc:docMk/>
          <pc:sldMk cId="326094866" sldId="297"/>
        </pc:sldMkLst>
      </pc:sldChg>
      <pc:sldChg chg="modSp add mod">
        <pc:chgData name="José Alejandro Lorenty Herrera" userId="6b68ea8e0a56b4d4" providerId="LiveId" clId="{7638AF5D-F751-4837-89CF-B67D20F91B20}" dt="2025-05-24T21:02:39.010" v="941" actId="20577"/>
        <pc:sldMkLst>
          <pc:docMk/>
          <pc:sldMk cId="1914963071" sldId="298"/>
        </pc:sldMkLst>
      </pc:sldChg>
      <pc:sldChg chg="addSp delSp modSp add mod modTransition setBg">
        <pc:chgData name="José Alejandro Lorenty Herrera" userId="6b68ea8e0a56b4d4" providerId="LiveId" clId="{7638AF5D-F751-4837-89CF-B67D20F91B20}" dt="2025-05-24T21:07:10.385" v="973"/>
        <pc:sldMkLst>
          <pc:docMk/>
          <pc:sldMk cId="499609419" sldId="299"/>
        </pc:sldMkLst>
      </pc:sldChg>
      <pc:sldChg chg="addSp delSp modSp add del mod">
        <pc:chgData name="José Alejandro Lorenty Herrera" userId="6b68ea8e0a56b4d4" providerId="LiveId" clId="{7638AF5D-F751-4837-89CF-B67D20F91B20}" dt="2025-05-24T20:14:18.823" v="877" actId="47"/>
        <pc:sldMkLst>
          <pc:docMk/>
          <pc:sldMk cId="664758207" sldId="300"/>
        </pc:sldMkLst>
      </pc:sldChg>
      <pc:sldChg chg="addSp modSp add mod modTransition">
        <pc:chgData name="José Alejandro Lorenty Herrera" userId="6b68ea8e0a56b4d4" providerId="LiveId" clId="{7638AF5D-F751-4837-89CF-B67D20F91B20}" dt="2025-05-24T21:07:20.866" v="974"/>
        <pc:sldMkLst>
          <pc:docMk/>
          <pc:sldMk cId="2138013092" sldId="300"/>
        </pc:sldMkLst>
      </pc:sldChg>
      <pc:sldChg chg="modSp add mod modTransition">
        <pc:chgData name="José Alejandro Lorenty Herrera" userId="6b68ea8e0a56b4d4" providerId="LiveId" clId="{7638AF5D-F751-4837-89CF-B67D20F91B20}" dt="2025-05-24T21:07:27.389" v="975"/>
        <pc:sldMkLst>
          <pc:docMk/>
          <pc:sldMk cId="2311178563" sldId="301"/>
        </pc:sldMkLst>
      </pc:sldChg>
      <pc:sldChg chg="addSp delSp modSp new mod setBg">
        <pc:chgData name="José Alejandro Lorenty Herrera" userId="6b68ea8e0a56b4d4" providerId="LiveId" clId="{7638AF5D-F751-4837-89CF-B67D20F91B20}" dt="2025-05-24T20:22:56.864" v="926" actId="26606"/>
        <pc:sldMkLst>
          <pc:docMk/>
          <pc:sldMk cId="4201728307" sldId="302"/>
        </pc:sldMkLst>
      </pc:sldChg>
      <pc:sldChg chg="addSp delSp modSp new mod setBg">
        <pc:chgData name="José Alejandro Lorenty Herrera" userId="6b68ea8e0a56b4d4" providerId="LiveId" clId="{7638AF5D-F751-4837-89CF-B67D20F91B20}" dt="2025-05-24T20:23:18.108" v="930" actId="26606"/>
        <pc:sldMkLst>
          <pc:docMk/>
          <pc:sldMk cId="1991582755" sldId="303"/>
        </pc:sldMkLst>
      </pc:sldChg>
      <pc:sldChg chg="addSp delSp modSp new mod setBg">
        <pc:chgData name="José Alejandro Lorenty Herrera" userId="6b68ea8e0a56b4d4" providerId="LiveId" clId="{7638AF5D-F751-4837-89CF-B67D20F91B20}" dt="2025-05-24T20:23:40.649" v="933" actId="26606"/>
        <pc:sldMkLst>
          <pc:docMk/>
          <pc:sldMk cId="871053208" sldId="304"/>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406C14-0977-4EE6-815B-6FD96D0C845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1B91C96-89CB-42EF-92A2-9B32C1C37841}">
      <dgm:prSet/>
      <dgm:spPr/>
      <dgm:t>
        <a:bodyPr/>
        <a:lstStyle/>
        <a:p>
          <a:r>
            <a:rPr lang="es-GT" dirty="0">
              <a:solidFill>
                <a:schemeClr val="tx1"/>
              </a:solidFill>
            </a:rPr>
            <a:t>El grado de integración de datos. Las herramientas ETL pueden conectarse a diversas fuentes y destinos de datos. Los equipos de datos deben optar por herramientas ETL que ofrezcan una amplia gama de integraciones. Por ejemplo, los equipos que deseen migrar datos de Hojas de Cálculo de Google a Amazon </a:t>
          </a:r>
          <a:r>
            <a:rPr lang="es-GT" dirty="0" err="1">
              <a:solidFill>
                <a:schemeClr val="tx1"/>
              </a:solidFill>
            </a:rPr>
            <a:t>Redshift</a:t>
          </a:r>
          <a:r>
            <a:rPr lang="es-GT" dirty="0">
              <a:solidFill>
                <a:schemeClr val="tx1"/>
              </a:solidFill>
            </a:rPr>
            <a:t> deben seleccionar herramientas ETL compatibles con dichos conectores.</a:t>
          </a:r>
          <a:endParaRPr lang="en-US" dirty="0">
            <a:solidFill>
              <a:schemeClr val="tx1"/>
            </a:solidFill>
          </a:endParaRPr>
        </a:p>
      </dgm:t>
    </dgm:pt>
    <dgm:pt modelId="{35F76724-1559-461C-A4FE-22EC46D7C148}" type="parTrans" cxnId="{DEF6D676-5EA3-44A6-8FE2-AE17F42F4B6E}">
      <dgm:prSet/>
      <dgm:spPr/>
      <dgm:t>
        <a:bodyPr/>
        <a:lstStyle/>
        <a:p>
          <a:endParaRPr lang="en-US"/>
        </a:p>
      </dgm:t>
    </dgm:pt>
    <dgm:pt modelId="{0D9F3DAA-C9D5-4DE2-B82D-62BD67BD7F38}" type="sibTrans" cxnId="{DEF6D676-5EA3-44A6-8FE2-AE17F42F4B6E}">
      <dgm:prSet/>
      <dgm:spPr/>
      <dgm:t>
        <a:bodyPr/>
        <a:lstStyle/>
        <a:p>
          <a:endParaRPr lang="en-US"/>
        </a:p>
      </dgm:t>
    </dgm:pt>
    <dgm:pt modelId="{A8FEDBD9-710E-4278-B793-E309DE87E1B6}">
      <dgm:prSet/>
      <dgm:spPr/>
      <dgm:t>
        <a:bodyPr/>
        <a:lstStyle/>
        <a:p>
          <a:r>
            <a:rPr lang="es-GT" dirty="0">
              <a:solidFill>
                <a:schemeClr val="tx1"/>
              </a:solidFill>
            </a:rPr>
            <a:t>Nivel de personalización. Las empresas deben elegir sus herramientas ETL en función de sus requisitos de personalización y la experiencia técnica de su equipo de TI. Una startup podría considerar suficientes los conectores y transformaciones integrados en la mayoría de las herramientas ETL; una gran empresa con recopilación de datos a medida probablemente necesitará la flexibilidad para crear transformaciones a medida con la ayuda de un sólido equipo de ingenieros.</a:t>
          </a:r>
          <a:endParaRPr lang="en-US" dirty="0">
            <a:solidFill>
              <a:schemeClr val="tx1"/>
            </a:solidFill>
          </a:endParaRPr>
        </a:p>
      </dgm:t>
    </dgm:pt>
    <dgm:pt modelId="{B3F2E9B4-B852-45E6-9BEE-4D0281D616FB}" type="parTrans" cxnId="{3940E4F3-254D-415E-8480-E8CC49897CBB}">
      <dgm:prSet/>
      <dgm:spPr/>
      <dgm:t>
        <a:bodyPr/>
        <a:lstStyle/>
        <a:p>
          <a:endParaRPr lang="en-US"/>
        </a:p>
      </dgm:t>
    </dgm:pt>
    <dgm:pt modelId="{23172F08-52A4-475C-A6FD-5564C1E52424}" type="sibTrans" cxnId="{3940E4F3-254D-415E-8480-E8CC49897CBB}">
      <dgm:prSet/>
      <dgm:spPr/>
      <dgm:t>
        <a:bodyPr/>
        <a:lstStyle/>
        <a:p>
          <a:endParaRPr lang="en-US"/>
        </a:p>
      </dgm:t>
    </dgm:pt>
    <dgm:pt modelId="{225C1390-152A-41A7-9B4D-172D15FC7D35}">
      <dgm:prSet/>
      <dgm:spPr/>
      <dgm:t>
        <a:bodyPr/>
        <a:lstStyle/>
        <a:p>
          <a:r>
            <a:rPr lang="es-GT" dirty="0">
              <a:solidFill>
                <a:schemeClr val="tx1"/>
              </a:solidFill>
            </a:rPr>
            <a:t>Estructura de costos. Al elegir una herramienta ETL, las organizaciones deben considerar no solo el costo de la herramienta en sí, sino también los costos de la infraestructura y los recursos humanos necesarios para mantener la solución a largo plazo. En algunos casos, una herramienta ETL con un costo inicial más alto, pero con menores tiempos de inactividad y requisitos de mantenimiento, puede ser más rentable a largo plazo. Por el contrario, existen herramientas ETL gratuitas y de código abierto que pueden tener altos costos de mantenimiento</a:t>
          </a:r>
          <a:r>
            <a:rPr lang="es-GT" dirty="0"/>
            <a:t>.</a:t>
          </a:r>
          <a:endParaRPr lang="en-US" dirty="0"/>
        </a:p>
      </dgm:t>
    </dgm:pt>
    <dgm:pt modelId="{CFD0604A-EF7F-4D55-A3EA-1EC83B1FC35F}" type="parTrans" cxnId="{F233B3CA-D2C4-4C2F-BF8C-FA88DD42DE66}">
      <dgm:prSet/>
      <dgm:spPr/>
      <dgm:t>
        <a:bodyPr/>
        <a:lstStyle/>
        <a:p>
          <a:endParaRPr lang="en-US"/>
        </a:p>
      </dgm:t>
    </dgm:pt>
    <dgm:pt modelId="{52256FDB-6BE0-4A0C-B4EA-9E180A2AF3EE}" type="sibTrans" cxnId="{F233B3CA-D2C4-4C2F-BF8C-FA88DD42DE66}">
      <dgm:prSet/>
      <dgm:spPr/>
      <dgm:t>
        <a:bodyPr/>
        <a:lstStyle/>
        <a:p>
          <a:endParaRPr lang="en-US"/>
        </a:p>
      </dgm:t>
    </dgm:pt>
    <dgm:pt modelId="{E780147A-F59D-49E3-87FF-71A22BF506F1}" type="pres">
      <dgm:prSet presAssocID="{68406C14-0977-4EE6-815B-6FD96D0C8451}" presName="linear" presStyleCnt="0">
        <dgm:presLayoutVars>
          <dgm:animLvl val="lvl"/>
          <dgm:resizeHandles val="exact"/>
        </dgm:presLayoutVars>
      </dgm:prSet>
      <dgm:spPr/>
    </dgm:pt>
    <dgm:pt modelId="{512A4942-39FC-4F5E-AB9A-92EFD455B930}" type="pres">
      <dgm:prSet presAssocID="{81B91C96-89CB-42EF-92A2-9B32C1C37841}" presName="parentText" presStyleLbl="node1" presStyleIdx="0" presStyleCnt="3">
        <dgm:presLayoutVars>
          <dgm:chMax val="0"/>
          <dgm:bulletEnabled val="1"/>
        </dgm:presLayoutVars>
      </dgm:prSet>
      <dgm:spPr/>
    </dgm:pt>
    <dgm:pt modelId="{6766DAB5-6492-4ED1-83A1-EE63F14560FF}" type="pres">
      <dgm:prSet presAssocID="{0D9F3DAA-C9D5-4DE2-B82D-62BD67BD7F38}" presName="spacer" presStyleCnt="0"/>
      <dgm:spPr/>
    </dgm:pt>
    <dgm:pt modelId="{6AA212DD-E9A3-4354-A788-364FA7559D0E}" type="pres">
      <dgm:prSet presAssocID="{A8FEDBD9-710E-4278-B793-E309DE87E1B6}" presName="parentText" presStyleLbl="node1" presStyleIdx="1" presStyleCnt="3">
        <dgm:presLayoutVars>
          <dgm:chMax val="0"/>
          <dgm:bulletEnabled val="1"/>
        </dgm:presLayoutVars>
      </dgm:prSet>
      <dgm:spPr/>
    </dgm:pt>
    <dgm:pt modelId="{0BBB9667-9A60-4312-B9BA-76E470B3D7EE}" type="pres">
      <dgm:prSet presAssocID="{23172F08-52A4-475C-A6FD-5564C1E52424}" presName="spacer" presStyleCnt="0"/>
      <dgm:spPr/>
    </dgm:pt>
    <dgm:pt modelId="{C0FB2398-43DD-4547-8A5C-2A9A92CC41CF}" type="pres">
      <dgm:prSet presAssocID="{225C1390-152A-41A7-9B4D-172D15FC7D35}" presName="parentText" presStyleLbl="node1" presStyleIdx="2" presStyleCnt="3">
        <dgm:presLayoutVars>
          <dgm:chMax val="0"/>
          <dgm:bulletEnabled val="1"/>
        </dgm:presLayoutVars>
      </dgm:prSet>
      <dgm:spPr/>
    </dgm:pt>
  </dgm:ptLst>
  <dgm:cxnLst>
    <dgm:cxn modelId="{0D834A26-BA1B-432B-B5DC-C3A87C11BACE}" type="presOf" srcId="{225C1390-152A-41A7-9B4D-172D15FC7D35}" destId="{C0FB2398-43DD-4547-8A5C-2A9A92CC41CF}" srcOrd="0" destOrd="0" presId="urn:microsoft.com/office/officeart/2005/8/layout/vList2"/>
    <dgm:cxn modelId="{6715A46A-0F9E-4E48-8DDB-50C8D4476A1A}" type="presOf" srcId="{81B91C96-89CB-42EF-92A2-9B32C1C37841}" destId="{512A4942-39FC-4F5E-AB9A-92EFD455B930}" srcOrd="0" destOrd="0" presId="urn:microsoft.com/office/officeart/2005/8/layout/vList2"/>
    <dgm:cxn modelId="{DEF6D676-5EA3-44A6-8FE2-AE17F42F4B6E}" srcId="{68406C14-0977-4EE6-815B-6FD96D0C8451}" destId="{81B91C96-89CB-42EF-92A2-9B32C1C37841}" srcOrd="0" destOrd="0" parTransId="{35F76724-1559-461C-A4FE-22EC46D7C148}" sibTransId="{0D9F3DAA-C9D5-4DE2-B82D-62BD67BD7F38}"/>
    <dgm:cxn modelId="{FFF4719C-6768-484E-B936-B57DFCB84480}" type="presOf" srcId="{68406C14-0977-4EE6-815B-6FD96D0C8451}" destId="{E780147A-F59D-49E3-87FF-71A22BF506F1}" srcOrd="0" destOrd="0" presId="urn:microsoft.com/office/officeart/2005/8/layout/vList2"/>
    <dgm:cxn modelId="{876A72C6-8B35-4009-8509-6109B84C1F01}" type="presOf" srcId="{A8FEDBD9-710E-4278-B793-E309DE87E1B6}" destId="{6AA212DD-E9A3-4354-A788-364FA7559D0E}" srcOrd="0" destOrd="0" presId="urn:microsoft.com/office/officeart/2005/8/layout/vList2"/>
    <dgm:cxn modelId="{F233B3CA-D2C4-4C2F-BF8C-FA88DD42DE66}" srcId="{68406C14-0977-4EE6-815B-6FD96D0C8451}" destId="{225C1390-152A-41A7-9B4D-172D15FC7D35}" srcOrd="2" destOrd="0" parTransId="{CFD0604A-EF7F-4D55-A3EA-1EC83B1FC35F}" sibTransId="{52256FDB-6BE0-4A0C-B4EA-9E180A2AF3EE}"/>
    <dgm:cxn modelId="{3940E4F3-254D-415E-8480-E8CC49897CBB}" srcId="{68406C14-0977-4EE6-815B-6FD96D0C8451}" destId="{A8FEDBD9-710E-4278-B793-E309DE87E1B6}" srcOrd="1" destOrd="0" parTransId="{B3F2E9B4-B852-45E6-9BEE-4D0281D616FB}" sibTransId="{23172F08-52A4-475C-A6FD-5564C1E52424}"/>
    <dgm:cxn modelId="{7A8497B2-61E1-4485-84EB-DDF9F6030529}" type="presParOf" srcId="{E780147A-F59D-49E3-87FF-71A22BF506F1}" destId="{512A4942-39FC-4F5E-AB9A-92EFD455B930}" srcOrd="0" destOrd="0" presId="urn:microsoft.com/office/officeart/2005/8/layout/vList2"/>
    <dgm:cxn modelId="{03B76304-C30F-4451-8D51-9B9569EF6AAC}" type="presParOf" srcId="{E780147A-F59D-49E3-87FF-71A22BF506F1}" destId="{6766DAB5-6492-4ED1-83A1-EE63F14560FF}" srcOrd="1" destOrd="0" presId="urn:microsoft.com/office/officeart/2005/8/layout/vList2"/>
    <dgm:cxn modelId="{DD0ECEFF-D765-41B8-859D-E0C05D7CE8BD}" type="presParOf" srcId="{E780147A-F59D-49E3-87FF-71A22BF506F1}" destId="{6AA212DD-E9A3-4354-A788-364FA7559D0E}" srcOrd="2" destOrd="0" presId="urn:microsoft.com/office/officeart/2005/8/layout/vList2"/>
    <dgm:cxn modelId="{32B21A00-2711-4CF0-8ED1-62566D1CB65F}" type="presParOf" srcId="{E780147A-F59D-49E3-87FF-71A22BF506F1}" destId="{0BBB9667-9A60-4312-B9BA-76E470B3D7EE}" srcOrd="3" destOrd="0" presId="urn:microsoft.com/office/officeart/2005/8/layout/vList2"/>
    <dgm:cxn modelId="{6567AD5E-878C-4914-B3A9-9FF3E4342476}" type="presParOf" srcId="{E780147A-F59D-49E3-87FF-71A22BF506F1}" destId="{C0FB2398-43DD-4547-8A5C-2A9A92CC41C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406C14-0977-4EE6-815B-6FD96D0C8451}"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81B91C96-89CB-42EF-92A2-9B32C1C37841}">
      <dgm:prSet/>
      <dgm:spPr/>
      <dgm:t>
        <a:bodyPr/>
        <a:lstStyle/>
        <a:p>
          <a:r>
            <a:rPr lang="es-GT" dirty="0"/>
            <a:t>El nivel de automatización proporcionado</a:t>
          </a:r>
          <a:endParaRPr lang="en-US" dirty="0"/>
        </a:p>
      </dgm:t>
    </dgm:pt>
    <dgm:pt modelId="{35F76724-1559-461C-A4FE-22EC46D7C148}" type="parTrans" cxnId="{DEF6D676-5EA3-44A6-8FE2-AE17F42F4B6E}">
      <dgm:prSet/>
      <dgm:spPr/>
      <dgm:t>
        <a:bodyPr/>
        <a:lstStyle/>
        <a:p>
          <a:endParaRPr lang="en-US"/>
        </a:p>
      </dgm:t>
    </dgm:pt>
    <dgm:pt modelId="{0D9F3DAA-C9D5-4DE2-B82D-62BD67BD7F38}" type="sibTrans" cxnId="{DEF6D676-5EA3-44A6-8FE2-AE17F42F4B6E}">
      <dgm:prSet/>
      <dgm:spPr/>
      <dgm:t>
        <a:bodyPr/>
        <a:lstStyle/>
        <a:p>
          <a:endParaRPr lang="en-US"/>
        </a:p>
      </dgm:t>
    </dgm:pt>
    <dgm:pt modelId="{A8FEDBD9-710E-4278-B793-E309DE87E1B6}">
      <dgm:prSet/>
      <dgm:spPr/>
      <dgm:t>
        <a:bodyPr/>
        <a:lstStyle/>
        <a:p>
          <a:r>
            <a:rPr lang="es-GT" dirty="0"/>
            <a:t>El nivel de seguridad y cumplimiento</a:t>
          </a:r>
          <a:endParaRPr lang="en-US" dirty="0"/>
        </a:p>
      </dgm:t>
    </dgm:pt>
    <dgm:pt modelId="{B3F2E9B4-B852-45E6-9BEE-4D0281D616FB}" type="parTrans" cxnId="{3940E4F3-254D-415E-8480-E8CC49897CBB}">
      <dgm:prSet/>
      <dgm:spPr/>
      <dgm:t>
        <a:bodyPr/>
        <a:lstStyle/>
        <a:p>
          <a:endParaRPr lang="en-US"/>
        </a:p>
      </dgm:t>
    </dgm:pt>
    <dgm:pt modelId="{23172F08-52A4-475C-A6FD-5564C1E52424}" type="sibTrans" cxnId="{3940E4F3-254D-415E-8480-E8CC49897CBB}">
      <dgm:prSet/>
      <dgm:spPr/>
      <dgm:t>
        <a:bodyPr/>
        <a:lstStyle/>
        <a:p>
          <a:endParaRPr lang="en-US"/>
        </a:p>
      </dgm:t>
    </dgm:pt>
    <dgm:pt modelId="{225C1390-152A-41A7-9B4D-172D15FC7D35}">
      <dgm:prSet/>
      <dgm:spPr/>
      <dgm:t>
        <a:bodyPr/>
        <a:lstStyle/>
        <a:p>
          <a:r>
            <a:rPr lang="es-GT"/>
            <a:t>El rendimiento y la fiabilidad de la herramienta.</a:t>
          </a:r>
          <a:endParaRPr lang="en-US"/>
        </a:p>
      </dgm:t>
    </dgm:pt>
    <dgm:pt modelId="{CFD0604A-EF7F-4D55-A3EA-1EC83B1FC35F}" type="parTrans" cxnId="{F233B3CA-D2C4-4C2F-BF8C-FA88DD42DE66}">
      <dgm:prSet/>
      <dgm:spPr/>
      <dgm:t>
        <a:bodyPr/>
        <a:lstStyle/>
        <a:p>
          <a:endParaRPr lang="en-US"/>
        </a:p>
      </dgm:t>
    </dgm:pt>
    <dgm:pt modelId="{52256FDB-6BE0-4A0C-B4EA-9E180A2AF3EE}" type="sibTrans" cxnId="{F233B3CA-D2C4-4C2F-BF8C-FA88DD42DE66}">
      <dgm:prSet/>
      <dgm:spPr/>
      <dgm:t>
        <a:bodyPr/>
        <a:lstStyle/>
        <a:p>
          <a:endParaRPr lang="en-US"/>
        </a:p>
      </dgm:t>
    </dgm:pt>
    <dgm:pt modelId="{4DD5CB93-CACA-4A47-B80F-4CD381ABE9C6}" type="pres">
      <dgm:prSet presAssocID="{68406C14-0977-4EE6-815B-6FD96D0C8451}" presName="root" presStyleCnt="0">
        <dgm:presLayoutVars>
          <dgm:dir/>
          <dgm:resizeHandles val="exact"/>
        </dgm:presLayoutVars>
      </dgm:prSet>
      <dgm:spPr/>
    </dgm:pt>
    <dgm:pt modelId="{12CE2D16-E892-4475-B156-3F53031544A3}" type="pres">
      <dgm:prSet presAssocID="{81B91C96-89CB-42EF-92A2-9B32C1C37841}" presName="compNode" presStyleCnt="0"/>
      <dgm:spPr/>
    </dgm:pt>
    <dgm:pt modelId="{59AB98FD-B57D-45ED-AC6E-DE866D650A14}" type="pres">
      <dgm:prSet presAssocID="{81B91C96-89CB-42EF-92A2-9B32C1C37841}" presName="bgRect" presStyleLbl="bgShp" presStyleIdx="0" presStyleCnt="3"/>
      <dgm:spPr/>
    </dgm:pt>
    <dgm:pt modelId="{4A7B2F0F-9131-4C7D-9676-F56057A8EFA7}" type="pres">
      <dgm:prSet presAssocID="{81B91C96-89CB-42EF-92A2-9B32C1C3784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B9FA2E97-6DDB-4472-8371-A77D3D9A7EA8}" type="pres">
      <dgm:prSet presAssocID="{81B91C96-89CB-42EF-92A2-9B32C1C37841}" presName="spaceRect" presStyleCnt="0"/>
      <dgm:spPr/>
    </dgm:pt>
    <dgm:pt modelId="{BA48B430-284B-400F-8FE4-0D54A5C9FA59}" type="pres">
      <dgm:prSet presAssocID="{81B91C96-89CB-42EF-92A2-9B32C1C37841}" presName="parTx" presStyleLbl="revTx" presStyleIdx="0" presStyleCnt="3">
        <dgm:presLayoutVars>
          <dgm:chMax val="0"/>
          <dgm:chPref val="0"/>
        </dgm:presLayoutVars>
      </dgm:prSet>
      <dgm:spPr/>
    </dgm:pt>
    <dgm:pt modelId="{50BF3320-7497-4770-A1A1-82F11D6A827E}" type="pres">
      <dgm:prSet presAssocID="{0D9F3DAA-C9D5-4DE2-B82D-62BD67BD7F38}" presName="sibTrans" presStyleCnt="0"/>
      <dgm:spPr/>
    </dgm:pt>
    <dgm:pt modelId="{622B5361-5DCD-4DF6-95BD-165182F334DE}" type="pres">
      <dgm:prSet presAssocID="{A8FEDBD9-710E-4278-B793-E309DE87E1B6}" presName="compNode" presStyleCnt="0"/>
      <dgm:spPr/>
    </dgm:pt>
    <dgm:pt modelId="{F402D57C-EEB1-4557-9CDE-30BF859AB026}" type="pres">
      <dgm:prSet presAssocID="{A8FEDBD9-710E-4278-B793-E309DE87E1B6}" presName="bgRect" presStyleLbl="bgShp" presStyleIdx="1" presStyleCnt="3"/>
      <dgm:spPr/>
    </dgm:pt>
    <dgm:pt modelId="{16D2C1B9-E412-467C-B375-12E118F7A53E}" type="pres">
      <dgm:prSet presAssocID="{A8FEDBD9-710E-4278-B793-E309DE87E1B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C058542C-5B2E-44DF-B503-5818DE46A3B7}" type="pres">
      <dgm:prSet presAssocID="{A8FEDBD9-710E-4278-B793-E309DE87E1B6}" presName="spaceRect" presStyleCnt="0"/>
      <dgm:spPr/>
    </dgm:pt>
    <dgm:pt modelId="{7FE5B8D4-868D-4824-8C8B-12E911ACBDA9}" type="pres">
      <dgm:prSet presAssocID="{A8FEDBD9-710E-4278-B793-E309DE87E1B6}" presName="parTx" presStyleLbl="revTx" presStyleIdx="1" presStyleCnt="3">
        <dgm:presLayoutVars>
          <dgm:chMax val="0"/>
          <dgm:chPref val="0"/>
        </dgm:presLayoutVars>
      </dgm:prSet>
      <dgm:spPr/>
    </dgm:pt>
    <dgm:pt modelId="{29F6F370-FB64-4D01-9A7E-5EF680ACB04A}" type="pres">
      <dgm:prSet presAssocID="{23172F08-52A4-475C-A6FD-5564C1E52424}" presName="sibTrans" presStyleCnt="0"/>
      <dgm:spPr/>
    </dgm:pt>
    <dgm:pt modelId="{4C993BF6-C840-4043-828E-8D60107B969C}" type="pres">
      <dgm:prSet presAssocID="{225C1390-152A-41A7-9B4D-172D15FC7D35}" presName="compNode" presStyleCnt="0"/>
      <dgm:spPr/>
    </dgm:pt>
    <dgm:pt modelId="{84A9A337-F5C8-4DDA-A75E-F87F537915A1}" type="pres">
      <dgm:prSet presAssocID="{225C1390-152A-41A7-9B4D-172D15FC7D35}" presName="bgRect" presStyleLbl="bgShp" presStyleIdx="2" presStyleCnt="3"/>
      <dgm:spPr/>
    </dgm:pt>
    <dgm:pt modelId="{DA43F894-1F92-4223-B8D1-68A513342B88}" type="pres">
      <dgm:prSet presAssocID="{225C1390-152A-41A7-9B4D-172D15FC7D3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85012AB0-448F-40FE-B5D0-90520BE5E902}" type="pres">
      <dgm:prSet presAssocID="{225C1390-152A-41A7-9B4D-172D15FC7D35}" presName="spaceRect" presStyleCnt="0"/>
      <dgm:spPr/>
    </dgm:pt>
    <dgm:pt modelId="{925172D9-A5F3-474D-B69D-B5387ED56086}" type="pres">
      <dgm:prSet presAssocID="{225C1390-152A-41A7-9B4D-172D15FC7D35}" presName="parTx" presStyleLbl="revTx" presStyleIdx="2" presStyleCnt="3">
        <dgm:presLayoutVars>
          <dgm:chMax val="0"/>
          <dgm:chPref val="0"/>
        </dgm:presLayoutVars>
      </dgm:prSet>
      <dgm:spPr/>
    </dgm:pt>
  </dgm:ptLst>
  <dgm:cxnLst>
    <dgm:cxn modelId="{3B1A5C5D-2461-4E52-8717-00409519A9D3}" type="presOf" srcId="{81B91C96-89CB-42EF-92A2-9B32C1C37841}" destId="{BA48B430-284B-400F-8FE4-0D54A5C9FA59}" srcOrd="0" destOrd="0" presId="urn:microsoft.com/office/officeart/2018/2/layout/IconVerticalSolidList"/>
    <dgm:cxn modelId="{6509A773-7049-4BFD-90FC-0BD55936673C}" type="presOf" srcId="{68406C14-0977-4EE6-815B-6FD96D0C8451}" destId="{4DD5CB93-CACA-4A47-B80F-4CD381ABE9C6}" srcOrd="0" destOrd="0" presId="urn:microsoft.com/office/officeart/2018/2/layout/IconVerticalSolidList"/>
    <dgm:cxn modelId="{DEF6D676-5EA3-44A6-8FE2-AE17F42F4B6E}" srcId="{68406C14-0977-4EE6-815B-6FD96D0C8451}" destId="{81B91C96-89CB-42EF-92A2-9B32C1C37841}" srcOrd="0" destOrd="0" parTransId="{35F76724-1559-461C-A4FE-22EC46D7C148}" sibTransId="{0D9F3DAA-C9D5-4DE2-B82D-62BD67BD7F38}"/>
    <dgm:cxn modelId="{F233B3CA-D2C4-4C2F-BF8C-FA88DD42DE66}" srcId="{68406C14-0977-4EE6-815B-6FD96D0C8451}" destId="{225C1390-152A-41A7-9B4D-172D15FC7D35}" srcOrd="2" destOrd="0" parTransId="{CFD0604A-EF7F-4D55-A3EA-1EC83B1FC35F}" sibTransId="{52256FDB-6BE0-4A0C-B4EA-9E180A2AF3EE}"/>
    <dgm:cxn modelId="{D8425CD2-8DB3-47F4-B4B1-7C98EB054F31}" type="presOf" srcId="{225C1390-152A-41A7-9B4D-172D15FC7D35}" destId="{925172D9-A5F3-474D-B69D-B5387ED56086}" srcOrd="0" destOrd="0" presId="urn:microsoft.com/office/officeart/2018/2/layout/IconVerticalSolidList"/>
    <dgm:cxn modelId="{162768E9-D732-4CAB-9D49-F6770EE50305}" type="presOf" srcId="{A8FEDBD9-710E-4278-B793-E309DE87E1B6}" destId="{7FE5B8D4-868D-4824-8C8B-12E911ACBDA9}" srcOrd="0" destOrd="0" presId="urn:microsoft.com/office/officeart/2018/2/layout/IconVerticalSolidList"/>
    <dgm:cxn modelId="{3940E4F3-254D-415E-8480-E8CC49897CBB}" srcId="{68406C14-0977-4EE6-815B-6FD96D0C8451}" destId="{A8FEDBD9-710E-4278-B793-E309DE87E1B6}" srcOrd="1" destOrd="0" parTransId="{B3F2E9B4-B852-45E6-9BEE-4D0281D616FB}" sibTransId="{23172F08-52A4-475C-A6FD-5564C1E52424}"/>
    <dgm:cxn modelId="{9D519E3B-560B-4279-A43A-F6EBF6189AB9}" type="presParOf" srcId="{4DD5CB93-CACA-4A47-B80F-4CD381ABE9C6}" destId="{12CE2D16-E892-4475-B156-3F53031544A3}" srcOrd="0" destOrd="0" presId="urn:microsoft.com/office/officeart/2018/2/layout/IconVerticalSolidList"/>
    <dgm:cxn modelId="{CCBB16D9-219C-4E2C-AB0C-FAE9487B252D}" type="presParOf" srcId="{12CE2D16-E892-4475-B156-3F53031544A3}" destId="{59AB98FD-B57D-45ED-AC6E-DE866D650A14}" srcOrd="0" destOrd="0" presId="urn:microsoft.com/office/officeart/2018/2/layout/IconVerticalSolidList"/>
    <dgm:cxn modelId="{74D71CED-37E3-446D-B1FE-E6068DB882A9}" type="presParOf" srcId="{12CE2D16-E892-4475-B156-3F53031544A3}" destId="{4A7B2F0F-9131-4C7D-9676-F56057A8EFA7}" srcOrd="1" destOrd="0" presId="urn:microsoft.com/office/officeart/2018/2/layout/IconVerticalSolidList"/>
    <dgm:cxn modelId="{30946584-79DB-4F5C-B51C-BF8F193634BF}" type="presParOf" srcId="{12CE2D16-E892-4475-B156-3F53031544A3}" destId="{B9FA2E97-6DDB-4472-8371-A77D3D9A7EA8}" srcOrd="2" destOrd="0" presId="urn:microsoft.com/office/officeart/2018/2/layout/IconVerticalSolidList"/>
    <dgm:cxn modelId="{082A12F4-8B81-4174-AF49-98210B889364}" type="presParOf" srcId="{12CE2D16-E892-4475-B156-3F53031544A3}" destId="{BA48B430-284B-400F-8FE4-0D54A5C9FA59}" srcOrd="3" destOrd="0" presId="urn:microsoft.com/office/officeart/2018/2/layout/IconVerticalSolidList"/>
    <dgm:cxn modelId="{02C59BA7-9DBA-4CF8-B119-71BFECE3D1A1}" type="presParOf" srcId="{4DD5CB93-CACA-4A47-B80F-4CD381ABE9C6}" destId="{50BF3320-7497-4770-A1A1-82F11D6A827E}" srcOrd="1" destOrd="0" presId="urn:microsoft.com/office/officeart/2018/2/layout/IconVerticalSolidList"/>
    <dgm:cxn modelId="{AAAE1D5B-D08C-469A-99B1-CE0B9153B4BE}" type="presParOf" srcId="{4DD5CB93-CACA-4A47-B80F-4CD381ABE9C6}" destId="{622B5361-5DCD-4DF6-95BD-165182F334DE}" srcOrd="2" destOrd="0" presId="urn:microsoft.com/office/officeart/2018/2/layout/IconVerticalSolidList"/>
    <dgm:cxn modelId="{824A08B0-4D2F-42FC-A105-E7D26B058F30}" type="presParOf" srcId="{622B5361-5DCD-4DF6-95BD-165182F334DE}" destId="{F402D57C-EEB1-4557-9CDE-30BF859AB026}" srcOrd="0" destOrd="0" presId="urn:microsoft.com/office/officeart/2018/2/layout/IconVerticalSolidList"/>
    <dgm:cxn modelId="{38D3A0BA-233A-49A2-9350-884E9ECFDBCF}" type="presParOf" srcId="{622B5361-5DCD-4DF6-95BD-165182F334DE}" destId="{16D2C1B9-E412-467C-B375-12E118F7A53E}" srcOrd="1" destOrd="0" presId="urn:microsoft.com/office/officeart/2018/2/layout/IconVerticalSolidList"/>
    <dgm:cxn modelId="{C5A0F8FE-5AA1-4C5C-938C-4455B681B636}" type="presParOf" srcId="{622B5361-5DCD-4DF6-95BD-165182F334DE}" destId="{C058542C-5B2E-44DF-B503-5818DE46A3B7}" srcOrd="2" destOrd="0" presId="urn:microsoft.com/office/officeart/2018/2/layout/IconVerticalSolidList"/>
    <dgm:cxn modelId="{28DC48D6-3276-4D18-8938-07BCF6C85E0C}" type="presParOf" srcId="{622B5361-5DCD-4DF6-95BD-165182F334DE}" destId="{7FE5B8D4-868D-4824-8C8B-12E911ACBDA9}" srcOrd="3" destOrd="0" presId="urn:microsoft.com/office/officeart/2018/2/layout/IconVerticalSolidList"/>
    <dgm:cxn modelId="{3DA3BC92-9D14-4D4E-9A7E-A2DEBAA58AFC}" type="presParOf" srcId="{4DD5CB93-CACA-4A47-B80F-4CD381ABE9C6}" destId="{29F6F370-FB64-4D01-9A7E-5EF680ACB04A}" srcOrd="3" destOrd="0" presId="urn:microsoft.com/office/officeart/2018/2/layout/IconVerticalSolidList"/>
    <dgm:cxn modelId="{01F63B1E-51E8-49FA-81E5-609B20C15596}" type="presParOf" srcId="{4DD5CB93-CACA-4A47-B80F-4CD381ABE9C6}" destId="{4C993BF6-C840-4043-828E-8D60107B969C}" srcOrd="4" destOrd="0" presId="urn:microsoft.com/office/officeart/2018/2/layout/IconVerticalSolidList"/>
    <dgm:cxn modelId="{8EF05DC1-2AE7-486C-8344-93356DEF3D68}" type="presParOf" srcId="{4C993BF6-C840-4043-828E-8D60107B969C}" destId="{84A9A337-F5C8-4DDA-A75E-F87F537915A1}" srcOrd="0" destOrd="0" presId="urn:microsoft.com/office/officeart/2018/2/layout/IconVerticalSolidList"/>
    <dgm:cxn modelId="{423C2A80-8992-4C15-8923-FB6CA3BFE755}" type="presParOf" srcId="{4C993BF6-C840-4043-828E-8D60107B969C}" destId="{DA43F894-1F92-4223-B8D1-68A513342B88}" srcOrd="1" destOrd="0" presId="urn:microsoft.com/office/officeart/2018/2/layout/IconVerticalSolidList"/>
    <dgm:cxn modelId="{65A6C5B9-14D8-4286-8387-14EA04A989B7}" type="presParOf" srcId="{4C993BF6-C840-4043-828E-8D60107B969C}" destId="{85012AB0-448F-40FE-B5D0-90520BE5E902}" srcOrd="2" destOrd="0" presId="urn:microsoft.com/office/officeart/2018/2/layout/IconVerticalSolidList"/>
    <dgm:cxn modelId="{B20AA2B2-D939-4F9E-8743-7E85D6E09F75}" type="presParOf" srcId="{4C993BF6-C840-4043-828E-8D60107B969C}" destId="{925172D9-A5F3-474D-B69D-B5387ED560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49CDC9-23EF-4A2C-8173-16C2A901972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A7102FA-CCE9-4715-A27C-B2AC779CB9AC}">
      <dgm:prSet/>
      <dgm:spPr/>
      <dgm:t>
        <a:bodyPr/>
        <a:lstStyle/>
        <a:p>
          <a:r>
            <a:rPr lang="es-GT" b="1" dirty="0">
              <a:latin typeface="Open Sans"/>
              <a:ea typeface="Open Sans"/>
              <a:cs typeface="Open Sans"/>
              <a:sym typeface="Open Sans"/>
            </a:rPr>
            <a:t>Extracción, transformación y carga</a:t>
          </a:r>
          <a:r>
            <a:rPr lang="es-GT" dirty="0">
              <a:latin typeface="Open Sans"/>
              <a:ea typeface="Open Sans"/>
              <a:cs typeface="Open Sans"/>
              <a:sym typeface="Open Sans"/>
            </a:rPr>
            <a:t> (ETL) es el proceso consistente en combinar datos de diferentes orígenes un gran </a:t>
          </a:r>
          <a:r>
            <a:rPr lang="es-GT" b="1" dirty="0">
              <a:latin typeface="Open Sans"/>
              <a:ea typeface="Open Sans"/>
              <a:cs typeface="Open Sans"/>
              <a:sym typeface="Open Sans"/>
            </a:rPr>
            <a:t>repositorio central llamado almacenamiento de datos</a:t>
          </a:r>
          <a:endParaRPr lang="en-US" dirty="0"/>
        </a:p>
      </dgm:t>
    </dgm:pt>
    <dgm:pt modelId="{1D8964A9-65F9-4CAA-9AA9-058F5402D3B5}" type="parTrans" cxnId="{76FDBABA-4D72-4675-B290-B93915C4F9B1}">
      <dgm:prSet/>
      <dgm:spPr/>
      <dgm:t>
        <a:bodyPr/>
        <a:lstStyle/>
        <a:p>
          <a:endParaRPr lang="en-US"/>
        </a:p>
      </dgm:t>
    </dgm:pt>
    <dgm:pt modelId="{F2F40B35-21FF-42FD-BAF9-6DE3090B0243}" type="sibTrans" cxnId="{76FDBABA-4D72-4675-B290-B93915C4F9B1}">
      <dgm:prSet/>
      <dgm:spPr/>
      <dgm:t>
        <a:bodyPr/>
        <a:lstStyle/>
        <a:p>
          <a:endParaRPr lang="en-US"/>
        </a:p>
      </dgm:t>
    </dgm:pt>
    <dgm:pt modelId="{8890D160-7460-45B1-B65E-56ABC40D715E}">
      <dgm:prSet/>
      <dgm:spPr/>
      <dgm:t>
        <a:bodyPr/>
        <a:lstStyle/>
        <a:p>
          <a:r>
            <a:rPr lang="es-GT" dirty="0"/>
            <a:t>Las organizaciones de hoy tienen datos estructurados y no estructurados de varias fuentes</a:t>
          </a:r>
          <a:endParaRPr lang="en-US" dirty="0"/>
        </a:p>
      </dgm:t>
    </dgm:pt>
    <dgm:pt modelId="{511150EB-77EB-475B-98D9-936419E481A9}" type="parTrans" cxnId="{C3C4064B-4C75-45CE-B504-AE908535593D}">
      <dgm:prSet/>
      <dgm:spPr/>
      <dgm:t>
        <a:bodyPr/>
        <a:lstStyle/>
        <a:p>
          <a:endParaRPr lang="en-US"/>
        </a:p>
      </dgm:t>
    </dgm:pt>
    <dgm:pt modelId="{C6571F32-BCC7-456F-B1EE-9B70459BEA5B}" type="sibTrans" cxnId="{C3C4064B-4C75-45CE-B504-AE908535593D}">
      <dgm:prSet/>
      <dgm:spPr/>
      <dgm:t>
        <a:bodyPr/>
        <a:lstStyle/>
        <a:p>
          <a:endParaRPr lang="en-US"/>
        </a:p>
      </dgm:t>
    </dgm:pt>
    <dgm:pt modelId="{60161057-8B27-4221-8233-E4F691898421}">
      <dgm:prSet/>
      <dgm:spPr/>
      <dgm:t>
        <a:bodyPr/>
        <a:lstStyle/>
        <a:p>
          <a:r>
            <a:rPr lang="es-GT" dirty="0">
              <a:latin typeface="Open Sans" panose="020B0606030504020204" pitchFamily="34" charset="0"/>
              <a:ea typeface="Open Sans" panose="020B0606030504020204" pitchFamily="34" charset="0"/>
              <a:cs typeface="Open Sans" panose="020B0606030504020204" pitchFamily="34" charset="0"/>
            </a:rPr>
            <a:t>Durante la extracción de datos, </a:t>
          </a:r>
          <a:r>
            <a:rPr lang="es-GT" b="1" dirty="0">
              <a:latin typeface="Open Sans" panose="020B0606030504020204" pitchFamily="34" charset="0"/>
              <a:ea typeface="Open Sans" panose="020B0606030504020204" pitchFamily="34" charset="0"/>
              <a:cs typeface="Open Sans" panose="020B0606030504020204" pitchFamily="34" charset="0"/>
            </a:rPr>
            <a:t>los datos sin procesar se copian o exportan</a:t>
          </a:r>
          <a:r>
            <a:rPr lang="es-GT" dirty="0">
              <a:latin typeface="Open Sans" panose="020B0606030504020204" pitchFamily="34" charset="0"/>
              <a:ea typeface="Open Sans" panose="020B0606030504020204" pitchFamily="34" charset="0"/>
              <a:cs typeface="Open Sans" panose="020B0606030504020204" pitchFamily="34" charset="0"/>
            </a:rPr>
            <a:t> desde las ubicaciones de origen a una zona de preparación. </a:t>
          </a:r>
          <a:endParaRPr lang="en-US" dirty="0"/>
        </a:p>
      </dgm:t>
    </dgm:pt>
    <dgm:pt modelId="{1DAEF997-D1E0-4717-BE40-068D70159E6E}" type="parTrans" cxnId="{E94F3E6F-C06C-4B58-B9A9-3E11AC5D2108}">
      <dgm:prSet/>
      <dgm:spPr/>
      <dgm:t>
        <a:bodyPr/>
        <a:lstStyle/>
        <a:p>
          <a:endParaRPr lang="en-US"/>
        </a:p>
      </dgm:t>
    </dgm:pt>
    <dgm:pt modelId="{F8055AA5-4721-4F13-A606-1BE6340DA3B8}" type="sibTrans" cxnId="{E94F3E6F-C06C-4B58-B9A9-3E11AC5D2108}">
      <dgm:prSet/>
      <dgm:spPr/>
      <dgm:t>
        <a:bodyPr/>
        <a:lstStyle/>
        <a:p>
          <a:endParaRPr lang="en-US"/>
        </a:p>
      </dgm:t>
    </dgm:pt>
    <dgm:pt modelId="{1F02D979-7A32-4B24-9E65-9195519CB15B}">
      <dgm:prSet/>
      <dgm:spPr/>
      <dgm:t>
        <a:bodyPr/>
        <a:lstStyle/>
        <a:p>
          <a:r>
            <a:rPr lang="es-GT" dirty="0">
              <a:latin typeface="Open Sans" panose="020B0606030504020204" pitchFamily="34" charset="0"/>
              <a:ea typeface="Open Sans" panose="020B0606030504020204" pitchFamily="34" charset="0"/>
              <a:cs typeface="Open Sans" panose="020B0606030504020204" pitchFamily="34" charset="0"/>
            </a:rPr>
            <a:t>En este último paso, los datos transformados se trasladan de la zona de preparación a un almacén de datos de destino.</a:t>
          </a:r>
          <a:endParaRPr lang="en-US" dirty="0"/>
        </a:p>
      </dgm:t>
    </dgm:pt>
    <dgm:pt modelId="{746A9E36-CB9C-4821-8BF1-25F822E5BE10}" type="parTrans" cxnId="{D55FD7A9-B7EE-4500-A92E-8F9ABA4209DB}">
      <dgm:prSet/>
      <dgm:spPr/>
      <dgm:t>
        <a:bodyPr/>
        <a:lstStyle/>
        <a:p>
          <a:endParaRPr lang="es-GT"/>
        </a:p>
      </dgm:t>
    </dgm:pt>
    <dgm:pt modelId="{5B2A83EE-6F5E-47D1-85A0-C168DBA9F611}" type="sibTrans" cxnId="{D55FD7A9-B7EE-4500-A92E-8F9ABA4209DB}">
      <dgm:prSet/>
      <dgm:spPr/>
      <dgm:t>
        <a:bodyPr/>
        <a:lstStyle/>
        <a:p>
          <a:endParaRPr lang="es-GT"/>
        </a:p>
      </dgm:t>
    </dgm:pt>
    <dgm:pt modelId="{FEBE09B3-6D9B-49DE-A6C1-8163EA7CAA5D}">
      <dgm:prSet/>
      <dgm:spPr/>
      <dgm:t>
        <a:bodyPr/>
        <a:lstStyle/>
        <a:p>
          <a:r>
            <a:rPr lang="es-GT" dirty="0">
              <a:latin typeface="Open Sans" panose="020B0606030504020204" pitchFamily="34" charset="0"/>
              <a:ea typeface="Open Sans" panose="020B0606030504020204" pitchFamily="34" charset="0"/>
              <a:cs typeface="Open Sans" panose="020B0606030504020204" pitchFamily="34" charset="0"/>
            </a:rPr>
            <a:t>En la zona de preparación, los datos sin procesar se procesan. Aquí, </a:t>
          </a:r>
          <a:r>
            <a:rPr lang="es-GT" b="1" dirty="0">
              <a:latin typeface="Open Sans" panose="020B0606030504020204" pitchFamily="34" charset="0"/>
              <a:ea typeface="Open Sans" panose="020B0606030504020204" pitchFamily="34" charset="0"/>
              <a:cs typeface="Open Sans" panose="020B0606030504020204" pitchFamily="34" charset="0"/>
            </a:rPr>
            <a:t>los datos se transforman y consolidan para su caso de uso analítico previsto</a:t>
          </a:r>
          <a:r>
            <a:rPr lang="es-GT" dirty="0">
              <a:latin typeface="Open Sans" panose="020B0606030504020204" pitchFamily="34" charset="0"/>
              <a:ea typeface="Open Sans" panose="020B0606030504020204" pitchFamily="34" charset="0"/>
              <a:cs typeface="Open Sans" panose="020B0606030504020204" pitchFamily="34" charset="0"/>
            </a:rPr>
            <a:t>.</a:t>
          </a:r>
          <a:endParaRPr lang="en-US" dirty="0"/>
        </a:p>
      </dgm:t>
    </dgm:pt>
    <dgm:pt modelId="{0B5BCF54-9036-4957-BA4F-12EDC39D6404}" type="parTrans" cxnId="{F8D4E5DF-52BD-40B8-945C-603634D972D5}">
      <dgm:prSet/>
      <dgm:spPr/>
      <dgm:t>
        <a:bodyPr/>
        <a:lstStyle/>
        <a:p>
          <a:endParaRPr lang="es-GT"/>
        </a:p>
      </dgm:t>
    </dgm:pt>
    <dgm:pt modelId="{9278E430-6078-432A-89AD-FE8A63F0F563}" type="sibTrans" cxnId="{F8D4E5DF-52BD-40B8-945C-603634D972D5}">
      <dgm:prSet/>
      <dgm:spPr/>
      <dgm:t>
        <a:bodyPr/>
        <a:lstStyle/>
        <a:p>
          <a:endParaRPr lang="es-GT"/>
        </a:p>
      </dgm:t>
    </dgm:pt>
    <dgm:pt modelId="{476CBE5C-99DB-440D-A54F-2558BD6DE07B}" type="pres">
      <dgm:prSet presAssocID="{7B49CDC9-23EF-4A2C-8173-16C2A9019725}" presName="linear" presStyleCnt="0">
        <dgm:presLayoutVars>
          <dgm:animLvl val="lvl"/>
          <dgm:resizeHandles val="exact"/>
        </dgm:presLayoutVars>
      </dgm:prSet>
      <dgm:spPr/>
    </dgm:pt>
    <dgm:pt modelId="{4404671D-11C2-4D72-8616-84D439519467}" type="pres">
      <dgm:prSet presAssocID="{4A7102FA-CCE9-4715-A27C-B2AC779CB9AC}" presName="parentText" presStyleLbl="node1" presStyleIdx="0" presStyleCnt="5">
        <dgm:presLayoutVars>
          <dgm:chMax val="0"/>
          <dgm:bulletEnabled val="1"/>
        </dgm:presLayoutVars>
      </dgm:prSet>
      <dgm:spPr/>
    </dgm:pt>
    <dgm:pt modelId="{CC6F91D9-D2EC-41B7-A3C7-6365E5993D6A}" type="pres">
      <dgm:prSet presAssocID="{F2F40B35-21FF-42FD-BAF9-6DE3090B0243}" presName="spacer" presStyleCnt="0"/>
      <dgm:spPr/>
    </dgm:pt>
    <dgm:pt modelId="{9B1E6435-131A-449D-B453-8C6337480167}" type="pres">
      <dgm:prSet presAssocID="{8890D160-7460-45B1-B65E-56ABC40D715E}" presName="parentText" presStyleLbl="node1" presStyleIdx="1" presStyleCnt="5">
        <dgm:presLayoutVars>
          <dgm:chMax val="0"/>
          <dgm:bulletEnabled val="1"/>
        </dgm:presLayoutVars>
      </dgm:prSet>
      <dgm:spPr/>
    </dgm:pt>
    <dgm:pt modelId="{7A242006-6F03-470D-9BEE-3EC28D710924}" type="pres">
      <dgm:prSet presAssocID="{C6571F32-BCC7-456F-B1EE-9B70459BEA5B}" presName="spacer" presStyleCnt="0"/>
      <dgm:spPr/>
    </dgm:pt>
    <dgm:pt modelId="{294B8CE6-5AA9-468F-A174-4BBC79C6F5EA}" type="pres">
      <dgm:prSet presAssocID="{60161057-8B27-4221-8233-E4F691898421}" presName="parentText" presStyleLbl="node1" presStyleIdx="2" presStyleCnt="5">
        <dgm:presLayoutVars>
          <dgm:chMax val="0"/>
          <dgm:bulletEnabled val="1"/>
        </dgm:presLayoutVars>
      </dgm:prSet>
      <dgm:spPr/>
    </dgm:pt>
    <dgm:pt modelId="{BAF810A9-0C42-4160-92E0-7AE670369351}" type="pres">
      <dgm:prSet presAssocID="{F8055AA5-4721-4F13-A606-1BE6340DA3B8}" presName="spacer" presStyleCnt="0"/>
      <dgm:spPr/>
    </dgm:pt>
    <dgm:pt modelId="{A318430D-3F3A-41F5-892D-FECA5F99122E}" type="pres">
      <dgm:prSet presAssocID="{FEBE09B3-6D9B-49DE-A6C1-8163EA7CAA5D}" presName="parentText" presStyleLbl="node1" presStyleIdx="3" presStyleCnt="5">
        <dgm:presLayoutVars>
          <dgm:chMax val="0"/>
          <dgm:bulletEnabled val="1"/>
        </dgm:presLayoutVars>
      </dgm:prSet>
      <dgm:spPr/>
    </dgm:pt>
    <dgm:pt modelId="{C884F4A0-A8E6-4E33-8C69-646B2AA983B1}" type="pres">
      <dgm:prSet presAssocID="{9278E430-6078-432A-89AD-FE8A63F0F563}" presName="spacer" presStyleCnt="0"/>
      <dgm:spPr/>
    </dgm:pt>
    <dgm:pt modelId="{F2BC9452-853F-4710-AE18-E96B9B531077}" type="pres">
      <dgm:prSet presAssocID="{1F02D979-7A32-4B24-9E65-9195519CB15B}" presName="parentText" presStyleLbl="node1" presStyleIdx="4" presStyleCnt="5">
        <dgm:presLayoutVars>
          <dgm:chMax val="0"/>
          <dgm:bulletEnabled val="1"/>
        </dgm:presLayoutVars>
      </dgm:prSet>
      <dgm:spPr/>
    </dgm:pt>
  </dgm:ptLst>
  <dgm:cxnLst>
    <dgm:cxn modelId="{329B272B-8AD3-4964-A880-9404FFA71CB1}" type="presOf" srcId="{8890D160-7460-45B1-B65E-56ABC40D715E}" destId="{9B1E6435-131A-449D-B453-8C6337480167}" srcOrd="0" destOrd="0" presId="urn:microsoft.com/office/officeart/2005/8/layout/vList2"/>
    <dgm:cxn modelId="{557C8737-9AEF-46F2-8F20-2B03BF258D85}" type="presOf" srcId="{7B49CDC9-23EF-4A2C-8173-16C2A9019725}" destId="{476CBE5C-99DB-440D-A54F-2558BD6DE07B}" srcOrd="0" destOrd="0" presId="urn:microsoft.com/office/officeart/2005/8/layout/vList2"/>
    <dgm:cxn modelId="{AB998660-1829-48DB-8629-6241B2E11C31}" type="presOf" srcId="{FEBE09B3-6D9B-49DE-A6C1-8163EA7CAA5D}" destId="{A318430D-3F3A-41F5-892D-FECA5F99122E}" srcOrd="0" destOrd="0" presId="urn:microsoft.com/office/officeart/2005/8/layout/vList2"/>
    <dgm:cxn modelId="{C3C4064B-4C75-45CE-B504-AE908535593D}" srcId="{7B49CDC9-23EF-4A2C-8173-16C2A9019725}" destId="{8890D160-7460-45B1-B65E-56ABC40D715E}" srcOrd="1" destOrd="0" parTransId="{511150EB-77EB-475B-98D9-936419E481A9}" sibTransId="{C6571F32-BCC7-456F-B1EE-9B70459BEA5B}"/>
    <dgm:cxn modelId="{E94F3E6F-C06C-4B58-B9A9-3E11AC5D2108}" srcId="{7B49CDC9-23EF-4A2C-8173-16C2A9019725}" destId="{60161057-8B27-4221-8233-E4F691898421}" srcOrd="2" destOrd="0" parTransId="{1DAEF997-D1E0-4717-BE40-068D70159E6E}" sibTransId="{F8055AA5-4721-4F13-A606-1BE6340DA3B8}"/>
    <dgm:cxn modelId="{0B08A352-2D6C-49B5-B009-8E100A779F10}" type="presOf" srcId="{4A7102FA-CCE9-4715-A27C-B2AC779CB9AC}" destId="{4404671D-11C2-4D72-8616-84D439519467}" srcOrd="0" destOrd="0" presId="urn:microsoft.com/office/officeart/2005/8/layout/vList2"/>
    <dgm:cxn modelId="{C5C2EAA1-5E72-4690-B9CF-6096DCC0B4F9}" type="presOf" srcId="{60161057-8B27-4221-8233-E4F691898421}" destId="{294B8CE6-5AA9-468F-A174-4BBC79C6F5EA}" srcOrd="0" destOrd="0" presId="urn:microsoft.com/office/officeart/2005/8/layout/vList2"/>
    <dgm:cxn modelId="{D55FD7A9-B7EE-4500-A92E-8F9ABA4209DB}" srcId="{7B49CDC9-23EF-4A2C-8173-16C2A9019725}" destId="{1F02D979-7A32-4B24-9E65-9195519CB15B}" srcOrd="4" destOrd="0" parTransId="{746A9E36-CB9C-4821-8BF1-25F822E5BE10}" sibTransId="{5B2A83EE-6F5E-47D1-85A0-C168DBA9F611}"/>
    <dgm:cxn modelId="{76FDBABA-4D72-4675-B290-B93915C4F9B1}" srcId="{7B49CDC9-23EF-4A2C-8173-16C2A9019725}" destId="{4A7102FA-CCE9-4715-A27C-B2AC779CB9AC}" srcOrd="0" destOrd="0" parTransId="{1D8964A9-65F9-4CAA-9AA9-058F5402D3B5}" sibTransId="{F2F40B35-21FF-42FD-BAF9-6DE3090B0243}"/>
    <dgm:cxn modelId="{FAFCE8CE-EAB9-48B4-BF0F-A2F9A18948CC}" type="presOf" srcId="{1F02D979-7A32-4B24-9E65-9195519CB15B}" destId="{F2BC9452-853F-4710-AE18-E96B9B531077}" srcOrd="0" destOrd="0" presId="urn:microsoft.com/office/officeart/2005/8/layout/vList2"/>
    <dgm:cxn modelId="{F8D4E5DF-52BD-40B8-945C-603634D972D5}" srcId="{7B49CDC9-23EF-4A2C-8173-16C2A9019725}" destId="{FEBE09B3-6D9B-49DE-A6C1-8163EA7CAA5D}" srcOrd="3" destOrd="0" parTransId="{0B5BCF54-9036-4957-BA4F-12EDC39D6404}" sibTransId="{9278E430-6078-432A-89AD-FE8A63F0F563}"/>
    <dgm:cxn modelId="{EE1C3064-8F5A-46C4-8BE0-B577314D89E0}" type="presParOf" srcId="{476CBE5C-99DB-440D-A54F-2558BD6DE07B}" destId="{4404671D-11C2-4D72-8616-84D439519467}" srcOrd="0" destOrd="0" presId="urn:microsoft.com/office/officeart/2005/8/layout/vList2"/>
    <dgm:cxn modelId="{05312986-06E6-4DF4-8CE4-59E47895764F}" type="presParOf" srcId="{476CBE5C-99DB-440D-A54F-2558BD6DE07B}" destId="{CC6F91D9-D2EC-41B7-A3C7-6365E5993D6A}" srcOrd="1" destOrd="0" presId="urn:microsoft.com/office/officeart/2005/8/layout/vList2"/>
    <dgm:cxn modelId="{3E22D6E0-6F6B-4781-9728-EBDD2152A26D}" type="presParOf" srcId="{476CBE5C-99DB-440D-A54F-2558BD6DE07B}" destId="{9B1E6435-131A-449D-B453-8C6337480167}" srcOrd="2" destOrd="0" presId="urn:microsoft.com/office/officeart/2005/8/layout/vList2"/>
    <dgm:cxn modelId="{4340A9EF-EFA1-4A74-846A-70BC7A538A10}" type="presParOf" srcId="{476CBE5C-99DB-440D-A54F-2558BD6DE07B}" destId="{7A242006-6F03-470D-9BEE-3EC28D710924}" srcOrd="3" destOrd="0" presId="urn:microsoft.com/office/officeart/2005/8/layout/vList2"/>
    <dgm:cxn modelId="{F2425E2C-065F-4A27-A1F9-926497C1A97C}" type="presParOf" srcId="{476CBE5C-99DB-440D-A54F-2558BD6DE07B}" destId="{294B8CE6-5AA9-468F-A174-4BBC79C6F5EA}" srcOrd="4" destOrd="0" presId="urn:microsoft.com/office/officeart/2005/8/layout/vList2"/>
    <dgm:cxn modelId="{474DEB9B-4419-4AE9-8983-5F8F61A87995}" type="presParOf" srcId="{476CBE5C-99DB-440D-A54F-2558BD6DE07B}" destId="{BAF810A9-0C42-4160-92E0-7AE670369351}" srcOrd="5" destOrd="0" presId="urn:microsoft.com/office/officeart/2005/8/layout/vList2"/>
    <dgm:cxn modelId="{5EB018B9-7A0C-4D37-99AB-8FB0B0408A93}" type="presParOf" srcId="{476CBE5C-99DB-440D-A54F-2558BD6DE07B}" destId="{A318430D-3F3A-41F5-892D-FECA5F99122E}" srcOrd="6" destOrd="0" presId="urn:microsoft.com/office/officeart/2005/8/layout/vList2"/>
    <dgm:cxn modelId="{7EC3066D-507B-4C34-B9A7-95F6E25F139D}" type="presParOf" srcId="{476CBE5C-99DB-440D-A54F-2558BD6DE07B}" destId="{C884F4A0-A8E6-4E33-8C69-646B2AA983B1}" srcOrd="7" destOrd="0" presId="urn:microsoft.com/office/officeart/2005/8/layout/vList2"/>
    <dgm:cxn modelId="{09C027D1-720D-4335-B84E-A64508A041F4}" type="presParOf" srcId="{476CBE5C-99DB-440D-A54F-2558BD6DE07B}" destId="{F2BC9452-853F-4710-AE18-E96B9B53107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7743E3-6B46-499E-9FB6-02666B6741C4}"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29737001-D563-4935-A469-1249121E2B0B}">
      <dgm:prSet/>
      <dgm:spPr/>
      <dgm:t>
        <a:bodyPr/>
        <a:lstStyle/>
        <a:p>
          <a:r>
            <a:rPr lang="es-GT" dirty="0"/>
            <a:t>Innovación</a:t>
          </a:r>
          <a:endParaRPr lang="en-US" dirty="0"/>
        </a:p>
      </dgm:t>
    </dgm:pt>
    <dgm:pt modelId="{76152EA5-D472-4A04-8543-F84E5488A1EC}" type="parTrans" cxnId="{1292D82A-34BE-486C-827A-3C323F724F9A}">
      <dgm:prSet/>
      <dgm:spPr/>
      <dgm:t>
        <a:bodyPr/>
        <a:lstStyle/>
        <a:p>
          <a:endParaRPr lang="en-US"/>
        </a:p>
      </dgm:t>
    </dgm:pt>
    <dgm:pt modelId="{4AE5847F-CFBE-4E00-A6EC-BC226A2C99BA}" type="sibTrans" cxnId="{1292D82A-34BE-486C-827A-3C323F724F9A}">
      <dgm:prSet/>
      <dgm:spPr/>
      <dgm:t>
        <a:bodyPr/>
        <a:lstStyle/>
        <a:p>
          <a:endParaRPr lang="en-US"/>
        </a:p>
      </dgm:t>
    </dgm:pt>
    <dgm:pt modelId="{0CBDFC00-32BF-416F-AC78-A74405FBC259}">
      <dgm:prSet/>
      <dgm:spPr/>
      <dgm:t>
        <a:bodyPr/>
        <a:lstStyle/>
        <a:p>
          <a:r>
            <a:rPr lang="es-GT"/>
            <a:t>Se promueve al comparar herramientas ETL comerciales, open source y cloud, enseñando que el estudiante debe adaptarse según el contexto de uso.</a:t>
          </a:r>
          <a:endParaRPr lang="en-US" dirty="0"/>
        </a:p>
      </dgm:t>
    </dgm:pt>
    <dgm:pt modelId="{2CA59256-D24D-4905-BF44-C578167C2C6E}" type="sibTrans" cxnId="{AC9F729C-4349-49A9-AE6D-2E3826FD6035}">
      <dgm:prSet/>
      <dgm:spPr/>
      <dgm:t>
        <a:bodyPr/>
        <a:lstStyle/>
        <a:p>
          <a:endParaRPr lang="en-US"/>
        </a:p>
      </dgm:t>
    </dgm:pt>
    <dgm:pt modelId="{CAC04848-C7FC-4EB4-BD0B-D463C75A38D1}" type="parTrans" cxnId="{AC9F729C-4349-49A9-AE6D-2E3826FD6035}">
      <dgm:prSet/>
      <dgm:spPr/>
      <dgm:t>
        <a:bodyPr/>
        <a:lstStyle/>
        <a:p>
          <a:endParaRPr lang="en-US"/>
        </a:p>
      </dgm:t>
    </dgm:pt>
    <dgm:pt modelId="{6C16E6AF-086B-49D1-92B1-223511635B34}">
      <dgm:prSet/>
      <dgm:spPr/>
      <dgm:t>
        <a:bodyPr/>
        <a:lstStyle/>
        <a:p>
          <a:r>
            <a:rPr lang="es-GT"/>
            <a:t>Responsabilidad</a:t>
          </a:r>
          <a:endParaRPr lang="en-US" dirty="0"/>
        </a:p>
      </dgm:t>
    </dgm:pt>
    <dgm:pt modelId="{837F417B-0522-4280-81D8-7FB5FB1BA300}" type="sibTrans" cxnId="{29E448F1-0EF3-4F9A-9635-9E2A39D80ED9}">
      <dgm:prSet/>
      <dgm:spPr/>
      <dgm:t>
        <a:bodyPr/>
        <a:lstStyle/>
        <a:p>
          <a:endParaRPr lang="en-US"/>
        </a:p>
      </dgm:t>
    </dgm:pt>
    <dgm:pt modelId="{08D67FF1-D583-4CF5-B6E7-11B722D8459E}" type="parTrans" cxnId="{29E448F1-0EF3-4F9A-9635-9E2A39D80ED9}">
      <dgm:prSet/>
      <dgm:spPr/>
      <dgm:t>
        <a:bodyPr/>
        <a:lstStyle/>
        <a:p>
          <a:endParaRPr lang="en-US"/>
        </a:p>
      </dgm:t>
    </dgm:pt>
    <dgm:pt modelId="{B149F12B-4D10-465E-9CA9-EE2F981A6DC0}">
      <dgm:prSet/>
      <dgm:spPr/>
      <dgm:t>
        <a:bodyPr/>
        <a:lstStyle/>
        <a:p>
          <a:r>
            <a:rPr lang="es-GT"/>
            <a:t>Se fomenta al mostrar que errores en la transformación de datos pueden causar pérdidas de calidad e incluso decisiones erróneas a gran escala.</a:t>
          </a:r>
          <a:endParaRPr lang="en-US" dirty="0"/>
        </a:p>
      </dgm:t>
    </dgm:pt>
    <dgm:pt modelId="{1F29B580-06D9-46F8-AA9B-027A8194638D}" type="sibTrans" cxnId="{CC2ADCCC-2127-49C8-B3D4-F55B80FD9C23}">
      <dgm:prSet/>
      <dgm:spPr/>
      <dgm:t>
        <a:bodyPr/>
        <a:lstStyle/>
        <a:p>
          <a:endParaRPr lang="en-US"/>
        </a:p>
      </dgm:t>
    </dgm:pt>
    <dgm:pt modelId="{B93EDEE1-1995-4848-95D1-C3C967E8E479}" type="parTrans" cxnId="{CC2ADCCC-2127-49C8-B3D4-F55B80FD9C23}">
      <dgm:prSet/>
      <dgm:spPr/>
      <dgm:t>
        <a:bodyPr/>
        <a:lstStyle/>
        <a:p>
          <a:endParaRPr lang="en-US"/>
        </a:p>
      </dgm:t>
    </dgm:pt>
    <dgm:pt modelId="{E08A259E-A755-4FE2-B880-3F23C1082E71}">
      <dgm:prSet/>
      <dgm:spPr/>
      <dgm:t>
        <a:bodyPr/>
        <a:lstStyle/>
        <a:p>
          <a:r>
            <a:rPr lang="es-GT"/>
            <a:t>Análisis crítico</a:t>
          </a:r>
          <a:endParaRPr lang="en-US" dirty="0"/>
        </a:p>
      </dgm:t>
    </dgm:pt>
    <dgm:pt modelId="{4B61597D-C767-4909-B381-48C7561C33AB}" type="sibTrans" cxnId="{B44A87C8-EB28-4F8E-84A1-B2D602C04A2E}">
      <dgm:prSet/>
      <dgm:spPr/>
      <dgm:t>
        <a:bodyPr/>
        <a:lstStyle/>
        <a:p>
          <a:endParaRPr lang="en-US"/>
        </a:p>
      </dgm:t>
    </dgm:pt>
    <dgm:pt modelId="{26D5C185-74F8-4B30-A0D5-43397A79C514}" type="parTrans" cxnId="{B44A87C8-EB28-4F8E-84A1-B2D602C04A2E}">
      <dgm:prSet/>
      <dgm:spPr/>
      <dgm:t>
        <a:bodyPr/>
        <a:lstStyle/>
        <a:p>
          <a:endParaRPr lang="en-US"/>
        </a:p>
      </dgm:t>
    </dgm:pt>
    <dgm:pt modelId="{D734120C-881B-43F1-91D1-E33273FE70C4}">
      <dgm:prSet/>
      <dgm:spPr/>
      <dgm:t>
        <a:bodyPr/>
        <a:lstStyle/>
        <a:p>
          <a:r>
            <a:rPr lang="es-GT"/>
            <a:t>Se desarrolla al evaluar las ventajas y limitaciones de cada herramienta ETL y su aplicabilidad en escenarios reales.</a:t>
          </a:r>
          <a:endParaRPr lang="en-US" dirty="0"/>
        </a:p>
      </dgm:t>
    </dgm:pt>
    <dgm:pt modelId="{C156D7C4-8A8B-4DBD-B5CF-BBD248FA884F}" type="sibTrans" cxnId="{B4A65504-EE00-4DD0-B5E6-29814BCF9E37}">
      <dgm:prSet/>
      <dgm:spPr/>
      <dgm:t>
        <a:bodyPr/>
        <a:lstStyle/>
        <a:p>
          <a:endParaRPr lang="en-US"/>
        </a:p>
      </dgm:t>
    </dgm:pt>
    <dgm:pt modelId="{AEB9EDDA-B418-4C6F-8703-2B2DF48BFEEC}" type="parTrans" cxnId="{B4A65504-EE00-4DD0-B5E6-29814BCF9E37}">
      <dgm:prSet/>
      <dgm:spPr/>
      <dgm:t>
        <a:bodyPr/>
        <a:lstStyle/>
        <a:p>
          <a:endParaRPr lang="en-US"/>
        </a:p>
      </dgm:t>
    </dgm:pt>
    <dgm:pt modelId="{FFD98BF1-5483-40D4-A677-8BF7DB787C5F}">
      <dgm:prSet/>
      <dgm:spPr/>
      <dgm:t>
        <a:bodyPr/>
        <a:lstStyle/>
        <a:p>
          <a:r>
            <a:rPr lang="es-GT"/>
            <a:t>Disciplina tecnológica</a:t>
          </a:r>
          <a:endParaRPr lang="en-US" dirty="0"/>
        </a:p>
      </dgm:t>
    </dgm:pt>
    <dgm:pt modelId="{68A9EDA3-3D4B-4ECF-A23A-6DF967841C88}" type="sibTrans" cxnId="{429AA471-0AD6-41DA-80B9-9C31518908AB}">
      <dgm:prSet/>
      <dgm:spPr/>
      <dgm:t>
        <a:bodyPr/>
        <a:lstStyle/>
        <a:p>
          <a:endParaRPr lang="en-US"/>
        </a:p>
      </dgm:t>
    </dgm:pt>
    <dgm:pt modelId="{794577A9-C70E-41D7-A7A6-3AF991171B38}" type="parTrans" cxnId="{429AA471-0AD6-41DA-80B9-9C31518908AB}">
      <dgm:prSet/>
      <dgm:spPr/>
      <dgm:t>
        <a:bodyPr/>
        <a:lstStyle/>
        <a:p>
          <a:endParaRPr lang="en-US"/>
        </a:p>
      </dgm:t>
    </dgm:pt>
    <dgm:pt modelId="{BA76AD97-7329-43CB-A03F-0CDD8BC4F42A}">
      <dgm:prSet/>
      <dgm:spPr/>
      <dgm:t>
        <a:bodyPr/>
        <a:lstStyle/>
        <a:p>
          <a:r>
            <a:rPr lang="es-GT" dirty="0"/>
            <a:t>Se refuerza al aplicar flujos ordenados de ETL, donde cada fase debe seguir una secuencia lógica y técnica correcta.</a:t>
          </a:r>
          <a:endParaRPr lang="en-US" dirty="0"/>
        </a:p>
      </dgm:t>
    </dgm:pt>
    <dgm:pt modelId="{023D8444-4025-4602-B944-31EF2615DED9}" type="sibTrans" cxnId="{CC75F686-7B73-400B-96E5-716316DC784D}">
      <dgm:prSet/>
      <dgm:spPr/>
      <dgm:t>
        <a:bodyPr/>
        <a:lstStyle/>
        <a:p>
          <a:endParaRPr lang="en-US"/>
        </a:p>
      </dgm:t>
    </dgm:pt>
    <dgm:pt modelId="{71DCA88F-73F2-4847-A932-172367D4457B}" type="parTrans" cxnId="{CC75F686-7B73-400B-96E5-716316DC784D}">
      <dgm:prSet/>
      <dgm:spPr/>
      <dgm:t>
        <a:bodyPr/>
        <a:lstStyle/>
        <a:p>
          <a:endParaRPr lang="en-US"/>
        </a:p>
      </dgm:t>
    </dgm:pt>
    <dgm:pt modelId="{D069B437-8327-4186-AB18-49C1DB87B0BC}" type="pres">
      <dgm:prSet presAssocID="{F37743E3-6B46-499E-9FB6-02666B6741C4}" presName="linear" presStyleCnt="0">
        <dgm:presLayoutVars>
          <dgm:dir/>
          <dgm:animLvl val="lvl"/>
          <dgm:resizeHandles val="exact"/>
        </dgm:presLayoutVars>
      </dgm:prSet>
      <dgm:spPr/>
    </dgm:pt>
    <dgm:pt modelId="{93FA1E87-E7F6-4A43-BF64-3FF8DC85293F}" type="pres">
      <dgm:prSet presAssocID="{29737001-D563-4935-A469-1249121E2B0B}" presName="parentLin" presStyleCnt="0"/>
      <dgm:spPr/>
    </dgm:pt>
    <dgm:pt modelId="{0CE2B699-EE88-4FD0-9ABE-B3415FBCC1B6}" type="pres">
      <dgm:prSet presAssocID="{29737001-D563-4935-A469-1249121E2B0B}" presName="parentLeftMargin" presStyleLbl="node1" presStyleIdx="0" presStyleCnt="4"/>
      <dgm:spPr/>
    </dgm:pt>
    <dgm:pt modelId="{80B9DF85-48C6-42E7-80D3-AA555544C198}" type="pres">
      <dgm:prSet presAssocID="{29737001-D563-4935-A469-1249121E2B0B}" presName="parentText" presStyleLbl="node1" presStyleIdx="0" presStyleCnt="4">
        <dgm:presLayoutVars>
          <dgm:chMax val="0"/>
          <dgm:bulletEnabled val="1"/>
        </dgm:presLayoutVars>
      </dgm:prSet>
      <dgm:spPr/>
    </dgm:pt>
    <dgm:pt modelId="{7B635978-0880-454E-98A6-906EE4933D01}" type="pres">
      <dgm:prSet presAssocID="{29737001-D563-4935-A469-1249121E2B0B}" presName="negativeSpace" presStyleCnt="0"/>
      <dgm:spPr/>
    </dgm:pt>
    <dgm:pt modelId="{FC28119E-E0F0-4A00-BD96-9500976E428C}" type="pres">
      <dgm:prSet presAssocID="{29737001-D563-4935-A469-1249121E2B0B}" presName="childText" presStyleLbl="conFgAcc1" presStyleIdx="0" presStyleCnt="4">
        <dgm:presLayoutVars>
          <dgm:bulletEnabled val="1"/>
        </dgm:presLayoutVars>
      </dgm:prSet>
      <dgm:spPr/>
    </dgm:pt>
    <dgm:pt modelId="{E5ED3152-D1E5-4CE9-9764-D62344199388}" type="pres">
      <dgm:prSet presAssocID="{4AE5847F-CFBE-4E00-A6EC-BC226A2C99BA}" presName="spaceBetweenRectangles" presStyleCnt="0"/>
      <dgm:spPr/>
    </dgm:pt>
    <dgm:pt modelId="{C1C0AB55-AE4E-4F13-A3C3-36C901448FE4}" type="pres">
      <dgm:prSet presAssocID="{6C16E6AF-086B-49D1-92B1-223511635B34}" presName="parentLin" presStyleCnt="0"/>
      <dgm:spPr/>
    </dgm:pt>
    <dgm:pt modelId="{DE9E8727-DD17-4B03-9DE4-B31A9281E16A}" type="pres">
      <dgm:prSet presAssocID="{6C16E6AF-086B-49D1-92B1-223511635B34}" presName="parentLeftMargin" presStyleLbl="node1" presStyleIdx="0" presStyleCnt="4"/>
      <dgm:spPr/>
    </dgm:pt>
    <dgm:pt modelId="{BD295BE4-EC1E-4F37-908B-8220FB3552ED}" type="pres">
      <dgm:prSet presAssocID="{6C16E6AF-086B-49D1-92B1-223511635B34}" presName="parentText" presStyleLbl="node1" presStyleIdx="1" presStyleCnt="4">
        <dgm:presLayoutVars>
          <dgm:chMax val="0"/>
          <dgm:bulletEnabled val="1"/>
        </dgm:presLayoutVars>
      </dgm:prSet>
      <dgm:spPr/>
    </dgm:pt>
    <dgm:pt modelId="{03FDD29D-CB0B-4569-B433-96B3DDDA8105}" type="pres">
      <dgm:prSet presAssocID="{6C16E6AF-086B-49D1-92B1-223511635B34}" presName="negativeSpace" presStyleCnt="0"/>
      <dgm:spPr/>
    </dgm:pt>
    <dgm:pt modelId="{FE353E8B-8CBC-43E5-8194-85BE7CE1A78A}" type="pres">
      <dgm:prSet presAssocID="{6C16E6AF-086B-49D1-92B1-223511635B34}" presName="childText" presStyleLbl="conFgAcc1" presStyleIdx="1" presStyleCnt="4">
        <dgm:presLayoutVars>
          <dgm:bulletEnabled val="1"/>
        </dgm:presLayoutVars>
      </dgm:prSet>
      <dgm:spPr/>
    </dgm:pt>
    <dgm:pt modelId="{4654B821-0AC2-4938-AAF3-03F96479304A}" type="pres">
      <dgm:prSet presAssocID="{837F417B-0522-4280-81D8-7FB5FB1BA300}" presName="spaceBetweenRectangles" presStyleCnt="0"/>
      <dgm:spPr/>
    </dgm:pt>
    <dgm:pt modelId="{103E5E03-452B-4C6B-AEF8-1B8D10FA13E0}" type="pres">
      <dgm:prSet presAssocID="{E08A259E-A755-4FE2-B880-3F23C1082E71}" presName="parentLin" presStyleCnt="0"/>
      <dgm:spPr/>
    </dgm:pt>
    <dgm:pt modelId="{B40F3BCB-494F-4938-AF07-AB607CF31196}" type="pres">
      <dgm:prSet presAssocID="{E08A259E-A755-4FE2-B880-3F23C1082E71}" presName="parentLeftMargin" presStyleLbl="node1" presStyleIdx="1" presStyleCnt="4"/>
      <dgm:spPr/>
    </dgm:pt>
    <dgm:pt modelId="{7614D5BD-D81D-42DF-A89A-E4D956D1BDE7}" type="pres">
      <dgm:prSet presAssocID="{E08A259E-A755-4FE2-B880-3F23C1082E71}" presName="parentText" presStyleLbl="node1" presStyleIdx="2" presStyleCnt="4">
        <dgm:presLayoutVars>
          <dgm:chMax val="0"/>
          <dgm:bulletEnabled val="1"/>
        </dgm:presLayoutVars>
      </dgm:prSet>
      <dgm:spPr/>
    </dgm:pt>
    <dgm:pt modelId="{A043C0F6-BDC5-4AC3-AB9D-E1B12A635430}" type="pres">
      <dgm:prSet presAssocID="{E08A259E-A755-4FE2-B880-3F23C1082E71}" presName="negativeSpace" presStyleCnt="0"/>
      <dgm:spPr/>
    </dgm:pt>
    <dgm:pt modelId="{66168490-724A-4187-BF83-2A60B0E1FE19}" type="pres">
      <dgm:prSet presAssocID="{E08A259E-A755-4FE2-B880-3F23C1082E71}" presName="childText" presStyleLbl="conFgAcc1" presStyleIdx="2" presStyleCnt="4">
        <dgm:presLayoutVars>
          <dgm:bulletEnabled val="1"/>
        </dgm:presLayoutVars>
      </dgm:prSet>
      <dgm:spPr/>
    </dgm:pt>
    <dgm:pt modelId="{FCFFE31F-3363-4BF3-BBAA-BAAEF5EB367A}" type="pres">
      <dgm:prSet presAssocID="{4B61597D-C767-4909-B381-48C7561C33AB}" presName="spaceBetweenRectangles" presStyleCnt="0"/>
      <dgm:spPr/>
    </dgm:pt>
    <dgm:pt modelId="{05CCC4E1-B5F7-49DC-A48E-C7AF2029CB70}" type="pres">
      <dgm:prSet presAssocID="{FFD98BF1-5483-40D4-A677-8BF7DB787C5F}" presName="parentLin" presStyleCnt="0"/>
      <dgm:spPr/>
    </dgm:pt>
    <dgm:pt modelId="{438EA6CA-AA04-47CF-9215-691AE686CD1C}" type="pres">
      <dgm:prSet presAssocID="{FFD98BF1-5483-40D4-A677-8BF7DB787C5F}" presName="parentLeftMargin" presStyleLbl="node1" presStyleIdx="2" presStyleCnt="4"/>
      <dgm:spPr/>
    </dgm:pt>
    <dgm:pt modelId="{B57D5E1D-D7CA-4126-B318-A59C929EBD4E}" type="pres">
      <dgm:prSet presAssocID="{FFD98BF1-5483-40D4-A677-8BF7DB787C5F}" presName="parentText" presStyleLbl="node1" presStyleIdx="3" presStyleCnt="4">
        <dgm:presLayoutVars>
          <dgm:chMax val="0"/>
          <dgm:bulletEnabled val="1"/>
        </dgm:presLayoutVars>
      </dgm:prSet>
      <dgm:spPr/>
    </dgm:pt>
    <dgm:pt modelId="{F8582BE8-9497-4750-82E3-BC497AE4004F}" type="pres">
      <dgm:prSet presAssocID="{FFD98BF1-5483-40D4-A677-8BF7DB787C5F}" presName="negativeSpace" presStyleCnt="0"/>
      <dgm:spPr/>
    </dgm:pt>
    <dgm:pt modelId="{C6BC8093-DA78-4D3D-9881-0B491884E014}" type="pres">
      <dgm:prSet presAssocID="{FFD98BF1-5483-40D4-A677-8BF7DB787C5F}" presName="childText" presStyleLbl="conFgAcc1" presStyleIdx="3" presStyleCnt="4">
        <dgm:presLayoutVars>
          <dgm:bulletEnabled val="1"/>
        </dgm:presLayoutVars>
      </dgm:prSet>
      <dgm:spPr/>
    </dgm:pt>
  </dgm:ptLst>
  <dgm:cxnLst>
    <dgm:cxn modelId="{B4A65504-EE00-4DD0-B5E6-29814BCF9E37}" srcId="{E08A259E-A755-4FE2-B880-3F23C1082E71}" destId="{D734120C-881B-43F1-91D1-E33273FE70C4}" srcOrd="0" destOrd="0" parTransId="{AEB9EDDA-B418-4C6F-8703-2B2DF48BFEEC}" sibTransId="{C156D7C4-8A8B-4DBD-B5CF-BBD248FA884F}"/>
    <dgm:cxn modelId="{1292D82A-34BE-486C-827A-3C323F724F9A}" srcId="{F37743E3-6B46-499E-9FB6-02666B6741C4}" destId="{29737001-D563-4935-A469-1249121E2B0B}" srcOrd="0" destOrd="0" parTransId="{76152EA5-D472-4A04-8543-F84E5488A1EC}" sibTransId="{4AE5847F-CFBE-4E00-A6EC-BC226A2C99BA}"/>
    <dgm:cxn modelId="{0272762F-1AF7-47BF-95B8-DAEFF8C4F159}" type="presOf" srcId="{E08A259E-A755-4FE2-B880-3F23C1082E71}" destId="{B40F3BCB-494F-4938-AF07-AB607CF31196}" srcOrd="0" destOrd="0" presId="urn:microsoft.com/office/officeart/2005/8/layout/list1"/>
    <dgm:cxn modelId="{46807D35-05F4-43A1-9BFF-DE4F0E5849FC}" type="presOf" srcId="{F37743E3-6B46-499E-9FB6-02666B6741C4}" destId="{D069B437-8327-4186-AB18-49C1DB87B0BC}" srcOrd="0" destOrd="0" presId="urn:microsoft.com/office/officeart/2005/8/layout/list1"/>
    <dgm:cxn modelId="{2525C842-E5B1-4C91-9294-E831385EB991}" type="presOf" srcId="{29737001-D563-4935-A469-1249121E2B0B}" destId="{0CE2B699-EE88-4FD0-9ABE-B3415FBCC1B6}" srcOrd="0" destOrd="0" presId="urn:microsoft.com/office/officeart/2005/8/layout/list1"/>
    <dgm:cxn modelId="{429AA471-0AD6-41DA-80B9-9C31518908AB}" srcId="{F37743E3-6B46-499E-9FB6-02666B6741C4}" destId="{FFD98BF1-5483-40D4-A677-8BF7DB787C5F}" srcOrd="3" destOrd="0" parTransId="{794577A9-C70E-41D7-A7A6-3AF991171B38}" sibTransId="{68A9EDA3-3D4B-4ECF-A23A-6DF967841C88}"/>
    <dgm:cxn modelId="{7E2DEF54-78DD-431F-9F51-F616742756FF}" type="presOf" srcId="{29737001-D563-4935-A469-1249121E2B0B}" destId="{80B9DF85-48C6-42E7-80D3-AA555544C198}" srcOrd="1" destOrd="0" presId="urn:microsoft.com/office/officeart/2005/8/layout/list1"/>
    <dgm:cxn modelId="{0FD0DB77-7E9C-4BA1-836D-C71CA59E8DF0}" type="presOf" srcId="{0CBDFC00-32BF-416F-AC78-A74405FBC259}" destId="{FC28119E-E0F0-4A00-BD96-9500976E428C}" srcOrd="0" destOrd="0" presId="urn:microsoft.com/office/officeart/2005/8/layout/list1"/>
    <dgm:cxn modelId="{1FE26278-DAD7-4088-94B9-E94CF7666E87}" type="presOf" srcId="{E08A259E-A755-4FE2-B880-3F23C1082E71}" destId="{7614D5BD-D81D-42DF-A89A-E4D956D1BDE7}" srcOrd="1" destOrd="0" presId="urn:microsoft.com/office/officeart/2005/8/layout/list1"/>
    <dgm:cxn modelId="{CC75F686-7B73-400B-96E5-716316DC784D}" srcId="{FFD98BF1-5483-40D4-A677-8BF7DB787C5F}" destId="{BA76AD97-7329-43CB-A03F-0CDD8BC4F42A}" srcOrd="0" destOrd="0" parTransId="{71DCA88F-73F2-4847-A932-172367D4457B}" sibTransId="{023D8444-4025-4602-B944-31EF2615DED9}"/>
    <dgm:cxn modelId="{AC9F729C-4349-49A9-AE6D-2E3826FD6035}" srcId="{29737001-D563-4935-A469-1249121E2B0B}" destId="{0CBDFC00-32BF-416F-AC78-A74405FBC259}" srcOrd="0" destOrd="0" parTransId="{CAC04848-C7FC-4EB4-BD0B-D463C75A38D1}" sibTransId="{2CA59256-D24D-4905-BF44-C578167C2C6E}"/>
    <dgm:cxn modelId="{14CD41A5-5FF3-4DC4-8BA0-C3AF73070321}" type="presOf" srcId="{BA76AD97-7329-43CB-A03F-0CDD8BC4F42A}" destId="{C6BC8093-DA78-4D3D-9881-0B491884E014}" srcOrd="0" destOrd="0" presId="urn:microsoft.com/office/officeart/2005/8/layout/list1"/>
    <dgm:cxn modelId="{F9C0CBC1-83DC-4651-A9FE-D6A4748A8BDC}" type="presOf" srcId="{D734120C-881B-43F1-91D1-E33273FE70C4}" destId="{66168490-724A-4187-BF83-2A60B0E1FE19}" srcOrd="0" destOrd="0" presId="urn:microsoft.com/office/officeart/2005/8/layout/list1"/>
    <dgm:cxn modelId="{235F43C3-A608-4317-AEB9-BE337302479C}" type="presOf" srcId="{FFD98BF1-5483-40D4-A677-8BF7DB787C5F}" destId="{B57D5E1D-D7CA-4126-B318-A59C929EBD4E}" srcOrd="1" destOrd="0" presId="urn:microsoft.com/office/officeart/2005/8/layout/list1"/>
    <dgm:cxn modelId="{00064CC6-C85F-421F-B566-ABD92CA00261}" type="presOf" srcId="{6C16E6AF-086B-49D1-92B1-223511635B34}" destId="{DE9E8727-DD17-4B03-9DE4-B31A9281E16A}" srcOrd="0" destOrd="0" presId="urn:microsoft.com/office/officeart/2005/8/layout/list1"/>
    <dgm:cxn modelId="{B44A87C8-EB28-4F8E-84A1-B2D602C04A2E}" srcId="{F37743E3-6B46-499E-9FB6-02666B6741C4}" destId="{E08A259E-A755-4FE2-B880-3F23C1082E71}" srcOrd="2" destOrd="0" parTransId="{26D5C185-74F8-4B30-A0D5-43397A79C514}" sibTransId="{4B61597D-C767-4909-B381-48C7561C33AB}"/>
    <dgm:cxn modelId="{65ECA4CA-63E7-4194-BBBB-7404A0D99D7A}" type="presOf" srcId="{FFD98BF1-5483-40D4-A677-8BF7DB787C5F}" destId="{438EA6CA-AA04-47CF-9215-691AE686CD1C}" srcOrd="0" destOrd="0" presId="urn:microsoft.com/office/officeart/2005/8/layout/list1"/>
    <dgm:cxn modelId="{CC2ADCCC-2127-49C8-B3D4-F55B80FD9C23}" srcId="{6C16E6AF-086B-49D1-92B1-223511635B34}" destId="{B149F12B-4D10-465E-9CA9-EE2F981A6DC0}" srcOrd="0" destOrd="0" parTransId="{B93EDEE1-1995-4848-95D1-C3C967E8E479}" sibTransId="{1F29B580-06D9-46F8-AA9B-027A8194638D}"/>
    <dgm:cxn modelId="{29E448F1-0EF3-4F9A-9635-9E2A39D80ED9}" srcId="{F37743E3-6B46-499E-9FB6-02666B6741C4}" destId="{6C16E6AF-086B-49D1-92B1-223511635B34}" srcOrd="1" destOrd="0" parTransId="{08D67FF1-D583-4CF5-B6E7-11B722D8459E}" sibTransId="{837F417B-0522-4280-81D8-7FB5FB1BA300}"/>
    <dgm:cxn modelId="{B91A8FF4-51D2-43A2-B892-4A9A7779D080}" type="presOf" srcId="{B149F12B-4D10-465E-9CA9-EE2F981A6DC0}" destId="{FE353E8B-8CBC-43E5-8194-85BE7CE1A78A}" srcOrd="0" destOrd="0" presId="urn:microsoft.com/office/officeart/2005/8/layout/list1"/>
    <dgm:cxn modelId="{6BA564F7-D699-4AFA-AF38-371F1F24BA75}" type="presOf" srcId="{6C16E6AF-086B-49D1-92B1-223511635B34}" destId="{BD295BE4-EC1E-4F37-908B-8220FB3552ED}" srcOrd="1" destOrd="0" presId="urn:microsoft.com/office/officeart/2005/8/layout/list1"/>
    <dgm:cxn modelId="{8E592CA4-75A5-47C9-84A1-6EB4A9F058EF}" type="presParOf" srcId="{D069B437-8327-4186-AB18-49C1DB87B0BC}" destId="{93FA1E87-E7F6-4A43-BF64-3FF8DC85293F}" srcOrd="0" destOrd="0" presId="urn:microsoft.com/office/officeart/2005/8/layout/list1"/>
    <dgm:cxn modelId="{DE22D83D-92A9-48EB-9DEE-09D7513CF752}" type="presParOf" srcId="{93FA1E87-E7F6-4A43-BF64-3FF8DC85293F}" destId="{0CE2B699-EE88-4FD0-9ABE-B3415FBCC1B6}" srcOrd="0" destOrd="0" presId="urn:microsoft.com/office/officeart/2005/8/layout/list1"/>
    <dgm:cxn modelId="{80929B8E-509B-48E4-8184-1A46B4103146}" type="presParOf" srcId="{93FA1E87-E7F6-4A43-BF64-3FF8DC85293F}" destId="{80B9DF85-48C6-42E7-80D3-AA555544C198}" srcOrd="1" destOrd="0" presId="urn:microsoft.com/office/officeart/2005/8/layout/list1"/>
    <dgm:cxn modelId="{ACC5908B-DDD9-4C88-8F25-C9BCE0140571}" type="presParOf" srcId="{D069B437-8327-4186-AB18-49C1DB87B0BC}" destId="{7B635978-0880-454E-98A6-906EE4933D01}" srcOrd="1" destOrd="0" presId="urn:microsoft.com/office/officeart/2005/8/layout/list1"/>
    <dgm:cxn modelId="{E1102C6B-E88B-4FCF-9C05-90917E9EDAA2}" type="presParOf" srcId="{D069B437-8327-4186-AB18-49C1DB87B0BC}" destId="{FC28119E-E0F0-4A00-BD96-9500976E428C}" srcOrd="2" destOrd="0" presId="urn:microsoft.com/office/officeart/2005/8/layout/list1"/>
    <dgm:cxn modelId="{642BF229-9E3D-492F-8CE8-CB2DE0BF6768}" type="presParOf" srcId="{D069B437-8327-4186-AB18-49C1DB87B0BC}" destId="{E5ED3152-D1E5-4CE9-9764-D62344199388}" srcOrd="3" destOrd="0" presId="urn:microsoft.com/office/officeart/2005/8/layout/list1"/>
    <dgm:cxn modelId="{F1EC71E8-8DB0-4A87-895C-F31C748EEED0}" type="presParOf" srcId="{D069B437-8327-4186-AB18-49C1DB87B0BC}" destId="{C1C0AB55-AE4E-4F13-A3C3-36C901448FE4}" srcOrd="4" destOrd="0" presId="urn:microsoft.com/office/officeart/2005/8/layout/list1"/>
    <dgm:cxn modelId="{B2D9440D-0323-4DA1-ACEF-9B562686FEE4}" type="presParOf" srcId="{C1C0AB55-AE4E-4F13-A3C3-36C901448FE4}" destId="{DE9E8727-DD17-4B03-9DE4-B31A9281E16A}" srcOrd="0" destOrd="0" presId="urn:microsoft.com/office/officeart/2005/8/layout/list1"/>
    <dgm:cxn modelId="{29A74D9D-DB9B-45A9-8D91-A20937752C16}" type="presParOf" srcId="{C1C0AB55-AE4E-4F13-A3C3-36C901448FE4}" destId="{BD295BE4-EC1E-4F37-908B-8220FB3552ED}" srcOrd="1" destOrd="0" presId="urn:microsoft.com/office/officeart/2005/8/layout/list1"/>
    <dgm:cxn modelId="{A0BC2F1D-F910-4526-9CE0-E66530CB06D9}" type="presParOf" srcId="{D069B437-8327-4186-AB18-49C1DB87B0BC}" destId="{03FDD29D-CB0B-4569-B433-96B3DDDA8105}" srcOrd="5" destOrd="0" presId="urn:microsoft.com/office/officeart/2005/8/layout/list1"/>
    <dgm:cxn modelId="{DBB680EB-FB05-41DE-BCFA-895FB786717B}" type="presParOf" srcId="{D069B437-8327-4186-AB18-49C1DB87B0BC}" destId="{FE353E8B-8CBC-43E5-8194-85BE7CE1A78A}" srcOrd="6" destOrd="0" presId="urn:microsoft.com/office/officeart/2005/8/layout/list1"/>
    <dgm:cxn modelId="{D9359D25-1CC6-4ED6-BBFB-4BCD62EF38C8}" type="presParOf" srcId="{D069B437-8327-4186-AB18-49C1DB87B0BC}" destId="{4654B821-0AC2-4938-AAF3-03F96479304A}" srcOrd="7" destOrd="0" presId="urn:microsoft.com/office/officeart/2005/8/layout/list1"/>
    <dgm:cxn modelId="{ABC53B83-F74F-4BE3-9E68-A65E04E60A3E}" type="presParOf" srcId="{D069B437-8327-4186-AB18-49C1DB87B0BC}" destId="{103E5E03-452B-4C6B-AEF8-1B8D10FA13E0}" srcOrd="8" destOrd="0" presId="urn:microsoft.com/office/officeart/2005/8/layout/list1"/>
    <dgm:cxn modelId="{175E0670-60F1-4F42-976F-09455256E32D}" type="presParOf" srcId="{103E5E03-452B-4C6B-AEF8-1B8D10FA13E0}" destId="{B40F3BCB-494F-4938-AF07-AB607CF31196}" srcOrd="0" destOrd="0" presId="urn:microsoft.com/office/officeart/2005/8/layout/list1"/>
    <dgm:cxn modelId="{7E6370D8-3491-4A20-9989-59E93B408364}" type="presParOf" srcId="{103E5E03-452B-4C6B-AEF8-1B8D10FA13E0}" destId="{7614D5BD-D81D-42DF-A89A-E4D956D1BDE7}" srcOrd="1" destOrd="0" presId="urn:microsoft.com/office/officeart/2005/8/layout/list1"/>
    <dgm:cxn modelId="{792DD288-22D5-4204-90AA-70364FCECBCF}" type="presParOf" srcId="{D069B437-8327-4186-AB18-49C1DB87B0BC}" destId="{A043C0F6-BDC5-4AC3-AB9D-E1B12A635430}" srcOrd="9" destOrd="0" presId="urn:microsoft.com/office/officeart/2005/8/layout/list1"/>
    <dgm:cxn modelId="{63A5769D-48CA-4D63-B9E8-1AB4C1863DC4}" type="presParOf" srcId="{D069B437-8327-4186-AB18-49C1DB87B0BC}" destId="{66168490-724A-4187-BF83-2A60B0E1FE19}" srcOrd="10" destOrd="0" presId="urn:microsoft.com/office/officeart/2005/8/layout/list1"/>
    <dgm:cxn modelId="{C9B4CC46-C354-4D3C-914E-B7223DFD9FDB}" type="presParOf" srcId="{D069B437-8327-4186-AB18-49C1DB87B0BC}" destId="{FCFFE31F-3363-4BF3-BBAA-BAAEF5EB367A}" srcOrd="11" destOrd="0" presId="urn:microsoft.com/office/officeart/2005/8/layout/list1"/>
    <dgm:cxn modelId="{941B566A-5997-4926-9AFF-F7049F8AAB20}" type="presParOf" srcId="{D069B437-8327-4186-AB18-49C1DB87B0BC}" destId="{05CCC4E1-B5F7-49DC-A48E-C7AF2029CB70}" srcOrd="12" destOrd="0" presId="urn:microsoft.com/office/officeart/2005/8/layout/list1"/>
    <dgm:cxn modelId="{D001D8BF-A023-4926-99B8-53D5ABAD9290}" type="presParOf" srcId="{05CCC4E1-B5F7-49DC-A48E-C7AF2029CB70}" destId="{438EA6CA-AA04-47CF-9215-691AE686CD1C}" srcOrd="0" destOrd="0" presId="urn:microsoft.com/office/officeart/2005/8/layout/list1"/>
    <dgm:cxn modelId="{E5661692-B1BE-4710-A422-182890A9BAA9}" type="presParOf" srcId="{05CCC4E1-B5F7-49DC-A48E-C7AF2029CB70}" destId="{B57D5E1D-D7CA-4126-B318-A59C929EBD4E}" srcOrd="1" destOrd="0" presId="urn:microsoft.com/office/officeart/2005/8/layout/list1"/>
    <dgm:cxn modelId="{CB50564E-37A6-41B2-ADF4-76FB865C03DC}" type="presParOf" srcId="{D069B437-8327-4186-AB18-49C1DB87B0BC}" destId="{F8582BE8-9497-4750-82E3-BC497AE4004F}" srcOrd="13" destOrd="0" presId="urn:microsoft.com/office/officeart/2005/8/layout/list1"/>
    <dgm:cxn modelId="{34196BDF-5D8B-4E2C-A4D5-0CFACD2F2E97}" type="presParOf" srcId="{D069B437-8327-4186-AB18-49C1DB87B0BC}" destId="{C6BC8093-DA78-4D3D-9881-0B491884E014}"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EEA831D-E072-41F6-AA17-E2DB2F77C0A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7A7F00-FF1C-4018-AEA4-AB5B136FB350}">
      <dgm:prSet/>
      <dgm:spPr/>
      <dgm:t>
        <a:bodyPr/>
        <a:lstStyle/>
        <a:p>
          <a:pPr>
            <a:lnSpc>
              <a:spcPct val="100000"/>
            </a:lnSpc>
          </a:pPr>
          <a:r>
            <a:rPr lang="es-GT" dirty="0" err="1"/>
            <a:t>Chernandez</a:t>
          </a:r>
          <a:r>
            <a:rPr lang="es-GT" dirty="0"/>
            <a:t>. (2025, 26 mayo). 7 Herramientas ETL más usadas por ingenieros de datos - </a:t>
          </a:r>
          <a:r>
            <a:rPr lang="es-GT" dirty="0" err="1"/>
            <a:t>OpenSistemas</a:t>
          </a:r>
          <a:r>
            <a:rPr lang="es-GT" dirty="0"/>
            <a:t>. </a:t>
          </a:r>
          <a:r>
            <a:rPr lang="es-GT" dirty="0" err="1"/>
            <a:t>OpenSistemas</a:t>
          </a:r>
          <a:r>
            <a:rPr lang="es-GT" dirty="0"/>
            <a:t>. https://opensistemas.com/herramientas-etl-mas-usadas/</a:t>
          </a:r>
          <a:endParaRPr lang="en-US" dirty="0"/>
        </a:p>
      </dgm:t>
    </dgm:pt>
    <dgm:pt modelId="{733C13EA-FA59-4D1F-A7A2-8ECDD3831E3B}" type="parTrans" cxnId="{97A7B599-96C9-43D2-A6CD-002A707D1911}">
      <dgm:prSet/>
      <dgm:spPr/>
      <dgm:t>
        <a:bodyPr/>
        <a:lstStyle/>
        <a:p>
          <a:endParaRPr lang="en-US"/>
        </a:p>
      </dgm:t>
    </dgm:pt>
    <dgm:pt modelId="{B7EFE58F-059E-4226-9151-1E578323D38B}" type="sibTrans" cxnId="{97A7B599-96C9-43D2-A6CD-002A707D1911}">
      <dgm:prSet/>
      <dgm:spPr/>
      <dgm:t>
        <a:bodyPr/>
        <a:lstStyle/>
        <a:p>
          <a:endParaRPr lang="en-US"/>
        </a:p>
      </dgm:t>
    </dgm:pt>
    <dgm:pt modelId="{D241C14C-6B8A-4A6C-A626-49C730661568}">
      <dgm:prSet/>
      <dgm:spPr/>
      <dgm:t>
        <a:bodyPr/>
        <a:lstStyle/>
        <a:p>
          <a:pPr>
            <a:lnSpc>
              <a:spcPct val="100000"/>
            </a:lnSpc>
          </a:pPr>
          <a:r>
            <a:rPr lang="es-GT" dirty="0"/>
            <a:t>De Expertos En Ciencia y Tecnología, E. (2025, 10 febrero). ¿Qué son las herramientas ETL y cuáles son las más usadas? VIU Universidad Online. https://www.universidadviu.com/es/actualidad/nuestros-expertos/herramientas-etl-que-son-y-cuales-son-las-mas-usadas</a:t>
          </a:r>
          <a:endParaRPr lang="en-US" dirty="0"/>
        </a:p>
      </dgm:t>
    </dgm:pt>
    <dgm:pt modelId="{46B790AD-1BF6-4437-8C91-71E7BE9173F8}" type="parTrans" cxnId="{8FBFECD0-7884-4658-89FC-FA25B86BB7D7}">
      <dgm:prSet/>
      <dgm:spPr/>
      <dgm:t>
        <a:bodyPr/>
        <a:lstStyle/>
        <a:p>
          <a:endParaRPr lang="en-US"/>
        </a:p>
      </dgm:t>
    </dgm:pt>
    <dgm:pt modelId="{0703F32C-BAD9-4F37-85D6-47CCD6671446}" type="sibTrans" cxnId="{8FBFECD0-7884-4658-89FC-FA25B86BB7D7}">
      <dgm:prSet/>
      <dgm:spPr/>
      <dgm:t>
        <a:bodyPr/>
        <a:lstStyle/>
        <a:p>
          <a:endParaRPr lang="en-US"/>
        </a:p>
      </dgm:t>
    </dgm:pt>
    <dgm:pt modelId="{B405EC5A-4779-4315-84AE-828C82252E2C}" type="pres">
      <dgm:prSet presAssocID="{8EEA831D-E072-41F6-AA17-E2DB2F77C0A9}" presName="root" presStyleCnt="0">
        <dgm:presLayoutVars>
          <dgm:dir/>
          <dgm:resizeHandles val="exact"/>
        </dgm:presLayoutVars>
      </dgm:prSet>
      <dgm:spPr/>
    </dgm:pt>
    <dgm:pt modelId="{805212D2-F819-41B7-822B-9403B233BD6F}" type="pres">
      <dgm:prSet presAssocID="{CF7A7F00-FF1C-4018-AEA4-AB5B136FB350}" presName="compNode" presStyleCnt="0"/>
      <dgm:spPr/>
    </dgm:pt>
    <dgm:pt modelId="{287A7C38-CF7E-4715-89FF-E6CF3B67723A}" type="pres">
      <dgm:prSet presAssocID="{CF7A7F00-FF1C-4018-AEA4-AB5B136FB350}" presName="bgRect" presStyleLbl="bgShp" presStyleIdx="0" presStyleCnt="2"/>
      <dgm:spPr/>
    </dgm:pt>
    <dgm:pt modelId="{28FF6A92-F409-4D63-AB7E-E40B3EE38F5D}" type="pres">
      <dgm:prSet presAssocID="{CF7A7F00-FF1C-4018-AEA4-AB5B136FB35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1C0BE451-B6FD-443C-AA02-767945DCE610}" type="pres">
      <dgm:prSet presAssocID="{CF7A7F00-FF1C-4018-AEA4-AB5B136FB350}" presName="spaceRect" presStyleCnt="0"/>
      <dgm:spPr/>
    </dgm:pt>
    <dgm:pt modelId="{20208C83-BA37-4DFB-B1AB-D7E0FBC8DEF5}" type="pres">
      <dgm:prSet presAssocID="{CF7A7F00-FF1C-4018-AEA4-AB5B136FB350}" presName="parTx" presStyleLbl="revTx" presStyleIdx="0" presStyleCnt="2">
        <dgm:presLayoutVars>
          <dgm:chMax val="0"/>
          <dgm:chPref val="0"/>
        </dgm:presLayoutVars>
      </dgm:prSet>
      <dgm:spPr/>
    </dgm:pt>
    <dgm:pt modelId="{812503EE-6778-4294-BA08-A4CE84ABC114}" type="pres">
      <dgm:prSet presAssocID="{B7EFE58F-059E-4226-9151-1E578323D38B}" presName="sibTrans" presStyleCnt="0"/>
      <dgm:spPr/>
    </dgm:pt>
    <dgm:pt modelId="{0505EAAE-1ACB-446A-AFF8-62C8546C581F}" type="pres">
      <dgm:prSet presAssocID="{D241C14C-6B8A-4A6C-A626-49C730661568}" presName="compNode" presStyleCnt="0"/>
      <dgm:spPr/>
    </dgm:pt>
    <dgm:pt modelId="{F04B6D6B-BD3A-40E7-8B34-7AADDD37077C}" type="pres">
      <dgm:prSet presAssocID="{D241C14C-6B8A-4A6C-A626-49C730661568}" presName="bgRect" presStyleLbl="bgShp" presStyleIdx="1" presStyleCnt="2"/>
      <dgm:spPr/>
    </dgm:pt>
    <dgm:pt modelId="{1DCE6EE9-C2FF-4F5B-A31C-09E840790181}" type="pres">
      <dgm:prSet presAssocID="{D241C14C-6B8A-4A6C-A626-49C73066156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6C963001-C5B3-4537-83C8-4BB4A4624F82}" type="pres">
      <dgm:prSet presAssocID="{D241C14C-6B8A-4A6C-A626-49C730661568}" presName="spaceRect" presStyleCnt="0"/>
      <dgm:spPr/>
    </dgm:pt>
    <dgm:pt modelId="{643FD102-A2BC-4871-A2EB-0AF9BE490EAB}" type="pres">
      <dgm:prSet presAssocID="{D241C14C-6B8A-4A6C-A626-49C730661568}" presName="parTx" presStyleLbl="revTx" presStyleIdx="1" presStyleCnt="2">
        <dgm:presLayoutVars>
          <dgm:chMax val="0"/>
          <dgm:chPref val="0"/>
        </dgm:presLayoutVars>
      </dgm:prSet>
      <dgm:spPr/>
    </dgm:pt>
  </dgm:ptLst>
  <dgm:cxnLst>
    <dgm:cxn modelId="{FA00115D-893C-448E-AFE1-B31F37A9DD4E}" type="presOf" srcId="{CF7A7F00-FF1C-4018-AEA4-AB5B136FB350}" destId="{20208C83-BA37-4DFB-B1AB-D7E0FBC8DEF5}" srcOrd="0" destOrd="0" presId="urn:microsoft.com/office/officeart/2018/2/layout/IconVerticalSolidList"/>
    <dgm:cxn modelId="{C65D0E61-328F-4E88-9421-C83BDFB176D9}" type="presOf" srcId="{8EEA831D-E072-41F6-AA17-E2DB2F77C0A9}" destId="{B405EC5A-4779-4315-84AE-828C82252E2C}" srcOrd="0" destOrd="0" presId="urn:microsoft.com/office/officeart/2018/2/layout/IconVerticalSolidList"/>
    <dgm:cxn modelId="{2CEC5387-D0DD-47E1-87DB-2D176E118447}" type="presOf" srcId="{D241C14C-6B8A-4A6C-A626-49C730661568}" destId="{643FD102-A2BC-4871-A2EB-0AF9BE490EAB}" srcOrd="0" destOrd="0" presId="urn:microsoft.com/office/officeart/2018/2/layout/IconVerticalSolidList"/>
    <dgm:cxn modelId="{97A7B599-96C9-43D2-A6CD-002A707D1911}" srcId="{8EEA831D-E072-41F6-AA17-E2DB2F77C0A9}" destId="{CF7A7F00-FF1C-4018-AEA4-AB5B136FB350}" srcOrd="0" destOrd="0" parTransId="{733C13EA-FA59-4D1F-A7A2-8ECDD3831E3B}" sibTransId="{B7EFE58F-059E-4226-9151-1E578323D38B}"/>
    <dgm:cxn modelId="{8FBFECD0-7884-4658-89FC-FA25B86BB7D7}" srcId="{8EEA831D-E072-41F6-AA17-E2DB2F77C0A9}" destId="{D241C14C-6B8A-4A6C-A626-49C730661568}" srcOrd="1" destOrd="0" parTransId="{46B790AD-1BF6-4437-8C91-71E7BE9173F8}" sibTransId="{0703F32C-BAD9-4F37-85D6-47CCD6671446}"/>
    <dgm:cxn modelId="{45DE1567-442B-445F-BBC9-E3B2EB72CB72}" type="presParOf" srcId="{B405EC5A-4779-4315-84AE-828C82252E2C}" destId="{805212D2-F819-41B7-822B-9403B233BD6F}" srcOrd="0" destOrd="0" presId="urn:microsoft.com/office/officeart/2018/2/layout/IconVerticalSolidList"/>
    <dgm:cxn modelId="{5E225261-502F-4F42-8215-2FB8F4805155}" type="presParOf" srcId="{805212D2-F819-41B7-822B-9403B233BD6F}" destId="{287A7C38-CF7E-4715-89FF-E6CF3B67723A}" srcOrd="0" destOrd="0" presId="urn:microsoft.com/office/officeart/2018/2/layout/IconVerticalSolidList"/>
    <dgm:cxn modelId="{6F06BB3D-3018-4A33-8E1D-A5969C388EA0}" type="presParOf" srcId="{805212D2-F819-41B7-822B-9403B233BD6F}" destId="{28FF6A92-F409-4D63-AB7E-E40B3EE38F5D}" srcOrd="1" destOrd="0" presId="urn:microsoft.com/office/officeart/2018/2/layout/IconVerticalSolidList"/>
    <dgm:cxn modelId="{17B1917E-3829-4020-BA2E-4B6C4349DB47}" type="presParOf" srcId="{805212D2-F819-41B7-822B-9403B233BD6F}" destId="{1C0BE451-B6FD-443C-AA02-767945DCE610}" srcOrd="2" destOrd="0" presId="urn:microsoft.com/office/officeart/2018/2/layout/IconVerticalSolidList"/>
    <dgm:cxn modelId="{A0047F22-34FA-4EDB-A9AD-A7B750A1C9D3}" type="presParOf" srcId="{805212D2-F819-41B7-822B-9403B233BD6F}" destId="{20208C83-BA37-4DFB-B1AB-D7E0FBC8DEF5}" srcOrd="3" destOrd="0" presId="urn:microsoft.com/office/officeart/2018/2/layout/IconVerticalSolidList"/>
    <dgm:cxn modelId="{E1A82104-4787-4B20-9C3B-4B89FF15DA32}" type="presParOf" srcId="{B405EC5A-4779-4315-84AE-828C82252E2C}" destId="{812503EE-6778-4294-BA08-A4CE84ABC114}" srcOrd="1" destOrd="0" presId="urn:microsoft.com/office/officeart/2018/2/layout/IconVerticalSolidList"/>
    <dgm:cxn modelId="{03FFD81B-1808-4CA4-95B8-A9B280DA1549}" type="presParOf" srcId="{B405EC5A-4779-4315-84AE-828C82252E2C}" destId="{0505EAAE-1ACB-446A-AFF8-62C8546C581F}" srcOrd="2" destOrd="0" presId="urn:microsoft.com/office/officeart/2018/2/layout/IconVerticalSolidList"/>
    <dgm:cxn modelId="{FBD8D544-6F4E-4944-AF61-6BBD536A6083}" type="presParOf" srcId="{0505EAAE-1ACB-446A-AFF8-62C8546C581F}" destId="{F04B6D6B-BD3A-40E7-8B34-7AADDD37077C}" srcOrd="0" destOrd="0" presId="urn:microsoft.com/office/officeart/2018/2/layout/IconVerticalSolidList"/>
    <dgm:cxn modelId="{198B5541-4372-47B4-B694-04EC859F3D8C}" type="presParOf" srcId="{0505EAAE-1ACB-446A-AFF8-62C8546C581F}" destId="{1DCE6EE9-C2FF-4F5B-A31C-09E840790181}" srcOrd="1" destOrd="0" presId="urn:microsoft.com/office/officeart/2018/2/layout/IconVerticalSolidList"/>
    <dgm:cxn modelId="{AF197E58-9EEA-4285-AE36-AB41C80CE9A5}" type="presParOf" srcId="{0505EAAE-1ACB-446A-AFF8-62C8546C581F}" destId="{6C963001-C5B3-4537-83C8-4BB4A4624F82}" srcOrd="2" destOrd="0" presId="urn:microsoft.com/office/officeart/2018/2/layout/IconVerticalSolidList"/>
    <dgm:cxn modelId="{49B9D017-006E-4F18-9C85-44F3CB9FECBC}" type="presParOf" srcId="{0505EAAE-1ACB-446A-AFF8-62C8546C581F}" destId="{643FD102-A2BC-4871-A2EB-0AF9BE490EA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2A4942-39FC-4F5E-AB9A-92EFD455B930}">
      <dsp:nvSpPr>
        <dsp:cNvPr id="0" name=""/>
        <dsp:cNvSpPr/>
      </dsp:nvSpPr>
      <dsp:spPr>
        <a:xfrm>
          <a:off x="0" y="644873"/>
          <a:ext cx="10640040" cy="285714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GT" sz="2400" kern="1200" dirty="0">
              <a:solidFill>
                <a:schemeClr val="tx1"/>
              </a:solidFill>
            </a:rPr>
            <a:t>El grado de integración de datos. Las herramientas ETL pueden conectarse a diversas fuentes y destinos de datos. Los equipos de datos deben optar por herramientas ETL que ofrezcan una amplia gama de integraciones. Por ejemplo, los equipos que deseen migrar datos de Hojas de Cálculo de Google a Amazon </a:t>
          </a:r>
          <a:r>
            <a:rPr lang="es-GT" sz="2400" kern="1200" dirty="0" err="1">
              <a:solidFill>
                <a:schemeClr val="tx1"/>
              </a:solidFill>
            </a:rPr>
            <a:t>Redshift</a:t>
          </a:r>
          <a:r>
            <a:rPr lang="es-GT" sz="2400" kern="1200" dirty="0">
              <a:solidFill>
                <a:schemeClr val="tx1"/>
              </a:solidFill>
            </a:rPr>
            <a:t> deben seleccionar herramientas ETL compatibles con dichos conectores.</a:t>
          </a:r>
          <a:endParaRPr lang="en-US" sz="2400" kern="1200" dirty="0">
            <a:solidFill>
              <a:schemeClr val="tx1"/>
            </a:solidFill>
          </a:endParaRPr>
        </a:p>
      </dsp:txBody>
      <dsp:txXfrm>
        <a:off x="139474" y="784347"/>
        <a:ext cx="10361092" cy="2578192"/>
      </dsp:txXfrm>
    </dsp:sp>
    <dsp:sp modelId="{6AA212DD-E9A3-4354-A788-364FA7559D0E}">
      <dsp:nvSpPr>
        <dsp:cNvPr id="0" name=""/>
        <dsp:cNvSpPr/>
      </dsp:nvSpPr>
      <dsp:spPr>
        <a:xfrm>
          <a:off x="0" y="3571133"/>
          <a:ext cx="10640040" cy="2857140"/>
        </a:xfrm>
        <a:prstGeom prst="roundRect">
          <a:avLst/>
        </a:prstGeom>
        <a:solidFill>
          <a:schemeClr val="accent2">
            <a:hueOff val="-1796981"/>
            <a:satOff val="12361"/>
            <a:lumOff val="137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GT" sz="2400" kern="1200" dirty="0">
              <a:solidFill>
                <a:schemeClr val="tx1"/>
              </a:solidFill>
            </a:rPr>
            <a:t>Nivel de personalización. Las empresas deben elegir sus herramientas ETL en función de sus requisitos de personalización y la experiencia técnica de su equipo de TI. Una startup podría considerar suficientes los conectores y transformaciones integrados en la mayoría de las herramientas ETL; una gran empresa con recopilación de datos a medida probablemente necesitará la flexibilidad para crear transformaciones a medida con la ayuda de un sólido equipo de ingenieros.</a:t>
          </a:r>
          <a:endParaRPr lang="en-US" sz="2400" kern="1200" dirty="0">
            <a:solidFill>
              <a:schemeClr val="tx1"/>
            </a:solidFill>
          </a:endParaRPr>
        </a:p>
      </dsp:txBody>
      <dsp:txXfrm>
        <a:off x="139474" y="3710607"/>
        <a:ext cx="10361092" cy="2578192"/>
      </dsp:txXfrm>
    </dsp:sp>
    <dsp:sp modelId="{C0FB2398-43DD-4547-8A5C-2A9A92CC41CF}">
      <dsp:nvSpPr>
        <dsp:cNvPr id="0" name=""/>
        <dsp:cNvSpPr/>
      </dsp:nvSpPr>
      <dsp:spPr>
        <a:xfrm>
          <a:off x="0" y="6497392"/>
          <a:ext cx="10640040" cy="285714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GT" sz="2400" kern="1200" dirty="0">
              <a:solidFill>
                <a:schemeClr val="tx1"/>
              </a:solidFill>
            </a:rPr>
            <a:t>Estructura de costos. Al elegir una herramienta ETL, las organizaciones deben considerar no solo el costo de la herramienta en sí, sino también los costos de la infraestructura y los recursos humanos necesarios para mantener la solución a largo plazo. En algunos casos, una herramienta ETL con un costo inicial más alto, pero con menores tiempos de inactividad y requisitos de mantenimiento, puede ser más rentable a largo plazo. Por el contrario, existen herramientas ETL gratuitas y de código abierto que pueden tener altos costos de mantenimiento</a:t>
          </a:r>
          <a:r>
            <a:rPr lang="es-GT" sz="2400" kern="1200" dirty="0"/>
            <a:t>.</a:t>
          </a:r>
          <a:endParaRPr lang="en-US" sz="2400" kern="1200" dirty="0"/>
        </a:p>
      </dsp:txBody>
      <dsp:txXfrm>
        <a:off x="139474" y="6636866"/>
        <a:ext cx="10361092" cy="2578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B98FD-B57D-45ED-AC6E-DE866D650A14}">
      <dsp:nvSpPr>
        <dsp:cNvPr id="0" name=""/>
        <dsp:cNvSpPr/>
      </dsp:nvSpPr>
      <dsp:spPr>
        <a:xfrm>
          <a:off x="0" y="934"/>
          <a:ext cx="9739312" cy="218749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7B2F0F-9131-4C7D-9676-F56057A8EFA7}">
      <dsp:nvSpPr>
        <dsp:cNvPr id="0" name=""/>
        <dsp:cNvSpPr/>
      </dsp:nvSpPr>
      <dsp:spPr>
        <a:xfrm>
          <a:off x="661717" y="493121"/>
          <a:ext cx="1203121" cy="12031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A48B430-284B-400F-8FE4-0D54A5C9FA59}">
      <dsp:nvSpPr>
        <dsp:cNvPr id="0" name=""/>
        <dsp:cNvSpPr/>
      </dsp:nvSpPr>
      <dsp:spPr>
        <a:xfrm>
          <a:off x="2526556" y="934"/>
          <a:ext cx="7212755" cy="2187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1510" tIns="231510" rIns="231510" bIns="231510" numCol="1" spcCol="1270" anchor="ctr" anchorCtr="0">
          <a:noAutofit/>
        </a:bodyPr>
        <a:lstStyle/>
        <a:p>
          <a:pPr marL="0" lvl="0" indent="0" algn="l" defTabSz="1111250">
            <a:lnSpc>
              <a:spcPct val="90000"/>
            </a:lnSpc>
            <a:spcBef>
              <a:spcPct val="0"/>
            </a:spcBef>
            <a:spcAft>
              <a:spcPct val="35000"/>
            </a:spcAft>
            <a:buNone/>
          </a:pPr>
          <a:r>
            <a:rPr lang="es-GT" sz="2500" kern="1200" dirty="0"/>
            <a:t>El nivel de automatización proporcionado</a:t>
          </a:r>
          <a:endParaRPr lang="en-US" sz="2500" kern="1200" dirty="0"/>
        </a:p>
      </dsp:txBody>
      <dsp:txXfrm>
        <a:off x="2526556" y="934"/>
        <a:ext cx="7212755" cy="2187494"/>
      </dsp:txXfrm>
    </dsp:sp>
    <dsp:sp modelId="{F402D57C-EEB1-4557-9CDE-30BF859AB026}">
      <dsp:nvSpPr>
        <dsp:cNvPr id="0" name=""/>
        <dsp:cNvSpPr/>
      </dsp:nvSpPr>
      <dsp:spPr>
        <a:xfrm>
          <a:off x="0" y="2735302"/>
          <a:ext cx="9739312" cy="2187494"/>
        </a:xfrm>
        <a:prstGeom prst="roundRect">
          <a:avLst>
            <a:gd name="adj" fmla="val 10000"/>
          </a:avLst>
        </a:prstGeom>
        <a:solidFill>
          <a:schemeClr val="accent5">
            <a:hueOff val="-1857811"/>
            <a:satOff val="1829"/>
            <a:lumOff val="4118"/>
            <a:alphaOff val="0"/>
          </a:schemeClr>
        </a:solidFill>
        <a:ln>
          <a:noFill/>
        </a:ln>
        <a:effectLst/>
      </dsp:spPr>
      <dsp:style>
        <a:lnRef idx="0">
          <a:scrgbClr r="0" g="0" b="0"/>
        </a:lnRef>
        <a:fillRef idx="1">
          <a:scrgbClr r="0" g="0" b="0"/>
        </a:fillRef>
        <a:effectRef idx="0">
          <a:scrgbClr r="0" g="0" b="0"/>
        </a:effectRef>
        <a:fontRef idx="minor"/>
      </dsp:style>
    </dsp:sp>
    <dsp:sp modelId="{16D2C1B9-E412-467C-B375-12E118F7A53E}">
      <dsp:nvSpPr>
        <dsp:cNvPr id="0" name=""/>
        <dsp:cNvSpPr/>
      </dsp:nvSpPr>
      <dsp:spPr>
        <a:xfrm>
          <a:off x="661717" y="3227489"/>
          <a:ext cx="1203121" cy="12031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FE5B8D4-868D-4824-8C8B-12E911ACBDA9}">
      <dsp:nvSpPr>
        <dsp:cNvPr id="0" name=""/>
        <dsp:cNvSpPr/>
      </dsp:nvSpPr>
      <dsp:spPr>
        <a:xfrm>
          <a:off x="2526556" y="2735302"/>
          <a:ext cx="7212755" cy="2187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1510" tIns="231510" rIns="231510" bIns="231510" numCol="1" spcCol="1270" anchor="ctr" anchorCtr="0">
          <a:noAutofit/>
        </a:bodyPr>
        <a:lstStyle/>
        <a:p>
          <a:pPr marL="0" lvl="0" indent="0" algn="l" defTabSz="1111250">
            <a:lnSpc>
              <a:spcPct val="90000"/>
            </a:lnSpc>
            <a:spcBef>
              <a:spcPct val="0"/>
            </a:spcBef>
            <a:spcAft>
              <a:spcPct val="35000"/>
            </a:spcAft>
            <a:buNone/>
          </a:pPr>
          <a:r>
            <a:rPr lang="es-GT" sz="2500" kern="1200" dirty="0"/>
            <a:t>El nivel de seguridad y cumplimiento</a:t>
          </a:r>
          <a:endParaRPr lang="en-US" sz="2500" kern="1200" dirty="0"/>
        </a:p>
      </dsp:txBody>
      <dsp:txXfrm>
        <a:off x="2526556" y="2735302"/>
        <a:ext cx="7212755" cy="2187494"/>
      </dsp:txXfrm>
    </dsp:sp>
    <dsp:sp modelId="{84A9A337-F5C8-4DDA-A75E-F87F537915A1}">
      <dsp:nvSpPr>
        <dsp:cNvPr id="0" name=""/>
        <dsp:cNvSpPr/>
      </dsp:nvSpPr>
      <dsp:spPr>
        <a:xfrm>
          <a:off x="0" y="5469670"/>
          <a:ext cx="9739312" cy="2187494"/>
        </a:xfrm>
        <a:prstGeom prst="roundRect">
          <a:avLst>
            <a:gd name="adj" fmla="val 10000"/>
          </a:avLst>
        </a:prstGeom>
        <a:solidFill>
          <a:schemeClr val="accent5">
            <a:hueOff val="-3715622"/>
            <a:satOff val="3658"/>
            <a:lumOff val="8236"/>
            <a:alphaOff val="0"/>
          </a:schemeClr>
        </a:solidFill>
        <a:ln>
          <a:noFill/>
        </a:ln>
        <a:effectLst/>
      </dsp:spPr>
      <dsp:style>
        <a:lnRef idx="0">
          <a:scrgbClr r="0" g="0" b="0"/>
        </a:lnRef>
        <a:fillRef idx="1">
          <a:scrgbClr r="0" g="0" b="0"/>
        </a:fillRef>
        <a:effectRef idx="0">
          <a:scrgbClr r="0" g="0" b="0"/>
        </a:effectRef>
        <a:fontRef idx="minor"/>
      </dsp:style>
    </dsp:sp>
    <dsp:sp modelId="{DA43F894-1F92-4223-B8D1-68A513342B88}">
      <dsp:nvSpPr>
        <dsp:cNvPr id="0" name=""/>
        <dsp:cNvSpPr/>
      </dsp:nvSpPr>
      <dsp:spPr>
        <a:xfrm>
          <a:off x="661717" y="5961857"/>
          <a:ext cx="1203121" cy="12031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25172D9-A5F3-474D-B69D-B5387ED56086}">
      <dsp:nvSpPr>
        <dsp:cNvPr id="0" name=""/>
        <dsp:cNvSpPr/>
      </dsp:nvSpPr>
      <dsp:spPr>
        <a:xfrm>
          <a:off x="2526556" y="5469670"/>
          <a:ext cx="7212755" cy="2187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1510" tIns="231510" rIns="231510" bIns="231510" numCol="1" spcCol="1270" anchor="ctr" anchorCtr="0">
          <a:noAutofit/>
        </a:bodyPr>
        <a:lstStyle/>
        <a:p>
          <a:pPr marL="0" lvl="0" indent="0" algn="l" defTabSz="1111250">
            <a:lnSpc>
              <a:spcPct val="90000"/>
            </a:lnSpc>
            <a:spcBef>
              <a:spcPct val="0"/>
            </a:spcBef>
            <a:spcAft>
              <a:spcPct val="35000"/>
            </a:spcAft>
            <a:buNone/>
          </a:pPr>
          <a:r>
            <a:rPr lang="es-GT" sz="2500" kern="1200"/>
            <a:t>El rendimiento y la fiabilidad de la herramienta.</a:t>
          </a:r>
          <a:endParaRPr lang="en-US" sz="2500" kern="1200"/>
        </a:p>
      </dsp:txBody>
      <dsp:txXfrm>
        <a:off x="2526556" y="5469670"/>
        <a:ext cx="7212755" cy="2187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4671D-11C2-4D72-8616-84D439519467}">
      <dsp:nvSpPr>
        <dsp:cNvPr id="0" name=""/>
        <dsp:cNvSpPr/>
      </dsp:nvSpPr>
      <dsp:spPr>
        <a:xfrm>
          <a:off x="0" y="325001"/>
          <a:ext cx="9739312" cy="152100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GT" sz="2500" b="1" kern="1200" dirty="0">
              <a:latin typeface="Open Sans"/>
              <a:ea typeface="Open Sans"/>
              <a:cs typeface="Open Sans"/>
              <a:sym typeface="Open Sans"/>
            </a:rPr>
            <a:t>Extracción, transformación y carga</a:t>
          </a:r>
          <a:r>
            <a:rPr lang="es-GT" sz="2500" kern="1200" dirty="0">
              <a:latin typeface="Open Sans"/>
              <a:ea typeface="Open Sans"/>
              <a:cs typeface="Open Sans"/>
              <a:sym typeface="Open Sans"/>
            </a:rPr>
            <a:t> (ETL) es el proceso consistente en combinar datos de diferentes orígenes un gran </a:t>
          </a:r>
          <a:r>
            <a:rPr lang="es-GT" sz="2500" b="1" kern="1200" dirty="0">
              <a:latin typeface="Open Sans"/>
              <a:ea typeface="Open Sans"/>
              <a:cs typeface="Open Sans"/>
              <a:sym typeface="Open Sans"/>
            </a:rPr>
            <a:t>repositorio central llamado almacenamiento de datos</a:t>
          </a:r>
          <a:endParaRPr lang="en-US" sz="2500" kern="1200" dirty="0"/>
        </a:p>
      </dsp:txBody>
      <dsp:txXfrm>
        <a:off x="74249" y="399250"/>
        <a:ext cx="9590814" cy="1372502"/>
      </dsp:txXfrm>
    </dsp:sp>
    <dsp:sp modelId="{9B1E6435-131A-449D-B453-8C6337480167}">
      <dsp:nvSpPr>
        <dsp:cNvPr id="0" name=""/>
        <dsp:cNvSpPr/>
      </dsp:nvSpPr>
      <dsp:spPr>
        <a:xfrm>
          <a:off x="0" y="1918001"/>
          <a:ext cx="9739312" cy="1521000"/>
        </a:xfrm>
        <a:prstGeom prst="roundRect">
          <a:avLst/>
        </a:prstGeom>
        <a:solidFill>
          <a:schemeClr val="accent2">
            <a:hueOff val="-898490"/>
            <a:satOff val="6181"/>
            <a:lumOff val="68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GT" sz="2500" kern="1200" dirty="0"/>
            <a:t>Las organizaciones de hoy tienen datos estructurados y no estructurados de varias fuentes</a:t>
          </a:r>
          <a:endParaRPr lang="en-US" sz="2500" kern="1200" dirty="0"/>
        </a:p>
      </dsp:txBody>
      <dsp:txXfrm>
        <a:off x="74249" y="1992250"/>
        <a:ext cx="9590814" cy="1372502"/>
      </dsp:txXfrm>
    </dsp:sp>
    <dsp:sp modelId="{294B8CE6-5AA9-468F-A174-4BBC79C6F5EA}">
      <dsp:nvSpPr>
        <dsp:cNvPr id="0" name=""/>
        <dsp:cNvSpPr/>
      </dsp:nvSpPr>
      <dsp:spPr>
        <a:xfrm>
          <a:off x="0" y="3511001"/>
          <a:ext cx="9739312" cy="1521000"/>
        </a:xfrm>
        <a:prstGeom prst="roundRect">
          <a:avLst/>
        </a:prstGeom>
        <a:solidFill>
          <a:schemeClr val="accent2">
            <a:hueOff val="-1796981"/>
            <a:satOff val="12361"/>
            <a:lumOff val="137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GT" sz="2500" kern="1200" dirty="0">
              <a:latin typeface="Open Sans" panose="020B0606030504020204" pitchFamily="34" charset="0"/>
              <a:ea typeface="Open Sans" panose="020B0606030504020204" pitchFamily="34" charset="0"/>
              <a:cs typeface="Open Sans" panose="020B0606030504020204" pitchFamily="34" charset="0"/>
            </a:rPr>
            <a:t>Durante la extracción de datos, </a:t>
          </a:r>
          <a:r>
            <a:rPr lang="es-GT" sz="2500" b="1" kern="1200" dirty="0">
              <a:latin typeface="Open Sans" panose="020B0606030504020204" pitchFamily="34" charset="0"/>
              <a:ea typeface="Open Sans" panose="020B0606030504020204" pitchFamily="34" charset="0"/>
              <a:cs typeface="Open Sans" panose="020B0606030504020204" pitchFamily="34" charset="0"/>
            </a:rPr>
            <a:t>los datos sin procesar se copian o exportan</a:t>
          </a:r>
          <a:r>
            <a:rPr lang="es-GT" sz="2500" kern="1200" dirty="0">
              <a:latin typeface="Open Sans" panose="020B0606030504020204" pitchFamily="34" charset="0"/>
              <a:ea typeface="Open Sans" panose="020B0606030504020204" pitchFamily="34" charset="0"/>
              <a:cs typeface="Open Sans" panose="020B0606030504020204" pitchFamily="34" charset="0"/>
            </a:rPr>
            <a:t> desde las ubicaciones de origen a una zona de preparación. </a:t>
          </a:r>
          <a:endParaRPr lang="en-US" sz="2500" kern="1200" dirty="0"/>
        </a:p>
      </dsp:txBody>
      <dsp:txXfrm>
        <a:off x="74249" y="3585250"/>
        <a:ext cx="9590814" cy="1372502"/>
      </dsp:txXfrm>
    </dsp:sp>
    <dsp:sp modelId="{A318430D-3F3A-41F5-892D-FECA5F99122E}">
      <dsp:nvSpPr>
        <dsp:cNvPr id="0" name=""/>
        <dsp:cNvSpPr/>
      </dsp:nvSpPr>
      <dsp:spPr>
        <a:xfrm>
          <a:off x="0" y="5104001"/>
          <a:ext cx="9739312" cy="1521000"/>
        </a:xfrm>
        <a:prstGeom prst="roundRect">
          <a:avLst/>
        </a:prstGeom>
        <a:solidFill>
          <a:schemeClr val="accent2">
            <a:hueOff val="-2695471"/>
            <a:satOff val="18542"/>
            <a:lumOff val="205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GT" sz="2500" kern="1200" dirty="0">
              <a:latin typeface="Open Sans" panose="020B0606030504020204" pitchFamily="34" charset="0"/>
              <a:ea typeface="Open Sans" panose="020B0606030504020204" pitchFamily="34" charset="0"/>
              <a:cs typeface="Open Sans" panose="020B0606030504020204" pitchFamily="34" charset="0"/>
            </a:rPr>
            <a:t>En la zona de preparación, los datos sin procesar se procesan. Aquí, </a:t>
          </a:r>
          <a:r>
            <a:rPr lang="es-GT" sz="2500" b="1" kern="1200" dirty="0">
              <a:latin typeface="Open Sans" panose="020B0606030504020204" pitchFamily="34" charset="0"/>
              <a:ea typeface="Open Sans" panose="020B0606030504020204" pitchFamily="34" charset="0"/>
              <a:cs typeface="Open Sans" panose="020B0606030504020204" pitchFamily="34" charset="0"/>
            </a:rPr>
            <a:t>los datos se transforman y consolidan para su caso de uso analítico previsto</a:t>
          </a:r>
          <a:r>
            <a:rPr lang="es-GT" sz="2500" kern="1200" dirty="0">
              <a:latin typeface="Open Sans" panose="020B0606030504020204" pitchFamily="34" charset="0"/>
              <a:ea typeface="Open Sans" panose="020B0606030504020204" pitchFamily="34" charset="0"/>
              <a:cs typeface="Open Sans" panose="020B0606030504020204" pitchFamily="34" charset="0"/>
            </a:rPr>
            <a:t>.</a:t>
          </a:r>
          <a:endParaRPr lang="en-US" sz="2500" kern="1200" dirty="0"/>
        </a:p>
      </dsp:txBody>
      <dsp:txXfrm>
        <a:off x="74249" y="5178250"/>
        <a:ext cx="9590814" cy="1372502"/>
      </dsp:txXfrm>
    </dsp:sp>
    <dsp:sp modelId="{F2BC9452-853F-4710-AE18-E96B9B531077}">
      <dsp:nvSpPr>
        <dsp:cNvPr id="0" name=""/>
        <dsp:cNvSpPr/>
      </dsp:nvSpPr>
      <dsp:spPr>
        <a:xfrm>
          <a:off x="0" y="6697001"/>
          <a:ext cx="9739312" cy="152100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GT" sz="2500" kern="1200" dirty="0">
              <a:latin typeface="Open Sans" panose="020B0606030504020204" pitchFamily="34" charset="0"/>
              <a:ea typeface="Open Sans" panose="020B0606030504020204" pitchFamily="34" charset="0"/>
              <a:cs typeface="Open Sans" panose="020B0606030504020204" pitchFamily="34" charset="0"/>
            </a:rPr>
            <a:t>En este último paso, los datos transformados se trasladan de la zona de preparación a un almacén de datos de destino.</a:t>
          </a:r>
          <a:endParaRPr lang="en-US" sz="2500" kern="1200" dirty="0"/>
        </a:p>
      </dsp:txBody>
      <dsp:txXfrm>
        <a:off x="74249" y="6771250"/>
        <a:ext cx="9590814" cy="13725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8119E-E0F0-4A00-BD96-9500976E428C}">
      <dsp:nvSpPr>
        <dsp:cNvPr id="0" name=""/>
        <dsp:cNvSpPr/>
      </dsp:nvSpPr>
      <dsp:spPr>
        <a:xfrm>
          <a:off x="0" y="369045"/>
          <a:ext cx="9739312" cy="1630125"/>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a:t>Se promueve al comparar herramientas ETL comerciales, open source y cloud, enseñando que el estudiante debe adaptarse según el contexto de uso.</a:t>
          </a:r>
          <a:endParaRPr lang="en-US" sz="2300" kern="1200" dirty="0"/>
        </a:p>
      </dsp:txBody>
      <dsp:txXfrm>
        <a:off x="0" y="369045"/>
        <a:ext cx="9739312" cy="1630125"/>
      </dsp:txXfrm>
    </dsp:sp>
    <dsp:sp modelId="{80B9DF85-48C6-42E7-80D3-AA555544C198}">
      <dsp:nvSpPr>
        <dsp:cNvPr id="0" name=""/>
        <dsp:cNvSpPr/>
      </dsp:nvSpPr>
      <dsp:spPr>
        <a:xfrm>
          <a:off x="486965" y="29565"/>
          <a:ext cx="6817518" cy="67896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dirty="0"/>
            <a:t>Innovación</a:t>
          </a:r>
          <a:endParaRPr lang="en-US" sz="2300" kern="1200" dirty="0"/>
        </a:p>
      </dsp:txBody>
      <dsp:txXfrm>
        <a:off x="520109" y="62709"/>
        <a:ext cx="6751230" cy="612672"/>
      </dsp:txXfrm>
    </dsp:sp>
    <dsp:sp modelId="{FE353E8B-8CBC-43E5-8194-85BE7CE1A78A}">
      <dsp:nvSpPr>
        <dsp:cNvPr id="0" name=""/>
        <dsp:cNvSpPr/>
      </dsp:nvSpPr>
      <dsp:spPr>
        <a:xfrm>
          <a:off x="0" y="2462850"/>
          <a:ext cx="9739312" cy="1630125"/>
        </a:xfrm>
        <a:prstGeom prst="rect">
          <a:avLst/>
        </a:prstGeom>
        <a:solidFill>
          <a:schemeClr val="lt1">
            <a:alpha val="90000"/>
            <a:hueOff val="0"/>
            <a:satOff val="0"/>
            <a:lumOff val="0"/>
            <a:alphaOff val="0"/>
          </a:schemeClr>
        </a:solidFill>
        <a:ln w="15875" cap="rnd" cmpd="sng" algn="ctr">
          <a:solidFill>
            <a:schemeClr val="accent2">
              <a:hueOff val="-1197987"/>
              <a:satOff val="8241"/>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a:t>Se fomenta al mostrar que errores en la transformación de datos pueden causar pérdidas de calidad e incluso decisiones erróneas a gran escala.</a:t>
          </a:r>
          <a:endParaRPr lang="en-US" sz="2300" kern="1200" dirty="0"/>
        </a:p>
      </dsp:txBody>
      <dsp:txXfrm>
        <a:off x="0" y="2462850"/>
        <a:ext cx="9739312" cy="1630125"/>
      </dsp:txXfrm>
    </dsp:sp>
    <dsp:sp modelId="{BD295BE4-EC1E-4F37-908B-8220FB3552ED}">
      <dsp:nvSpPr>
        <dsp:cNvPr id="0" name=""/>
        <dsp:cNvSpPr/>
      </dsp:nvSpPr>
      <dsp:spPr>
        <a:xfrm>
          <a:off x="486965" y="2123370"/>
          <a:ext cx="6817518" cy="678960"/>
        </a:xfrm>
        <a:prstGeom prst="roundRect">
          <a:avLst/>
        </a:prstGeom>
        <a:solidFill>
          <a:schemeClr val="accent2">
            <a:hueOff val="-1197987"/>
            <a:satOff val="8241"/>
            <a:lumOff val="9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a:t>Responsabilidad</a:t>
          </a:r>
          <a:endParaRPr lang="en-US" sz="2300" kern="1200" dirty="0"/>
        </a:p>
      </dsp:txBody>
      <dsp:txXfrm>
        <a:off x="520109" y="2156514"/>
        <a:ext cx="6751230" cy="612672"/>
      </dsp:txXfrm>
    </dsp:sp>
    <dsp:sp modelId="{66168490-724A-4187-BF83-2A60B0E1FE19}">
      <dsp:nvSpPr>
        <dsp:cNvPr id="0" name=""/>
        <dsp:cNvSpPr/>
      </dsp:nvSpPr>
      <dsp:spPr>
        <a:xfrm>
          <a:off x="0" y="4556655"/>
          <a:ext cx="9739312" cy="1304100"/>
        </a:xfrm>
        <a:prstGeom prst="rect">
          <a:avLst/>
        </a:prstGeom>
        <a:solidFill>
          <a:schemeClr val="lt1">
            <a:alpha val="90000"/>
            <a:hueOff val="0"/>
            <a:satOff val="0"/>
            <a:lumOff val="0"/>
            <a:alphaOff val="0"/>
          </a:schemeClr>
        </a:solidFill>
        <a:ln w="15875" cap="rnd" cmpd="sng" algn="ctr">
          <a:solidFill>
            <a:schemeClr val="accent2">
              <a:hueOff val="-2395974"/>
              <a:satOff val="16481"/>
              <a:lumOff val="182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a:t>Se desarrolla al evaluar las ventajas y limitaciones de cada herramienta ETL y su aplicabilidad en escenarios reales.</a:t>
          </a:r>
          <a:endParaRPr lang="en-US" sz="2300" kern="1200" dirty="0"/>
        </a:p>
      </dsp:txBody>
      <dsp:txXfrm>
        <a:off x="0" y="4556655"/>
        <a:ext cx="9739312" cy="1304100"/>
      </dsp:txXfrm>
    </dsp:sp>
    <dsp:sp modelId="{7614D5BD-D81D-42DF-A89A-E4D956D1BDE7}">
      <dsp:nvSpPr>
        <dsp:cNvPr id="0" name=""/>
        <dsp:cNvSpPr/>
      </dsp:nvSpPr>
      <dsp:spPr>
        <a:xfrm>
          <a:off x="486965" y="4217175"/>
          <a:ext cx="6817518" cy="678960"/>
        </a:xfrm>
        <a:prstGeom prst="roundRect">
          <a:avLst/>
        </a:prstGeom>
        <a:solidFill>
          <a:schemeClr val="accent2">
            <a:hueOff val="-2395974"/>
            <a:satOff val="16481"/>
            <a:lumOff val="182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a:t>Análisis crítico</a:t>
          </a:r>
          <a:endParaRPr lang="en-US" sz="2300" kern="1200" dirty="0"/>
        </a:p>
      </dsp:txBody>
      <dsp:txXfrm>
        <a:off x="520109" y="4250319"/>
        <a:ext cx="6751230" cy="612672"/>
      </dsp:txXfrm>
    </dsp:sp>
    <dsp:sp modelId="{C6BC8093-DA78-4D3D-9881-0B491884E014}">
      <dsp:nvSpPr>
        <dsp:cNvPr id="0" name=""/>
        <dsp:cNvSpPr/>
      </dsp:nvSpPr>
      <dsp:spPr>
        <a:xfrm>
          <a:off x="0" y="6324434"/>
          <a:ext cx="9739312" cy="1304100"/>
        </a:xfrm>
        <a:prstGeom prst="rect">
          <a:avLst/>
        </a:prstGeom>
        <a:solidFill>
          <a:schemeClr val="lt1">
            <a:alpha val="90000"/>
            <a:hueOff val="0"/>
            <a:satOff val="0"/>
            <a:lumOff val="0"/>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dirty="0"/>
            <a:t>Se refuerza al aplicar flujos ordenados de ETL, donde cada fase debe seguir una secuencia lógica y técnica correcta.</a:t>
          </a:r>
          <a:endParaRPr lang="en-US" sz="2300" kern="1200" dirty="0"/>
        </a:p>
      </dsp:txBody>
      <dsp:txXfrm>
        <a:off x="0" y="6324434"/>
        <a:ext cx="9739312" cy="1304100"/>
      </dsp:txXfrm>
    </dsp:sp>
    <dsp:sp modelId="{B57D5E1D-D7CA-4126-B318-A59C929EBD4E}">
      <dsp:nvSpPr>
        <dsp:cNvPr id="0" name=""/>
        <dsp:cNvSpPr/>
      </dsp:nvSpPr>
      <dsp:spPr>
        <a:xfrm>
          <a:off x="486965" y="5984954"/>
          <a:ext cx="6817518" cy="67896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a:t>Disciplina tecnológica</a:t>
          </a:r>
          <a:endParaRPr lang="en-US" sz="2300" kern="1200" dirty="0"/>
        </a:p>
      </dsp:txBody>
      <dsp:txXfrm>
        <a:off x="520109" y="6018098"/>
        <a:ext cx="6751230" cy="6126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A7C38-CF7E-4715-89FF-E6CF3B67723A}">
      <dsp:nvSpPr>
        <dsp:cNvPr id="0" name=""/>
        <dsp:cNvSpPr/>
      </dsp:nvSpPr>
      <dsp:spPr>
        <a:xfrm>
          <a:off x="0" y="761524"/>
          <a:ext cx="15028070" cy="14058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F6A92-F409-4D63-AB7E-E40B3EE38F5D}">
      <dsp:nvSpPr>
        <dsp:cNvPr id="0" name=""/>
        <dsp:cNvSpPr/>
      </dsp:nvSpPr>
      <dsp:spPr>
        <a:xfrm>
          <a:off x="425281" y="1077849"/>
          <a:ext cx="773239" cy="7732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208C83-BA37-4DFB-B1AB-D7E0FBC8DEF5}">
      <dsp:nvSpPr>
        <dsp:cNvPr id="0" name=""/>
        <dsp:cNvSpPr/>
      </dsp:nvSpPr>
      <dsp:spPr>
        <a:xfrm>
          <a:off x="1623803" y="761524"/>
          <a:ext cx="13404266" cy="140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90" tIns="148790" rIns="148790" bIns="148790" numCol="1" spcCol="1270" anchor="ctr" anchorCtr="0">
          <a:noAutofit/>
        </a:bodyPr>
        <a:lstStyle/>
        <a:p>
          <a:pPr marL="0" lvl="0" indent="0" algn="l" defTabSz="1022350">
            <a:lnSpc>
              <a:spcPct val="100000"/>
            </a:lnSpc>
            <a:spcBef>
              <a:spcPct val="0"/>
            </a:spcBef>
            <a:spcAft>
              <a:spcPct val="35000"/>
            </a:spcAft>
            <a:buNone/>
          </a:pPr>
          <a:r>
            <a:rPr lang="es-GT" sz="2300" kern="1200" dirty="0" err="1"/>
            <a:t>Chernandez</a:t>
          </a:r>
          <a:r>
            <a:rPr lang="es-GT" sz="2300" kern="1200" dirty="0"/>
            <a:t>. (2025, 26 mayo). 7 Herramientas ETL más usadas por ingenieros de datos - </a:t>
          </a:r>
          <a:r>
            <a:rPr lang="es-GT" sz="2300" kern="1200" dirty="0" err="1"/>
            <a:t>OpenSistemas</a:t>
          </a:r>
          <a:r>
            <a:rPr lang="es-GT" sz="2300" kern="1200" dirty="0"/>
            <a:t>. </a:t>
          </a:r>
          <a:r>
            <a:rPr lang="es-GT" sz="2300" kern="1200" dirty="0" err="1"/>
            <a:t>OpenSistemas</a:t>
          </a:r>
          <a:r>
            <a:rPr lang="es-GT" sz="2300" kern="1200" dirty="0"/>
            <a:t>. https://opensistemas.com/herramientas-etl-mas-usadas/</a:t>
          </a:r>
          <a:endParaRPr lang="en-US" sz="2300" kern="1200" dirty="0"/>
        </a:p>
      </dsp:txBody>
      <dsp:txXfrm>
        <a:off x="1623803" y="761524"/>
        <a:ext cx="13404266" cy="1405890"/>
      </dsp:txXfrm>
    </dsp:sp>
    <dsp:sp modelId="{F04B6D6B-BD3A-40E7-8B34-7AADDD37077C}">
      <dsp:nvSpPr>
        <dsp:cNvPr id="0" name=""/>
        <dsp:cNvSpPr/>
      </dsp:nvSpPr>
      <dsp:spPr>
        <a:xfrm>
          <a:off x="0" y="2518887"/>
          <a:ext cx="15028070" cy="14058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CE6EE9-C2FF-4F5B-A31C-09E840790181}">
      <dsp:nvSpPr>
        <dsp:cNvPr id="0" name=""/>
        <dsp:cNvSpPr/>
      </dsp:nvSpPr>
      <dsp:spPr>
        <a:xfrm>
          <a:off x="425281" y="2835212"/>
          <a:ext cx="773239" cy="7732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3FD102-A2BC-4871-A2EB-0AF9BE490EAB}">
      <dsp:nvSpPr>
        <dsp:cNvPr id="0" name=""/>
        <dsp:cNvSpPr/>
      </dsp:nvSpPr>
      <dsp:spPr>
        <a:xfrm>
          <a:off x="1623803" y="2518887"/>
          <a:ext cx="13404266" cy="140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90" tIns="148790" rIns="148790" bIns="148790" numCol="1" spcCol="1270" anchor="ctr" anchorCtr="0">
          <a:noAutofit/>
        </a:bodyPr>
        <a:lstStyle/>
        <a:p>
          <a:pPr marL="0" lvl="0" indent="0" algn="l" defTabSz="1022350">
            <a:lnSpc>
              <a:spcPct val="100000"/>
            </a:lnSpc>
            <a:spcBef>
              <a:spcPct val="0"/>
            </a:spcBef>
            <a:spcAft>
              <a:spcPct val="35000"/>
            </a:spcAft>
            <a:buNone/>
          </a:pPr>
          <a:r>
            <a:rPr lang="es-GT" sz="2300" kern="1200" dirty="0"/>
            <a:t>De Expertos En Ciencia y Tecnología, E. (2025, 10 febrero). ¿Qué son las herramientas ETL y cuáles son las más usadas? VIU Universidad Online. https://www.universidadviu.com/es/actualidad/nuestros-expertos/herramientas-etl-que-son-y-cuales-son-las-mas-usadas</a:t>
          </a:r>
          <a:endParaRPr lang="en-US" sz="2300" kern="1200" dirty="0"/>
        </a:p>
      </dsp:txBody>
      <dsp:txXfrm>
        <a:off x="1623803" y="2518887"/>
        <a:ext cx="13404266" cy="140589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GT" dirty="0"/>
          </a:p>
        </p:txBody>
      </p:sp>
    </p:spTree>
    <p:extLst>
      <p:ext uri="{BB962C8B-B14F-4D97-AF65-F5344CB8AC3E}">
        <p14:creationId xmlns:p14="http://schemas.microsoft.com/office/powerpoint/2010/main" val="3875334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150" y="-7144"/>
            <a:ext cx="7522368" cy="10294145"/>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4392602" y="2070103"/>
            <a:ext cx="12861933" cy="3924299"/>
          </a:xfrm>
        </p:spPr>
        <p:txBody>
          <a:bodyPr anchor="b">
            <a:normAutofit/>
          </a:bodyPr>
          <a:lstStyle>
            <a:lvl1pPr algn="r">
              <a:defRPr sz="9000">
                <a:effectLst/>
              </a:defRPr>
            </a:lvl1pPr>
          </a:lstStyle>
          <a:p>
            <a:r>
              <a:rPr lang="en-US"/>
              <a:t>Click to edit Master title style</a:t>
            </a:r>
            <a:endParaRPr lang="en-US" dirty="0"/>
          </a:p>
        </p:txBody>
      </p:sp>
      <p:sp>
        <p:nvSpPr>
          <p:cNvPr id="3" name="Subtitle 2"/>
          <p:cNvSpPr>
            <a:spLocks noGrp="1"/>
          </p:cNvSpPr>
          <p:nvPr>
            <p:ph type="subTitle" idx="1"/>
          </p:nvPr>
        </p:nvSpPr>
        <p:spPr>
          <a:xfrm>
            <a:off x="6773066" y="5994401"/>
            <a:ext cx="10481468" cy="2082801"/>
          </a:xfrm>
        </p:spPr>
        <p:txBody>
          <a:bodyPr anchor="t">
            <a:normAutofit/>
          </a:bodyPr>
          <a:lstStyle>
            <a:lvl1pPr marL="0" indent="0" algn="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a:xfrm>
            <a:off x="7998618" y="8824913"/>
            <a:ext cx="6486066" cy="547688"/>
          </a:xfrm>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098802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a:xfrm>
            <a:off x="16427785" y="8800697"/>
            <a:ext cx="826751" cy="547688"/>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890381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8419" y="4000498"/>
            <a:ext cx="13396121" cy="3165573"/>
          </a:xfrm>
        </p:spPr>
        <p:txBody>
          <a:bodyPr anchor="b"/>
          <a:lstStyle>
            <a:lvl1pPr algn="r">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3858417" y="7166072"/>
            <a:ext cx="13396122"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080113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6467" y="1028701"/>
            <a:ext cx="15028070" cy="26288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226469" y="4000499"/>
            <a:ext cx="7342583" cy="4686302"/>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911951" y="4000500"/>
            <a:ext cx="7342584" cy="4686300"/>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92807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658269" y="3987800"/>
            <a:ext cx="6910782"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226467"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320731" y="4000500"/>
            <a:ext cx="6933806"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911951"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s-GT"/>
          </a:p>
        </p:txBody>
      </p:sp>
      <p:sp>
        <p:nvSpPr>
          <p:cNvPr id="8" name="Footer Placeholder 7"/>
          <p:cNvSpPr>
            <a:spLocks noGrp="1"/>
          </p:cNvSpPr>
          <p:nvPr>
            <p:ph type="ftr" sz="quarter" idx="11"/>
          </p:nvPr>
        </p:nvSpPr>
        <p:spPr/>
        <p:txBody>
          <a:bodyPr/>
          <a:lstStyle/>
          <a:p>
            <a:endParaRPr lang="es-G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40587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30195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GT"/>
          </a:p>
        </p:txBody>
      </p:sp>
      <p:sp>
        <p:nvSpPr>
          <p:cNvPr id="3" name="Footer Placeholder 2"/>
          <p:cNvSpPr>
            <a:spLocks noGrp="1"/>
          </p:cNvSpPr>
          <p:nvPr>
            <p:ph type="ftr" sz="quarter" idx="11"/>
          </p:nvPr>
        </p:nvSpPr>
        <p:spPr/>
        <p:txBody>
          <a:bodyPr/>
          <a:lstStyle/>
          <a:p>
            <a:endParaRPr lang="es-GT"/>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22934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2400300"/>
            <a:ext cx="5323682"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7893050" y="1028699"/>
            <a:ext cx="9361485" cy="7658102"/>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26469" y="4457700"/>
            <a:ext cx="5323682" cy="2743200"/>
          </a:xfrm>
        </p:spPr>
        <p:txBody>
          <a:bodyPr>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98485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4086" y="2628899"/>
            <a:ext cx="8139237" cy="2057400"/>
          </a:xfrm>
        </p:spPr>
        <p:txBody>
          <a:bodyPr anchor="b">
            <a:normAutofit/>
          </a:bodyPr>
          <a:lstStyle>
            <a:lvl1pPr algn="ctr">
              <a:defRPr sz="42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11392023" y="1371600"/>
            <a:ext cx="4921461" cy="6858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4086" y="4686299"/>
            <a:ext cx="8139237" cy="2743200"/>
          </a:xfrm>
        </p:spPr>
        <p:txBody>
          <a:bodyPr>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5947782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7" y="7099298"/>
            <a:ext cx="15028067"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90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6467" y="7949405"/>
            <a:ext cx="15028067"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00642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1028700"/>
            <a:ext cx="15028067" cy="4572000"/>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9" y="6515100"/>
            <a:ext cx="15028070"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0242962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655217" y="5143499"/>
            <a:ext cx="12799223" cy="571500"/>
          </a:xfrm>
        </p:spPr>
        <p:txBody>
          <a:bodyPr anchor="ctr">
            <a:normAutofit/>
          </a:bodyPr>
          <a:lstStyle>
            <a:lvl1pPr marL="0" indent="0">
              <a:buFontTx/>
              <a:buNone/>
              <a:defRPr sz="27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2226467" y="6515100"/>
            <a:ext cx="15028067"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2682789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6470" y="4962872"/>
            <a:ext cx="15028064" cy="2203200"/>
          </a:xfrm>
        </p:spPr>
        <p:txBody>
          <a:bodyPr anchor="b">
            <a:normAutofit/>
          </a:bodyPr>
          <a:lstStyle>
            <a:lvl1pPr algn="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8" y="7166072"/>
            <a:ext cx="15028065"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228902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226470" y="5829300"/>
            <a:ext cx="15028065" cy="1333500"/>
          </a:xfrm>
        </p:spPr>
        <p:txBody>
          <a:bodyPr vert="horz" lIns="91440" tIns="45720" rIns="91440" bIns="45720" rtlCol="0" anchor="b">
            <a:normAutofit/>
          </a:bodyPr>
          <a:lstStyle>
            <a:lvl1pPr algn="r">
              <a:buNone/>
              <a:defRPr lang="en-US" sz="36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8" y="7162800"/>
            <a:ext cx="15028065" cy="1524000"/>
          </a:xfrm>
        </p:spPr>
        <p:txBody>
          <a:bodyPr anchor="t">
            <a:normAutofit/>
          </a:bodyPr>
          <a:lstStyle>
            <a:lvl1pPr marL="0" indent="0" algn="r">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14222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6470" y="1028701"/>
            <a:ext cx="15028068" cy="409098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2226469" y="5257800"/>
            <a:ext cx="15028070" cy="1257300"/>
          </a:xfrm>
        </p:spPr>
        <p:txBody>
          <a:bodyPr vert="horz" lIns="91440" tIns="45720" rIns="91440" bIns="45720" rtlCol="0" anchor="b">
            <a:normAutofit/>
          </a:bodyPr>
          <a:lstStyle>
            <a:lvl1pPr>
              <a:buNone/>
              <a:defRPr lang="en-US" sz="42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7" y="6515100"/>
            <a:ext cx="15028070" cy="21717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10725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19395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98983" y="1028700"/>
            <a:ext cx="2655554" cy="7658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26468" y="1028700"/>
            <a:ext cx="12029613" cy="76581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0554389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219" y="1"/>
            <a:ext cx="3655220" cy="102870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2226467" y="1028701"/>
            <a:ext cx="15028070" cy="26288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6466" y="4000499"/>
            <a:ext cx="15028070" cy="468630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598984" y="8824913"/>
            <a:ext cx="1714500"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endParaRPr lang="es-GT"/>
          </a:p>
        </p:txBody>
      </p:sp>
      <p:sp>
        <p:nvSpPr>
          <p:cNvPr id="5" name="Footer Placeholder 4"/>
          <p:cNvSpPr>
            <a:spLocks noGrp="1"/>
          </p:cNvSpPr>
          <p:nvPr>
            <p:ph type="ftr" sz="quarter" idx="3"/>
          </p:nvPr>
        </p:nvSpPr>
        <p:spPr>
          <a:xfrm>
            <a:off x="3858419" y="8824913"/>
            <a:ext cx="10626266" cy="547688"/>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s-GT"/>
          </a:p>
        </p:txBody>
      </p:sp>
      <p:sp>
        <p:nvSpPr>
          <p:cNvPr id="6" name="Slide Number Placeholder 5"/>
          <p:cNvSpPr>
            <a:spLocks noGrp="1"/>
          </p:cNvSpPr>
          <p:nvPr>
            <p:ph type="sldNum" sz="quarter" idx="4"/>
          </p:nvPr>
        </p:nvSpPr>
        <p:spPr>
          <a:xfrm>
            <a:off x="16427785" y="8824913"/>
            <a:ext cx="826751"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62733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txStyles>
    <p:titleStyle>
      <a:lvl1pPr algn="ctr" defTabSz="6858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lumMod val="75000"/>
          </a:schemeClr>
        </a:buClr>
        <a:buSzPct val="145000"/>
        <a:buFont typeface="Arial"/>
        <a:buChar char="•"/>
        <a:defRPr sz="3600" kern="1200" cap="none">
          <a:solidFill>
            <a:schemeClr val="tx1"/>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lumMod val="75000"/>
          </a:schemeClr>
        </a:buClr>
        <a:buSzPct val="145000"/>
        <a:buFont typeface="Arial"/>
        <a:buChar char="•"/>
        <a:defRPr sz="3000" kern="1200" cap="none">
          <a:solidFill>
            <a:schemeClr val="tx1"/>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lumMod val="75000"/>
          </a:schemeClr>
        </a:buClr>
        <a:buSzPct val="145000"/>
        <a:buFont typeface="Arial"/>
        <a:buChar char="•"/>
        <a:defRPr sz="2700" kern="1200" cap="none">
          <a:solidFill>
            <a:schemeClr val="tx1"/>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lumMod val="75000"/>
          </a:schemeClr>
        </a:buClr>
        <a:buSzPct val="145000"/>
        <a:buFont typeface="Arial"/>
        <a:buChar char="•"/>
        <a:defRPr sz="2400" kern="1200" cap="none">
          <a:solidFill>
            <a:schemeClr val="tx1"/>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7" name="Picture 6" descr="A computer and tablet with graphs and charts&#10;&#10;AI-generated content may be incorrect.">
            <a:extLst>
              <a:ext uri="{FF2B5EF4-FFF2-40B4-BE49-F238E27FC236}">
                <a16:creationId xmlns:a16="http://schemas.microsoft.com/office/drawing/2014/main" id="{0F32ACC8-9316-C735-A51C-1F8235F1B8B0}"/>
              </a:ext>
            </a:extLst>
          </p:cNvPr>
          <p:cNvPicPr>
            <a:picLocks noChangeAspect="1"/>
          </p:cNvPicPr>
          <p:nvPr/>
        </p:nvPicPr>
        <p:blipFill>
          <a:blip r:embed="rId3"/>
          <a:stretch>
            <a:fillRect/>
          </a:stretch>
        </p:blipFill>
        <p:spPr>
          <a:xfrm>
            <a:off x="10127482" y="5715865"/>
            <a:ext cx="8160517" cy="4571135"/>
          </a:xfrm>
          <a:prstGeom prst="rect">
            <a:avLst/>
          </a:prstGeom>
        </p:spPr>
      </p:pic>
      <p:sp>
        <p:nvSpPr>
          <p:cNvPr id="86" name="Google Shape;86;p1"/>
          <p:cNvSpPr txBox="1"/>
          <p:nvPr/>
        </p:nvSpPr>
        <p:spPr>
          <a:xfrm>
            <a:off x="809303" y="7107850"/>
            <a:ext cx="8588697"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dirty="0">
                <a:solidFill>
                  <a:srgbClr val="131416"/>
                </a:solidFill>
                <a:latin typeface="Open Sans"/>
                <a:ea typeface="Open Sans"/>
                <a:cs typeface="Open Sans"/>
                <a:sym typeface="Open Sans"/>
              </a:rPr>
              <a:t>Seminario de Sistemas 2</a:t>
            </a:r>
            <a:endParaRPr sz="5000" b="1" i="0" u="none" strike="noStrike" cap="none" dirty="0">
              <a:solidFill>
                <a:srgbClr val="131416"/>
              </a:solidFill>
              <a:latin typeface="Open Sans"/>
              <a:ea typeface="Open Sans"/>
              <a:cs typeface="Open Sans"/>
              <a:sym typeface="Open Sans"/>
            </a:endParaRPr>
          </a:p>
        </p:txBody>
      </p:sp>
      <p:sp>
        <p:nvSpPr>
          <p:cNvPr id="87" name="Google Shape;87;p1"/>
          <p:cNvSpPr txBox="1"/>
          <p:nvPr/>
        </p:nvSpPr>
        <p:spPr>
          <a:xfrm>
            <a:off x="2155441" y="1512847"/>
            <a:ext cx="15214600" cy="396416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GT" sz="9200" b="1" i="0" u="none" strike="noStrike" cap="none" noProof="0" dirty="0">
                <a:solidFill>
                  <a:srgbClr val="131416"/>
                </a:solidFill>
                <a:latin typeface="Open Sans"/>
                <a:ea typeface="Open Sans"/>
                <a:cs typeface="Open Sans"/>
                <a:sym typeface="Open Sans"/>
              </a:rPr>
              <a:t>Herramientas ETL y tendencias modernas</a:t>
            </a:r>
            <a:endParaRPr lang="es-GT" noProof="0" dirty="0"/>
          </a:p>
        </p:txBody>
      </p:sp>
      <p:sp>
        <p:nvSpPr>
          <p:cNvPr id="88" name="Google Shape;88;p1"/>
          <p:cNvSpPr txBox="1"/>
          <p:nvPr/>
        </p:nvSpPr>
        <p:spPr>
          <a:xfrm>
            <a:off x="3146103" y="8185068"/>
            <a:ext cx="6981379" cy="1615250"/>
          </a:xfrm>
          <a:prstGeom prst="rect">
            <a:avLst/>
          </a:prstGeom>
          <a:noFill/>
          <a:ln>
            <a:noFill/>
          </a:ln>
        </p:spPr>
        <p:txBody>
          <a:bodyPr spcFirstLastPara="1" wrap="square" lIns="0" tIns="0" rIns="0" bIns="0" anchor="t" anchorCtr="0">
            <a:spAutoFit/>
          </a:bodyPr>
          <a:lstStyle/>
          <a:p>
            <a:pPr marL="0" marR="0" lvl="0" indent="0" rtl="0">
              <a:lnSpc>
                <a:spcPct val="140016"/>
              </a:lnSpc>
              <a:spcBef>
                <a:spcPts val="0"/>
              </a:spcBef>
              <a:spcAft>
                <a:spcPts val="0"/>
              </a:spcAft>
              <a:buNone/>
            </a:pPr>
            <a:r>
              <a:rPr lang="en-US" sz="2499" b="1" i="0" u="none" strike="noStrike" cap="none" dirty="0">
                <a:solidFill>
                  <a:srgbClr val="131416"/>
                </a:solidFill>
                <a:latin typeface="Open Sans"/>
                <a:ea typeface="Open Sans"/>
                <a:cs typeface="Open Sans"/>
                <a:sym typeface="Open Sans"/>
              </a:rPr>
              <a:t>Escuela de Ingenieria de </a:t>
            </a:r>
            <a:r>
              <a:rPr lang="es-GT" sz="2499" b="1" i="0" u="none" strike="noStrike" cap="none" noProof="0" dirty="0">
                <a:solidFill>
                  <a:srgbClr val="131416"/>
                </a:solidFill>
                <a:latin typeface="Open Sans"/>
                <a:ea typeface="Open Sans"/>
                <a:cs typeface="Open Sans"/>
                <a:sym typeface="Open Sans"/>
              </a:rPr>
              <a:t>Ciencias</a:t>
            </a:r>
            <a:r>
              <a:rPr lang="en-US" sz="2499" b="1" i="0" u="none" strike="noStrike" cap="none" dirty="0">
                <a:solidFill>
                  <a:srgbClr val="131416"/>
                </a:solidFill>
                <a:latin typeface="Open Sans"/>
                <a:ea typeface="Open Sans"/>
                <a:cs typeface="Open Sans"/>
                <a:sym typeface="Open Sans"/>
              </a:rPr>
              <a:t> Y Sistemas</a:t>
            </a:r>
          </a:p>
          <a:p>
            <a:pPr>
              <a:lnSpc>
                <a:spcPct val="140016"/>
              </a:lnSpc>
            </a:pPr>
            <a:r>
              <a:rPr lang="es-GT" sz="2499" b="1" i="0" u="none" strike="noStrike" cap="none" noProof="0" dirty="0">
                <a:solidFill>
                  <a:srgbClr val="131416"/>
                </a:solidFill>
                <a:latin typeface="Open Sans"/>
                <a:ea typeface="Open Sans"/>
                <a:cs typeface="Open Sans"/>
                <a:sym typeface="Open Sans"/>
              </a:rPr>
              <a:t>Facultad</a:t>
            </a:r>
            <a:r>
              <a:rPr lang="en-US" sz="2499" b="1" i="0" u="none" strike="noStrike" cap="none" dirty="0">
                <a:solidFill>
                  <a:srgbClr val="131416"/>
                </a:solidFill>
                <a:latin typeface="Open Sans"/>
                <a:ea typeface="Open Sans"/>
                <a:cs typeface="Open Sans"/>
                <a:sym typeface="Open Sans"/>
              </a:rPr>
              <a:t> de Ingenieria</a:t>
            </a:r>
          </a:p>
          <a:p>
            <a:pPr>
              <a:lnSpc>
                <a:spcPct val="140016"/>
              </a:lnSpc>
            </a:pPr>
            <a:r>
              <a:rPr lang="es-GT" sz="2499" b="1" i="0" u="none" strike="noStrike" cap="none" dirty="0">
                <a:solidFill>
                  <a:srgbClr val="131416"/>
                </a:solidFill>
                <a:latin typeface="Open Sans"/>
                <a:ea typeface="Open Sans"/>
                <a:cs typeface="Open Sans"/>
                <a:sym typeface="Open Sans"/>
              </a:rPr>
              <a:t>Universidad de San Carlos de Guatemala</a:t>
            </a:r>
            <a:endParaRPr sz="2499" b="1" i="0" u="none" strike="noStrike" cap="none" dirty="0">
              <a:solidFill>
                <a:srgbClr val="131416"/>
              </a:solidFill>
              <a:latin typeface="Open Sans"/>
              <a:ea typeface="Open Sans"/>
              <a:cs typeface="Open Sans"/>
              <a:sym typeface="Open Sans"/>
            </a:endParaRPr>
          </a:p>
        </p:txBody>
      </p:sp>
      <p:pic>
        <p:nvPicPr>
          <p:cNvPr id="9" name="Picture 8" descr="A two logos with text&#10;&#10;AI-generated content may be incorrect.">
            <a:extLst>
              <a:ext uri="{FF2B5EF4-FFF2-40B4-BE49-F238E27FC236}">
                <a16:creationId xmlns:a16="http://schemas.microsoft.com/office/drawing/2014/main" id="{F08DB48C-BC69-8D52-604F-91598647E3B8}"/>
              </a:ext>
            </a:extLst>
          </p:cNvPr>
          <p:cNvPicPr>
            <a:picLocks noChangeAspect="1"/>
          </p:cNvPicPr>
          <p:nvPr/>
        </p:nvPicPr>
        <p:blipFill>
          <a:blip r:embed="rId4"/>
          <a:stretch>
            <a:fillRect/>
          </a:stretch>
        </p:blipFill>
        <p:spPr>
          <a:xfrm>
            <a:off x="11315699" y="0"/>
            <a:ext cx="6972300" cy="18478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96" name="Google Shape;96;p2"/>
          <p:cNvGrpSpPr/>
          <p:nvPr/>
        </p:nvGrpSpPr>
        <p:grpSpPr>
          <a:xfrm>
            <a:off x="1568377" y="5074884"/>
            <a:ext cx="5353646" cy="845385"/>
            <a:chOff x="0" y="-38655"/>
            <a:chExt cx="1964221" cy="359923"/>
          </a:xfrm>
        </p:grpSpPr>
        <p:sp>
          <p:nvSpPr>
            <p:cNvPr id="97" name="Google Shape;9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98" name="Google Shape;98;p2"/>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Tipos de herramientas ETL</a:t>
              </a:r>
              <a:endParaRPr lang="es-GT" noProof="0" dirty="0"/>
            </a:p>
          </p:txBody>
        </p:sp>
      </p:grpSp>
      <p:sp>
        <p:nvSpPr>
          <p:cNvPr id="99" name="Google Shape;99;p2"/>
          <p:cNvSpPr/>
          <p:nvPr/>
        </p:nvSpPr>
        <p:spPr>
          <a:xfrm>
            <a:off x="1684278" y="523382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00" name="Google Shape;100;p2"/>
          <p:cNvGrpSpPr/>
          <p:nvPr/>
        </p:nvGrpSpPr>
        <p:grpSpPr>
          <a:xfrm>
            <a:off x="2713402" y="3863800"/>
            <a:ext cx="4115190" cy="1267162"/>
            <a:chOff x="0" y="-36600"/>
            <a:chExt cx="1083836" cy="409938"/>
          </a:xfrm>
        </p:grpSpPr>
        <p:sp>
          <p:nvSpPr>
            <p:cNvPr id="101" name="Google Shape;101;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02" name="Google Shape;102;p2"/>
            <p:cNvSpPr txBox="1"/>
            <p:nvPr/>
          </p:nvSpPr>
          <p:spPr>
            <a:xfrm>
              <a:off x="0" y="-366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s-GT" sz="2799" b="0" i="0" u="none" strike="noStrike" cap="none" noProof="0" dirty="0">
                  <a:solidFill>
                    <a:srgbClr val="000000"/>
                  </a:solidFill>
                  <a:latin typeface="Arial"/>
                  <a:ea typeface="Arial"/>
                  <a:cs typeface="Arial"/>
                  <a:sym typeface="Arial"/>
                </a:rPr>
                <a:t>RECORDATORIOS</a:t>
              </a:r>
              <a:endParaRPr lang="es-GT" noProof="0" dirty="0"/>
            </a:p>
          </p:txBody>
        </p:sp>
      </p:grpSp>
      <p:sp>
        <p:nvSpPr>
          <p:cNvPr id="103" name="Google Shape;103;p2"/>
          <p:cNvSpPr/>
          <p:nvPr/>
        </p:nvSpPr>
        <p:spPr>
          <a:xfrm>
            <a:off x="1760876" y="4052276"/>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04" name="Google Shape;104;p2"/>
          <p:cNvSpPr txBox="1"/>
          <p:nvPr/>
        </p:nvSpPr>
        <p:spPr>
          <a:xfrm>
            <a:off x="2216562" y="442037"/>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s-GT" sz="15000" i="0" u="none" strike="noStrike" cap="none" noProof="0" dirty="0">
                <a:solidFill>
                  <a:srgbClr val="131416"/>
                </a:solidFill>
                <a:latin typeface="Pacifico"/>
                <a:ea typeface="Pacifico"/>
                <a:cs typeface="Pacifico"/>
                <a:sym typeface="Pacifico"/>
              </a:rPr>
              <a:t>Agenda</a:t>
            </a:r>
            <a:endParaRPr lang="es-GT" noProof="0" dirty="0">
              <a:latin typeface="Pacifico"/>
              <a:ea typeface="Pacifico"/>
              <a:cs typeface="Pacifico"/>
              <a:sym typeface="Pacifico"/>
            </a:endParaRPr>
          </a:p>
        </p:txBody>
      </p:sp>
      <p:sp>
        <p:nvSpPr>
          <p:cNvPr id="105" name="Google Shape;105;p2"/>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s-GT" sz="15000" i="0" u="none" strike="noStrike" cap="none" noProof="0" dirty="0">
                <a:solidFill>
                  <a:srgbClr val="131416"/>
                </a:solidFill>
                <a:latin typeface="Lobster"/>
                <a:ea typeface="Lobster"/>
                <a:cs typeface="Lobster"/>
                <a:sym typeface="Lobster"/>
              </a:rPr>
              <a:t>Recursos</a:t>
            </a:r>
            <a:endParaRPr lang="es-GT" noProof="0" dirty="0">
              <a:latin typeface="Lobster"/>
              <a:ea typeface="Lobster"/>
              <a:cs typeface="Lobster"/>
              <a:sym typeface="Lobster"/>
            </a:endParaRPr>
          </a:p>
        </p:txBody>
      </p:sp>
      <p:grpSp>
        <p:nvGrpSpPr>
          <p:cNvPr id="106" name="Google Shape;106;p2"/>
          <p:cNvGrpSpPr/>
          <p:nvPr/>
        </p:nvGrpSpPr>
        <p:grpSpPr>
          <a:xfrm>
            <a:off x="11739805" y="2798634"/>
            <a:ext cx="5353646" cy="1701145"/>
            <a:chOff x="0" y="-114300"/>
            <a:chExt cx="1410014" cy="448038"/>
          </a:xfrm>
        </p:grpSpPr>
        <p:sp>
          <p:nvSpPr>
            <p:cNvPr id="107" name="Google Shape;107;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08" name="Google Shape;108;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None/>
              </a:pPr>
              <a:r>
                <a:rPr lang="es-GT" sz="4499" b="0" i="0" u="none" strike="noStrike" cap="none" noProof="0" dirty="0">
                  <a:solidFill>
                    <a:srgbClr val="000000"/>
                  </a:solidFill>
                  <a:latin typeface="Arial"/>
                  <a:ea typeface="Arial"/>
                  <a:cs typeface="Arial"/>
                  <a:sym typeface="Arial"/>
                </a:rPr>
                <a:t>Link del Video</a:t>
              </a:r>
              <a:endParaRPr lang="es-GT" noProof="0" dirty="0"/>
            </a:p>
          </p:txBody>
        </p:sp>
      </p:grpSp>
      <p:grpSp>
        <p:nvGrpSpPr>
          <p:cNvPr id="109" name="Google Shape;109;p2"/>
          <p:cNvGrpSpPr/>
          <p:nvPr/>
        </p:nvGrpSpPr>
        <p:grpSpPr>
          <a:xfrm>
            <a:off x="11739805" y="4598683"/>
            <a:ext cx="5353646" cy="1701145"/>
            <a:chOff x="0" y="-114300"/>
            <a:chExt cx="1410014" cy="448038"/>
          </a:xfrm>
        </p:grpSpPr>
        <p:sp>
          <p:nvSpPr>
            <p:cNvPr id="110" name="Google Shape;110;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11" name="Google Shape;111;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None/>
              </a:pPr>
              <a:r>
                <a:rPr lang="es-GT" sz="4499" b="0" i="0" u="none" strike="noStrike" cap="none" noProof="0" dirty="0">
                  <a:solidFill>
                    <a:srgbClr val="000000"/>
                  </a:solidFill>
                  <a:latin typeface="Arial"/>
                  <a:ea typeface="Arial"/>
                  <a:cs typeface="Arial"/>
                  <a:sym typeface="Arial"/>
                </a:rPr>
                <a:t>Link de </a:t>
              </a:r>
              <a:r>
                <a:rPr lang="es-GT" sz="4499" dirty="0">
                  <a:solidFill>
                    <a:srgbClr val="000000"/>
                  </a:solidFill>
                  <a:latin typeface="Arial"/>
                  <a:ea typeface="Arial"/>
                  <a:cs typeface="Arial"/>
                  <a:sym typeface="Arial"/>
                </a:rPr>
                <a:t>Quiz</a:t>
              </a:r>
              <a:endParaRPr lang="es-GT" noProof="0" dirty="0"/>
            </a:p>
          </p:txBody>
        </p:sp>
      </p:grpSp>
      <p:grpSp>
        <p:nvGrpSpPr>
          <p:cNvPr id="10" name="Google Shape;96;p2">
            <a:extLst>
              <a:ext uri="{FF2B5EF4-FFF2-40B4-BE49-F238E27FC236}">
                <a16:creationId xmlns:a16="http://schemas.microsoft.com/office/drawing/2014/main" id="{6E8552C1-DDF1-4ABD-5F96-B60781CD6C68}"/>
              </a:ext>
            </a:extLst>
          </p:cNvPr>
          <p:cNvGrpSpPr/>
          <p:nvPr/>
        </p:nvGrpSpPr>
        <p:grpSpPr>
          <a:xfrm>
            <a:off x="1452477" y="5810834"/>
            <a:ext cx="9913502" cy="845385"/>
            <a:chOff x="0" y="-38655"/>
            <a:chExt cx="1964221" cy="359923"/>
          </a:xfrm>
        </p:grpSpPr>
        <p:sp>
          <p:nvSpPr>
            <p:cNvPr id="11" name="Google Shape;97;p2">
              <a:extLst>
                <a:ext uri="{FF2B5EF4-FFF2-40B4-BE49-F238E27FC236}">
                  <a16:creationId xmlns:a16="http://schemas.microsoft.com/office/drawing/2014/main" id="{CF5FE8FC-3BD6-2F69-30B6-6E855CD1C598}"/>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 name="Google Shape;98;p2">
              <a:extLst>
                <a:ext uri="{FF2B5EF4-FFF2-40B4-BE49-F238E27FC236}">
                  <a16:creationId xmlns:a16="http://schemas.microsoft.com/office/drawing/2014/main" id="{AD570773-E209-EAC7-F15A-27758532A607}"/>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Ejemplos de herramientas comerciales y Open Source</a:t>
              </a:r>
              <a:endParaRPr lang="es-GT" noProof="0" dirty="0"/>
            </a:p>
          </p:txBody>
        </p:sp>
      </p:grpSp>
      <p:sp>
        <p:nvSpPr>
          <p:cNvPr id="13" name="Google Shape;99;p2">
            <a:extLst>
              <a:ext uri="{FF2B5EF4-FFF2-40B4-BE49-F238E27FC236}">
                <a16:creationId xmlns:a16="http://schemas.microsoft.com/office/drawing/2014/main" id="{3BEE7767-573D-E26B-0465-AA0FEC03A20F}"/>
              </a:ext>
            </a:extLst>
          </p:cNvPr>
          <p:cNvSpPr/>
          <p:nvPr/>
        </p:nvSpPr>
        <p:spPr>
          <a:xfrm>
            <a:off x="1568377" y="596977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4" name="Google Shape;96;p2">
            <a:extLst>
              <a:ext uri="{FF2B5EF4-FFF2-40B4-BE49-F238E27FC236}">
                <a16:creationId xmlns:a16="http://schemas.microsoft.com/office/drawing/2014/main" id="{C5AA762B-A004-5E25-1690-EEB520FCCFA6}"/>
              </a:ext>
            </a:extLst>
          </p:cNvPr>
          <p:cNvGrpSpPr/>
          <p:nvPr/>
        </p:nvGrpSpPr>
        <p:grpSpPr>
          <a:xfrm>
            <a:off x="1307519" y="6520243"/>
            <a:ext cx="5771708" cy="845385"/>
            <a:chOff x="0" y="-38655"/>
            <a:chExt cx="1964221" cy="359923"/>
          </a:xfrm>
        </p:grpSpPr>
        <p:sp>
          <p:nvSpPr>
            <p:cNvPr id="15" name="Google Shape;97;p2">
              <a:extLst>
                <a:ext uri="{FF2B5EF4-FFF2-40B4-BE49-F238E27FC236}">
                  <a16:creationId xmlns:a16="http://schemas.microsoft.com/office/drawing/2014/main" id="{9D0F252B-9B26-9C75-45E9-2ECA79489F0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6" name="Google Shape;98;p2">
              <a:extLst>
                <a:ext uri="{FF2B5EF4-FFF2-40B4-BE49-F238E27FC236}">
                  <a16:creationId xmlns:a16="http://schemas.microsoft.com/office/drawing/2014/main" id="{2C72DFB1-FD3A-684B-4838-805A536F4C32}"/>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Herramientas ETL en la nube</a:t>
              </a:r>
              <a:endParaRPr lang="es-GT" noProof="0" dirty="0"/>
            </a:p>
          </p:txBody>
        </p:sp>
      </p:grpSp>
      <p:sp>
        <p:nvSpPr>
          <p:cNvPr id="17" name="Google Shape;99;p2">
            <a:extLst>
              <a:ext uri="{FF2B5EF4-FFF2-40B4-BE49-F238E27FC236}">
                <a16:creationId xmlns:a16="http://schemas.microsoft.com/office/drawing/2014/main" id="{25E92E04-0AC7-AEBF-8B4E-B63A672A86E3}"/>
              </a:ext>
            </a:extLst>
          </p:cNvPr>
          <p:cNvSpPr/>
          <p:nvPr/>
        </p:nvSpPr>
        <p:spPr>
          <a:xfrm>
            <a:off x="1423418" y="667917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22" name="Google Shape;96;p2">
            <a:extLst>
              <a:ext uri="{FF2B5EF4-FFF2-40B4-BE49-F238E27FC236}">
                <a16:creationId xmlns:a16="http://schemas.microsoft.com/office/drawing/2014/main" id="{705C6ABC-AF47-4CB0-E688-D293EA0CDF2E}"/>
              </a:ext>
            </a:extLst>
          </p:cNvPr>
          <p:cNvGrpSpPr/>
          <p:nvPr/>
        </p:nvGrpSpPr>
        <p:grpSpPr>
          <a:xfrm>
            <a:off x="1191618" y="7247487"/>
            <a:ext cx="4425554" cy="845385"/>
            <a:chOff x="0" y="-38655"/>
            <a:chExt cx="1964221" cy="359923"/>
          </a:xfrm>
        </p:grpSpPr>
        <p:sp>
          <p:nvSpPr>
            <p:cNvPr id="23" name="Google Shape;97;p2">
              <a:extLst>
                <a:ext uri="{FF2B5EF4-FFF2-40B4-BE49-F238E27FC236}">
                  <a16:creationId xmlns:a16="http://schemas.microsoft.com/office/drawing/2014/main" id="{2AEE9104-1A26-FB95-BB2F-162D3C9BB69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24" name="Google Shape;98;p2">
              <a:extLst>
                <a:ext uri="{FF2B5EF4-FFF2-40B4-BE49-F238E27FC236}">
                  <a16:creationId xmlns:a16="http://schemas.microsoft.com/office/drawing/2014/main" id="{4878B0EF-515C-9C2E-B8F1-D1ED40F111C7}"/>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Criterios de Selección</a:t>
              </a:r>
              <a:endParaRPr lang="es-GT" noProof="0" dirty="0"/>
            </a:p>
          </p:txBody>
        </p:sp>
      </p:grpSp>
      <p:sp>
        <p:nvSpPr>
          <p:cNvPr id="25" name="Google Shape;99;p2">
            <a:extLst>
              <a:ext uri="{FF2B5EF4-FFF2-40B4-BE49-F238E27FC236}">
                <a16:creationId xmlns:a16="http://schemas.microsoft.com/office/drawing/2014/main" id="{F7733642-EB1F-1A22-CCAA-F2A84307320E}"/>
              </a:ext>
            </a:extLst>
          </p:cNvPr>
          <p:cNvSpPr/>
          <p:nvPr/>
        </p:nvSpPr>
        <p:spPr>
          <a:xfrm>
            <a:off x="1307518" y="740642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26" name="Google Shape;96;p2">
            <a:extLst>
              <a:ext uri="{FF2B5EF4-FFF2-40B4-BE49-F238E27FC236}">
                <a16:creationId xmlns:a16="http://schemas.microsoft.com/office/drawing/2014/main" id="{287C2518-078E-531A-BC03-5B1A4C947917}"/>
              </a:ext>
            </a:extLst>
          </p:cNvPr>
          <p:cNvGrpSpPr/>
          <p:nvPr/>
        </p:nvGrpSpPr>
        <p:grpSpPr>
          <a:xfrm>
            <a:off x="1929161" y="7962643"/>
            <a:ext cx="4168027" cy="845385"/>
            <a:chOff x="0" y="-38655"/>
            <a:chExt cx="1964221" cy="359923"/>
          </a:xfrm>
        </p:grpSpPr>
        <p:sp>
          <p:nvSpPr>
            <p:cNvPr id="27" name="Google Shape;97;p2">
              <a:extLst>
                <a:ext uri="{FF2B5EF4-FFF2-40B4-BE49-F238E27FC236}">
                  <a16:creationId xmlns:a16="http://schemas.microsoft.com/office/drawing/2014/main" id="{A50EB05D-EFF5-E5C2-E81C-E344A10FBDB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28" name="Google Shape;98;p2">
              <a:extLst>
                <a:ext uri="{FF2B5EF4-FFF2-40B4-BE49-F238E27FC236}">
                  <a16:creationId xmlns:a16="http://schemas.microsoft.com/office/drawing/2014/main" id="{0620F0DA-4736-6652-90BC-299278A23299}"/>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nl-NL" sz="2799" dirty="0">
                  <a:solidFill>
                    <a:srgbClr val="000000"/>
                  </a:solidFill>
                  <a:latin typeface="Arial"/>
                  <a:cs typeface="Arial"/>
                  <a:sym typeface="Arial"/>
                </a:rPr>
                <a:t>Tendencias actuales</a:t>
              </a:r>
              <a:endParaRPr lang="es-GT" noProof="0" dirty="0"/>
            </a:p>
          </p:txBody>
        </p:sp>
      </p:grpSp>
      <p:sp>
        <p:nvSpPr>
          <p:cNvPr id="29" name="Google Shape;99;p2">
            <a:extLst>
              <a:ext uri="{FF2B5EF4-FFF2-40B4-BE49-F238E27FC236}">
                <a16:creationId xmlns:a16="http://schemas.microsoft.com/office/drawing/2014/main" id="{453A8091-5A5B-9998-BFDD-94D8EBF702D4}"/>
              </a:ext>
            </a:extLst>
          </p:cNvPr>
          <p:cNvSpPr/>
          <p:nvPr/>
        </p:nvSpPr>
        <p:spPr>
          <a:xfrm>
            <a:off x="2045061" y="812157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30" name="Google Shape;96;p2">
            <a:extLst>
              <a:ext uri="{FF2B5EF4-FFF2-40B4-BE49-F238E27FC236}">
                <a16:creationId xmlns:a16="http://schemas.microsoft.com/office/drawing/2014/main" id="{599D22DE-2845-716A-3137-CBA1C8F693CB}"/>
              </a:ext>
            </a:extLst>
          </p:cNvPr>
          <p:cNvGrpSpPr/>
          <p:nvPr/>
        </p:nvGrpSpPr>
        <p:grpSpPr>
          <a:xfrm>
            <a:off x="2811379" y="8663959"/>
            <a:ext cx="4267848" cy="845385"/>
            <a:chOff x="0" y="-38655"/>
            <a:chExt cx="1964221" cy="359923"/>
          </a:xfrm>
        </p:grpSpPr>
        <p:sp>
          <p:nvSpPr>
            <p:cNvPr id="31" name="Google Shape;97;p2">
              <a:extLst>
                <a:ext uri="{FF2B5EF4-FFF2-40B4-BE49-F238E27FC236}">
                  <a16:creationId xmlns:a16="http://schemas.microsoft.com/office/drawing/2014/main" id="{0C8012D8-7A2D-DA64-5C7D-30DBE6C685C9}"/>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32" name="Google Shape;98;p2">
              <a:extLst>
                <a:ext uri="{FF2B5EF4-FFF2-40B4-BE49-F238E27FC236}">
                  <a16:creationId xmlns:a16="http://schemas.microsoft.com/office/drawing/2014/main" id="{B33B15BC-F7F9-756D-C93E-081E1387882A}"/>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Casos de uso reales</a:t>
              </a:r>
              <a:endParaRPr lang="es-GT" noProof="0" dirty="0"/>
            </a:p>
          </p:txBody>
        </p:sp>
      </p:grpSp>
      <p:sp>
        <p:nvSpPr>
          <p:cNvPr id="33" name="Google Shape;99;p2">
            <a:extLst>
              <a:ext uri="{FF2B5EF4-FFF2-40B4-BE49-F238E27FC236}">
                <a16:creationId xmlns:a16="http://schemas.microsoft.com/office/drawing/2014/main" id="{5F5B3076-FE82-E3DE-F79E-C86D21514321}"/>
              </a:ext>
            </a:extLst>
          </p:cNvPr>
          <p:cNvSpPr/>
          <p:nvPr/>
        </p:nvSpPr>
        <p:spPr>
          <a:xfrm>
            <a:off x="2927279" y="882289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789314" y="0"/>
            <a:ext cx="7522369" cy="10294145"/>
            <a:chOff x="2928938" y="-4763"/>
            <a:chExt cx="5014912" cy="6862763"/>
          </a:xfrm>
        </p:grpSpPr>
        <p:sp>
          <p:nvSpPr>
            <p:cNvPr id="30"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GT" dirty="0"/>
            </a:p>
          </p:txBody>
        </p:sp>
        <p:sp>
          <p:nvSpPr>
            <p:cNvPr id="31"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2"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3"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4"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GT" dirty="0"/>
            </a:p>
          </p:txBody>
        </p:sp>
        <p:sp>
          <p:nvSpPr>
            <p:cNvPr id="35"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grpSp>
      <p:sp>
        <p:nvSpPr>
          <p:cNvPr id="2" name="Title 1">
            <a:extLst>
              <a:ext uri="{FF2B5EF4-FFF2-40B4-BE49-F238E27FC236}">
                <a16:creationId xmlns:a16="http://schemas.microsoft.com/office/drawing/2014/main" id="{89C2A35C-1B47-743F-6979-6CC7E733EAE6}"/>
              </a:ext>
            </a:extLst>
          </p:cNvPr>
          <p:cNvSpPr>
            <a:spLocks noGrp="1"/>
          </p:cNvSpPr>
          <p:nvPr>
            <p:ph type="title"/>
          </p:nvPr>
        </p:nvSpPr>
        <p:spPr>
          <a:xfrm>
            <a:off x="1527286" y="1028700"/>
            <a:ext cx="11117738" cy="2628898"/>
          </a:xfrm>
        </p:spPr>
        <p:txBody>
          <a:bodyPr>
            <a:normAutofit/>
          </a:bodyPr>
          <a:lstStyle/>
          <a:p>
            <a:pPr algn="l"/>
            <a:r>
              <a:rPr lang="en-US" i="0" u="none" strike="noStrike" cap="none" dirty="0">
                <a:latin typeface="Impact"/>
                <a:ea typeface="Impact"/>
                <a:cs typeface="Impact"/>
                <a:sym typeface="Impact"/>
              </a:rPr>
              <a:t>COMPETENCIA(S) QUE DESARROLLAREMOS</a:t>
            </a:r>
            <a:endParaRPr lang="es-GT" dirty="0"/>
          </a:p>
        </p:txBody>
      </p:sp>
      <p:sp>
        <p:nvSpPr>
          <p:cNvPr id="3" name="Content Placeholder 2">
            <a:extLst>
              <a:ext uri="{FF2B5EF4-FFF2-40B4-BE49-F238E27FC236}">
                <a16:creationId xmlns:a16="http://schemas.microsoft.com/office/drawing/2014/main" id="{AA521087-E5EA-C46B-DEB3-FF96351C1922}"/>
              </a:ext>
            </a:extLst>
          </p:cNvPr>
          <p:cNvSpPr>
            <a:spLocks noGrp="1"/>
          </p:cNvSpPr>
          <p:nvPr>
            <p:ph idx="1"/>
          </p:nvPr>
        </p:nvSpPr>
        <p:spPr>
          <a:xfrm>
            <a:off x="1527285" y="4000497"/>
            <a:ext cx="10865404" cy="5792431"/>
          </a:xfrm>
        </p:spPr>
        <p:txBody>
          <a:bodyPr anchor="t">
            <a:noAutofit/>
          </a:bodyPr>
          <a:lstStyle/>
          <a:p>
            <a:r>
              <a:rPr lang="es-GT" sz="4800" dirty="0">
                <a:latin typeface="Open Sans"/>
                <a:ea typeface="Open Sans"/>
                <a:cs typeface="Open Sans"/>
                <a:sym typeface="Open Sans"/>
              </a:rPr>
              <a:t>Implementa procesos ETL eficientes empleando herramientas como SSIS, Pentaho o </a:t>
            </a:r>
            <a:r>
              <a:rPr lang="es-GT" sz="4800" dirty="0" err="1">
                <a:latin typeface="Open Sans"/>
                <a:ea typeface="Open Sans"/>
                <a:cs typeface="Open Sans"/>
                <a:sym typeface="Open Sans"/>
              </a:rPr>
              <a:t>Talend</a:t>
            </a:r>
            <a:r>
              <a:rPr lang="es-GT" sz="4800" dirty="0">
                <a:latin typeface="Open Sans"/>
                <a:ea typeface="Open Sans"/>
                <a:cs typeface="Open Sans"/>
                <a:sym typeface="Open Sans"/>
              </a:rPr>
              <a:t> asegurando la transformación y carga efectiva de datos para su posterior análisis </a:t>
            </a:r>
            <a:endParaRPr lang="es-GT" sz="4800" dirty="0"/>
          </a:p>
        </p:txBody>
      </p:sp>
    </p:spTree>
    <p:extLst>
      <p:ext uri="{BB962C8B-B14F-4D97-AF65-F5344CB8AC3E}">
        <p14:creationId xmlns:p14="http://schemas.microsoft.com/office/powerpoint/2010/main" val="6880336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4DFAAE7-061D-4086-99EC-872CB3050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0FA2D8-0262-A811-858D-1DB474094B67}"/>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Tipos de herramientas ETL</a:t>
            </a:r>
            <a:endParaRPr lang="es-GT" dirty="0"/>
          </a:p>
        </p:txBody>
      </p:sp>
      <p:sp>
        <p:nvSpPr>
          <p:cNvPr id="29" name="Rectangle 28">
            <a:extLst>
              <a:ext uri="{FF2B5EF4-FFF2-40B4-BE49-F238E27FC236}">
                <a16:creationId xmlns:a16="http://schemas.microsoft.com/office/drawing/2014/main" id="{E7570099-A243-48DD-9EAE-36F4AC095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Freeform 6">
            <a:extLst>
              <a:ext uri="{FF2B5EF4-FFF2-40B4-BE49-F238E27FC236}">
                <a16:creationId xmlns:a16="http://schemas.microsoft.com/office/drawing/2014/main" id="{45E4A74B-6514-424A-ADFA-C232FA6B9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33" name="Freeform 7">
            <a:extLst>
              <a:ext uri="{FF2B5EF4-FFF2-40B4-BE49-F238E27FC236}">
                <a16:creationId xmlns:a16="http://schemas.microsoft.com/office/drawing/2014/main" id="{F61C5C86-C785-4B92-9F2D-133B8B8C2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5" name="Freeform 12">
            <a:extLst>
              <a:ext uri="{FF2B5EF4-FFF2-40B4-BE49-F238E27FC236}">
                <a16:creationId xmlns:a16="http://schemas.microsoft.com/office/drawing/2014/main" id="{954D0BF9-002C-4D3A-A222-C166094A5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7" name="Freeform 13">
            <a:extLst>
              <a:ext uri="{FF2B5EF4-FFF2-40B4-BE49-F238E27FC236}">
                <a16:creationId xmlns:a16="http://schemas.microsoft.com/office/drawing/2014/main" id="{6080EB6E-D69F-43B1-91EC-75C303342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9" name="Freeform: Shape 38">
            <a:extLst>
              <a:ext uri="{FF2B5EF4-FFF2-40B4-BE49-F238E27FC236}">
                <a16:creationId xmlns:a16="http://schemas.microsoft.com/office/drawing/2014/main" id="{21BA816A-EE68-4A96-BA05-73303B2F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41" name="Freeform 15">
            <a:extLst>
              <a:ext uri="{FF2B5EF4-FFF2-40B4-BE49-F238E27FC236}">
                <a16:creationId xmlns:a16="http://schemas.microsoft.com/office/drawing/2014/main" id="{22A94CDB-5D63-4C75-9CB6-6C18CDF37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7379920C-76C9-6AC0-A586-0EB34D3858FD}"/>
              </a:ext>
            </a:extLst>
          </p:cNvPr>
          <p:cNvSpPr>
            <a:spLocks noGrp="1"/>
          </p:cNvSpPr>
          <p:nvPr>
            <p:ph idx="1"/>
          </p:nvPr>
        </p:nvSpPr>
        <p:spPr>
          <a:xfrm>
            <a:off x="5781676" y="4000498"/>
            <a:ext cx="11472858" cy="4686302"/>
          </a:xfrm>
        </p:spPr>
        <p:txBody>
          <a:bodyPr anchor="t">
            <a:normAutofit fontScale="85000" lnSpcReduction="20000"/>
          </a:bodyPr>
          <a:lstStyle/>
          <a:p>
            <a:endParaRPr lang="es-GT" sz="4400" b="1" dirty="0">
              <a:latin typeface="Open Sans"/>
              <a:ea typeface="Open Sans"/>
              <a:cs typeface="Open Sans"/>
              <a:sym typeface="Open Sans"/>
            </a:endParaRPr>
          </a:p>
          <a:p>
            <a:r>
              <a:rPr lang="es-GT" sz="4400" dirty="0">
                <a:latin typeface="Open Sans"/>
                <a:ea typeface="Open Sans"/>
                <a:cs typeface="Open Sans"/>
                <a:sym typeface="Open Sans"/>
              </a:rPr>
              <a:t>Hoy en día, muchas organizaciones desean usar datos para guiar sus decisiones, pero necesitan ayuda para gestionar sus crecientes fuentes de datos. Más importante aún, cuando no pueden transformar sus datos sin procesar en formatos utilizables, pueden tener poca disponibilidad de datos, lo que puede obstaculizar el desarrollo de una cultura de datos.</a:t>
            </a:r>
            <a:endParaRPr lang="es-GT" sz="4400" dirty="0"/>
          </a:p>
        </p:txBody>
      </p:sp>
    </p:spTree>
    <p:extLst>
      <p:ext uri="{BB962C8B-B14F-4D97-AF65-F5344CB8AC3E}">
        <p14:creationId xmlns:p14="http://schemas.microsoft.com/office/powerpoint/2010/main" val="375883537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D3BD3C6C-9DE6-A218-F39A-3C9161B474E7}"/>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4DFAAE7-061D-4086-99EC-872CB3050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26A7A6-7F7B-0167-EC3D-BB1CD1362828}"/>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Tipos de herramientas ETL</a:t>
            </a:r>
            <a:endParaRPr lang="es-GT" dirty="0"/>
          </a:p>
        </p:txBody>
      </p:sp>
      <p:sp>
        <p:nvSpPr>
          <p:cNvPr id="6" name="Rectangle 5">
            <a:extLst>
              <a:ext uri="{FF2B5EF4-FFF2-40B4-BE49-F238E27FC236}">
                <a16:creationId xmlns:a16="http://schemas.microsoft.com/office/drawing/2014/main" id="{E7570099-A243-48DD-9EAE-36F4AC095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Freeform 6">
            <a:extLst>
              <a:ext uri="{FF2B5EF4-FFF2-40B4-BE49-F238E27FC236}">
                <a16:creationId xmlns:a16="http://schemas.microsoft.com/office/drawing/2014/main" id="{45E4A74B-6514-424A-ADFA-C232FA6B9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9" name="Freeform 7">
            <a:extLst>
              <a:ext uri="{FF2B5EF4-FFF2-40B4-BE49-F238E27FC236}">
                <a16:creationId xmlns:a16="http://schemas.microsoft.com/office/drawing/2014/main" id="{F61C5C86-C785-4B92-9F2D-133B8B8C2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11" name="Freeform 12">
            <a:extLst>
              <a:ext uri="{FF2B5EF4-FFF2-40B4-BE49-F238E27FC236}">
                <a16:creationId xmlns:a16="http://schemas.microsoft.com/office/drawing/2014/main" id="{954D0BF9-002C-4D3A-A222-C166094A5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13" name="Freeform 13">
            <a:extLst>
              <a:ext uri="{FF2B5EF4-FFF2-40B4-BE49-F238E27FC236}">
                <a16:creationId xmlns:a16="http://schemas.microsoft.com/office/drawing/2014/main" id="{6080EB6E-D69F-43B1-91EC-75C303342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15" name="Freeform: Shape 14">
            <a:extLst>
              <a:ext uri="{FF2B5EF4-FFF2-40B4-BE49-F238E27FC236}">
                <a16:creationId xmlns:a16="http://schemas.microsoft.com/office/drawing/2014/main" id="{21BA816A-EE68-4A96-BA05-73303B2F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17" name="Freeform 15">
            <a:extLst>
              <a:ext uri="{FF2B5EF4-FFF2-40B4-BE49-F238E27FC236}">
                <a16:creationId xmlns:a16="http://schemas.microsoft.com/office/drawing/2014/main" id="{22A94CDB-5D63-4C75-9CB6-6C18CDF37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062CA73F-5F05-D52E-C503-3EFEDC6151BC}"/>
              </a:ext>
            </a:extLst>
          </p:cNvPr>
          <p:cNvSpPr>
            <a:spLocks noGrp="1"/>
          </p:cNvSpPr>
          <p:nvPr>
            <p:ph idx="1"/>
          </p:nvPr>
        </p:nvSpPr>
        <p:spPr>
          <a:xfrm>
            <a:off x="5781676" y="4000498"/>
            <a:ext cx="11472858" cy="4686302"/>
          </a:xfrm>
        </p:spPr>
        <p:txBody>
          <a:bodyPr anchor="t">
            <a:noAutofit/>
          </a:bodyPr>
          <a:lstStyle/>
          <a:p>
            <a:r>
              <a:rPr lang="es-GT" sz="4000" dirty="0">
                <a:latin typeface="Open Sans"/>
                <a:ea typeface="Open Sans"/>
                <a:cs typeface="Open Sans"/>
                <a:sym typeface="Open Sans"/>
              </a:rPr>
              <a:t>Las herramientas ETL (Extracción, Transformación y Carga) son fundamentales para resolver estos problemas. Existe una gran variedad de herramientas ETL, lo que permite a las empresas seleccionar la mejor opción. Sin embargo, revisar todas las opciones disponibles puede llevar mucho tiempo.</a:t>
            </a:r>
          </a:p>
        </p:txBody>
      </p:sp>
    </p:spTree>
    <p:extLst>
      <p:ext uri="{BB962C8B-B14F-4D97-AF65-F5344CB8AC3E}">
        <p14:creationId xmlns:p14="http://schemas.microsoft.com/office/powerpoint/2010/main" val="2350886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936E49EE-CF6F-0331-7E82-BEEEFA5625E3}"/>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497C6018-FE39-624F-61FD-27D6BDEEB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21A0BD9-B3FD-83CC-E978-1C5E438A7FE6}"/>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Tipos de herramientas ETL</a:t>
            </a:r>
            <a:endParaRPr lang="es-GT" dirty="0"/>
          </a:p>
        </p:txBody>
      </p:sp>
      <p:sp>
        <p:nvSpPr>
          <p:cNvPr id="6" name="Rectangle 5">
            <a:extLst>
              <a:ext uri="{FF2B5EF4-FFF2-40B4-BE49-F238E27FC236}">
                <a16:creationId xmlns:a16="http://schemas.microsoft.com/office/drawing/2014/main" id="{7F36FF42-496B-BEFA-9FCD-C09D2AE7B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Freeform 6">
            <a:extLst>
              <a:ext uri="{FF2B5EF4-FFF2-40B4-BE49-F238E27FC236}">
                <a16:creationId xmlns:a16="http://schemas.microsoft.com/office/drawing/2014/main" id="{AE647AEB-C2A6-887B-68CD-D2BF463A9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9" name="Freeform 7">
            <a:extLst>
              <a:ext uri="{FF2B5EF4-FFF2-40B4-BE49-F238E27FC236}">
                <a16:creationId xmlns:a16="http://schemas.microsoft.com/office/drawing/2014/main" id="{E4BB2F10-253C-1781-6061-BFCE060F9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11" name="Freeform 12">
            <a:extLst>
              <a:ext uri="{FF2B5EF4-FFF2-40B4-BE49-F238E27FC236}">
                <a16:creationId xmlns:a16="http://schemas.microsoft.com/office/drawing/2014/main" id="{D76024FB-38C0-B70A-9F7D-635440F90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13" name="Freeform 13">
            <a:extLst>
              <a:ext uri="{FF2B5EF4-FFF2-40B4-BE49-F238E27FC236}">
                <a16:creationId xmlns:a16="http://schemas.microsoft.com/office/drawing/2014/main" id="{F4AB2B03-433B-2410-C117-2AB660E2D3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15" name="Freeform: Shape 14">
            <a:extLst>
              <a:ext uri="{FF2B5EF4-FFF2-40B4-BE49-F238E27FC236}">
                <a16:creationId xmlns:a16="http://schemas.microsoft.com/office/drawing/2014/main" id="{B469B097-AA32-3FD8-3A7A-72CF0A859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17" name="Freeform 15">
            <a:extLst>
              <a:ext uri="{FF2B5EF4-FFF2-40B4-BE49-F238E27FC236}">
                <a16:creationId xmlns:a16="http://schemas.microsoft.com/office/drawing/2014/main" id="{04868978-0F3D-343A-2FC4-28A5C34FA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4CB4C471-CABB-AB1A-7480-E7828EBF6DF5}"/>
              </a:ext>
            </a:extLst>
          </p:cNvPr>
          <p:cNvSpPr>
            <a:spLocks noGrp="1"/>
          </p:cNvSpPr>
          <p:nvPr>
            <p:ph idx="1"/>
          </p:nvPr>
        </p:nvSpPr>
        <p:spPr>
          <a:xfrm>
            <a:off x="5781676" y="4000498"/>
            <a:ext cx="11472858" cy="4686302"/>
          </a:xfrm>
        </p:spPr>
        <p:txBody>
          <a:bodyPr anchor="t">
            <a:noAutofit/>
          </a:bodyPr>
          <a:lstStyle/>
          <a:p>
            <a:r>
              <a:rPr lang="es-GT" sz="3200" dirty="0">
                <a:latin typeface="Open Sans"/>
                <a:ea typeface="Open Sans"/>
                <a:cs typeface="Open Sans"/>
                <a:sym typeface="Open Sans"/>
              </a:rPr>
              <a:t>Tal como su nombre indica, las herramientas ETL son un conjunto de herramientas de software que se utilizan para extraer, transformar y cargar datos de una o más fuentes a un sistema o base de datos de destino. Están diseñadas para automatizar y simplificar el proceso de extracción de datos de diversas fuentes, transformándolos a un formato consistente y limpio, y cargándolos en el sistema de destino de forma oportuna y eficiente. En la siguiente sección, veremos las consideraciones clave que los equipos de datos deben tener en cuenta al considerar una herramienta ETL.</a:t>
            </a:r>
          </a:p>
        </p:txBody>
      </p:sp>
    </p:spTree>
    <p:extLst>
      <p:ext uri="{BB962C8B-B14F-4D97-AF65-F5344CB8AC3E}">
        <p14:creationId xmlns:p14="http://schemas.microsoft.com/office/powerpoint/2010/main" val="2989252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470B3DE6-9927-377F-464C-E12AEFD7994B}"/>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EE0E954-012F-F3C3-B1BE-527C322B4415}"/>
              </a:ext>
            </a:extLst>
          </p:cNvPr>
          <p:cNvSpPr>
            <a:spLocks noGrp="1"/>
          </p:cNvSpPr>
          <p:nvPr>
            <p:ph type="title"/>
          </p:nvPr>
        </p:nvSpPr>
        <p:spPr>
          <a:xfrm>
            <a:off x="802531" y="1028700"/>
            <a:ext cx="3959943" cy="7658100"/>
          </a:xfrm>
        </p:spPr>
        <p:txBody>
          <a:bodyPr>
            <a:normAutofit/>
          </a:bodyPr>
          <a:lstStyle/>
          <a:p>
            <a:r>
              <a:rPr lang="es-GT" sz="4200" i="0" u="none" strike="noStrike" cap="none" noProof="0">
                <a:solidFill>
                  <a:srgbClr val="FFFFFF"/>
                </a:solidFill>
                <a:latin typeface="Impact"/>
                <a:ea typeface="Impact"/>
                <a:cs typeface="Impact"/>
                <a:sym typeface="Impact"/>
              </a:rPr>
              <a:t>Consideraciones sobre las herramientas ETL</a:t>
            </a:r>
            <a:endParaRPr lang="es-GT" sz="4200">
              <a:solidFill>
                <a:srgbClr val="FFFFFF"/>
              </a:solidFill>
            </a:endParaRPr>
          </a:p>
        </p:txBody>
      </p:sp>
      <p:grpSp>
        <p:nvGrpSpPr>
          <p:cNvPr id="27" name="Group 26">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28"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a:p>
          </p:txBody>
        </p:sp>
        <p:sp>
          <p:nvSpPr>
            <p:cNvPr id="29"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a:p>
          </p:txBody>
        </p:sp>
        <p:sp>
          <p:nvSpPr>
            <p:cNvPr id="30"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a:p>
          </p:txBody>
        </p:sp>
        <p:sp>
          <p:nvSpPr>
            <p:cNvPr id="31"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a:p>
          </p:txBody>
        </p:sp>
        <p:sp>
          <p:nvSpPr>
            <p:cNvPr id="32"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a:p>
          </p:txBody>
        </p:sp>
        <p:sp>
          <p:nvSpPr>
            <p:cNvPr id="33"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a:p>
          </p:txBody>
        </p:sp>
      </p:grpSp>
      <p:graphicFrame>
        <p:nvGraphicFramePr>
          <p:cNvPr id="19" name="Content Placeholder 2">
            <a:extLst>
              <a:ext uri="{FF2B5EF4-FFF2-40B4-BE49-F238E27FC236}">
                <a16:creationId xmlns:a16="http://schemas.microsoft.com/office/drawing/2014/main" id="{B2B79AF1-DF7C-CB2F-EB8C-819F2F51F6AC}"/>
              </a:ext>
            </a:extLst>
          </p:cNvPr>
          <p:cNvGraphicFramePr>
            <a:graphicFrameLocks noGrp="1"/>
          </p:cNvGraphicFramePr>
          <p:nvPr>
            <p:ph idx="1"/>
            <p:extLst>
              <p:ext uri="{D42A27DB-BD31-4B8C-83A1-F6EECF244321}">
                <p14:modId xmlns:p14="http://schemas.microsoft.com/office/powerpoint/2010/main" val="1392340443"/>
              </p:ext>
            </p:extLst>
          </p:nvPr>
        </p:nvGraphicFramePr>
        <p:xfrm>
          <a:off x="7515225" y="162233"/>
          <a:ext cx="10640040" cy="99994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890934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16F873AB-CD86-0235-1793-0FED66EB9B5B}"/>
            </a:ext>
          </a:extLst>
        </p:cNvPr>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24089E1-1F2E-8C73-9E2D-CE85434A4E8E}"/>
              </a:ext>
            </a:extLst>
          </p:cNvPr>
          <p:cNvSpPr>
            <a:spLocks noGrp="1"/>
          </p:cNvSpPr>
          <p:nvPr>
            <p:ph type="title"/>
          </p:nvPr>
        </p:nvSpPr>
        <p:spPr>
          <a:xfrm>
            <a:off x="802531" y="1028700"/>
            <a:ext cx="3959943" cy="7658100"/>
          </a:xfrm>
        </p:spPr>
        <p:txBody>
          <a:bodyPr>
            <a:normAutofit/>
          </a:bodyPr>
          <a:lstStyle/>
          <a:p>
            <a:r>
              <a:rPr lang="es-GT" sz="4200" i="0" u="none" strike="noStrike" cap="none" noProof="0" dirty="0">
                <a:solidFill>
                  <a:srgbClr val="FFFFFF"/>
                </a:solidFill>
                <a:latin typeface="Impact"/>
                <a:ea typeface="Impact"/>
                <a:cs typeface="Impact"/>
                <a:sym typeface="Impact"/>
              </a:rPr>
              <a:t>Consideraciones sobre las herramientas ETL</a:t>
            </a:r>
            <a:endParaRPr lang="es-GT" sz="4200" dirty="0">
              <a:solidFill>
                <a:srgbClr val="FFFFFF"/>
              </a:solidFill>
            </a:endParaRPr>
          </a:p>
        </p:txBody>
      </p:sp>
      <p:grpSp>
        <p:nvGrpSpPr>
          <p:cNvPr id="67" name="Group 66">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68"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a:p>
          </p:txBody>
        </p:sp>
        <p:sp>
          <p:nvSpPr>
            <p:cNvPr id="69"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a:p>
          </p:txBody>
        </p:sp>
        <p:sp>
          <p:nvSpPr>
            <p:cNvPr id="70"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a:p>
          </p:txBody>
        </p:sp>
        <p:sp>
          <p:nvSpPr>
            <p:cNvPr id="71"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a:p>
          </p:txBody>
        </p:sp>
        <p:sp>
          <p:nvSpPr>
            <p:cNvPr id="72"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a:p>
          </p:txBody>
        </p:sp>
        <p:sp>
          <p:nvSpPr>
            <p:cNvPr id="73"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a:p>
          </p:txBody>
        </p:sp>
      </p:grpSp>
      <p:graphicFrame>
        <p:nvGraphicFramePr>
          <p:cNvPr id="19" name="Content Placeholder 2">
            <a:extLst>
              <a:ext uri="{FF2B5EF4-FFF2-40B4-BE49-F238E27FC236}">
                <a16:creationId xmlns:a16="http://schemas.microsoft.com/office/drawing/2014/main" id="{C02C02CE-E70F-DDE4-170E-B77C9139BC0F}"/>
              </a:ext>
            </a:extLst>
          </p:cNvPr>
          <p:cNvGraphicFramePr>
            <a:graphicFrameLocks noGrp="1"/>
          </p:cNvGraphicFramePr>
          <p:nvPr>
            <p:ph idx="1"/>
            <p:extLst>
              <p:ext uri="{D42A27DB-BD31-4B8C-83A1-F6EECF244321}">
                <p14:modId xmlns:p14="http://schemas.microsoft.com/office/powerpoint/2010/main" val="1263839078"/>
              </p:ext>
            </p:extLst>
          </p:nvPr>
        </p:nvGraphicFramePr>
        <p:xfrm>
          <a:off x="7515225" y="1028700"/>
          <a:ext cx="9739312" cy="7658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270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69D7B0D-ED00-68D9-5736-37680CDB5698}"/>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Apache Airflow - Wikipedia">
            <a:extLst>
              <a:ext uri="{FF2B5EF4-FFF2-40B4-BE49-F238E27FC236}">
                <a16:creationId xmlns:a16="http://schemas.microsoft.com/office/drawing/2014/main" id="{4048ED26-5659-241C-D4EE-7F9E51C7CBB8}"/>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23613" r="7499"/>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1F96F0E-E540-1736-4828-14B7437FC3EE}"/>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Apache </a:t>
            </a:r>
            <a:r>
              <a:rPr lang="es-GT" i="0" u="none" strike="noStrike" cap="none" noProof="0" dirty="0" err="1">
                <a:latin typeface="Impact"/>
                <a:ea typeface="Impact"/>
                <a:cs typeface="Impact"/>
                <a:sym typeface="Impact"/>
              </a:rPr>
              <a:t>Airflow</a:t>
            </a:r>
            <a:endParaRPr lang="es-GT"/>
          </a:p>
        </p:txBody>
      </p:sp>
      <p:sp>
        <p:nvSpPr>
          <p:cNvPr id="3" name="Content Placeholder 2">
            <a:extLst>
              <a:ext uri="{FF2B5EF4-FFF2-40B4-BE49-F238E27FC236}">
                <a16:creationId xmlns:a16="http://schemas.microsoft.com/office/drawing/2014/main" id="{C40E869F-CAA2-CC1F-56BA-E221826BA454}"/>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Apache </a:t>
            </a:r>
            <a:r>
              <a:rPr lang="es-GT" err="1">
                <a:latin typeface="Open Sans" panose="020B0606030504020204" pitchFamily="34" charset="0"/>
                <a:ea typeface="Open Sans" panose="020B0606030504020204" pitchFamily="34" charset="0"/>
                <a:cs typeface="Open Sans" panose="020B0606030504020204" pitchFamily="34" charset="0"/>
              </a:rPr>
              <a:t>Airflow</a:t>
            </a:r>
            <a:r>
              <a:rPr lang="es-GT">
                <a:latin typeface="Open Sans" panose="020B0606030504020204" pitchFamily="34" charset="0"/>
                <a:ea typeface="Open Sans" panose="020B0606030504020204" pitchFamily="34" charset="0"/>
                <a:cs typeface="Open Sans" panose="020B0606030504020204" pitchFamily="34" charset="0"/>
              </a:rPr>
              <a:t> es una plataforma de </a:t>
            </a:r>
            <a:r>
              <a:rPr lang="es-GT" b="1">
                <a:latin typeface="Open Sans" panose="020B0606030504020204" pitchFamily="34" charset="0"/>
                <a:ea typeface="Open Sans" panose="020B0606030504020204" pitchFamily="34" charset="0"/>
                <a:cs typeface="Open Sans" panose="020B0606030504020204" pitchFamily="34" charset="0"/>
              </a:rPr>
              <a:t>código abierto </a:t>
            </a:r>
            <a:r>
              <a:rPr lang="es-GT">
                <a:latin typeface="Open Sans" panose="020B0606030504020204" pitchFamily="34" charset="0"/>
                <a:ea typeface="Open Sans" panose="020B0606030504020204" pitchFamily="34" charset="0"/>
                <a:cs typeface="Open Sans" panose="020B0606030504020204" pitchFamily="34" charset="0"/>
              </a:rPr>
              <a:t>para crear, programar y supervisar flujos de trabajo mediante programación. La plataforma cuenta con una interfaz de usuario web y una interfaz de línea de comandos para gestionar y activar flujos de trabajo.</a:t>
            </a:r>
          </a:p>
        </p:txBody>
      </p:sp>
    </p:spTree>
    <p:extLst>
      <p:ext uri="{BB962C8B-B14F-4D97-AF65-F5344CB8AC3E}">
        <p14:creationId xmlns:p14="http://schemas.microsoft.com/office/powerpoint/2010/main" val="24831963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39BBE38-D613-901D-1D2D-491F617295D5}"/>
            </a:ext>
          </a:extLst>
        </p:cNvPr>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Apache Airflow - Wikipedia">
            <a:extLst>
              <a:ext uri="{FF2B5EF4-FFF2-40B4-BE49-F238E27FC236}">
                <a16:creationId xmlns:a16="http://schemas.microsoft.com/office/drawing/2014/main" id="{C1461EA2-54EF-7577-405D-F52FCBFD7150}"/>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23613" r="7499"/>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3ECBF91-87C9-83A1-5466-8F0D90C4183B}"/>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Apache </a:t>
            </a:r>
            <a:r>
              <a:rPr lang="es-GT" i="0" u="none" strike="noStrike" cap="none" noProof="0" dirty="0" err="1">
                <a:latin typeface="Impact"/>
                <a:ea typeface="Impact"/>
                <a:cs typeface="Impact"/>
                <a:sym typeface="Impact"/>
              </a:rPr>
              <a:t>Airflow</a:t>
            </a:r>
            <a:endParaRPr lang="es-GT"/>
          </a:p>
        </p:txBody>
      </p:sp>
      <p:sp>
        <p:nvSpPr>
          <p:cNvPr id="3" name="Content Placeholder 2">
            <a:extLst>
              <a:ext uri="{FF2B5EF4-FFF2-40B4-BE49-F238E27FC236}">
                <a16:creationId xmlns:a16="http://schemas.microsoft.com/office/drawing/2014/main" id="{359B2970-5A02-1CFC-EBA3-5B898B5B2DAF}"/>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Los flujos de trabajo se definen mediante </a:t>
            </a:r>
            <a:r>
              <a:rPr lang="es-GT" b="1">
                <a:latin typeface="Open Sans" panose="020B0606030504020204" pitchFamily="34" charset="0"/>
                <a:ea typeface="Open Sans" panose="020B0606030504020204" pitchFamily="34" charset="0"/>
                <a:cs typeface="Open Sans" panose="020B0606030504020204" pitchFamily="34" charset="0"/>
              </a:rPr>
              <a:t>grafos acíclicos dirigidos </a:t>
            </a:r>
            <a:r>
              <a:rPr lang="es-GT">
                <a:latin typeface="Open Sans" panose="020B0606030504020204" pitchFamily="34" charset="0"/>
                <a:ea typeface="Open Sans" panose="020B0606030504020204" pitchFamily="34" charset="0"/>
                <a:cs typeface="Open Sans" panose="020B0606030504020204" pitchFamily="34" charset="0"/>
              </a:rPr>
              <a:t>(DAG), que permiten una visualización y gestión claras de tareas y dependencias. </a:t>
            </a:r>
            <a:r>
              <a:rPr lang="es-GT" err="1">
                <a:latin typeface="Open Sans" panose="020B0606030504020204" pitchFamily="34" charset="0"/>
                <a:ea typeface="Open Sans" panose="020B0606030504020204" pitchFamily="34" charset="0"/>
                <a:cs typeface="Open Sans" panose="020B0606030504020204" pitchFamily="34" charset="0"/>
              </a:rPr>
              <a:t>Airflow</a:t>
            </a:r>
            <a:r>
              <a:rPr lang="es-GT">
                <a:latin typeface="Open Sans" panose="020B0606030504020204" pitchFamily="34" charset="0"/>
                <a:ea typeface="Open Sans" panose="020B0606030504020204" pitchFamily="34" charset="0"/>
                <a:cs typeface="Open Sans" panose="020B0606030504020204" pitchFamily="34" charset="0"/>
              </a:rPr>
              <a:t> también se integra con otras herramientas comunes en ingeniería y ciencia de datos, como Apache </a:t>
            </a:r>
            <a:r>
              <a:rPr lang="es-GT" err="1">
                <a:latin typeface="Open Sans" panose="020B0606030504020204" pitchFamily="34" charset="0"/>
                <a:ea typeface="Open Sans" panose="020B0606030504020204" pitchFamily="34" charset="0"/>
                <a:cs typeface="Open Sans" panose="020B0606030504020204" pitchFamily="34" charset="0"/>
              </a:rPr>
              <a:t>Spark</a:t>
            </a:r>
            <a:r>
              <a:rPr lang="es-GT">
                <a:latin typeface="Open Sans" panose="020B0606030504020204" pitchFamily="34" charset="0"/>
                <a:ea typeface="Open Sans" panose="020B0606030504020204" pitchFamily="34" charset="0"/>
                <a:cs typeface="Open Sans" panose="020B0606030504020204" pitchFamily="34" charset="0"/>
              </a:rPr>
              <a:t> y Pandas.</a:t>
            </a:r>
          </a:p>
        </p:txBody>
      </p:sp>
    </p:spTree>
    <p:extLst>
      <p:ext uri="{BB962C8B-B14F-4D97-AF65-F5344CB8AC3E}">
        <p14:creationId xmlns:p14="http://schemas.microsoft.com/office/powerpoint/2010/main" val="20590059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8454121-108B-7DB9-32B5-71539BE12EDB}"/>
            </a:ext>
          </a:extLst>
        </p:cNvPr>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Apache Airflow - Wikipedia">
            <a:extLst>
              <a:ext uri="{FF2B5EF4-FFF2-40B4-BE49-F238E27FC236}">
                <a16:creationId xmlns:a16="http://schemas.microsoft.com/office/drawing/2014/main" id="{60755CC5-808C-16DC-5DDD-86D5E3461453}"/>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23613" r="7499"/>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5533C63-64B7-A6D5-9FBC-F95BF217503E}"/>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Apache </a:t>
            </a:r>
            <a:r>
              <a:rPr lang="es-GT" i="0" u="none" strike="noStrike" cap="none" noProof="0" dirty="0" err="1">
                <a:latin typeface="Impact"/>
                <a:ea typeface="Impact"/>
                <a:cs typeface="Impact"/>
                <a:sym typeface="Impact"/>
              </a:rPr>
              <a:t>Airflow</a:t>
            </a:r>
            <a:endParaRPr lang="es-GT"/>
          </a:p>
        </p:txBody>
      </p:sp>
      <p:sp>
        <p:nvSpPr>
          <p:cNvPr id="3" name="Content Placeholder 2">
            <a:extLst>
              <a:ext uri="{FF2B5EF4-FFF2-40B4-BE49-F238E27FC236}">
                <a16:creationId xmlns:a16="http://schemas.microsoft.com/office/drawing/2014/main" id="{96C672CF-B0ED-9EFF-64A9-3A9382D44E76}"/>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Las empresas que utilizan </a:t>
            </a:r>
            <a:r>
              <a:rPr lang="es-GT" err="1">
                <a:latin typeface="Open Sans" panose="020B0606030504020204" pitchFamily="34" charset="0"/>
                <a:ea typeface="Open Sans" panose="020B0606030504020204" pitchFamily="34" charset="0"/>
                <a:cs typeface="Open Sans" panose="020B0606030504020204" pitchFamily="34" charset="0"/>
              </a:rPr>
              <a:t>Airflow</a:t>
            </a:r>
            <a:r>
              <a:rPr lang="es-GT">
                <a:latin typeface="Open Sans" panose="020B0606030504020204" pitchFamily="34" charset="0"/>
                <a:ea typeface="Open Sans" panose="020B0606030504020204" pitchFamily="34" charset="0"/>
                <a:cs typeface="Open Sans" panose="020B0606030504020204" pitchFamily="34" charset="0"/>
              </a:rPr>
              <a:t> se benefician de su capacidad para escalar y gestionar flujos de trabajo complejos, así como de su activa comunidad de código abierto y su extensa documentación. </a:t>
            </a:r>
          </a:p>
        </p:txBody>
      </p:sp>
    </p:spTree>
    <p:extLst>
      <p:ext uri="{BB962C8B-B14F-4D97-AF65-F5344CB8AC3E}">
        <p14:creationId xmlns:p14="http://schemas.microsoft.com/office/powerpoint/2010/main" val="28683977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344C4D8-D9BC-0311-6C28-8DC3A2AE4452}"/>
            </a:ext>
          </a:extLst>
        </p:cNvPr>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IBM InfoSphere ETL - CNews">
            <a:extLst>
              <a:ext uri="{FF2B5EF4-FFF2-40B4-BE49-F238E27FC236}">
                <a16:creationId xmlns:a16="http://schemas.microsoft.com/office/drawing/2014/main" id="{7EF0BC7B-6030-B2F9-A99B-09B580165CCB}"/>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t="12479" b="12521"/>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4A7CCE4-E569-D2F7-5C2A-FDE7594BD165}"/>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IBM </a:t>
            </a:r>
            <a:r>
              <a:rPr lang="es-GT" i="0" u="none" strike="noStrike" cap="none" noProof="0" dirty="0" err="1">
                <a:latin typeface="Impact"/>
                <a:ea typeface="Impact"/>
                <a:cs typeface="Impact"/>
                <a:sym typeface="Impact"/>
              </a:rPr>
              <a:t>Infosphere</a:t>
            </a:r>
            <a:r>
              <a:rPr lang="es-GT" i="0" u="none" strike="noStrike" cap="none" noProof="0" dirty="0">
                <a:latin typeface="Impact"/>
                <a:ea typeface="Impact"/>
                <a:cs typeface="Impact"/>
                <a:sym typeface="Impact"/>
              </a:rPr>
              <a:t> </a:t>
            </a:r>
            <a:r>
              <a:rPr lang="es-GT" i="0" u="none" strike="noStrike" cap="none" noProof="0" dirty="0" err="1">
                <a:latin typeface="Impact"/>
                <a:ea typeface="Impact"/>
                <a:cs typeface="Impact"/>
                <a:sym typeface="Impact"/>
              </a:rPr>
              <a:t>Datastage</a:t>
            </a:r>
            <a:r>
              <a:rPr lang="es-GT" i="0" u="none" strike="noStrike" cap="none" noProof="0" dirty="0">
                <a:latin typeface="Impact"/>
                <a:ea typeface="Impact"/>
                <a:cs typeface="Impact"/>
                <a:sym typeface="Impact"/>
              </a:rPr>
              <a:t> </a:t>
            </a:r>
            <a:endParaRPr lang="es-GT"/>
          </a:p>
        </p:txBody>
      </p:sp>
      <p:sp>
        <p:nvSpPr>
          <p:cNvPr id="3" name="Content Placeholder 2">
            <a:extLst>
              <a:ext uri="{FF2B5EF4-FFF2-40B4-BE49-F238E27FC236}">
                <a16:creationId xmlns:a16="http://schemas.microsoft.com/office/drawing/2014/main" id="{FA2E4D80-CF2F-BF9D-0C71-DFC826EF8E12}"/>
              </a:ext>
            </a:extLst>
          </p:cNvPr>
          <p:cNvSpPr>
            <a:spLocks noGrp="1"/>
          </p:cNvSpPr>
          <p:nvPr>
            <p:ph idx="1"/>
          </p:nvPr>
        </p:nvSpPr>
        <p:spPr>
          <a:xfrm>
            <a:off x="1904103" y="4000498"/>
            <a:ext cx="15350431" cy="4686302"/>
          </a:xfrm>
        </p:spPr>
        <p:txBody>
          <a:bodyPr anchor="t">
            <a:normAutofit/>
          </a:bodyPr>
          <a:lstStyle/>
          <a:p>
            <a:r>
              <a:rPr lang="es-GT" err="1">
                <a:latin typeface="Open Sans" panose="020B0606030504020204" pitchFamily="34" charset="0"/>
                <a:ea typeface="Open Sans" panose="020B0606030504020204" pitchFamily="34" charset="0"/>
                <a:cs typeface="Open Sans" panose="020B0606030504020204" pitchFamily="34" charset="0"/>
              </a:rPr>
              <a:t>Infosphere</a:t>
            </a:r>
            <a:r>
              <a:rPr lang="es-GT">
                <a:latin typeface="Open Sans" panose="020B0606030504020204" pitchFamily="34" charset="0"/>
                <a:ea typeface="Open Sans" panose="020B0606030504020204" pitchFamily="34" charset="0"/>
                <a:cs typeface="Open Sans" panose="020B0606030504020204" pitchFamily="34" charset="0"/>
              </a:rPr>
              <a:t> </a:t>
            </a:r>
            <a:r>
              <a:rPr lang="es-GT" err="1">
                <a:latin typeface="Open Sans" panose="020B0606030504020204" pitchFamily="34" charset="0"/>
                <a:ea typeface="Open Sans" panose="020B0606030504020204" pitchFamily="34" charset="0"/>
                <a:cs typeface="Open Sans" panose="020B0606030504020204" pitchFamily="34" charset="0"/>
              </a:rPr>
              <a:t>Datastage</a:t>
            </a:r>
            <a:r>
              <a:rPr lang="es-GT">
                <a:latin typeface="Open Sans" panose="020B0606030504020204" pitchFamily="34" charset="0"/>
                <a:ea typeface="Open Sans" panose="020B0606030504020204" pitchFamily="34" charset="0"/>
                <a:cs typeface="Open Sans" panose="020B0606030504020204" pitchFamily="34" charset="0"/>
              </a:rPr>
              <a:t> es una herramienta ETL ofrecida por IBM como parte de su ecosistema </a:t>
            </a:r>
            <a:r>
              <a:rPr lang="es-GT" err="1">
                <a:latin typeface="Open Sans" panose="020B0606030504020204" pitchFamily="34" charset="0"/>
                <a:ea typeface="Open Sans" panose="020B0606030504020204" pitchFamily="34" charset="0"/>
                <a:cs typeface="Open Sans" panose="020B0606030504020204" pitchFamily="34" charset="0"/>
              </a:rPr>
              <a:t>Infosphere</a:t>
            </a:r>
            <a:r>
              <a:rPr lang="es-GT">
                <a:latin typeface="Open Sans" panose="020B0606030504020204" pitchFamily="34" charset="0"/>
                <a:ea typeface="Open Sans" panose="020B0606030504020204" pitchFamily="34" charset="0"/>
                <a:cs typeface="Open Sans" panose="020B0606030504020204" pitchFamily="34" charset="0"/>
              </a:rPr>
              <a:t> </a:t>
            </a:r>
            <a:r>
              <a:rPr lang="es-GT" err="1">
                <a:latin typeface="Open Sans" panose="020B0606030504020204" pitchFamily="34" charset="0"/>
                <a:ea typeface="Open Sans" panose="020B0606030504020204" pitchFamily="34" charset="0"/>
                <a:cs typeface="Open Sans" panose="020B0606030504020204" pitchFamily="34" charset="0"/>
              </a:rPr>
              <a:t>Information</a:t>
            </a:r>
            <a:r>
              <a:rPr lang="es-GT">
                <a:latin typeface="Open Sans" panose="020B0606030504020204" pitchFamily="34" charset="0"/>
                <a:ea typeface="Open Sans" panose="020B0606030504020204" pitchFamily="34" charset="0"/>
                <a:cs typeface="Open Sans" panose="020B0606030504020204" pitchFamily="34" charset="0"/>
              </a:rPr>
              <a:t> Server. Con su marco gráfico, los usuarios pueden </a:t>
            </a:r>
            <a:r>
              <a:rPr lang="es-GT" b="1">
                <a:latin typeface="Open Sans" panose="020B0606030504020204" pitchFamily="34" charset="0"/>
                <a:ea typeface="Open Sans" panose="020B0606030504020204" pitchFamily="34" charset="0"/>
                <a:cs typeface="Open Sans" panose="020B0606030504020204" pitchFamily="34" charset="0"/>
              </a:rPr>
              <a:t>diseñar canales de datos que extraen datos de múltiples fuentes</a:t>
            </a:r>
            <a:r>
              <a:rPr lang="es-GT">
                <a:latin typeface="Open Sans" panose="020B0606030504020204" pitchFamily="34" charset="0"/>
                <a:ea typeface="Open Sans" panose="020B0606030504020204" pitchFamily="34" charset="0"/>
                <a:cs typeface="Open Sans" panose="020B0606030504020204" pitchFamily="34" charset="0"/>
              </a:rPr>
              <a:t>, realizan transformaciones complejas y entregan los datos a las aplicaciones de destino.</a:t>
            </a:r>
          </a:p>
        </p:txBody>
      </p:sp>
    </p:spTree>
    <p:extLst>
      <p:ext uri="{BB962C8B-B14F-4D97-AF65-F5344CB8AC3E}">
        <p14:creationId xmlns:p14="http://schemas.microsoft.com/office/powerpoint/2010/main" val="22562415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0B30490-5B77-D2BD-77F7-31DBE1616548}"/>
            </a:ext>
          </a:extLst>
        </p:cNvPr>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IBM InfoSphere ETL - CNews">
            <a:extLst>
              <a:ext uri="{FF2B5EF4-FFF2-40B4-BE49-F238E27FC236}">
                <a16:creationId xmlns:a16="http://schemas.microsoft.com/office/drawing/2014/main" id="{045D8DF5-93E2-1A40-A934-B550630050FA}"/>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t="12479" b="12521"/>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49E6503-C1F5-4EE8-1129-C00706DB2C26}"/>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IBM </a:t>
            </a:r>
            <a:r>
              <a:rPr lang="es-GT" i="0" u="none" strike="noStrike" cap="none" noProof="0" dirty="0" err="1">
                <a:latin typeface="Impact"/>
                <a:ea typeface="Impact"/>
                <a:cs typeface="Impact"/>
                <a:sym typeface="Impact"/>
              </a:rPr>
              <a:t>Infosphere</a:t>
            </a:r>
            <a:r>
              <a:rPr lang="es-GT" i="0" u="none" strike="noStrike" cap="none" noProof="0" dirty="0">
                <a:latin typeface="Impact"/>
                <a:ea typeface="Impact"/>
                <a:cs typeface="Impact"/>
                <a:sym typeface="Impact"/>
              </a:rPr>
              <a:t> </a:t>
            </a:r>
            <a:r>
              <a:rPr lang="es-GT" i="0" u="none" strike="noStrike" cap="none" noProof="0" dirty="0" err="1">
                <a:latin typeface="Impact"/>
                <a:ea typeface="Impact"/>
                <a:cs typeface="Impact"/>
                <a:sym typeface="Impact"/>
              </a:rPr>
              <a:t>Datastage</a:t>
            </a:r>
            <a:r>
              <a:rPr lang="es-GT" i="0" u="none" strike="noStrike" cap="none" noProof="0" dirty="0">
                <a:latin typeface="Impact"/>
                <a:ea typeface="Impact"/>
                <a:cs typeface="Impact"/>
                <a:sym typeface="Impact"/>
              </a:rPr>
              <a:t> </a:t>
            </a:r>
            <a:endParaRPr lang="es-GT"/>
          </a:p>
        </p:txBody>
      </p:sp>
      <p:sp>
        <p:nvSpPr>
          <p:cNvPr id="3" name="Content Placeholder 2">
            <a:extLst>
              <a:ext uri="{FF2B5EF4-FFF2-40B4-BE49-F238E27FC236}">
                <a16:creationId xmlns:a16="http://schemas.microsoft.com/office/drawing/2014/main" id="{60A2F106-8866-AA5D-B435-3E3DA37B419E}"/>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IBM </a:t>
            </a:r>
            <a:r>
              <a:rPr lang="es-GT" err="1">
                <a:latin typeface="Open Sans" panose="020B0606030504020204" pitchFamily="34" charset="0"/>
                <a:ea typeface="Open Sans" panose="020B0606030504020204" pitchFamily="34" charset="0"/>
                <a:cs typeface="Open Sans" panose="020B0606030504020204" pitchFamily="34" charset="0"/>
              </a:rPr>
              <a:t>Infosphere</a:t>
            </a:r>
            <a:r>
              <a:rPr lang="es-GT">
                <a:latin typeface="Open Sans" panose="020B0606030504020204" pitchFamily="34" charset="0"/>
                <a:ea typeface="Open Sans" panose="020B0606030504020204" pitchFamily="34" charset="0"/>
                <a:cs typeface="Open Sans" panose="020B0606030504020204" pitchFamily="34" charset="0"/>
              </a:rPr>
              <a:t> es conocido por su velocidad, gracias a funciones como el equilibrio de carga y la paralelización. También </a:t>
            </a:r>
            <a:r>
              <a:rPr lang="es-GT" b="1">
                <a:latin typeface="Open Sans" panose="020B0606030504020204" pitchFamily="34" charset="0"/>
                <a:ea typeface="Open Sans" panose="020B0606030504020204" pitchFamily="34" charset="0"/>
                <a:cs typeface="Open Sans" panose="020B0606030504020204" pitchFamily="34" charset="0"/>
              </a:rPr>
              <a:t>admite metadatos, detección automatizada de fallos y una amplia gama de servicios de datos</a:t>
            </a:r>
            <a:r>
              <a:rPr lang="es-GT">
                <a:latin typeface="Open Sans" panose="020B0606030504020204" pitchFamily="34" charset="0"/>
                <a:ea typeface="Open Sans" panose="020B0606030504020204" pitchFamily="34" charset="0"/>
                <a:cs typeface="Open Sans" panose="020B0606030504020204" pitchFamily="34" charset="0"/>
              </a:rPr>
              <a:t>, desde almacenamiento de datos hasta aplicaciones de IA.</a:t>
            </a:r>
          </a:p>
        </p:txBody>
      </p:sp>
    </p:spTree>
    <p:extLst>
      <p:ext uri="{BB962C8B-B14F-4D97-AF65-F5344CB8AC3E}">
        <p14:creationId xmlns:p14="http://schemas.microsoft.com/office/powerpoint/2010/main" val="250465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64DF385-1928-3FB3-EB8E-AC8988B3C0BF}"/>
            </a:ext>
          </a:extLst>
        </p:cNvPr>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IBM InfoSphere ETL - CNews">
            <a:extLst>
              <a:ext uri="{FF2B5EF4-FFF2-40B4-BE49-F238E27FC236}">
                <a16:creationId xmlns:a16="http://schemas.microsoft.com/office/drawing/2014/main" id="{E5B36A22-56C1-B5EC-99BC-A18AAFEF29EB}"/>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t="12479" b="12521"/>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BD27DD-82D1-3395-9B82-BD4929D2B08C}"/>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IBM </a:t>
            </a:r>
            <a:r>
              <a:rPr lang="es-GT" i="0" u="none" strike="noStrike" cap="none" noProof="0" dirty="0" err="1">
                <a:latin typeface="Impact"/>
                <a:ea typeface="Impact"/>
                <a:cs typeface="Impact"/>
                <a:sym typeface="Impact"/>
              </a:rPr>
              <a:t>Infosphere</a:t>
            </a:r>
            <a:r>
              <a:rPr lang="es-GT" i="0" u="none" strike="noStrike" cap="none" noProof="0" dirty="0">
                <a:latin typeface="Impact"/>
                <a:ea typeface="Impact"/>
                <a:cs typeface="Impact"/>
                <a:sym typeface="Impact"/>
              </a:rPr>
              <a:t> </a:t>
            </a:r>
            <a:r>
              <a:rPr lang="es-GT" i="0" u="none" strike="noStrike" cap="none" noProof="0" dirty="0" err="1">
                <a:latin typeface="Impact"/>
                <a:ea typeface="Impact"/>
                <a:cs typeface="Impact"/>
                <a:sym typeface="Impact"/>
              </a:rPr>
              <a:t>Datastage</a:t>
            </a:r>
            <a:r>
              <a:rPr lang="es-GT" i="0" u="none" strike="noStrike" cap="none" noProof="0" dirty="0">
                <a:latin typeface="Impact"/>
                <a:ea typeface="Impact"/>
                <a:cs typeface="Impact"/>
                <a:sym typeface="Impact"/>
              </a:rPr>
              <a:t> </a:t>
            </a:r>
            <a:endParaRPr lang="es-GT"/>
          </a:p>
        </p:txBody>
      </p:sp>
      <p:sp>
        <p:nvSpPr>
          <p:cNvPr id="3" name="Content Placeholder 2">
            <a:extLst>
              <a:ext uri="{FF2B5EF4-FFF2-40B4-BE49-F238E27FC236}">
                <a16:creationId xmlns:a16="http://schemas.microsoft.com/office/drawing/2014/main" id="{672407F9-C8AD-076C-4755-4230BF6C8C19}"/>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Al igual que otras herramientas ETL empresariales, </a:t>
            </a:r>
            <a:r>
              <a:rPr lang="es-GT" err="1">
                <a:latin typeface="Open Sans" panose="020B0606030504020204" pitchFamily="34" charset="0"/>
                <a:ea typeface="Open Sans" panose="020B0606030504020204" pitchFamily="34" charset="0"/>
                <a:cs typeface="Open Sans" panose="020B0606030504020204" pitchFamily="34" charset="0"/>
              </a:rPr>
              <a:t>Infosphere</a:t>
            </a:r>
            <a:r>
              <a:rPr lang="es-GT">
                <a:latin typeface="Open Sans" panose="020B0606030504020204" pitchFamily="34" charset="0"/>
                <a:ea typeface="Open Sans" panose="020B0606030504020204" pitchFamily="34" charset="0"/>
                <a:cs typeface="Open Sans" panose="020B0606030504020204" pitchFamily="34" charset="0"/>
              </a:rPr>
              <a:t> </a:t>
            </a:r>
            <a:r>
              <a:rPr lang="es-GT" err="1">
                <a:latin typeface="Open Sans" panose="020B0606030504020204" pitchFamily="34" charset="0"/>
                <a:ea typeface="Open Sans" panose="020B0606030504020204" pitchFamily="34" charset="0"/>
                <a:cs typeface="Open Sans" panose="020B0606030504020204" pitchFamily="34" charset="0"/>
              </a:rPr>
              <a:t>Datastage</a:t>
            </a:r>
            <a:r>
              <a:rPr lang="es-GT">
                <a:latin typeface="Open Sans" panose="020B0606030504020204" pitchFamily="34" charset="0"/>
                <a:ea typeface="Open Sans" panose="020B0606030504020204" pitchFamily="34" charset="0"/>
                <a:cs typeface="Open Sans" panose="020B0606030504020204" pitchFamily="34" charset="0"/>
              </a:rPr>
              <a:t> ofrece una gama de conectores para integrar diferentes fuentes de datos. También se integra a la perfección con otros componentes de IBM </a:t>
            </a:r>
            <a:r>
              <a:rPr lang="es-GT" err="1">
                <a:latin typeface="Open Sans" panose="020B0606030504020204" pitchFamily="34" charset="0"/>
                <a:ea typeface="Open Sans" panose="020B0606030504020204" pitchFamily="34" charset="0"/>
                <a:cs typeface="Open Sans" panose="020B0606030504020204" pitchFamily="34" charset="0"/>
              </a:rPr>
              <a:t>Infosphere</a:t>
            </a:r>
            <a:r>
              <a:rPr lang="es-GT">
                <a:latin typeface="Open Sans" panose="020B0606030504020204" pitchFamily="34" charset="0"/>
                <a:ea typeface="Open Sans" panose="020B0606030504020204" pitchFamily="34" charset="0"/>
                <a:cs typeface="Open Sans" panose="020B0606030504020204" pitchFamily="34" charset="0"/>
              </a:rPr>
              <a:t> </a:t>
            </a:r>
            <a:r>
              <a:rPr lang="es-GT" err="1">
                <a:latin typeface="Open Sans" panose="020B0606030504020204" pitchFamily="34" charset="0"/>
                <a:ea typeface="Open Sans" panose="020B0606030504020204" pitchFamily="34" charset="0"/>
                <a:cs typeface="Open Sans" panose="020B0606030504020204" pitchFamily="34" charset="0"/>
              </a:rPr>
              <a:t>Information</a:t>
            </a:r>
            <a:r>
              <a:rPr lang="es-GT">
                <a:latin typeface="Open Sans" panose="020B0606030504020204" pitchFamily="34" charset="0"/>
                <a:ea typeface="Open Sans" panose="020B0606030504020204" pitchFamily="34" charset="0"/>
                <a:cs typeface="Open Sans" panose="020B0606030504020204" pitchFamily="34" charset="0"/>
              </a:rPr>
              <a:t> Server, lo que permite a los usuarios desarrollar, probar, implementar y supervisar trabajos ETL.</a:t>
            </a:r>
          </a:p>
        </p:txBody>
      </p:sp>
    </p:spTree>
    <p:extLst>
      <p:ext uri="{BB962C8B-B14F-4D97-AF65-F5344CB8AC3E}">
        <p14:creationId xmlns:p14="http://schemas.microsoft.com/office/powerpoint/2010/main" val="32651813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35DFF7C-9A7E-5DCE-2810-8BFEEC9A7735}"/>
            </a:ext>
          </a:extLst>
        </p:cNvPr>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a:extLst>
              <a:ext uri="{FF2B5EF4-FFF2-40B4-BE49-F238E27FC236}">
                <a16:creationId xmlns:a16="http://schemas.microsoft.com/office/drawing/2014/main" id="{B8024420-3D00-ABE8-516F-2AD0C914EB21}"/>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b="1316"/>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EFACD0-7BB7-D1FF-2B71-234F066FDD73}"/>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Oracle Data </a:t>
            </a:r>
            <a:r>
              <a:rPr lang="es-GT" i="0" u="none" strike="noStrike" cap="none" noProof="0" dirty="0" err="1">
                <a:latin typeface="Impact"/>
                <a:ea typeface="Impact"/>
                <a:cs typeface="Impact"/>
                <a:sym typeface="Impact"/>
              </a:rPr>
              <a:t>Integrator</a:t>
            </a:r>
            <a:endParaRPr lang="es-GT"/>
          </a:p>
        </p:txBody>
      </p:sp>
      <p:sp>
        <p:nvSpPr>
          <p:cNvPr id="3" name="Content Placeholder 2">
            <a:extLst>
              <a:ext uri="{FF2B5EF4-FFF2-40B4-BE49-F238E27FC236}">
                <a16:creationId xmlns:a16="http://schemas.microsoft.com/office/drawing/2014/main" id="{C6715D06-DACD-E11F-0A86-8765DA6E792F}"/>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Oracle Data </a:t>
            </a:r>
            <a:r>
              <a:rPr lang="es-GT" err="1">
                <a:latin typeface="Open Sans" panose="020B0606030504020204" pitchFamily="34" charset="0"/>
                <a:ea typeface="Open Sans" panose="020B0606030504020204" pitchFamily="34" charset="0"/>
                <a:cs typeface="Open Sans" panose="020B0606030504020204" pitchFamily="34" charset="0"/>
              </a:rPr>
              <a:t>Integrator</a:t>
            </a:r>
            <a:r>
              <a:rPr lang="es-GT">
                <a:latin typeface="Open Sans" panose="020B0606030504020204" pitchFamily="34" charset="0"/>
                <a:ea typeface="Open Sans" panose="020B0606030504020204" pitchFamily="34" charset="0"/>
                <a:cs typeface="Open Sans" panose="020B0606030504020204" pitchFamily="34" charset="0"/>
              </a:rPr>
              <a:t> es una herramienta ETL que ayuda a los usuarios a crear, implementar y gestionar almacenes de datos complejos. Incluye conectores listos para usar para diversas bases de datos, como </a:t>
            </a:r>
            <a:r>
              <a:rPr lang="es-GT" b="1">
                <a:latin typeface="Open Sans" panose="020B0606030504020204" pitchFamily="34" charset="0"/>
                <a:ea typeface="Open Sans" panose="020B0606030504020204" pitchFamily="34" charset="0"/>
                <a:cs typeface="Open Sans" panose="020B0606030504020204" pitchFamily="34" charset="0"/>
              </a:rPr>
              <a:t>Hadoop, EREP, CRM, XML, JSON, LDAP, JDBC y ODBC.</a:t>
            </a:r>
          </a:p>
        </p:txBody>
      </p:sp>
    </p:spTree>
    <p:extLst>
      <p:ext uri="{BB962C8B-B14F-4D97-AF65-F5344CB8AC3E}">
        <p14:creationId xmlns:p14="http://schemas.microsoft.com/office/powerpoint/2010/main" val="3579235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EB3A472-700A-9EBF-34B4-7174AAA343F4}"/>
            </a:ext>
          </a:extLst>
        </p:cNvPr>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a:extLst>
              <a:ext uri="{FF2B5EF4-FFF2-40B4-BE49-F238E27FC236}">
                <a16:creationId xmlns:a16="http://schemas.microsoft.com/office/drawing/2014/main" id="{02166F54-EF7C-BCE0-CD45-FC486C6F25CF}"/>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b="1316"/>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71A71E0-D959-0558-0E3B-2C7ED0264F3C}"/>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Oracle Data </a:t>
            </a:r>
            <a:r>
              <a:rPr lang="es-GT" i="0" u="none" strike="noStrike" cap="none" noProof="0" dirty="0" err="1">
                <a:latin typeface="Impact"/>
                <a:ea typeface="Impact"/>
                <a:cs typeface="Impact"/>
                <a:sym typeface="Impact"/>
              </a:rPr>
              <a:t>Integrator</a:t>
            </a:r>
            <a:endParaRPr lang="es-GT"/>
          </a:p>
        </p:txBody>
      </p:sp>
      <p:sp>
        <p:nvSpPr>
          <p:cNvPr id="3" name="Content Placeholder 2">
            <a:extLst>
              <a:ext uri="{FF2B5EF4-FFF2-40B4-BE49-F238E27FC236}">
                <a16:creationId xmlns:a16="http://schemas.microsoft.com/office/drawing/2014/main" id="{02EC5C81-DF92-44DC-D245-CE02DA9A2882}"/>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ODI incluye Data </a:t>
            </a:r>
            <a:r>
              <a:rPr lang="es-GT" err="1">
                <a:latin typeface="Open Sans" panose="020B0606030504020204" pitchFamily="34" charset="0"/>
                <a:ea typeface="Open Sans" panose="020B0606030504020204" pitchFamily="34" charset="0"/>
                <a:cs typeface="Open Sans" panose="020B0606030504020204" pitchFamily="34" charset="0"/>
              </a:rPr>
              <a:t>Integrator</a:t>
            </a:r>
            <a:r>
              <a:rPr lang="es-GT">
                <a:latin typeface="Open Sans" panose="020B0606030504020204" pitchFamily="34" charset="0"/>
                <a:ea typeface="Open Sans" panose="020B0606030504020204" pitchFamily="34" charset="0"/>
                <a:cs typeface="Open Sans" panose="020B0606030504020204" pitchFamily="34" charset="0"/>
              </a:rPr>
              <a:t> Studio, que proporciona a usuarios empresariales y desarrolladores acceso a múltiples artefactos a través de una interfaz gráfica de usuario. Estos artefactos ofrecen todos los elementos de la integración de datos, desde el movimiento de datos hasta la sincronización, la calidad y la gestión.</a:t>
            </a:r>
            <a:endParaRPr lang="es-GT"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47398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D134B33-6A44-4AC0-D27D-8AF0E43EEF05}"/>
            </a:ext>
          </a:extLst>
        </p:cNvPr>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What is SQL Server Integration Services: Tutorial &amp; Limitations | Airbyte">
            <a:extLst>
              <a:ext uri="{FF2B5EF4-FFF2-40B4-BE49-F238E27FC236}">
                <a16:creationId xmlns:a16="http://schemas.microsoft.com/office/drawing/2014/main" id="{50CDE5EF-CF2A-4FE0-875C-B452058EF06F}"/>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25677" r="13435" b="1"/>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2DA1F00-CDCB-7340-E4CD-2FF44F2FF4C0}"/>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Microsoft SQL Server </a:t>
            </a:r>
            <a:r>
              <a:rPr lang="es-GT" i="0" u="none" strike="noStrike" cap="none" noProof="0" dirty="0" err="1">
                <a:latin typeface="Impact"/>
                <a:ea typeface="Impact"/>
                <a:cs typeface="Impact"/>
                <a:sym typeface="Impact"/>
              </a:rPr>
              <a:t>Integration</a:t>
            </a:r>
            <a:r>
              <a:rPr lang="es-GT" i="0" u="none" strike="noStrike" cap="none" noProof="0" dirty="0">
                <a:latin typeface="Impact"/>
                <a:ea typeface="Impact"/>
                <a:cs typeface="Impact"/>
                <a:sym typeface="Impact"/>
              </a:rPr>
              <a:t> Services (SSIS)</a:t>
            </a:r>
            <a:endParaRPr lang="es-GT"/>
          </a:p>
        </p:txBody>
      </p:sp>
      <p:sp>
        <p:nvSpPr>
          <p:cNvPr id="3" name="Content Placeholder 2">
            <a:extLst>
              <a:ext uri="{FF2B5EF4-FFF2-40B4-BE49-F238E27FC236}">
                <a16:creationId xmlns:a16="http://schemas.microsoft.com/office/drawing/2014/main" id="{2604813D-CA1E-3FC7-BFD9-E7B1E47B8BB3}"/>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SSIS es una plataforma empresarial para la integración y transformación de datos. Incluye conectores para extraer datos de fuentes como </a:t>
            </a:r>
            <a:r>
              <a:rPr lang="es-GT" b="1">
                <a:latin typeface="Open Sans" panose="020B0606030504020204" pitchFamily="34" charset="0"/>
                <a:ea typeface="Open Sans" panose="020B0606030504020204" pitchFamily="34" charset="0"/>
                <a:cs typeface="Open Sans" panose="020B0606030504020204" pitchFamily="34" charset="0"/>
              </a:rPr>
              <a:t>archivos XML, archivos planos y bases de datos relacionales</a:t>
            </a:r>
            <a:r>
              <a:rPr lang="es-GT">
                <a:latin typeface="Open Sans" panose="020B0606030504020204" pitchFamily="34" charset="0"/>
                <a:ea typeface="Open Sans" panose="020B0606030504020204" pitchFamily="34" charset="0"/>
                <a:cs typeface="Open Sans" panose="020B0606030504020204" pitchFamily="34" charset="0"/>
              </a:rPr>
              <a:t>. Los profesionales pueden usar la interfaz gráfica de usuario del diseñador de SSIS para crear flujos de datos y transformaciones.</a:t>
            </a:r>
            <a:endParaRPr lang="es-GT"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46447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93B2217-E138-3FA0-CFCE-D2DBB7DE107A}"/>
            </a:ext>
          </a:extLst>
        </p:cNvPr>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Picture 2" descr="What is SQL Server Integration Services: Tutorial &amp; Limitations | Airbyte">
            <a:extLst>
              <a:ext uri="{FF2B5EF4-FFF2-40B4-BE49-F238E27FC236}">
                <a16:creationId xmlns:a16="http://schemas.microsoft.com/office/drawing/2014/main" id="{3B114A28-69BE-D72C-E760-EBBB7B4E0E68}"/>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25677" r="13435" b="1"/>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344D37D-7171-649E-F3C7-EB8289F1CF63}"/>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Microsoft SQL Server </a:t>
            </a:r>
            <a:r>
              <a:rPr lang="es-GT" i="0" u="none" strike="noStrike" cap="none" noProof="0" dirty="0" err="1">
                <a:latin typeface="Impact"/>
                <a:ea typeface="Impact"/>
                <a:cs typeface="Impact"/>
                <a:sym typeface="Impact"/>
              </a:rPr>
              <a:t>Integration</a:t>
            </a:r>
            <a:r>
              <a:rPr lang="es-GT" i="0" u="none" strike="noStrike" cap="none" noProof="0" dirty="0">
                <a:latin typeface="Impact"/>
                <a:ea typeface="Impact"/>
                <a:cs typeface="Impact"/>
                <a:sym typeface="Impact"/>
              </a:rPr>
              <a:t> Services (SSIS)</a:t>
            </a:r>
            <a:endParaRPr lang="es-GT"/>
          </a:p>
        </p:txBody>
      </p:sp>
      <p:sp>
        <p:nvSpPr>
          <p:cNvPr id="3" name="Content Placeholder 2">
            <a:extLst>
              <a:ext uri="{FF2B5EF4-FFF2-40B4-BE49-F238E27FC236}">
                <a16:creationId xmlns:a16="http://schemas.microsoft.com/office/drawing/2014/main" id="{CCEFDDB5-316D-4CB5-3566-A9C64712B1E3}"/>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La plataforma incluye una biblioteca de transformaciones integradas que minimizan la cantidad de código necesario para el desarrollo. SSIS también ofrece documentación completa para crear flujos de trabajo personalizados. Sin embargo, la pronunciada curva de aprendizaje y la complejidad de la plataforma pueden disuadir a los principiantes de crear rápidamente pipelines ETL.</a:t>
            </a:r>
          </a:p>
        </p:txBody>
      </p:sp>
    </p:spTree>
    <p:extLst>
      <p:ext uri="{BB962C8B-B14F-4D97-AF65-F5344CB8AC3E}">
        <p14:creationId xmlns:p14="http://schemas.microsoft.com/office/powerpoint/2010/main" val="36393192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E4986C0-8FA3-59E3-ED1A-5F0F67E22114}"/>
            </a:ext>
          </a:extLst>
        </p:cNvPr>
        <p:cNvGrpSpPr/>
        <p:nvPr/>
      </p:nvGrpSpPr>
      <p:grpSpPr>
        <a:xfrm>
          <a:off x="0" y="0"/>
          <a:ext cx="0" cy="0"/>
          <a:chOff x="0" y="0"/>
          <a:chExt cx="0" cy="0"/>
        </a:xfrm>
      </p:grpSpPr>
      <p:sp useBgFill="1">
        <p:nvSpPr>
          <p:cNvPr id="13317" name="Rectangle 13316">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5" name="Picture 3" descr="Talend ETL Tool - Know All About Talend Open Studio For Data Processing |  by Swatee Chand | Edureka | Medium">
            <a:extLst>
              <a:ext uri="{FF2B5EF4-FFF2-40B4-BE49-F238E27FC236}">
                <a16:creationId xmlns:a16="http://schemas.microsoft.com/office/drawing/2014/main" id="{E64D9B74-7AF7-B20D-F3B1-77527F08332F}"/>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3111"/>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3EC4797-FA86-C0F9-978C-45ADEF5C9DE8}"/>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a:latin typeface="Impact"/>
                <a:ea typeface="Impact"/>
                <a:cs typeface="Impact"/>
                <a:sym typeface="Impact"/>
              </a:rPr>
              <a:t>Talend Open Studio (TOS)</a:t>
            </a:r>
            <a:endParaRPr lang="es-GT"/>
          </a:p>
        </p:txBody>
      </p:sp>
      <p:sp>
        <p:nvSpPr>
          <p:cNvPr id="3" name="Content Placeholder 2">
            <a:extLst>
              <a:ext uri="{FF2B5EF4-FFF2-40B4-BE49-F238E27FC236}">
                <a16:creationId xmlns:a16="http://schemas.microsoft.com/office/drawing/2014/main" id="{2BAEDACB-39A7-DCC1-C274-901EEE417343}"/>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Talend Open Studio es un popular software de integración de datos de código abierto con una interfaz gráfica intuitiva. Los usuarios pueden arrastrar y soltar componentes, configurarlos y conectarlos para crear canales de datos. Open Studio </a:t>
            </a:r>
            <a:r>
              <a:rPr lang="es-GT" b="1">
                <a:latin typeface="Open Sans" panose="020B0606030504020204" pitchFamily="34" charset="0"/>
                <a:ea typeface="Open Sans" panose="020B0606030504020204" pitchFamily="34" charset="0"/>
                <a:cs typeface="Open Sans" panose="020B0606030504020204" pitchFamily="34" charset="0"/>
              </a:rPr>
              <a:t>convierte la representación gráfica en código Java y Perl.</a:t>
            </a:r>
          </a:p>
        </p:txBody>
      </p:sp>
    </p:spTree>
    <p:extLst>
      <p:ext uri="{BB962C8B-B14F-4D97-AF65-F5344CB8AC3E}">
        <p14:creationId xmlns:p14="http://schemas.microsoft.com/office/powerpoint/2010/main" val="17209991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A09ED00-0057-2B98-DFA2-9CDD4599DCC4}"/>
            </a:ext>
          </a:extLst>
        </p:cNvPr>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4" descr="Talend ETL Tool - Know All About Talend Open Studio For Data Processing |  by Swatee Chand | Edureka | Medium">
            <a:extLst>
              <a:ext uri="{FF2B5EF4-FFF2-40B4-BE49-F238E27FC236}">
                <a16:creationId xmlns:a16="http://schemas.microsoft.com/office/drawing/2014/main" id="{DCCE1976-57E8-9BFE-52E5-67F3A25CB9D0}"/>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3111"/>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FD4014-CA2F-152E-9460-CE3AD6C09C74}"/>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err="1">
                <a:latin typeface="Impact"/>
                <a:ea typeface="Impact"/>
                <a:cs typeface="Impact"/>
                <a:sym typeface="Impact"/>
              </a:rPr>
              <a:t>Talend</a:t>
            </a:r>
            <a:r>
              <a:rPr lang="es-GT" i="0" u="none" strike="noStrike" cap="none" noProof="0" dirty="0">
                <a:latin typeface="Impact"/>
                <a:ea typeface="Impact"/>
                <a:cs typeface="Impact"/>
                <a:sym typeface="Impact"/>
              </a:rPr>
              <a:t> Open Studio (TOS)</a:t>
            </a:r>
            <a:endParaRPr lang="es-GT" dirty="0"/>
          </a:p>
        </p:txBody>
      </p:sp>
      <p:sp>
        <p:nvSpPr>
          <p:cNvPr id="3" name="Content Placeholder 2">
            <a:extLst>
              <a:ext uri="{FF2B5EF4-FFF2-40B4-BE49-F238E27FC236}">
                <a16:creationId xmlns:a16="http://schemas.microsoft.com/office/drawing/2014/main" id="{B79A1787-5322-1B3A-7252-425E947016EC}"/>
              </a:ext>
            </a:extLst>
          </p:cNvPr>
          <p:cNvSpPr>
            <a:spLocks noGrp="1"/>
          </p:cNvSpPr>
          <p:nvPr>
            <p:ph idx="1"/>
          </p:nvPr>
        </p:nvSpPr>
        <p:spPr>
          <a:xfrm>
            <a:off x="1904103" y="4000498"/>
            <a:ext cx="15350431" cy="4686302"/>
          </a:xfrm>
        </p:spPr>
        <p:txBody>
          <a:bodyPr anchor="t">
            <a:normAutofit/>
          </a:bodyPr>
          <a:lstStyle/>
          <a:p>
            <a:r>
              <a:rPr lang="es-GT" dirty="0">
                <a:latin typeface="Open Sans" panose="020B0606030504020204" pitchFamily="34" charset="0"/>
                <a:ea typeface="Open Sans" panose="020B0606030504020204" pitchFamily="34" charset="0"/>
                <a:cs typeface="Open Sans" panose="020B0606030504020204" pitchFamily="34" charset="0"/>
              </a:rPr>
              <a:t>Como herramienta de código abierto, TOS es una opción asequible con una amplia variedad de conectores de datos, incluyendo conectores </a:t>
            </a:r>
            <a:r>
              <a:rPr lang="es-GT" b="1" dirty="0">
                <a:latin typeface="Open Sans" panose="020B0606030504020204" pitchFamily="34" charset="0"/>
                <a:ea typeface="Open Sans" panose="020B0606030504020204" pitchFamily="34" charset="0"/>
                <a:cs typeface="Open Sans" panose="020B0606030504020204" pitchFamily="34" charset="0"/>
              </a:rPr>
              <a:t>RDBMS y SaaS</a:t>
            </a:r>
            <a:r>
              <a:rPr lang="es-GT" dirty="0">
                <a:latin typeface="Open Sans" panose="020B0606030504020204" pitchFamily="34" charset="0"/>
                <a:ea typeface="Open Sans" panose="020B0606030504020204" pitchFamily="34" charset="0"/>
                <a:cs typeface="Open Sans" panose="020B0606030504020204" pitchFamily="34" charset="0"/>
              </a:rPr>
              <a:t>. La plataforma también se beneficia de una activa comunidad de código abierto que contribuye regularmente a la documentación y ofrece soporte.</a:t>
            </a:r>
            <a:endParaRPr lang="es-GT"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923660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5125031-B98E-F05B-00E0-32D4AED763A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7" descr="Integrating Pentaho Data Integration with Python | by Camilo Ospina | Medium">
            <a:extLst>
              <a:ext uri="{FF2B5EF4-FFF2-40B4-BE49-F238E27FC236}">
                <a16:creationId xmlns:a16="http://schemas.microsoft.com/office/drawing/2014/main" id="{9CFCB99E-5C8D-35A1-2499-02ED1DD15917}"/>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29388" r="21723"/>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538CB1-F0B3-D1EC-938B-252457AC6B23}"/>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Pentaho Data </a:t>
            </a:r>
            <a:r>
              <a:rPr lang="es-GT" i="0" u="none" strike="noStrike" cap="none" noProof="0" dirty="0" err="1">
                <a:latin typeface="Impact"/>
                <a:ea typeface="Impact"/>
                <a:cs typeface="Impact"/>
                <a:sym typeface="Impact"/>
              </a:rPr>
              <a:t>Integration</a:t>
            </a:r>
            <a:r>
              <a:rPr lang="es-GT" i="0" u="none" strike="noStrike" cap="none" noProof="0" dirty="0">
                <a:latin typeface="Impact"/>
                <a:ea typeface="Impact"/>
                <a:cs typeface="Impact"/>
                <a:sym typeface="Impact"/>
              </a:rPr>
              <a:t> (PDI)</a:t>
            </a:r>
            <a:endParaRPr lang="es-GT"/>
          </a:p>
        </p:txBody>
      </p:sp>
      <p:sp>
        <p:nvSpPr>
          <p:cNvPr id="3" name="Content Placeholder 2">
            <a:extLst>
              <a:ext uri="{FF2B5EF4-FFF2-40B4-BE49-F238E27FC236}">
                <a16:creationId xmlns:a16="http://schemas.microsoft.com/office/drawing/2014/main" id="{21783F56-560B-89B9-B5CA-C74298263173}"/>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Pentaho Data </a:t>
            </a:r>
            <a:r>
              <a:rPr lang="es-GT" err="1">
                <a:latin typeface="Open Sans" panose="020B0606030504020204" pitchFamily="34" charset="0"/>
                <a:ea typeface="Open Sans" panose="020B0606030504020204" pitchFamily="34" charset="0"/>
                <a:cs typeface="Open Sans" panose="020B0606030504020204" pitchFamily="34" charset="0"/>
              </a:rPr>
              <a:t>Integration</a:t>
            </a:r>
            <a:r>
              <a:rPr lang="es-GT">
                <a:latin typeface="Open Sans" panose="020B0606030504020204" pitchFamily="34" charset="0"/>
                <a:ea typeface="Open Sans" panose="020B0606030504020204" pitchFamily="34" charset="0"/>
                <a:cs typeface="Open Sans" panose="020B0606030504020204" pitchFamily="34" charset="0"/>
              </a:rPr>
              <a:t> (PDI) es una herramienta ETL de Hitachi. Captura datos de diversas fuentes, los limpia y los almacena en un formato uniforme y consistente.</a:t>
            </a:r>
            <a:endParaRPr lang="es-GT"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671434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75D419-7FF0-4F51-98DB-E1576C647B84}"/>
            </a:ext>
          </a:extLst>
        </p:cNvPr>
        <p:cNvGrpSpPr/>
        <p:nvPr/>
      </p:nvGrpSpPr>
      <p:grpSpPr>
        <a:xfrm>
          <a:off x="0" y="0"/>
          <a:ext cx="0" cy="0"/>
          <a:chOff x="0" y="0"/>
          <a:chExt cx="0" cy="0"/>
        </a:xfrm>
      </p:grpSpPr>
      <p:sp useBgFill="1">
        <p:nvSpPr>
          <p:cNvPr id="16391" name="Rectangle 16390">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6" name="Picture 2" descr="Integrating Pentaho Data Integration with Python | by Camilo Ospina | Medium">
            <a:extLst>
              <a:ext uri="{FF2B5EF4-FFF2-40B4-BE49-F238E27FC236}">
                <a16:creationId xmlns:a16="http://schemas.microsoft.com/office/drawing/2014/main" id="{F6997FB5-1652-D88E-B020-F142D51FB0D0}"/>
              </a:ext>
            </a:extLst>
          </p:cNvPr>
          <p:cNvPicPr>
            <a:picLocks noChangeAspect="1" noChangeArrowheads="1"/>
          </p:cNvPicPr>
          <p:nvPr/>
        </p:nvPicPr>
        <p:blipFill>
          <a:blip r:embed="rId2">
            <a:alphaModFix amt="25000"/>
            <a:extLst>
              <a:ext uri="{28A0092B-C50C-407E-A947-70E740481C1C}">
                <a14:useLocalDpi xmlns:a14="http://schemas.microsoft.com/office/drawing/2010/main" val="0"/>
              </a:ext>
            </a:extLst>
          </a:blip>
          <a:srcRect l="29388" r="21723"/>
          <a:stretch>
            <a:fillRect/>
          </a:stretch>
        </p:blipFill>
        <p:spPr bwMode="auto">
          <a:xfrm>
            <a:off x="20" y="10"/>
            <a:ext cx="18287980" cy="10286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0AC4D5D-950E-E1A1-1F6A-538C29E914A3}"/>
              </a:ext>
            </a:extLst>
          </p:cNvPr>
          <p:cNvSpPr>
            <a:spLocks noGrp="1"/>
          </p:cNvSpPr>
          <p:nvPr>
            <p:ph type="title"/>
          </p:nvPr>
        </p:nvSpPr>
        <p:spPr>
          <a:xfrm>
            <a:off x="2226466" y="1028700"/>
            <a:ext cx="15028070" cy="2628898"/>
          </a:xfrm>
        </p:spPr>
        <p:txBody>
          <a:bodyPr anchor="b">
            <a:normAutofit/>
          </a:bodyPr>
          <a:lstStyle/>
          <a:p>
            <a:pPr algn="l"/>
            <a:r>
              <a:rPr lang="es-GT" i="0" u="none" strike="noStrike" cap="none" noProof="0" dirty="0">
                <a:latin typeface="Impact"/>
                <a:ea typeface="Impact"/>
                <a:cs typeface="Impact"/>
                <a:sym typeface="Impact"/>
              </a:rPr>
              <a:t>Pentaho Data </a:t>
            </a:r>
            <a:r>
              <a:rPr lang="es-GT" i="0" u="none" strike="noStrike" cap="none" noProof="0" dirty="0" err="1">
                <a:latin typeface="Impact"/>
                <a:ea typeface="Impact"/>
                <a:cs typeface="Impact"/>
                <a:sym typeface="Impact"/>
              </a:rPr>
              <a:t>Integration</a:t>
            </a:r>
            <a:r>
              <a:rPr lang="es-GT" i="0" u="none" strike="noStrike" cap="none" noProof="0" dirty="0">
                <a:latin typeface="Impact"/>
                <a:ea typeface="Impact"/>
                <a:cs typeface="Impact"/>
                <a:sym typeface="Impact"/>
              </a:rPr>
              <a:t> (PDI)</a:t>
            </a:r>
            <a:endParaRPr lang="es-GT"/>
          </a:p>
        </p:txBody>
      </p:sp>
      <p:sp>
        <p:nvSpPr>
          <p:cNvPr id="3" name="Content Placeholder 2">
            <a:extLst>
              <a:ext uri="{FF2B5EF4-FFF2-40B4-BE49-F238E27FC236}">
                <a16:creationId xmlns:a16="http://schemas.microsoft.com/office/drawing/2014/main" id="{C8C7A764-9C30-29C6-332A-A12351BEF712}"/>
              </a:ext>
            </a:extLst>
          </p:cNvPr>
          <p:cNvSpPr>
            <a:spLocks noGrp="1"/>
          </p:cNvSpPr>
          <p:nvPr>
            <p:ph idx="1"/>
          </p:nvPr>
        </p:nvSpPr>
        <p:spPr>
          <a:xfrm>
            <a:off x="1904103" y="4000498"/>
            <a:ext cx="15350431" cy="4686302"/>
          </a:xfrm>
        </p:spPr>
        <p:txBody>
          <a:bodyPr anchor="t">
            <a:normAutofit/>
          </a:bodyPr>
          <a:lstStyle/>
          <a:p>
            <a:r>
              <a:rPr lang="es-GT">
                <a:latin typeface="Open Sans" panose="020B0606030504020204" pitchFamily="34" charset="0"/>
                <a:ea typeface="Open Sans" panose="020B0606030504020204" pitchFamily="34" charset="0"/>
                <a:cs typeface="Open Sans" panose="020B0606030504020204" pitchFamily="34" charset="0"/>
              </a:rPr>
              <a:t>Anteriormente conocida como </a:t>
            </a:r>
            <a:r>
              <a:rPr lang="es-GT" err="1">
                <a:latin typeface="Open Sans" panose="020B0606030504020204" pitchFamily="34" charset="0"/>
                <a:ea typeface="Open Sans" panose="020B0606030504020204" pitchFamily="34" charset="0"/>
                <a:cs typeface="Open Sans" panose="020B0606030504020204" pitchFamily="34" charset="0"/>
              </a:rPr>
              <a:t>Kettle</a:t>
            </a:r>
            <a:r>
              <a:rPr lang="es-GT">
                <a:latin typeface="Open Sans" panose="020B0606030504020204" pitchFamily="34" charset="0"/>
                <a:ea typeface="Open Sans" panose="020B0606030504020204" pitchFamily="34" charset="0"/>
                <a:cs typeface="Open Sans" panose="020B0606030504020204" pitchFamily="34" charset="0"/>
              </a:rPr>
              <a:t>, PDI cuenta con múltiples interfaces gráficas de usuario para definir canalizaciones de datos. Los usuarios pueden diseñar trabajos y transformaciones de datos con </a:t>
            </a:r>
            <a:r>
              <a:rPr lang="es-GT" err="1">
                <a:latin typeface="Open Sans" panose="020B0606030504020204" pitchFamily="34" charset="0"/>
                <a:ea typeface="Open Sans" panose="020B0606030504020204" pitchFamily="34" charset="0"/>
                <a:cs typeface="Open Sans" panose="020B0606030504020204" pitchFamily="34" charset="0"/>
              </a:rPr>
              <a:t>Spoon</a:t>
            </a:r>
            <a:r>
              <a:rPr lang="es-GT">
                <a:latin typeface="Open Sans" panose="020B0606030504020204" pitchFamily="34" charset="0"/>
                <a:ea typeface="Open Sans" panose="020B0606030504020204" pitchFamily="34" charset="0"/>
                <a:cs typeface="Open Sans" panose="020B0606030504020204" pitchFamily="34" charset="0"/>
              </a:rPr>
              <a:t>, el cliente de PDI, y luego ejecutarlos con </a:t>
            </a:r>
            <a:r>
              <a:rPr lang="es-GT" err="1">
                <a:latin typeface="Open Sans" panose="020B0606030504020204" pitchFamily="34" charset="0"/>
                <a:ea typeface="Open Sans" panose="020B0606030504020204" pitchFamily="34" charset="0"/>
                <a:cs typeface="Open Sans" panose="020B0606030504020204" pitchFamily="34" charset="0"/>
              </a:rPr>
              <a:t>Kitchen</a:t>
            </a:r>
            <a:r>
              <a:rPr lang="es-GT">
                <a:latin typeface="Open Sans" panose="020B0606030504020204" pitchFamily="34" charset="0"/>
                <a:ea typeface="Open Sans" panose="020B0606030504020204" pitchFamily="34" charset="0"/>
                <a:cs typeface="Open Sans" panose="020B0606030504020204" pitchFamily="34" charset="0"/>
              </a:rPr>
              <a:t>. Por ejemplo, el cliente de PDI puede utilizarse para ETL en tiempo real con Pentaho </a:t>
            </a:r>
            <a:r>
              <a:rPr lang="es-GT" err="1">
                <a:latin typeface="Open Sans" panose="020B0606030504020204" pitchFamily="34" charset="0"/>
                <a:ea typeface="Open Sans" panose="020B0606030504020204" pitchFamily="34" charset="0"/>
                <a:cs typeface="Open Sans" panose="020B0606030504020204" pitchFamily="34" charset="0"/>
              </a:rPr>
              <a:t>Reporting</a:t>
            </a:r>
            <a:r>
              <a:rPr lang="es-GT">
                <a:latin typeface="Open Sans" panose="020B0606030504020204" pitchFamily="34" charset="0"/>
                <a:ea typeface="Open Sans" panose="020B0606030504020204" pitchFamily="34" charset="0"/>
                <a:cs typeface="Open Sans" panose="020B0606030504020204" pitchFamily="34" charset="0"/>
              </a:rPr>
              <a:t>.</a:t>
            </a:r>
            <a:endParaRPr lang="es-GT"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495504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BB7416BA-A49E-E80F-78DB-54779AFF2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95CA7-39EE-BF77-F674-23DBF8526EE7}"/>
              </a:ext>
            </a:extLst>
          </p:cNvPr>
          <p:cNvSpPr>
            <a:spLocks noGrp="1"/>
          </p:cNvSpPr>
          <p:nvPr>
            <p:ph type="title"/>
          </p:nvPr>
        </p:nvSpPr>
        <p:spPr>
          <a:xfrm>
            <a:off x="2641059" y="1028700"/>
            <a:ext cx="14613477" cy="2628898"/>
          </a:xfrm>
        </p:spPr>
        <p:txBody>
          <a:bodyPr>
            <a:normAutofit/>
          </a:bodyPr>
          <a:lstStyle/>
          <a:p>
            <a:r>
              <a:rPr lang="es-GT" i="0" u="none" strike="noStrike" cap="none" noProof="0" dirty="0">
                <a:latin typeface="Impact"/>
                <a:ea typeface="Impact"/>
                <a:cs typeface="Impact"/>
                <a:sym typeface="Impact"/>
              </a:rPr>
              <a:t>Comparación de Herramientas ETL</a:t>
            </a:r>
            <a:br>
              <a:rPr lang="es-GT" i="0" u="none" strike="noStrike" cap="none" noProof="0" dirty="0">
                <a:latin typeface="Impact"/>
                <a:ea typeface="Impact"/>
                <a:cs typeface="Impact"/>
                <a:sym typeface="Impact"/>
              </a:rPr>
            </a:br>
            <a:endParaRPr lang="es-GT" i="0" u="none" strike="noStrike" cap="none" noProof="0" dirty="0">
              <a:latin typeface="Impact"/>
              <a:ea typeface="Impact"/>
              <a:cs typeface="Impact"/>
              <a:sym typeface="Impact"/>
            </a:endParaRPr>
          </a:p>
        </p:txBody>
      </p:sp>
      <p:graphicFrame>
        <p:nvGraphicFramePr>
          <p:cNvPr id="6" name="Content Placeholder 5">
            <a:extLst>
              <a:ext uri="{FF2B5EF4-FFF2-40B4-BE49-F238E27FC236}">
                <a16:creationId xmlns:a16="http://schemas.microsoft.com/office/drawing/2014/main" id="{C86A6076-2786-6055-B5D7-C8D9760D47D0}"/>
              </a:ext>
            </a:extLst>
          </p:cNvPr>
          <p:cNvGraphicFramePr>
            <a:graphicFrameLocks noGrp="1"/>
          </p:cNvGraphicFramePr>
          <p:nvPr>
            <p:ph idx="1"/>
            <p:extLst>
              <p:ext uri="{D42A27DB-BD31-4B8C-83A1-F6EECF244321}">
                <p14:modId xmlns:p14="http://schemas.microsoft.com/office/powerpoint/2010/main" val="2599206694"/>
              </p:ext>
            </p:extLst>
          </p:nvPr>
        </p:nvGraphicFramePr>
        <p:xfrm>
          <a:off x="2191657" y="3078458"/>
          <a:ext cx="15774084" cy="5715319"/>
        </p:xfrm>
        <a:graphic>
          <a:graphicData uri="http://schemas.openxmlformats.org/drawingml/2006/table">
            <a:tbl>
              <a:tblPr>
                <a:tableStyleId>{3C2FFA5D-87B4-456A-9821-1D502468CF0F}</a:tableStyleId>
              </a:tblPr>
              <a:tblGrid>
                <a:gridCol w="1593008">
                  <a:extLst>
                    <a:ext uri="{9D8B030D-6E8A-4147-A177-3AD203B41FA5}">
                      <a16:colId xmlns:a16="http://schemas.microsoft.com/office/drawing/2014/main" val="1508238431"/>
                    </a:ext>
                  </a:extLst>
                </a:gridCol>
                <a:gridCol w="1705115">
                  <a:extLst>
                    <a:ext uri="{9D8B030D-6E8A-4147-A177-3AD203B41FA5}">
                      <a16:colId xmlns:a16="http://schemas.microsoft.com/office/drawing/2014/main" val="3844586883"/>
                    </a:ext>
                  </a:extLst>
                </a:gridCol>
                <a:gridCol w="1709306">
                  <a:extLst>
                    <a:ext uri="{9D8B030D-6E8A-4147-A177-3AD203B41FA5}">
                      <a16:colId xmlns:a16="http://schemas.microsoft.com/office/drawing/2014/main" val="163435451"/>
                    </a:ext>
                  </a:extLst>
                </a:gridCol>
                <a:gridCol w="1635244">
                  <a:extLst>
                    <a:ext uri="{9D8B030D-6E8A-4147-A177-3AD203B41FA5}">
                      <a16:colId xmlns:a16="http://schemas.microsoft.com/office/drawing/2014/main" val="2221503267"/>
                    </a:ext>
                  </a:extLst>
                </a:gridCol>
                <a:gridCol w="1755763">
                  <a:extLst>
                    <a:ext uri="{9D8B030D-6E8A-4147-A177-3AD203B41FA5}">
                      <a16:colId xmlns:a16="http://schemas.microsoft.com/office/drawing/2014/main" val="242511529"/>
                    </a:ext>
                  </a:extLst>
                </a:gridCol>
                <a:gridCol w="3309378">
                  <a:extLst>
                    <a:ext uri="{9D8B030D-6E8A-4147-A177-3AD203B41FA5}">
                      <a16:colId xmlns:a16="http://schemas.microsoft.com/office/drawing/2014/main" val="2117568884"/>
                    </a:ext>
                  </a:extLst>
                </a:gridCol>
                <a:gridCol w="4066270">
                  <a:extLst>
                    <a:ext uri="{9D8B030D-6E8A-4147-A177-3AD203B41FA5}">
                      <a16:colId xmlns:a16="http://schemas.microsoft.com/office/drawing/2014/main" val="2317457787"/>
                    </a:ext>
                  </a:extLst>
                </a:gridCol>
              </a:tblGrid>
              <a:tr h="701398">
                <a:tc>
                  <a:txBody>
                    <a:bodyPr/>
                    <a:lstStyle/>
                    <a:p>
                      <a:pPr algn="ctr"/>
                      <a:r>
                        <a:rPr lang="es-GT" sz="2000" b="1"/>
                        <a:t>Herramienta ETL</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Disponibilidad código abierto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Compatibilidad en la nube</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Facilidad de uso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Número de integraciones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Características y consideraciones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Caso de uso ideal</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5771288"/>
                  </a:ext>
                </a:extLst>
              </a:tr>
              <a:tr h="1029779">
                <a:tc>
                  <a:txBody>
                    <a:bodyPr/>
                    <a:lstStyle/>
                    <a:p>
                      <a:pPr algn="ctr"/>
                      <a:r>
                        <a:rPr lang="es-GT" sz="2000" b="1"/>
                        <a:t>Apache Airflow</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Moderada</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Flujo de trabajo basado en DAG, escalabilidad, amplio soporte de la comunidad</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Flujos de trabajo complejos y orquestación de pipelines de datos a gran escala y de múltiples pasos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0849588"/>
                  </a:ext>
                </a:extLst>
              </a:tr>
              <a:tr h="1029779">
                <a:tc>
                  <a:txBody>
                    <a:bodyPr/>
                    <a:lstStyle/>
                    <a:p>
                      <a:pPr algn="ctr"/>
                      <a:r>
                        <a:rPr lang="es-GT" sz="2000" b="1"/>
                        <a:t>Portable.io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No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Alto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Muy Alto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Conectores bajo demanda, sin código, precios rentables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pequeñas a medianas que necesitan conectores personalizados para fuentes de datos menos comunes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0518291"/>
                  </a:ext>
                </a:extLst>
              </a:tr>
              <a:tr h="1029779">
                <a:tc>
                  <a:txBody>
                    <a:bodyPr/>
                    <a:lstStyle/>
                    <a:p>
                      <a:pPr algn="ctr"/>
                      <a:r>
                        <a:rPr lang="es-GT" sz="2000" b="1"/>
                        <a:t>IBM Infosphere Datastage</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Moderada</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Procesamiento de alta velocidad, soporte de metadatos, nivel empresarial</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con pipelines de datos diversos y de alto volumen que requieren gestión robusta de metadatos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768777"/>
                  </a:ext>
                </a:extLst>
              </a:tr>
              <a:tr h="1029779">
                <a:tc>
                  <a:txBody>
                    <a:bodyPr/>
                    <a:lstStyle/>
                    <a:p>
                      <a:pPr algn="ctr"/>
                      <a:r>
                        <a:rPr lang="es-GT" sz="2000" b="1"/>
                        <a:t>Oracle Data Integrator</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Moderada</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Conectores extensos, interfaz gráfica, gestión robusta</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que usan ecosistemas Oracle o aquellas que necesitan amplio soporte de bases de datos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0733184"/>
                  </a:ext>
                </a:extLst>
              </a:tr>
              <a:tr h="701398">
                <a:tc>
                  <a:txBody>
                    <a:bodyPr/>
                    <a:lstStyle/>
                    <a:p>
                      <a:pPr algn="ctr"/>
                      <a:r>
                        <a:rPr lang="es-GT" sz="2000" b="1"/>
                        <a:t>Microsoft SSIS</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Limitada</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Moderada</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Moderado</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Transformaciones integradas, documentación completa</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Organizaciones ya invertidas en Microsoft SQL Server</a:t>
                      </a:r>
                    </a:p>
                  </a:txBody>
                  <a:tcPr marL="3984" marR="3984" marT="1993" marB="19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2823222"/>
                  </a:ext>
                </a:extLst>
              </a:tr>
            </a:tbl>
          </a:graphicData>
        </a:graphic>
      </p:graphicFrame>
    </p:spTree>
    <p:extLst>
      <p:ext uri="{BB962C8B-B14F-4D97-AF65-F5344CB8AC3E}">
        <p14:creationId xmlns:p14="http://schemas.microsoft.com/office/powerpoint/2010/main" val="15525709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C8282214-417D-79B7-8AD5-6835AE17B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4D841-3B11-6294-1154-EB4D914A561C}"/>
              </a:ext>
            </a:extLst>
          </p:cNvPr>
          <p:cNvSpPr>
            <a:spLocks noGrp="1"/>
          </p:cNvSpPr>
          <p:nvPr>
            <p:ph type="title"/>
          </p:nvPr>
        </p:nvSpPr>
        <p:spPr>
          <a:xfrm>
            <a:off x="2641059" y="1028700"/>
            <a:ext cx="14613477" cy="2628898"/>
          </a:xfrm>
        </p:spPr>
        <p:txBody>
          <a:bodyPr>
            <a:normAutofit/>
          </a:bodyPr>
          <a:lstStyle/>
          <a:p>
            <a:r>
              <a:rPr lang="es-GT" i="0" u="none" strike="noStrike" cap="none" noProof="0" dirty="0">
                <a:latin typeface="Impact"/>
                <a:ea typeface="Impact"/>
                <a:cs typeface="Impact"/>
                <a:sym typeface="Impact"/>
              </a:rPr>
              <a:t>Comparación de Herramientas ETL</a:t>
            </a:r>
            <a:br>
              <a:rPr lang="es-GT" i="0" u="none" strike="noStrike" cap="none" noProof="0" dirty="0">
                <a:latin typeface="Impact"/>
                <a:ea typeface="Impact"/>
                <a:cs typeface="Impact"/>
                <a:sym typeface="Impact"/>
              </a:rPr>
            </a:br>
            <a:endParaRPr lang="es-GT" i="0" u="none" strike="noStrike" cap="none" noProof="0" dirty="0">
              <a:latin typeface="Impact"/>
              <a:ea typeface="Impact"/>
              <a:cs typeface="Impact"/>
              <a:sym typeface="Impact"/>
            </a:endParaRPr>
          </a:p>
        </p:txBody>
      </p:sp>
      <p:graphicFrame>
        <p:nvGraphicFramePr>
          <p:cNvPr id="6" name="Content Placeholder 5">
            <a:extLst>
              <a:ext uri="{FF2B5EF4-FFF2-40B4-BE49-F238E27FC236}">
                <a16:creationId xmlns:a16="http://schemas.microsoft.com/office/drawing/2014/main" id="{12266B57-C5FA-AAA9-673C-B220F597F997}"/>
              </a:ext>
            </a:extLst>
          </p:cNvPr>
          <p:cNvGraphicFramePr>
            <a:graphicFrameLocks noGrp="1"/>
          </p:cNvGraphicFramePr>
          <p:nvPr>
            <p:ph idx="1"/>
            <p:extLst>
              <p:ext uri="{D42A27DB-BD31-4B8C-83A1-F6EECF244321}">
                <p14:modId xmlns:p14="http://schemas.microsoft.com/office/powerpoint/2010/main" val="1452898179"/>
              </p:ext>
            </p:extLst>
          </p:nvPr>
        </p:nvGraphicFramePr>
        <p:xfrm>
          <a:off x="2307771" y="2830286"/>
          <a:ext cx="15588342" cy="6136408"/>
        </p:xfrm>
        <a:graphic>
          <a:graphicData uri="http://schemas.openxmlformats.org/drawingml/2006/table">
            <a:tbl>
              <a:tblPr>
                <a:tableStyleId>{3C2FFA5D-87B4-456A-9821-1D502468CF0F}</a:tableStyleId>
              </a:tblPr>
              <a:tblGrid>
                <a:gridCol w="1555565">
                  <a:extLst>
                    <a:ext uri="{9D8B030D-6E8A-4147-A177-3AD203B41FA5}">
                      <a16:colId xmlns:a16="http://schemas.microsoft.com/office/drawing/2014/main" val="1508238431"/>
                    </a:ext>
                  </a:extLst>
                </a:gridCol>
                <a:gridCol w="1689376">
                  <a:extLst>
                    <a:ext uri="{9D8B030D-6E8A-4147-A177-3AD203B41FA5}">
                      <a16:colId xmlns:a16="http://schemas.microsoft.com/office/drawing/2014/main" val="3844586883"/>
                    </a:ext>
                  </a:extLst>
                </a:gridCol>
                <a:gridCol w="1733459">
                  <a:extLst>
                    <a:ext uri="{9D8B030D-6E8A-4147-A177-3AD203B41FA5}">
                      <a16:colId xmlns:a16="http://schemas.microsoft.com/office/drawing/2014/main" val="163435451"/>
                    </a:ext>
                  </a:extLst>
                </a:gridCol>
                <a:gridCol w="1517493">
                  <a:extLst>
                    <a:ext uri="{9D8B030D-6E8A-4147-A177-3AD203B41FA5}">
                      <a16:colId xmlns:a16="http://schemas.microsoft.com/office/drawing/2014/main" val="2221503267"/>
                    </a:ext>
                  </a:extLst>
                </a:gridCol>
                <a:gridCol w="1739556">
                  <a:extLst>
                    <a:ext uri="{9D8B030D-6E8A-4147-A177-3AD203B41FA5}">
                      <a16:colId xmlns:a16="http://schemas.microsoft.com/office/drawing/2014/main" val="242511529"/>
                    </a:ext>
                  </a:extLst>
                </a:gridCol>
                <a:gridCol w="3318137">
                  <a:extLst>
                    <a:ext uri="{9D8B030D-6E8A-4147-A177-3AD203B41FA5}">
                      <a16:colId xmlns:a16="http://schemas.microsoft.com/office/drawing/2014/main" val="2117568884"/>
                    </a:ext>
                  </a:extLst>
                </a:gridCol>
                <a:gridCol w="4034756">
                  <a:extLst>
                    <a:ext uri="{9D8B030D-6E8A-4147-A177-3AD203B41FA5}">
                      <a16:colId xmlns:a16="http://schemas.microsoft.com/office/drawing/2014/main" val="2317457787"/>
                    </a:ext>
                  </a:extLst>
                </a:gridCol>
              </a:tblGrid>
              <a:tr h="627012">
                <a:tc>
                  <a:txBody>
                    <a:bodyPr/>
                    <a:lstStyle/>
                    <a:p>
                      <a:pPr algn="ctr"/>
                      <a:r>
                        <a:rPr lang="es-GT" sz="2000" b="1"/>
                        <a:t>Herramienta ETL</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dirty="0"/>
                        <a:t>Disponibilidad código abierto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Compatibilidad en la nube</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dirty="0"/>
                        <a:t>Facilidad de uso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Número de integraciones</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Características y consideraciones</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dirty="0"/>
                        <a:t>Caso de uso ideal</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5771288"/>
                  </a:ext>
                </a:extLst>
              </a:tr>
              <a:tr h="1214122">
                <a:tc>
                  <a:txBody>
                    <a:bodyPr/>
                    <a:lstStyle/>
                    <a:p>
                      <a:pPr algn="ctr"/>
                      <a:r>
                        <a:rPr lang="es-GT" sz="2000" b="1" dirty="0" err="1"/>
                        <a:t>Talend</a:t>
                      </a:r>
                      <a:r>
                        <a:rPr lang="es-GT" sz="2000" b="1" dirty="0"/>
                        <a:t> Open Studio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Código abierto, GUI amigable, comunidad activa</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pequeñas a medianas que buscan una solución ETL de código abierto con opciones extensas de integración</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2782278"/>
                  </a:ext>
                </a:extLst>
              </a:tr>
              <a:tr h="920567">
                <a:tc>
                  <a:txBody>
                    <a:bodyPr/>
                    <a:lstStyle/>
                    <a:p>
                      <a:pPr algn="ctr"/>
                      <a:r>
                        <a:rPr lang="es-GT" sz="2000" b="1" dirty="0"/>
                        <a:t>Pentaho Data </a:t>
                      </a:r>
                      <a:r>
                        <a:rPr lang="es-GT" sz="2000" b="1" dirty="0" err="1"/>
                        <a:t>Integration</a:t>
                      </a:r>
                      <a:endParaRPr lang="es-GT" sz="2000" b="1" dirty="0"/>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Moderada</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ETL en tiempo real, interfaz gráfica, clientes Spoon/Kitchen</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Procesamiento ETL en tiempo real para empresas que necesitan flujos de trabajo flexibles basados en GUI</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410662"/>
                  </a:ext>
                </a:extLst>
              </a:tr>
              <a:tr h="1214122">
                <a:tc>
                  <a:txBody>
                    <a:bodyPr/>
                    <a:lstStyle/>
                    <a:p>
                      <a:pPr algn="ctr"/>
                      <a:r>
                        <a:rPr lang="es-GT" sz="2000" b="1" dirty="0"/>
                        <a:t>Hadoop</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Bajo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Procesamiento de big data, HDFS, MapReduce, alto costo de implementación</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Grandes empresas que manejan conjuntos de datos masivos y requieren almacenamiento y procesamiento distribuido de datos</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5879928"/>
                  </a:ext>
                </a:extLst>
              </a:tr>
              <a:tr h="920567">
                <a:tc>
                  <a:txBody>
                    <a:bodyPr/>
                    <a:lstStyle/>
                    <a:p>
                      <a:pPr algn="ctr"/>
                      <a:r>
                        <a:rPr lang="es-GT" sz="2000" b="1" dirty="0"/>
                        <a:t>AWS </a:t>
                      </a:r>
                      <a:r>
                        <a:rPr lang="es-GT" sz="2000" b="1" dirty="0" err="1"/>
                        <a:t>Glue</a:t>
                      </a:r>
                      <a:endParaRPr lang="es-GT" sz="2000" b="1" dirty="0"/>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Sin servidor, soporte Python/Scala, cargas de trabajo de procesamiento flexibles</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nativas en la nube que necesitan ETL sin servidor para datos estructurados y no estructurados</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861926"/>
                  </a:ext>
                </a:extLst>
              </a:tr>
              <a:tr h="1214122">
                <a:tc>
                  <a:txBody>
                    <a:bodyPr/>
                    <a:lstStyle/>
                    <a:p>
                      <a:pPr algn="ctr"/>
                      <a:r>
                        <a:rPr lang="es-GT" sz="2000" b="1" dirty="0"/>
                        <a:t>AWS Data Pipeline</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Servicio administrado, tolerante a fallos, económico</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Procesos ETL básicos dentro de AWS (pero los usuarios en transición deberían explorar AWS </a:t>
                      </a:r>
                      <a:r>
                        <a:rPr lang="es-GT" sz="2000" dirty="0" err="1"/>
                        <a:t>Glue</a:t>
                      </a:r>
                      <a:r>
                        <a:rPr lang="es-GT" sz="2000" dirty="0"/>
                        <a:t> o soluciones </a:t>
                      </a:r>
                      <a:r>
                        <a:rPr lang="es-GT" sz="2000" dirty="0" err="1"/>
                        <a:t>zero</a:t>
                      </a:r>
                      <a:r>
                        <a:rPr lang="es-GT" sz="2000" dirty="0"/>
                        <a:t>-ETL)</a:t>
                      </a:r>
                    </a:p>
                  </a:txBody>
                  <a:tcPr marL="3553" marR="3553" marT="1777" marB="17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1444085"/>
                  </a:ext>
                </a:extLst>
              </a:tr>
            </a:tbl>
          </a:graphicData>
        </a:graphic>
      </p:graphicFrame>
    </p:spTree>
    <p:extLst>
      <p:ext uri="{BB962C8B-B14F-4D97-AF65-F5344CB8AC3E}">
        <p14:creationId xmlns:p14="http://schemas.microsoft.com/office/powerpoint/2010/main" val="426791768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E246D88C-631C-8B67-5802-2393E092E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F4B89-BC2C-5169-A259-A37F721A4F25}"/>
              </a:ext>
            </a:extLst>
          </p:cNvPr>
          <p:cNvSpPr>
            <a:spLocks noGrp="1"/>
          </p:cNvSpPr>
          <p:nvPr>
            <p:ph type="title"/>
          </p:nvPr>
        </p:nvSpPr>
        <p:spPr>
          <a:xfrm>
            <a:off x="2641059" y="1028700"/>
            <a:ext cx="14613477" cy="2628898"/>
          </a:xfrm>
        </p:spPr>
        <p:txBody>
          <a:bodyPr>
            <a:normAutofit/>
          </a:bodyPr>
          <a:lstStyle/>
          <a:p>
            <a:r>
              <a:rPr lang="es-GT" i="0" u="none" strike="noStrike" cap="none" noProof="0" dirty="0">
                <a:latin typeface="Impact"/>
                <a:ea typeface="Impact"/>
                <a:cs typeface="Impact"/>
                <a:sym typeface="Impact"/>
              </a:rPr>
              <a:t>Comparación de Herramientas ETL</a:t>
            </a:r>
            <a:br>
              <a:rPr lang="es-GT" i="0" u="none" strike="noStrike" cap="none" noProof="0" dirty="0">
                <a:latin typeface="Impact"/>
                <a:ea typeface="Impact"/>
                <a:cs typeface="Impact"/>
                <a:sym typeface="Impact"/>
              </a:rPr>
            </a:br>
            <a:endParaRPr lang="es-GT" i="0" u="none" strike="noStrike" cap="none" noProof="0" dirty="0">
              <a:latin typeface="Impact"/>
              <a:ea typeface="Impact"/>
              <a:cs typeface="Impact"/>
              <a:sym typeface="Impact"/>
            </a:endParaRPr>
          </a:p>
        </p:txBody>
      </p:sp>
      <p:graphicFrame>
        <p:nvGraphicFramePr>
          <p:cNvPr id="6" name="Content Placeholder 5">
            <a:extLst>
              <a:ext uri="{FF2B5EF4-FFF2-40B4-BE49-F238E27FC236}">
                <a16:creationId xmlns:a16="http://schemas.microsoft.com/office/drawing/2014/main" id="{891603D4-ABCC-0E91-E8FD-3BDFC2A5F519}"/>
              </a:ext>
            </a:extLst>
          </p:cNvPr>
          <p:cNvGraphicFramePr>
            <a:graphicFrameLocks noGrp="1"/>
          </p:cNvGraphicFramePr>
          <p:nvPr>
            <p:ph idx="1"/>
            <p:extLst>
              <p:ext uri="{D42A27DB-BD31-4B8C-83A1-F6EECF244321}">
                <p14:modId xmlns:p14="http://schemas.microsoft.com/office/powerpoint/2010/main" val="3378689388"/>
              </p:ext>
            </p:extLst>
          </p:nvPr>
        </p:nvGraphicFramePr>
        <p:xfrm>
          <a:off x="2235201" y="2554515"/>
          <a:ext cx="15806060" cy="6197597"/>
        </p:xfrm>
        <a:graphic>
          <a:graphicData uri="http://schemas.openxmlformats.org/drawingml/2006/table">
            <a:tbl>
              <a:tblPr>
                <a:tableStyleId>{3C2FFA5D-87B4-456A-9821-1D502468CF0F}</a:tableStyleId>
              </a:tblPr>
              <a:tblGrid>
                <a:gridCol w="1642446">
                  <a:extLst>
                    <a:ext uri="{9D8B030D-6E8A-4147-A177-3AD203B41FA5}">
                      <a16:colId xmlns:a16="http://schemas.microsoft.com/office/drawing/2014/main" val="1508238431"/>
                    </a:ext>
                  </a:extLst>
                </a:gridCol>
                <a:gridCol w="1703862">
                  <a:extLst>
                    <a:ext uri="{9D8B030D-6E8A-4147-A177-3AD203B41FA5}">
                      <a16:colId xmlns:a16="http://schemas.microsoft.com/office/drawing/2014/main" val="3844586883"/>
                    </a:ext>
                  </a:extLst>
                </a:gridCol>
                <a:gridCol w="1719177">
                  <a:extLst>
                    <a:ext uri="{9D8B030D-6E8A-4147-A177-3AD203B41FA5}">
                      <a16:colId xmlns:a16="http://schemas.microsoft.com/office/drawing/2014/main" val="163435451"/>
                    </a:ext>
                  </a:extLst>
                </a:gridCol>
                <a:gridCol w="1559651">
                  <a:extLst>
                    <a:ext uri="{9D8B030D-6E8A-4147-A177-3AD203B41FA5}">
                      <a16:colId xmlns:a16="http://schemas.microsoft.com/office/drawing/2014/main" val="2221503267"/>
                    </a:ext>
                  </a:extLst>
                </a:gridCol>
                <a:gridCol w="1754471">
                  <a:extLst>
                    <a:ext uri="{9D8B030D-6E8A-4147-A177-3AD203B41FA5}">
                      <a16:colId xmlns:a16="http://schemas.microsoft.com/office/drawing/2014/main" val="242511529"/>
                    </a:ext>
                  </a:extLst>
                </a:gridCol>
                <a:gridCol w="3354741">
                  <a:extLst>
                    <a:ext uri="{9D8B030D-6E8A-4147-A177-3AD203B41FA5}">
                      <a16:colId xmlns:a16="http://schemas.microsoft.com/office/drawing/2014/main" val="2117568884"/>
                    </a:ext>
                  </a:extLst>
                </a:gridCol>
                <a:gridCol w="4071712">
                  <a:extLst>
                    <a:ext uri="{9D8B030D-6E8A-4147-A177-3AD203B41FA5}">
                      <a16:colId xmlns:a16="http://schemas.microsoft.com/office/drawing/2014/main" val="2317457787"/>
                    </a:ext>
                  </a:extLst>
                </a:gridCol>
              </a:tblGrid>
              <a:tr h="743037">
                <a:tc>
                  <a:txBody>
                    <a:bodyPr/>
                    <a:lstStyle/>
                    <a:p>
                      <a:pPr algn="ctr"/>
                      <a:r>
                        <a:rPr lang="es-GT" sz="2000" b="1" dirty="0"/>
                        <a:t>Herramienta ETL</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Disponibilidad código abierto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Compatibilidad en la nube</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dirty="0"/>
                        <a:t>Facilidad de uso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Número de integraciones</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Características y consideraciones</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dirty="0"/>
                        <a:t>Caso de uso ideal</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5771288"/>
                  </a:ext>
                </a:extLst>
              </a:tr>
              <a:tr h="1090912">
                <a:tc>
                  <a:txBody>
                    <a:bodyPr/>
                    <a:lstStyle/>
                    <a:p>
                      <a:pPr algn="ctr"/>
                      <a:r>
                        <a:rPr lang="es-GT" sz="2000" b="1"/>
                        <a:t>Azure Data Factory</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Muy 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Muchos conectores, interfaces flexibles, basado en la nube</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con diversas fuentes de datos usando el ecosistema Azure de Microsoft</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511583"/>
                  </a:ext>
                </a:extLst>
              </a:tr>
              <a:tr h="1090912">
                <a:tc>
                  <a:txBody>
                    <a:bodyPr/>
                    <a:lstStyle/>
                    <a:p>
                      <a:pPr algn="ctr"/>
                      <a:r>
                        <a:rPr lang="es-GT" sz="2000" b="1"/>
                        <a:t>Google Cloud Dataflow</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Sin servidor, integración Apache Beam, rentable</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Procesamiento de datos en lote o streaming dentro del ecosistema Google Cloud</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1879738"/>
                  </a:ext>
                </a:extLst>
              </a:tr>
              <a:tr h="1090912">
                <a:tc>
                  <a:txBody>
                    <a:bodyPr/>
                    <a:lstStyle/>
                    <a:p>
                      <a:pPr algn="ctr"/>
                      <a:r>
                        <a:rPr lang="es-GT" sz="2000" b="1"/>
                        <a:t>Stitch</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Transformaciones simples, conectores SaaS, fácil de usar</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Startups y equipos pequeños enfocados en replicación simple de datos a almacenes de datos</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628076"/>
                  </a:ext>
                </a:extLst>
              </a:tr>
              <a:tr h="1090912">
                <a:tc>
                  <a:txBody>
                    <a:bodyPr/>
                    <a:lstStyle/>
                    <a:p>
                      <a:pPr algn="ctr"/>
                      <a:r>
                        <a:rPr lang="es-GT" sz="2000" b="1"/>
                        <a:t>SAP BusinessObjects</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Moderada</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Nivel empresarial, se integra con SAP, costoso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Usuarios de sistemas SAP ERP que buscan integración perfecta</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216536"/>
                  </a:ext>
                </a:extLst>
              </a:tr>
              <a:tr h="1090912">
                <a:tc>
                  <a:txBody>
                    <a:bodyPr/>
                    <a:lstStyle/>
                    <a:p>
                      <a:pPr algn="ctr"/>
                      <a:r>
                        <a:rPr lang="es-GT" sz="2000" b="1" dirty="0" err="1"/>
                        <a:t>Hevo</a:t>
                      </a:r>
                      <a:endParaRPr lang="es-GT" sz="2000" b="1" dirty="0"/>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Bajo código, integración en tiempo real, detección automática de esquemas</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Empresas pequeñas a medianas que necesitan análisis en tiempo real</a:t>
                      </a:r>
                    </a:p>
                  </a:txBody>
                  <a:tcPr marL="3973" marR="3973" marT="1987" marB="19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4494882"/>
                  </a:ext>
                </a:extLst>
              </a:tr>
            </a:tbl>
          </a:graphicData>
        </a:graphic>
      </p:graphicFrame>
    </p:spTree>
    <p:extLst>
      <p:ext uri="{BB962C8B-B14F-4D97-AF65-F5344CB8AC3E}">
        <p14:creationId xmlns:p14="http://schemas.microsoft.com/office/powerpoint/2010/main" val="252090539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375EF95D-AF8D-0B3D-24C5-769CFAF5A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74114-86A2-9FCF-75BB-1F06289E9EDD}"/>
              </a:ext>
            </a:extLst>
          </p:cNvPr>
          <p:cNvSpPr>
            <a:spLocks noGrp="1"/>
          </p:cNvSpPr>
          <p:nvPr>
            <p:ph type="title"/>
          </p:nvPr>
        </p:nvSpPr>
        <p:spPr>
          <a:xfrm>
            <a:off x="2641059" y="1028700"/>
            <a:ext cx="14613477" cy="2628898"/>
          </a:xfrm>
        </p:spPr>
        <p:txBody>
          <a:bodyPr>
            <a:normAutofit/>
          </a:bodyPr>
          <a:lstStyle/>
          <a:p>
            <a:r>
              <a:rPr lang="es-GT" i="0" u="none" strike="noStrike" cap="none" noProof="0" dirty="0">
                <a:latin typeface="Impact"/>
                <a:ea typeface="Impact"/>
                <a:cs typeface="Impact"/>
                <a:sym typeface="Impact"/>
              </a:rPr>
              <a:t>Comparación de Herramientas ETL</a:t>
            </a:r>
            <a:br>
              <a:rPr lang="es-GT" i="0" u="none" strike="noStrike" cap="none" noProof="0" dirty="0">
                <a:latin typeface="Impact"/>
                <a:ea typeface="Impact"/>
                <a:cs typeface="Impact"/>
                <a:sym typeface="Impact"/>
              </a:rPr>
            </a:br>
            <a:endParaRPr lang="es-GT" i="0" u="none" strike="noStrike" cap="none" noProof="0" dirty="0">
              <a:latin typeface="Impact"/>
              <a:ea typeface="Impact"/>
              <a:cs typeface="Impact"/>
              <a:sym typeface="Impact"/>
            </a:endParaRPr>
          </a:p>
        </p:txBody>
      </p:sp>
      <p:graphicFrame>
        <p:nvGraphicFramePr>
          <p:cNvPr id="6" name="Content Placeholder 5">
            <a:extLst>
              <a:ext uri="{FF2B5EF4-FFF2-40B4-BE49-F238E27FC236}">
                <a16:creationId xmlns:a16="http://schemas.microsoft.com/office/drawing/2014/main" id="{B04024C1-05B9-62A4-8191-B44FF9D28762}"/>
              </a:ext>
            </a:extLst>
          </p:cNvPr>
          <p:cNvGraphicFramePr>
            <a:graphicFrameLocks noGrp="1"/>
          </p:cNvGraphicFramePr>
          <p:nvPr>
            <p:ph idx="1"/>
            <p:extLst>
              <p:ext uri="{D42A27DB-BD31-4B8C-83A1-F6EECF244321}">
                <p14:modId xmlns:p14="http://schemas.microsoft.com/office/powerpoint/2010/main" val="3861320203"/>
              </p:ext>
            </p:extLst>
          </p:nvPr>
        </p:nvGraphicFramePr>
        <p:xfrm>
          <a:off x="2148114" y="2481943"/>
          <a:ext cx="15864114" cy="6299200"/>
        </p:xfrm>
        <a:graphic>
          <a:graphicData uri="http://schemas.openxmlformats.org/drawingml/2006/table">
            <a:tbl>
              <a:tblPr>
                <a:tableStyleId>{3C2FFA5D-87B4-456A-9821-1D502468CF0F}</a:tableStyleId>
              </a:tblPr>
              <a:tblGrid>
                <a:gridCol w="1584965">
                  <a:extLst>
                    <a:ext uri="{9D8B030D-6E8A-4147-A177-3AD203B41FA5}">
                      <a16:colId xmlns:a16="http://schemas.microsoft.com/office/drawing/2014/main" val="1508238431"/>
                    </a:ext>
                  </a:extLst>
                </a:gridCol>
                <a:gridCol w="1721307">
                  <a:extLst>
                    <a:ext uri="{9D8B030D-6E8A-4147-A177-3AD203B41FA5}">
                      <a16:colId xmlns:a16="http://schemas.microsoft.com/office/drawing/2014/main" val="3844586883"/>
                    </a:ext>
                  </a:extLst>
                </a:gridCol>
                <a:gridCol w="1744700">
                  <a:extLst>
                    <a:ext uri="{9D8B030D-6E8A-4147-A177-3AD203B41FA5}">
                      <a16:colId xmlns:a16="http://schemas.microsoft.com/office/drawing/2014/main" val="163435451"/>
                    </a:ext>
                  </a:extLst>
                </a:gridCol>
                <a:gridCol w="1567699">
                  <a:extLst>
                    <a:ext uri="{9D8B030D-6E8A-4147-A177-3AD203B41FA5}">
                      <a16:colId xmlns:a16="http://schemas.microsoft.com/office/drawing/2014/main" val="2221503267"/>
                    </a:ext>
                  </a:extLst>
                </a:gridCol>
                <a:gridCol w="1772434">
                  <a:extLst>
                    <a:ext uri="{9D8B030D-6E8A-4147-A177-3AD203B41FA5}">
                      <a16:colId xmlns:a16="http://schemas.microsoft.com/office/drawing/2014/main" val="242511529"/>
                    </a:ext>
                  </a:extLst>
                </a:gridCol>
                <a:gridCol w="3384489">
                  <a:extLst>
                    <a:ext uri="{9D8B030D-6E8A-4147-A177-3AD203B41FA5}">
                      <a16:colId xmlns:a16="http://schemas.microsoft.com/office/drawing/2014/main" val="2117568884"/>
                    </a:ext>
                  </a:extLst>
                </a:gridCol>
                <a:gridCol w="4088520">
                  <a:extLst>
                    <a:ext uri="{9D8B030D-6E8A-4147-A177-3AD203B41FA5}">
                      <a16:colId xmlns:a16="http://schemas.microsoft.com/office/drawing/2014/main" val="2317457787"/>
                    </a:ext>
                  </a:extLst>
                </a:gridCol>
              </a:tblGrid>
              <a:tr h="800130">
                <a:tc>
                  <a:txBody>
                    <a:bodyPr/>
                    <a:lstStyle/>
                    <a:p>
                      <a:pPr algn="ctr"/>
                      <a:r>
                        <a:rPr lang="es-GT" sz="2000" b="1" dirty="0"/>
                        <a:t>Herramienta ETL</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Disponibilidad código abierto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Compatibilidad en la nube</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Facilidad de uso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Número de integraciones</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Características y consideraciones</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dirty="0"/>
                        <a:t>Caso de uso ideal</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5771288"/>
                  </a:ext>
                </a:extLst>
              </a:tr>
              <a:tr h="1174735">
                <a:tc>
                  <a:txBody>
                    <a:bodyPr/>
                    <a:lstStyle/>
                    <a:p>
                      <a:pPr algn="ctr"/>
                      <a:r>
                        <a:rPr lang="es-GT" sz="2000" b="1"/>
                        <a:t>Qlik Compose</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Moderada</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Automatiza el desarrollo ETL, integración en tiempo real con Qlik Replicate</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que requieren pipelines ETL automatizados e integración con Qlik Replicate</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2962057"/>
                  </a:ext>
                </a:extLst>
              </a:tr>
              <a:tr h="1174735">
                <a:tc>
                  <a:txBody>
                    <a:bodyPr/>
                    <a:lstStyle/>
                    <a:p>
                      <a:pPr algn="ctr"/>
                      <a:r>
                        <a:rPr lang="es-GT" sz="2000" b="1"/>
                        <a:t>Integrate.io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Interfaz intuitiva, no necesita hardware, características fuertes de seguridad</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que priorizan la facilidad de uso y la seguridad de datos</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9748304"/>
                  </a:ext>
                </a:extLst>
              </a:tr>
              <a:tr h="800130">
                <a:tc>
                  <a:txBody>
                    <a:bodyPr/>
                    <a:lstStyle/>
                    <a:p>
                      <a:pPr algn="ctr"/>
                      <a:r>
                        <a:rPr lang="es-GT" sz="2000" b="1"/>
                        <a:t>Airbyte</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Muy 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Código abierto, creación fácil de conectores, se integra con dbt</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Organizaciones que buscan soluciones ELT personalizables de código abierto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1816295"/>
                  </a:ext>
                </a:extLst>
              </a:tr>
              <a:tr h="1174735">
                <a:tc>
                  <a:txBody>
                    <a:bodyPr/>
                    <a:lstStyle/>
                    <a:p>
                      <a:pPr algn="ctr"/>
                      <a:r>
                        <a:rPr lang="es-GT" sz="2000" b="1"/>
                        <a:t>Astera Centerprise</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Sin código, extracción de datos impulsada por IA, fácil de usar</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que buscan herramientas ETL sin código con automatización impulsada por IA</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4682238"/>
                  </a:ext>
                </a:extLst>
              </a:tr>
              <a:tr h="1174735">
                <a:tc>
                  <a:txBody>
                    <a:bodyPr/>
                    <a:lstStyle/>
                    <a:p>
                      <a:pPr algn="ctr"/>
                      <a:r>
                        <a:rPr lang="es-GT" sz="2000" b="1" dirty="0" err="1"/>
                        <a:t>Informatica</a:t>
                      </a:r>
                      <a:r>
                        <a:rPr lang="es-GT" sz="2000" b="1" dirty="0"/>
                        <a:t> </a:t>
                      </a:r>
                      <a:r>
                        <a:rPr lang="es-GT" sz="2000" b="1" dirty="0" err="1"/>
                        <a:t>PowerCenter</a:t>
                      </a:r>
                      <a:endParaRPr lang="es-GT" sz="2000" b="1" dirty="0"/>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Muy Alto</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Herramientas de bajo/sin código, amplia gama de conectores, nivel empresarial</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Empresas que manejan pipelines de datos complejos con necesidades extensas de conectores</a:t>
                      </a:r>
                    </a:p>
                  </a:txBody>
                  <a:tcPr marL="3999" marR="3999" marT="2000" marB="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1507658"/>
                  </a:ext>
                </a:extLst>
              </a:tr>
            </a:tbl>
          </a:graphicData>
        </a:graphic>
      </p:graphicFrame>
    </p:spTree>
    <p:extLst>
      <p:ext uri="{BB962C8B-B14F-4D97-AF65-F5344CB8AC3E}">
        <p14:creationId xmlns:p14="http://schemas.microsoft.com/office/powerpoint/2010/main" val="422705091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CD36E6F0-2F0C-BE60-2CB7-0737D51C5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2A391-8218-651B-6EB4-38E6979E094A}"/>
              </a:ext>
            </a:extLst>
          </p:cNvPr>
          <p:cNvSpPr>
            <a:spLocks noGrp="1"/>
          </p:cNvSpPr>
          <p:nvPr>
            <p:ph type="title"/>
          </p:nvPr>
        </p:nvSpPr>
        <p:spPr>
          <a:xfrm>
            <a:off x="2641059" y="1028700"/>
            <a:ext cx="14613477" cy="2628898"/>
          </a:xfrm>
        </p:spPr>
        <p:txBody>
          <a:bodyPr>
            <a:normAutofit/>
          </a:bodyPr>
          <a:lstStyle/>
          <a:p>
            <a:r>
              <a:rPr lang="es-GT" i="0" u="none" strike="noStrike" cap="none" noProof="0" dirty="0">
                <a:latin typeface="Impact"/>
                <a:ea typeface="Impact"/>
                <a:cs typeface="Impact"/>
                <a:sym typeface="Impact"/>
              </a:rPr>
              <a:t>Comparación de Herramientas ETL</a:t>
            </a:r>
            <a:br>
              <a:rPr lang="es-GT" i="0" u="none" strike="noStrike" cap="none" noProof="0" dirty="0">
                <a:latin typeface="Impact"/>
                <a:ea typeface="Impact"/>
                <a:cs typeface="Impact"/>
                <a:sym typeface="Impact"/>
              </a:rPr>
            </a:br>
            <a:endParaRPr lang="es-GT" i="0" u="none" strike="noStrike" cap="none" noProof="0" dirty="0">
              <a:latin typeface="Impact"/>
              <a:ea typeface="Impact"/>
              <a:cs typeface="Impact"/>
              <a:sym typeface="Impact"/>
            </a:endParaRPr>
          </a:p>
        </p:txBody>
      </p:sp>
      <p:graphicFrame>
        <p:nvGraphicFramePr>
          <p:cNvPr id="6" name="Content Placeholder 5">
            <a:extLst>
              <a:ext uri="{FF2B5EF4-FFF2-40B4-BE49-F238E27FC236}">
                <a16:creationId xmlns:a16="http://schemas.microsoft.com/office/drawing/2014/main" id="{D7F13FBF-5489-7011-7CD5-EA2A1DAB7992}"/>
              </a:ext>
            </a:extLst>
          </p:cNvPr>
          <p:cNvGraphicFramePr>
            <a:graphicFrameLocks noGrp="1"/>
          </p:cNvGraphicFramePr>
          <p:nvPr>
            <p:ph idx="1"/>
            <p:extLst>
              <p:ext uri="{D42A27DB-BD31-4B8C-83A1-F6EECF244321}">
                <p14:modId xmlns:p14="http://schemas.microsoft.com/office/powerpoint/2010/main" val="577450518"/>
              </p:ext>
            </p:extLst>
          </p:nvPr>
        </p:nvGraphicFramePr>
        <p:xfrm>
          <a:off x="2322286" y="2641600"/>
          <a:ext cx="15689947" cy="6081485"/>
        </p:xfrm>
        <a:graphic>
          <a:graphicData uri="http://schemas.openxmlformats.org/drawingml/2006/table">
            <a:tbl>
              <a:tblPr>
                <a:tableStyleId>{3C2FFA5D-87B4-456A-9821-1D502468CF0F}</a:tableStyleId>
              </a:tblPr>
              <a:tblGrid>
                <a:gridCol w="1564350">
                  <a:extLst>
                    <a:ext uri="{9D8B030D-6E8A-4147-A177-3AD203B41FA5}">
                      <a16:colId xmlns:a16="http://schemas.microsoft.com/office/drawing/2014/main" val="1508238431"/>
                    </a:ext>
                  </a:extLst>
                </a:gridCol>
                <a:gridCol w="1698917">
                  <a:extLst>
                    <a:ext uri="{9D8B030D-6E8A-4147-A177-3AD203B41FA5}">
                      <a16:colId xmlns:a16="http://schemas.microsoft.com/office/drawing/2014/main" val="3844586883"/>
                    </a:ext>
                  </a:extLst>
                </a:gridCol>
                <a:gridCol w="1715133">
                  <a:extLst>
                    <a:ext uri="{9D8B030D-6E8A-4147-A177-3AD203B41FA5}">
                      <a16:colId xmlns:a16="http://schemas.microsoft.com/office/drawing/2014/main" val="163435451"/>
                    </a:ext>
                  </a:extLst>
                </a:gridCol>
                <a:gridCol w="1554181">
                  <a:extLst>
                    <a:ext uri="{9D8B030D-6E8A-4147-A177-3AD203B41FA5}">
                      <a16:colId xmlns:a16="http://schemas.microsoft.com/office/drawing/2014/main" val="2221503267"/>
                    </a:ext>
                  </a:extLst>
                </a:gridCol>
                <a:gridCol w="1749379">
                  <a:extLst>
                    <a:ext uri="{9D8B030D-6E8A-4147-A177-3AD203B41FA5}">
                      <a16:colId xmlns:a16="http://schemas.microsoft.com/office/drawing/2014/main" val="242511529"/>
                    </a:ext>
                  </a:extLst>
                </a:gridCol>
                <a:gridCol w="3355099">
                  <a:extLst>
                    <a:ext uri="{9D8B030D-6E8A-4147-A177-3AD203B41FA5}">
                      <a16:colId xmlns:a16="http://schemas.microsoft.com/office/drawing/2014/main" val="2117568884"/>
                    </a:ext>
                  </a:extLst>
                </a:gridCol>
                <a:gridCol w="4052888">
                  <a:extLst>
                    <a:ext uri="{9D8B030D-6E8A-4147-A177-3AD203B41FA5}">
                      <a16:colId xmlns:a16="http://schemas.microsoft.com/office/drawing/2014/main" val="2317457787"/>
                    </a:ext>
                  </a:extLst>
                </a:gridCol>
              </a:tblGrid>
              <a:tr h="785168">
                <a:tc>
                  <a:txBody>
                    <a:bodyPr/>
                    <a:lstStyle/>
                    <a:p>
                      <a:pPr algn="ctr"/>
                      <a:r>
                        <a:rPr lang="es-GT" sz="2000" b="1"/>
                        <a:t>Herramienta ETL</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Disponibilidad código abierto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Compatibilidad en la nube</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Facilidad de uso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Número de integraciones</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a:t>Características y consideraciones</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b="1" dirty="0"/>
                        <a:t>Caso de uso ideal</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5771288"/>
                  </a:ext>
                </a:extLst>
              </a:tr>
              <a:tr h="1520373">
                <a:tc>
                  <a:txBody>
                    <a:bodyPr/>
                    <a:lstStyle/>
                    <a:p>
                      <a:pPr algn="ctr"/>
                      <a:r>
                        <a:rPr lang="es-GT" sz="2000" b="1" dirty="0" err="1"/>
                        <a:t>Estuary</a:t>
                      </a:r>
                      <a:endParaRPr lang="es-GT" sz="2000" b="1" dirty="0"/>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Moderado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Integración de datos en tiempo real, automatización, evolución de esquemas, soporte por lotes y streaming</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que necesitan análisis en tiempo real para datos de IoT o comercio electrónico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135026"/>
                  </a:ext>
                </a:extLst>
              </a:tr>
              <a:tr h="1887972">
                <a:tc>
                  <a:txBody>
                    <a:bodyPr/>
                    <a:lstStyle/>
                    <a:p>
                      <a:pPr algn="ctr"/>
                      <a:r>
                        <a:rPr lang="es-GT" sz="2000" b="1" dirty="0" err="1"/>
                        <a:t>Fivetran</a:t>
                      </a:r>
                      <a:endParaRPr lang="es-GT" sz="2000" b="1" dirty="0"/>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Muy Alto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Actualizaciones automáticas de esquemas, conectores preconstruidos, replicación en tiempo real, optimizado para la nube</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Empresas que necesitan replicación de datos automatizada y confiable con mínima intervención manual</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2930348"/>
                  </a:ext>
                </a:extLst>
              </a:tr>
              <a:tr h="1887972">
                <a:tc>
                  <a:txBody>
                    <a:bodyPr/>
                    <a:lstStyle/>
                    <a:p>
                      <a:pPr algn="ctr"/>
                      <a:r>
                        <a:rPr lang="es-GT" sz="2000" b="1" dirty="0" err="1"/>
                        <a:t>Matillion</a:t>
                      </a:r>
                      <a:endParaRPr lang="es-GT" sz="2000" b="1" dirty="0"/>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No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Sí</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a:t>Alto</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Nativo en la nube, interfaz de arrastrar y soltar, transformaciones SQL complejas, escala con infraestructuras en la nube</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GT" sz="2000" dirty="0"/>
                        <a:t>Equipos que maximizan flujos de trabajo de transformación de datos basados en la nube</a:t>
                      </a:r>
                    </a:p>
                  </a:txBody>
                  <a:tcPr marL="3991" marR="3991" marT="1996" marB="1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3537546"/>
                  </a:ext>
                </a:extLst>
              </a:tr>
            </a:tbl>
          </a:graphicData>
        </a:graphic>
      </p:graphicFrame>
    </p:spTree>
    <p:extLst>
      <p:ext uri="{BB962C8B-B14F-4D97-AF65-F5344CB8AC3E}">
        <p14:creationId xmlns:p14="http://schemas.microsoft.com/office/powerpoint/2010/main" val="38517333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06536D9-58BE-FE9E-2A5A-1C614EEF9134}"/>
              </a:ext>
            </a:extLst>
          </p:cNvPr>
          <p:cNvSpPr>
            <a:spLocks noGrp="1"/>
          </p:cNvSpPr>
          <p:nvPr>
            <p:ph type="title"/>
          </p:nvPr>
        </p:nvSpPr>
        <p:spPr>
          <a:xfrm>
            <a:off x="802531" y="1028700"/>
            <a:ext cx="3959943" cy="7658100"/>
          </a:xfrm>
        </p:spPr>
        <p:txBody>
          <a:bodyPr>
            <a:normAutofit/>
          </a:bodyPr>
          <a:lstStyle/>
          <a:p>
            <a:r>
              <a:rPr lang="en-US" sz="5600" i="0" u="none" strike="noStrike" cap="none" dirty="0">
                <a:solidFill>
                  <a:srgbClr val="FFFFFF"/>
                </a:solidFill>
                <a:latin typeface="Impact"/>
                <a:ea typeface="Impact"/>
                <a:cs typeface="Impact"/>
                <a:sym typeface="Impact"/>
              </a:rPr>
              <a:t>CONCEPTOS CLAVE APRENDIDOS </a:t>
            </a:r>
            <a:endParaRPr lang="es-GT" sz="5600" dirty="0">
              <a:solidFill>
                <a:srgbClr val="FFFFFF"/>
              </a:solidFill>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dirty="0"/>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dirty="0"/>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dirty="0"/>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dirty="0"/>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dirty="0"/>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dirty="0"/>
            </a:p>
          </p:txBody>
        </p:sp>
      </p:grpSp>
      <p:graphicFrame>
        <p:nvGraphicFramePr>
          <p:cNvPr id="5" name="Content Placeholder 2">
            <a:extLst>
              <a:ext uri="{FF2B5EF4-FFF2-40B4-BE49-F238E27FC236}">
                <a16:creationId xmlns:a16="http://schemas.microsoft.com/office/drawing/2014/main" id="{A53FC35C-237C-AFF6-21EF-4265D50B7A87}"/>
              </a:ext>
            </a:extLst>
          </p:cNvPr>
          <p:cNvGraphicFramePr>
            <a:graphicFrameLocks noGrp="1"/>
          </p:cNvGraphicFramePr>
          <p:nvPr>
            <p:ph idx="1"/>
            <p:extLst>
              <p:ext uri="{D42A27DB-BD31-4B8C-83A1-F6EECF244321}">
                <p14:modId xmlns:p14="http://schemas.microsoft.com/office/powerpoint/2010/main" val="3093121906"/>
              </p:ext>
            </p:extLst>
          </p:nvPr>
        </p:nvGraphicFramePr>
        <p:xfrm>
          <a:off x="7515225" y="1028699"/>
          <a:ext cx="9739312" cy="8543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53525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D525AD2-AB70-952A-CBA2-67D26616DDCD}"/>
              </a:ext>
            </a:extLst>
          </p:cNvPr>
          <p:cNvSpPr>
            <a:spLocks noGrp="1"/>
          </p:cNvSpPr>
          <p:nvPr>
            <p:ph type="title"/>
          </p:nvPr>
        </p:nvSpPr>
        <p:spPr>
          <a:xfrm>
            <a:off x="802531" y="1028700"/>
            <a:ext cx="3959943" cy="7658100"/>
          </a:xfrm>
        </p:spPr>
        <p:txBody>
          <a:bodyPr>
            <a:normAutofit/>
          </a:bodyPr>
          <a:lstStyle/>
          <a:p>
            <a:r>
              <a:rPr lang="es-GT" i="0" u="none" strike="noStrike" cap="none" dirty="0">
                <a:solidFill>
                  <a:srgbClr val="FFFFFF"/>
                </a:solidFill>
                <a:latin typeface="Impact"/>
                <a:ea typeface="Impact"/>
                <a:cs typeface="Impact"/>
                <a:sym typeface="Impact"/>
              </a:rPr>
              <a:t>VALOR y ACTITUD</a:t>
            </a:r>
            <a:endParaRPr lang="es-GT" dirty="0">
              <a:solidFill>
                <a:srgbClr val="FFFFFF"/>
              </a:solidFill>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dirty="0"/>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dirty="0"/>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dirty="0"/>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dirty="0"/>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dirty="0"/>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dirty="0"/>
            </a:p>
          </p:txBody>
        </p:sp>
      </p:grpSp>
      <p:graphicFrame>
        <p:nvGraphicFramePr>
          <p:cNvPr id="5" name="Content Placeholder 2">
            <a:extLst>
              <a:ext uri="{FF2B5EF4-FFF2-40B4-BE49-F238E27FC236}">
                <a16:creationId xmlns:a16="http://schemas.microsoft.com/office/drawing/2014/main" id="{95AEEF6B-008C-49C0-DB75-C00443894168}"/>
              </a:ext>
            </a:extLst>
          </p:cNvPr>
          <p:cNvGraphicFramePr>
            <a:graphicFrameLocks noGrp="1"/>
          </p:cNvGraphicFramePr>
          <p:nvPr>
            <p:ph idx="1"/>
            <p:extLst>
              <p:ext uri="{D42A27DB-BD31-4B8C-83A1-F6EECF244321}">
                <p14:modId xmlns:p14="http://schemas.microsoft.com/office/powerpoint/2010/main" val="2054802639"/>
              </p:ext>
            </p:extLst>
          </p:nvPr>
        </p:nvGraphicFramePr>
        <p:xfrm>
          <a:off x="7515225" y="1028700"/>
          <a:ext cx="9739312" cy="7658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5530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D9C4C-9A6D-0563-2ECB-205B8916AA89}"/>
              </a:ext>
            </a:extLst>
          </p:cNvPr>
          <p:cNvSpPr>
            <a:spLocks noGrp="1"/>
          </p:cNvSpPr>
          <p:nvPr>
            <p:ph type="title"/>
          </p:nvPr>
        </p:nvSpPr>
        <p:spPr/>
        <p:txBody>
          <a:bodyPr/>
          <a:lstStyle/>
          <a:p>
            <a:r>
              <a:rPr lang="en-US" sz="6000" i="0" u="none" strike="noStrike" cap="none">
                <a:solidFill>
                  <a:srgbClr val="131416"/>
                </a:solidFill>
                <a:latin typeface="Impact"/>
                <a:ea typeface="Impact"/>
                <a:cs typeface="Impact"/>
                <a:sym typeface="Impact"/>
              </a:rPr>
              <a:t>REFERENCIAS</a:t>
            </a:r>
            <a:endParaRPr lang="es-GT" dirty="0"/>
          </a:p>
        </p:txBody>
      </p:sp>
      <p:graphicFrame>
        <p:nvGraphicFramePr>
          <p:cNvPr id="10" name="Content Placeholder 3">
            <a:extLst>
              <a:ext uri="{FF2B5EF4-FFF2-40B4-BE49-F238E27FC236}">
                <a16:creationId xmlns:a16="http://schemas.microsoft.com/office/drawing/2014/main" id="{1B65AD3B-8239-540A-4E07-C741D4B6A94E}"/>
              </a:ext>
            </a:extLst>
          </p:cNvPr>
          <p:cNvGraphicFramePr>
            <a:graphicFrameLocks noGrp="1"/>
          </p:cNvGraphicFramePr>
          <p:nvPr>
            <p:ph idx="1"/>
            <p:extLst>
              <p:ext uri="{D42A27DB-BD31-4B8C-83A1-F6EECF244321}">
                <p14:modId xmlns:p14="http://schemas.microsoft.com/office/powerpoint/2010/main" val="2376129522"/>
              </p:ext>
            </p:extLst>
          </p:nvPr>
        </p:nvGraphicFramePr>
        <p:xfrm>
          <a:off x="2226466" y="4000499"/>
          <a:ext cx="15028070" cy="4686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015637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p:nvPr/>
        </p:nvSpPr>
        <p:spPr>
          <a:xfrm>
            <a:off x="4437795" y="3389104"/>
            <a:ext cx="8658900" cy="2928494"/>
          </a:xfrm>
          <a:prstGeom prst="rect">
            <a:avLst/>
          </a:prstGeom>
          <a:noFill/>
          <a:ln>
            <a:noFill/>
          </a:ln>
        </p:spPr>
        <p:txBody>
          <a:bodyPr spcFirstLastPara="1" wrap="square" lIns="0" tIns="0" rIns="0" bIns="0" anchor="t" anchorCtr="0">
            <a:spAutoFit/>
          </a:bodyPr>
          <a:lstStyle/>
          <a:p>
            <a:pPr marL="0" marR="0" lvl="0" indent="0" algn="ctr" rtl="0">
              <a:lnSpc>
                <a:spcPct val="104000"/>
              </a:lnSpc>
              <a:spcBef>
                <a:spcPts val="0"/>
              </a:spcBef>
              <a:spcAft>
                <a:spcPts val="0"/>
              </a:spcAft>
              <a:buNone/>
            </a:pPr>
            <a:r>
              <a:rPr lang="en-US" sz="6099" i="0" u="none" strike="noStrike" cap="none" dirty="0">
                <a:solidFill>
                  <a:srgbClr val="131416"/>
                </a:solidFill>
                <a:latin typeface="Impact"/>
                <a:ea typeface="Impact"/>
                <a:cs typeface="Impact"/>
                <a:sym typeface="Impact"/>
              </a:rPr>
              <a:t>¡GRACIAS POR SU  ATENCIÓN!</a:t>
            </a:r>
            <a:endParaRPr dirty="0">
              <a:latin typeface="Impact"/>
              <a:ea typeface="Impact"/>
              <a:cs typeface="Impact"/>
              <a:sym typeface="Impact"/>
            </a:endParaRPr>
          </a:p>
          <a:p>
            <a:pPr marL="0" marR="0" lvl="0" indent="0" algn="just" rtl="0">
              <a:lnSpc>
                <a:spcPct val="104000"/>
              </a:lnSpc>
              <a:spcBef>
                <a:spcPts val="0"/>
              </a:spcBef>
              <a:spcAft>
                <a:spcPts val="0"/>
              </a:spcAft>
              <a:buNone/>
            </a:pPr>
            <a:endParaRPr sz="6099" i="0" u="none" strike="noStrike" cap="none" dirty="0">
              <a:solidFill>
                <a:srgbClr val="131416"/>
              </a:solidFill>
              <a:latin typeface="Impact"/>
              <a:ea typeface="Impact"/>
              <a:cs typeface="Impact"/>
              <a:sym typeface="Impact"/>
            </a:endParaRPr>
          </a:p>
        </p:txBody>
      </p:sp>
      <p:sp>
        <p:nvSpPr>
          <p:cNvPr id="185" name="Google Shape;185;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5000" b="0" i="0" u="none" strike="noStrike" cap="none" dirty="0">
                <a:solidFill>
                  <a:srgbClr val="131416"/>
                </a:solidFill>
                <a:latin typeface="Arial"/>
                <a:ea typeface="Arial"/>
                <a:cs typeface="Arial"/>
                <a:sym typeface="Arial"/>
              </a:rPr>
              <a:t>DUDAS</a:t>
            </a:r>
            <a:endParaRPr dirty="0"/>
          </a:p>
        </p:txBody>
      </p:sp>
      <p:sp>
        <p:nvSpPr>
          <p:cNvPr id="186" name="Google Shape;186;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187" name="Google Shape;187;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488</TotalTime>
  <Words>2486</Words>
  <Application>Microsoft Office PowerPoint</Application>
  <PresentationFormat>Custom</PresentationFormat>
  <Paragraphs>283</Paragraphs>
  <Slides>31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Pacifico</vt:lpstr>
      <vt:lpstr>Arial</vt:lpstr>
      <vt:lpstr>Lobster</vt:lpstr>
      <vt:lpstr>Open Sans</vt:lpstr>
      <vt:lpstr>Impact</vt:lpstr>
      <vt:lpstr>Century Gothic</vt:lpstr>
      <vt:lpstr>Corbel</vt:lpstr>
      <vt:lpstr>Parallax</vt:lpstr>
      <vt:lpstr>PowerPoint Presentation</vt:lpstr>
      <vt:lpstr>PowerPoint Presentation</vt:lpstr>
      <vt:lpstr>COMPETENCIA(S) QUE DESARROLLAREMOS</vt:lpstr>
      <vt:lpstr>Tipos de herramientas ETL</vt:lpstr>
      <vt:lpstr>Tipos de herramientas ETL</vt:lpstr>
      <vt:lpstr>Tipos de herramientas ETL</vt:lpstr>
      <vt:lpstr>Consideraciones sobre las herramientas ETL</vt:lpstr>
      <vt:lpstr>Consideraciones sobre las herramientas ETL</vt:lpstr>
      <vt:lpstr>Apache Airflow</vt:lpstr>
      <vt:lpstr>Apache Airflow</vt:lpstr>
      <vt:lpstr>Apache Airflow</vt:lpstr>
      <vt:lpstr>IBM Infosphere Datastage </vt:lpstr>
      <vt:lpstr>IBM Infosphere Datastage </vt:lpstr>
      <vt:lpstr>IBM Infosphere Datastage </vt:lpstr>
      <vt:lpstr>Oracle Data Integrator</vt:lpstr>
      <vt:lpstr>Oracle Data Integrator</vt:lpstr>
      <vt:lpstr>Microsoft SQL Server Integration Services (SSIS)</vt:lpstr>
      <vt:lpstr>Microsoft SQL Server Integration Services (SSIS)</vt:lpstr>
      <vt:lpstr>Talend Open Studio (TOS)</vt:lpstr>
      <vt:lpstr>Talend Open Studio (TOS)</vt:lpstr>
      <vt:lpstr>Pentaho Data Integration (PDI)</vt:lpstr>
      <vt:lpstr>Pentaho Data Integration (PDI)</vt:lpstr>
      <vt:lpstr>Comparación de Herramientas ETL </vt:lpstr>
      <vt:lpstr>Comparación de Herramientas ETL </vt:lpstr>
      <vt:lpstr>Comparación de Herramientas ETL </vt:lpstr>
      <vt:lpstr>Comparación de Herramientas ETL </vt:lpstr>
      <vt:lpstr>Comparación de Herramientas ETL </vt:lpstr>
      <vt:lpstr>CONCEPTOS CLAVE APRENDIDOS </vt:lpstr>
      <vt:lpstr>VALOR y ACTITUD</vt:lpstr>
      <vt:lpstr>REFERENCIAS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José Alejandro Lorenty Herrera</cp:lastModifiedBy>
  <cp:revision>1</cp:revision>
  <dcterms:created xsi:type="dcterms:W3CDTF">2006-08-16T00:00:00Z</dcterms:created>
  <dcterms:modified xsi:type="dcterms:W3CDTF">2025-05-29T17:15:54Z</dcterms:modified>
</cp:coreProperties>
</file>