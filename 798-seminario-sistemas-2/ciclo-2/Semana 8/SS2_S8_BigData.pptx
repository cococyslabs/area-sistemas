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2"/>
  </p:notesMasterIdLst>
  <p:sldIdLst>
    <p:sldId id="256" r:id="rId2"/>
    <p:sldId id="257" r:id="rId3"/>
    <p:sldId id="270" r:id="rId4"/>
    <p:sldId id="271" r:id="rId5"/>
    <p:sldId id="306" r:id="rId6"/>
    <p:sldId id="321" r:id="rId7"/>
    <p:sldId id="307" r:id="rId8"/>
    <p:sldId id="308" r:id="rId9"/>
    <p:sldId id="322" r:id="rId10"/>
    <p:sldId id="323" r:id="rId11"/>
    <p:sldId id="324" r:id="rId12"/>
    <p:sldId id="325" r:id="rId13"/>
    <p:sldId id="309" r:id="rId14"/>
    <p:sldId id="310" r:id="rId15"/>
    <p:sldId id="312" r:id="rId16"/>
    <p:sldId id="313" r:id="rId17"/>
    <p:sldId id="290" r:id="rId18"/>
    <p:sldId id="279" r:id="rId19"/>
    <p:sldId id="278" r:id="rId20"/>
    <p:sldId id="264" r:id="rId21"/>
  </p:sldIdLst>
  <p:sldSz cx="18288000" cy="10287000"/>
  <p:notesSz cx="6858000" cy="9144000"/>
  <p:embeddedFontLst>
    <p:embeddedFont>
      <p:font typeface="Century Gothic" panose="020B0502020202020204" pitchFamily="34" charset="0"/>
      <p:regular r:id="rId23"/>
      <p:bold r:id="rId24"/>
      <p:italic r:id="rId25"/>
      <p:boldItalic r:id="rId26"/>
    </p:embeddedFont>
    <p:embeddedFont>
      <p:font typeface="Corbel" panose="020B0503020204020204" pitchFamily="34" charset="0"/>
      <p:regular r:id="rId27"/>
      <p:bold r:id="rId28"/>
      <p:italic r:id="rId29"/>
      <p:boldItalic r:id="rId30"/>
    </p:embeddedFont>
    <p:embeddedFont>
      <p:font typeface="Impact" panose="020B0806030902050204" pitchFamily="34" charset="0"/>
      <p:regular r:id="rId31"/>
    </p:embeddedFont>
    <p:embeddedFont>
      <p:font typeface="Lobster" panose="00000500000000000000" pitchFamily="2" charset="0"/>
      <p:regular r:id="rId32"/>
    </p:embeddedFont>
    <p:embeddedFont>
      <p:font typeface="Open Sans" panose="020B0606030504020204" pitchFamily="34" charset="0"/>
      <p:regular r:id="rId33"/>
      <p:bold r:id="rId34"/>
      <p:italic r:id="rId35"/>
      <p:boldItalic r:id="rId36"/>
    </p:embeddedFont>
    <p:embeddedFont>
      <p:font typeface="Pacifico" panose="00000500000000000000" pitchFamily="2" charset="0"/>
      <p:regular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gVTfPeuph8O4z6nnE8PyMA4ke/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98B4A6-867F-477A-A329-E5AAC54FE700}" v="18" dt="2025-06-01T17:36:48.9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074" y="28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é Alejandro Lorenty Herrera" userId="6b68ea8e0a56b4d4" providerId="LiveId" clId="{0A184473-4FD6-4F5D-B6AE-D2A7AC169188}"/>
    <pc:docChg chg="undo redo custSel addSld delSld modSld sldOrd">
      <pc:chgData name="José Alejandro Lorenty Herrera" userId="6b68ea8e0a56b4d4" providerId="LiveId" clId="{0A184473-4FD6-4F5D-B6AE-D2A7AC169188}" dt="2025-05-29T19:11:30.438" v="505"/>
      <pc:docMkLst>
        <pc:docMk/>
      </pc:docMkLst>
      <pc:sldChg chg="modSp mod">
        <pc:chgData name="José Alejandro Lorenty Herrera" userId="6b68ea8e0a56b4d4" providerId="LiveId" clId="{0A184473-4FD6-4F5D-B6AE-D2A7AC169188}" dt="2025-05-29T19:11:30.438" v="505"/>
        <pc:sldMkLst>
          <pc:docMk/>
          <pc:sldMk cId="0" sldId="256"/>
        </pc:sldMkLst>
        <pc:spChg chg="mod">
          <ac:chgData name="José Alejandro Lorenty Herrera" userId="6b68ea8e0a56b4d4" providerId="LiveId" clId="{0A184473-4FD6-4F5D-B6AE-D2A7AC169188}" dt="2025-05-29T19:11:30.438" v="505"/>
          <ac:spMkLst>
            <pc:docMk/>
            <pc:sldMk cId="0" sldId="256"/>
            <ac:spMk id="87" creationId="{00000000-0000-0000-0000-000000000000}"/>
          </ac:spMkLst>
        </pc:spChg>
      </pc:sldChg>
      <pc:sldChg chg="delSp modSp mod">
        <pc:chgData name="José Alejandro Lorenty Herrera" userId="6b68ea8e0a56b4d4" providerId="LiveId" clId="{0A184473-4FD6-4F5D-B6AE-D2A7AC169188}" dt="2025-05-29T17:55:19.154" v="99" actId="478"/>
        <pc:sldMkLst>
          <pc:docMk/>
          <pc:sldMk cId="0" sldId="257"/>
        </pc:sldMkLst>
        <pc:spChg chg="mod">
          <ac:chgData name="José Alejandro Lorenty Herrera" userId="6b68ea8e0a56b4d4" providerId="LiveId" clId="{0A184473-4FD6-4F5D-B6AE-D2A7AC169188}" dt="2025-05-29T17:54:40.383" v="89"/>
          <ac:spMkLst>
            <pc:docMk/>
            <pc:sldMk cId="0" sldId="257"/>
            <ac:spMk id="12" creationId="{AD570773-E209-EAC7-F15A-27758532A607}"/>
          </ac:spMkLst>
        </pc:spChg>
        <pc:spChg chg="mod">
          <ac:chgData name="José Alejandro Lorenty Herrera" userId="6b68ea8e0a56b4d4" providerId="LiveId" clId="{0A184473-4FD6-4F5D-B6AE-D2A7AC169188}" dt="2025-05-29T17:54:48.778" v="91"/>
          <ac:spMkLst>
            <pc:docMk/>
            <pc:sldMk cId="0" sldId="257"/>
            <ac:spMk id="16" creationId="{2C72DFB1-FD3A-684B-4838-805A536F4C32}"/>
          </ac:spMkLst>
        </pc:spChg>
        <pc:spChg chg="mod">
          <ac:chgData name="José Alejandro Lorenty Herrera" userId="6b68ea8e0a56b4d4" providerId="LiveId" clId="{0A184473-4FD6-4F5D-B6AE-D2A7AC169188}" dt="2025-05-29T17:54:58.479" v="93"/>
          <ac:spMkLst>
            <pc:docMk/>
            <pc:sldMk cId="0" sldId="257"/>
            <ac:spMk id="24" creationId="{4878B0EF-515C-9C2E-B8F1-D1ED40F111C7}"/>
          </ac:spMkLst>
        </pc:spChg>
        <pc:spChg chg="mod">
          <ac:chgData name="José Alejandro Lorenty Herrera" userId="6b68ea8e0a56b4d4" providerId="LiveId" clId="{0A184473-4FD6-4F5D-B6AE-D2A7AC169188}" dt="2025-05-29T17:55:10.528" v="96"/>
          <ac:spMkLst>
            <pc:docMk/>
            <pc:sldMk cId="0" sldId="257"/>
            <ac:spMk id="28" creationId="{0620F0DA-4736-6652-90BC-299278A23299}"/>
          </ac:spMkLst>
        </pc:spChg>
        <pc:spChg chg="mod">
          <ac:chgData name="José Alejandro Lorenty Herrera" userId="6b68ea8e0a56b4d4" providerId="LiveId" clId="{0A184473-4FD6-4F5D-B6AE-D2A7AC169188}" dt="2025-05-29T17:54:29.610" v="87" actId="20577"/>
          <ac:spMkLst>
            <pc:docMk/>
            <pc:sldMk cId="0" sldId="257"/>
            <ac:spMk id="98" creationId="{00000000-0000-0000-0000-000000000000}"/>
          </ac:spMkLst>
        </pc:spChg>
        <pc:grpChg chg="mod">
          <ac:chgData name="José Alejandro Lorenty Herrera" userId="6b68ea8e0a56b4d4" providerId="LiveId" clId="{0A184473-4FD6-4F5D-B6AE-D2A7AC169188}" dt="2025-05-29T17:54:43.344" v="90" actId="14100"/>
          <ac:grpSpMkLst>
            <pc:docMk/>
            <pc:sldMk cId="0" sldId="257"/>
            <ac:grpSpMk id="10" creationId="{6E8552C1-DDF1-4ABD-5F96-B60781CD6C68}"/>
          </ac:grpSpMkLst>
        </pc:grpChg>
        <pc:grpChg chg="mod">
          <ac:chgData name="José Alejandro Lorenty Herrera" userId="6b68ea8e0a56b4d4" providerId="LiveId" clId="{0A184473-4FD6-4F5D-B6AE-D2A7AC169188}" dt="2025-05-29T17:54:51.038" v="92" actId="14100"/>
          <ac:grpSpMkLst>
            <pc:docMk/>
            <pc:sldMk cId="0" sldId="257"/>
            <ac:grpSpMk id="14" creationId="{C5AA762B-A004-5E25-1690-EEB520FCCFA6}"/>
          </ac:grpSpMkLst>
        </pc:grpChg>
        <pc:grpChg chg="mod">
          <ac:chgData name="José Alejandro Lorenty Herrera" userId="6b68ea8e0a56b4d4" providerId="LiveId" clId="{0A184473-4FD6-4F5D-B6AE-D2A7AC169188}" dt="2025-05-29T17:55:03.308" v="94" actId="14100"/>
          <ac:grpSpMkLst>
            <pc:docMk/>
            <pc:sldMk cId="0" sldId="257"/>
            <ac:grpSpMk id="22" creationId="{705C6ABC-AF47-4CB0-E688-D293EA0CDF2E}"/>
          </ac:grpSpMkLst>
        </pc:grpChg>
        <pc:grpChg chg="mod">
          <ac:chgData name="José Alejandro Lorenty Herrera" userId="6b68ea8e0a56b4d4" providerId="LiveId" clId="{0A184473-4FD6-4F5D-B6AE-D2A7AC169188}" dt="2025-05-29T17:55:13.943" v="97" actId="14100"/>
          <ac:grpSpMkLst>
            <pc:docMk/>
            <pc:sldMk cId="0" sldId="257"/>
            <ac:grpSpMk id="26" creationId="{287C2518-078E-531A-BC03-5B1A4C947917}"/>
          </ac:grpSpMkLst>
        </pc:grpChg>
        <pc:grpChg chg="mod">
          <ac:chgData name="José Alejandro Lorenty Herrera" userId="6b68ea8e0a56b4d4" providerId="LiveId" clId="{0A184473-4FD6-4F5D-B6AE-D2A7AC169188}" dt="2025-05-29T17:54:34.519" v="88" actId="14100"/>
          <ac:grpSpMkLst>
            <pc:docMk/>
            <pc:sldMk cId="0" sldId="257"/>
            <ac:grpSpMk id="96" creationId="{00000000-0000-0000-0000-000000000000}"/>
          </ac:grpSpMkLst>
        </pc:grpChg>
      </pc:sldChg>
      <pc:sldChg chg="modSp mod">
        <pc:chgData name="José Alejandro Lorenty Herrera" userId="6b68ea8e0a56b4d4" providerId="LiveId" clId="{0A184473-4FD6-4F5D-B6AE-D2A7AC169188}" dt="2025-05-29T17:56:03.523" v="105" actId="20577"/>
        <pc:sldMkLst>
          <pc:docMk/>
          <pc:sldMk cId="688033663" sldId="270"/>
        </pc:sldMkLst>
        <pc:spChg chg="mod">
          <ac:chgData name="José Alejandro Lorenty Herrera" userId="6b68ea8e0a56b4d4" providerId="LiveId" clId="{0A184473-4FD6-4F5D-B6AE-D2A7AC169188}" dt="2025-05-29T17:56:03.523" v="105" actId="20577"/>
          <ac:spMkLst>
            <pc:docMk/>
            <pc:sldMk cId="688033663" sldId="270"/>
            <ac:spMk id="3" creationId="{AA521087-E5EA-C46B-DEB3-FF96351C1922}"/>
          </ac:spMkLst>
        </pc:spChg>
      </pc:sldChg>
      <pc:sldChg chg="modSp mod">
        <pc:chgData name="José Alejandro Lorenty Herrera" userId="6b68ea8e0a56b4d4" providerId="LiveId" clId="{0A184473-4FD6-4F5D-B6AE-D2A7AC169188}" dt="2025-05-29T18:19:55.534" v="174" actId="113"/>
        <pc:sldMkLst>
          <pc:docMk/>
          <pc:sldMk cId="3758835378" sldId="271"/>
        </pc:sldMkLst>
        <pc:spChg chg="mod">
          <ac:chgData name="José Alejandro Lorenty Herrera" userId="6b68ea8e0a56b4d4" providerId="LiveId" clId="{0A184473-4FD6-4F5D-B6AE-D2A7AC169188}" dt="2025-05-29T18:19:24.686" v="169" actId="20577"/>
          <ac:spMkLst>
            <pc:docMk/>
            <pc:sldMk cId="3758835378" sldId="271"/>
            <ac:spMk id="2" creationId="{070FA2D8-0262-A811-858D-1DB474094B67}"/>
          </ac:spMkLst>
        </pc:spChg>
        <pc:spChg chg="mod">
          <ac:chgData name="José Alejandro Lorenty Herrera" userId="6b68ea8e0a56b4d4" providerId="LiveId" clId="{0A184473-4FD6-4F5D-B6AE-D2A7AC169188}" dt="2025-05-29T18:19:55.534" v="174" actId="113"/>
          <ac:spMkLst>
            <pc:docMk/>
            <pc:sldMk cId="3758835378" sldId="271"/>
            <ac:spMk id="3" creationId="{7379920C-76C9-6AC0-A586-0EB34D3858FD}"/>
          </ac:spMkLst>
        </pc:spChg>
      </pc:sldChg>
      <pc:sldChg chg="del">
        <pc:chgData name="José Alejandro Lorenty Herrera" userId="6b68ea8e0a56b4d4" providerId="LiveId" clId="{0A184473-4FD6-4F5D-B6AE-D2A7AC169188}" dt="2025-05-29T18:21:32.925" v="204" actId="47"/>
        <pc:sldMkLst>
          <pc:docMk/>
          <pc:sldMk cId="2350886039" sldId="272"/>
        </pc:sldMkLst>
      </pc:sldChg>
      <pc:sldChg chg="addSp delSp modSp mod">
        <pc:chgData name="José Alejandro Lorenty Herrera" userId="6b68ea8e0a56b4d4" providerId="LiveId" clId="{0A184473-4FD6-4F5D-B6AE-D2A7AC169188}" dt="2025-05-29T19:11:14.054" v="504" actId="255"/>
        <pc:sldMkLst>
          <pc:docMk/>
          <pc:sldMk cId="430156373" sldId="278"/>
        </pc:sldMkLst>
      </pc:sldChg>
      <pc:sldChg chg="modSp">
        <pc:chgData name="José Alejandro Lorenty Herrera" userId="6b68ea8e0a56b4d4" providerId="LiveId" clId="{0A184473-4FD6-4F5D-B6AE-D2A7AC169188}" dt="2025-05-29T18:21:08.210" v="203"/>
        <pc:sldMkLst>
          <pc:docMk/>
          <pc:sldMk cId="3775530301" sldId="279"/>
        </pc:sldMkLst>
        <pc:graphicFrameChg chg="mod">
          <ac:chgData name="José Alejandro Lorenty Herrera" userId="6b68ea8e0a56b4d4" providerId="LiveId" clId="{0A184473-4FD6-4F5D-B6AE-D2A7AC169188}" dt="2025-05-29T18:21:08.210" v="203"/>
          <ac:graphicFrameMkLst>
            <pc:docMk/>
            <pc:sldMk cId="3775530301" sldId="279"/>
            <ac:graphicFrameMk id="5" creationId="{95AEEF6B-008C-49C0-DB75-C00443894168}"/>
          </ac:graphicFrameMkLst>
        </pc:graphicFrameChg>
      </pc:sldChg>
      <pc:sldChg chg="modSp">
        <pc:chgData name="José Alejandro Lorenty Herrera" userId="6b68ea8e0a56b4d4" providerId="LiveId" clId="{0A184473-4FD6-4F5D-B6AE-D2A7AC169188}" dt="2025-05-29T19:06:33.019" v="473" actId="20577"/>
        <pc:sldMkLst>
          <pc:docMk/>
          <pc:sldMk cId="1285352527" sldId="290"/>
        </pc:sldMkLst>
        <pc:graphicFrameChg chg="mod">
          <ac:chgData name="José Alejandro Lorenty Herrera" userId="6b68ea8e0a56b4d4" providerId="LiveId" clId="{0A184473-4FD6-4F5D-B6AE-D2A7AC169188}" dt="2025-05-29T19:06:33.019" v="473" actId="20577"/>
          <ac:graphicFrameMkLst>
            <pc:docMk/>
            <pc:sldMk cId="1285352527" sldId="290"/>
            <ac:graphicFrameMk id="5" creationId="{A53FC35C-237C-AFF6-21EF-4265D50B7A87}"/>
          </ac:graphicFrameMkLst>
        </pc:graphicFrameChg>
      </pc:sldChg>
      <pc:sldChg chg="modSp add mod modTransition">
        <pc:chgData name="José Alejandro Lorenty Herrera" userId="6b68ea8e0a56b4d4" providerId="LiveId" clId="{0A184473-4FD6-4F5D-B6AE-D2A7AC169188}" dt="2025-05-29T19:10:31.474" v="498"/>
        <pc:sldMkLst>
          <pc:docMk/>
          <pc:sldMk cId="2448410337" sldId="291"/>
        </pc:sldMkLst>
      </pc:sldChg>
      <pc:sldChg chg="modSp add mod modTransition">
        <pc:chgData name="José Alejandro Lorenty Herrera" userId="6b68ea8e0a56b4d4" providerId="LiveId" clId="{0A184473-4FD6-4F5D-B6AE-D2A7AC169188}" dt="2025-05-29T19:10:35.939" v="499"/>
        <pc:sldMkLst>
          <pc:docMk/>
          <pc:sldMk cId="1533156156" sldId="292"/>
        </pc:sldMkLst>
      </pc:sldChg>
      <pc:sldChg chg="addSp delSp modSp new mod setBg">
        <pc:chgData name="José Alejandro Lorenty Herrera" userId="6b68ea8e0a56b4d4" providerId="LiveId" clId="{0A184473-4FD6-4F5D-B6AE-D2A7AC169188}" dt="2025-05-29T18:49:43.698" v="259" actId="14100"/>
        <pc:sldMkLst>
          <pc:docMk/>
          <pc:sldMk cId="3125290485" sldId="293"/>
        </pc:sldMkLst>
      </pc:sldChg>
      <pc:sldChg chg="addSp delSp modSp new mod setBg">
        <pc:chgData name="José Alejandro Lorenty Herrera" userId="6b68ea8e0a56b4d4" providerId="LiveId" clId="{0A184473-4FD6-4F5D-B6AE-D2A7AC169188}" dt="2025-05-29T18:51:38.042" v="293" actId="14100"/>
        <pc:sldMkLst>
          <pc:docMk/>
          <pc:sldMk cId="4139312713" sldId="294"/>
        </pc:sldMkLst>
      </pc:sldChg>
      <pc:sldChg chg="modSp add mod ord">
        <pc:chgData name="José Alejandro Lorenty Herrera" userId="6b68ea8e0a56b4d4" providerId="LiveId" clId="{0A184473-4FD6-4F5D-B6AE-D2A7AC169188}" dt="2025-05-29T18:56:33.622" v="335" actId="27636"/>
        <pc:sldMkLst>
          <pc:docMk/>
          <pc:sldMk cId="1973221463" sldId="295"/>
        </pc:sldMkLst>
      </pc:sldChg>
      <pc:sldChg chg="new del">
        <pc:chgData name="José Alejandro Lorenty Herrera" userId="6b68ea8e0a56b4d4" providerId="LiveId" clId="{0A184473-4FD6-4F5D-B6AE-D2A7AC169188}" dt="2025-05-29T18:52:21.908" v="295" actId="680"/>
        <pc:sldMkLst>
          <pc:docMk/>
          <pc:sldMk cId="1981433311" sldId="295"/>
        </pc:sldMkLst>
      </pc:sldChg>
      <pc:sldChg chg="modSp add del mod">
        <pc:chgData name="José Alejandro Lorenty Herrera" userId="6b68ea8e0a56b4d4" providerId="LiveId" clId="{0A184473-4FD6-4F5D-B6AE-D2A7AC169188}" dt="2025-05-29T18:56:00.035" v="329" actId="2890"/>
        <pc:sldMkLst>
          <pc:docMk/>
          <pc:sldMk cId="2287546337" sldId="296"/>
        </pc:sldMkLst>
      </pc:sldChg>
      <pc:sldChg chg="modSp add mod modTransition">
        <pc:chgData name="José Alejandro Lorenty Herrera" userId="6b68ea8e0a56b4d4" providerId="LiveId" clId="{0A184473-4FD6-4F5D-B6AE-D2A7AC169188}" dt="2025-05-29T19:10:40.166" v="500"/>
        <pc:sldMkLst>
          <pc:docMk/>
          <pc:sldMk cId="2452183567" sldId="296"/>
        </pc:sldMkLst>
      </pc:sldChg>
      <pc:sldChg chg="addSp delSp modSp add mod setBg">
        <pc:chgData name="José Alejandro Lorenty Herrera" userId="6b68ea8e0a56b4d4" providerId="LiveId" clId="{0A184473-4FD6-4F5D-B6AE-D2A7AC169188}" dt="2025-05-29T19:00:01.421" v="382" actId="14100"/>
        <pc:sldMkLst>
          <pc:docMk/>
          <pc:sldMk cId="3292705984" sldId="297"/>
        </pc:sldMkLst>
      </pc:sldChg>
      <pc:sldChg chg="addSp delSp modSp new mod setBg">
        <pc:chgData name="José Alejandro Lorenty Herrera" userId="6b68ea8e0a56b4d4" providerId="LiveId" clId="{0A184473-4FD6-4F5D-B6AE-D2A7AC169188}" dt="2025-05-29T19:01:08.767" v="421" actId="26606"/>
        <pc:sldMkLst>
          <pc:docMk/>
          <pc:sldMk cId="2313760350" sldId="298"/>
        </pc:sldMkLst>
      </pc:sldChg>
      <pc:sldChg chg="modSp add mod ord">
        <pc:chgData name="José Alejandro Lorenty Herrera" userId="6b68ea8e0a56b4d4" providerId="LiveId" clId="{0A184473-4FD6-4F5D-B6AE-D2A7AC169188}" dt="2025-05-29T19:03:38.067" v="444" actId="27636"/>
        <pc:sldMkLst>
          <pc:docMk/>
          <pc:sldMk cId="350301412" sldId="299"/>
        </pc:sldMkLst>
      </pc:sldChg>
      <pc:sldChg chg="modSp add mod modTransition">
        <pc:chgData name="José Alejandro Lorenty Herrera" userId="6b68ea8e0a56b4d4" providerId="LiveId" clId="{0A184473-4FD6-4F5D-B6AE-D2A7AC169188}" dt="2025-05-29T19:10:44.154" v="501"/>
        <pc:sldMkLst>
          <pc:docMk/>
          <pc:sldMk cId="1383217195" sldId="300"/>
        </pc:sldMkLst>
      </pc:sldChg>
      <pc:sldChg chg="addSp delSp modSp add mod setBg">
        <pc:chgData name="José Alejandro Lorenty Herrera" userId="6b68ea8e0a56b4d4" providerId="LiveId" clId="{0A184473-4FD6-4F5D-B6AE-D2A7AC169188}" dt="2025-05-29T19:05:03.965" v="467" actId="26606"/>
        <pc:sldMkLst>
          <pc:docMk/>
          <pc:sldMk cId="520089724" sldId="301"/>
        </pc:sldMkLst>
      </pc:sldChg>
      <pc:sldChg chg="new del">
        <pc:chgData name="José Alejandro Lorenty Herrera" userId="6b68ea8e0a56b4d4" providerId="LiveId" clId="{0A184473-4FD6-4F5D-B6AE-D2A7AC169188}" dt="2025-05-29T19:05:16.514" v="469" actId="680"/>
        <pc:sldMkLst>
          <pc:docMk/>
          <pc:sldMk cId="2639640271" sldId="302"/>
        </pc:sldMkLst>
      </pc:sldChg>
      <pc:sldChg chg="del">
        <pc:chgData name="José Alejandro Lorenty Herrera" userId="6b68ea8e0a56b4d4" providerId="LiveId" clId="{0A184473-4FD6-4F5D-B6AE-D2A7AC169188}" dt="2025-05-29T18:21:34.009" v="205" actId="47"/>
        <pc:sldMkLst>
          <pc:docMk/>
          <pc:sldMk cId="2989252300" sldId="305"/>
        </pc:sldMkLst>
      </pc:sldChg>
      <pc:sldChg chg="del">
        <pc:chgData name="José Alejandro Lorenty Herrera" userId="6b68ea8e0a56b4d4" providerId="LiveId" clId="{0A184473-4FD6-4F5D-B6AE-D2A7AC169188}" dt="2025-05-29T18:20:03.470" v="177" actId="47"/>
        <pc:sldMkLst>
          <pc:docMk/>
          <pc:sldMk cId="2483196394" sldId="306"/>
        </pc:sldMkLst>
      </pc:sldChg>
      <pc:sldChg chg="del">
        <pc:chgData name="José Alejandro Lorenty Herrera" userId="6b68ea8e0a56b4d4" providerId="LiveId" clId="{0A184473-4FD6-4F5D-B6AE-D2A7AC169188}" dt="2025-05-29T18:20:14.230" v="191" actId="47"/>
        <pc:sldMkLst>
          <pc:docMk/>
          <pc:sldMk cId="1552570989" sldId="318"/>
        </pc:sldMkLst>
      </pc:sldChg>
      <pc:sldChg chg="del">
        <pc:chgData name="José Alejandro Lorenty Herrera" userId="6b68ea8e0a56b4d4" providerId="LiveId" clId="{0A184473-4FD6-4F5D-B6AE-D2A7AC169188}" dt="2025-05-29T18:20:00.441" v="175" actId="47"/>
        <pc:sldMkLst>
          <pc:docMk/>
          <pc:sldMk cId="2948909346" sldId="319"/>
        </pc:sldMkLst>
      </pc:sldChg>
      <pc:sldChg chg="del">
        <pc:chgData name="José Alejandro Lorenty Herrera" userId="6b68ea8e0a56b4d4" providerId="LiveId" clId="{0A184473-4FD6-4F5D-B6AE-D2A7AC169188}" dt="2025-05-29T18:20:02.656" v="176" actId="47"/>
        <pc:sldMkLst>
          <pc:docMk/>
          <pc:sldMk cId="34327003" sldId="320"/>
        </pc:sldMkLst>
      </pc:sldChg>
      <pc:sldChg chg="del">
        <pc:chgData name="José Alejandro Lorenty Herrera" userId="6b68ea8e0a56b4d4" providerId="LiveId" clId="{0A184473-4FD6-4F5D-B6AE-D2A7AC169188}" dt="2025-05-29T18:20:15.043" v="192" actId="47"/>
        <pc:sldMkLst>
          <pc:docMk/>
          <pc:sldMk cId="4267917684" sldId="321"/>
        </pc:sldMkLst>
      </pc:sldChg>
      <pc:sldChg chg="del">
        <pc:chgData name="José Alejandro Lorenty Herrera" userId="6b68ea8e0a56b4d4" providerId="LiveId" clId="{0A184473-4FD6-4F5D-B6AE-D2A7AC169188}" dt="2025-05-29T18:20:15.935" v="193" actId="47"/>
        <pc:sldMkLst>
          <pc:docMk/>
          <pc:sldMk cId="2520905399" sldId="322"/>
        </pc:sldMkLst>
      </pc:sldChg>
      <pc:sldChg chg="del">
        <pc:chgData name="José Alejandro Lorenty Herrera" userId="6b68ea8e0a56b4d4" providerId="LiveId" clId="{0A184473-4FD6-4F5D-B6AE-D2A7AC169188}" dt="2025-05-29T18:20:16.539" v="194" actId="47"/>
        <pc:sldMkLst>
          <pc:docMk/>
          <pc:sldMk cId="4227050919" sldId="323"/>
        </pc:sldMkLst>
      </pc:sldChg>
      <pc:sldChg chg="del">
        <pc:chgData name="José Alejandro Lorenty Herrera" userId="6b68ea8e0a56b4d4" providerId="LiveId" clId="{0A184473-4FD6-4F5D-B6AE-D2A7AC169188}" dt="2025-05-29T18:20:17.305" v="195" actId="47"/>
        <pc:sldMkLst>
          <pc:docMk/>
          <pc:sldMk cId="385173330" sldId="324"/>
        </pc:sldMkLst>
      </pc:sldChg>
      <pc:sldChg chg="del">
        <pc:chgData name="José Alejandro Lorenty Herrera" userId="6b68ea8e0a56b4d4" providerId="LiveId" clId="{0A184473-4FD6-4F5D-B6AE-D2A7AC169188}" dt="2025-05-29T18:20:04.099" v="178" actId="47"/>
        <pc:sldMkLst>
          <pc:docMk/>
          <pc:sldMk cId="2059005954" sldId="325"/>
        </pc:sldMkLst>
      </pc:sldChg>
      <pc:sldChg chg="del">
        <pc:chgData name="José Alejandro Lorenty Herrera" userId="6b68ea8e0a56b4d4" providerId="LiveId" clId="{0A184473-4FD6-4F5D-B6AE-D2A7AC169188}" dt="2025-05-29T18:20:04.877" v="179" actId="47"/>
        <pc:sldMkLst>
          <pc:docMk/>
          <pc:sldMk cId="2868397764" sldId="326"/>
        </pc:sldMkLst>
      </pc:sldChg>
      <pc:sldChg chg="del">
        <pc:chgData name="José Alejandro Lorenty Herrera" userId="6b68ea8e0a56b4d4" providerId="LiveId" clId="{0A184473-4FD6-4F5D-B6AE-D2A7AC169188}" dt="2025-05-29T18:20:05.508" v="180" actId="47"/>
        <pc:sldMkLst>
          <pc:docMk/>
          <pc:sldMk cId="2256241551" sldId="327"/>
        </pc:sldMkLst>
      </pc:sldChg>
      <pc:sldChg chg="del">
        <pc:chgData name="José Alejandro Lorenty Herrera" userId="6b68ea8e0a56b4d4" providerId="LiveId" clId="{0A184473-4FD6-4F5D-B6AE-D2A7AC169188}" dt="2025-05-29T18:20:06.190" v="181" actId="47"/>
        <pc:sldMkLst>
          <pc:docMk/>
          <pc:sldMk cId="2504653621" sldId="328"/>
        </pc:sldMkLst>
      </pc:sldChg>
      <pc:sldChg chg="del">
        <pc:chgData name="José Alejandro Lorenty Herrera" userId="6b68ea8e0a56b4d4" providerId="LiveId" clId="{0A184473-4FD6-4F5D-B6AE-D2A7AC169188}" dt="2025-05-29T18:20:07.043" v="182" actId="47"/>
        <pc:sldMkLst>
          <pc:docMk/>
          <pc:sldMk cId="3265181302" sldId="329"/>
        </pc:sldMkLst>
      </pc:sldChg>
      <pc:sldChg chg="del">
        <pc:chgData name="José Alejandro Lorenty Herrera" userId="6b68ea8e0a56b4d4" providerId="LiveId" clId="{0A184473-4FD6-4F5D-B6AE-D2A7AC169188}" dt="2025-05-29T18:20:07.922" v="183" actId="47"/>
        <pc:sldMkLst>
          <pc:docMk/>
          <pc:sldMk cId="357923557" sldId="330"/>
        </pc:sldMkLst>
      </pc:sldChg>
      <pc:sldChg chg="del">
        <pc:chgData name="José Alejandro Lorenty Herrera" userId="6b68ea8e0a56b4d4" providerId="LiveId" clId="{0A184473-4FD6-4F5D-B6AE-D2A7AC169188}" dt="2025-05-29T18:20:08.525" v="184" actId="47"/>
        <pc:sldMkLst>
          <pc:docMk/>
          <pc:sldMk cId="1047398749" sldId="331"/>
        </pc:sldMkLst>
      </pc:sldChg>
      <pc:sldChg chg="del">
        <pc:chgData name="José Alejandro Lorenty Herrera" userId="6b68ea8e0a56b4d4" providerId="LiveId" clId="{0A184473-4FD6-4F5D-B6AE-D2A7AC169188}" dt="2025-05-29T18:20:09.298" v="185" actId="47"/>
        <pc:sldMkLst>
          <pc:docMk/>
          <pc:sldMk cId="2046447389" sldId="332"/>
        </pc:sldMkLst>
      </pc:sldChg>
      <pc:sldChg chg="del">
        <pc:chgData name="José Alejandro Lorenty Herrera" userId="6b68ea8e0a56b4d4" providerId="LiveId" clId="{0A184473-4FD6-4F5D-B6AE-D2A7AC169188}" dt="2025-05-29T18:20:10.067" v="186" actId="47"/>
        <pc:sldMkLst>
          <pc:docMk/>
          <pc:sldMk cId="3639319261" sldId="333"/>
        </pc:sldMkLst>
      </pc:sldChg>
      <pc:sldChg chg="del">
        <pc:chgData name="José Alejandro Lorenty Herrera" userId="6b68ea8e0a56b4d4" providerId="LiveId" clId="{0A184473-4FD6-4F5D-B6AE-D2A7AC169188}" dt="2025-05-29T18:20:10.979" v="187" actId="47"/>
        <pc:sldMkLst>
          <pc:docMk/>
          <pc:sldMk cId="1720999108" sldId="334"/>
        </pc:sldMkLst>
      </pc:sldChg>
      <pc:sldChg chg="del">
        <pc:chgData name="José Alejandro Lorenty Herrera" userId="6b68ea8e0a56b4d4" providerId="LiveId" clId="{0A184473-4FD6-4F5D-B6AE-D2A7AC169188}" dt="2025-05-29T18:20:11.843" v="188" actId="47"/>
        <pc:sldMkLst>
          <pc:docMk/>
          <pc:sldMk cId="3092366018" sldId="335"/>
        </pc:sldMkLst>
      </pc:sldChg>
      <pc:sldChg chg="del">
        <pc:chgData name="José Alejandro Lorenty Herrera" userId="6b68ea8e0a56b4d4" providerId="LiveId" clId="{0A184473-4FD6-4F5D-B6AE-D2A7AC169188}" dt="2025-05-29T18:20:12.692" v="189" actId="47"/>
        <pc:sldMkLst>
          <pc:docMk/>
          <pc:sldMk cId="2867143467" sldId="336"/>
        </pc:sldMkLst>
      </pc:sldChg>
      <pc:sldChg chg="del">
        <pc:chgData name="José Alejandro Lorenty Herrera" userId="6b68ea8e0a56b4d4" providerId="LiveId" clId="{0A184473-4FD6-4F5D-B6AE-D2A7AC169188}" dt="2025-05-29T18:20:13.628" v="190" actId="47"/>
        <pc:sldMkLst>
          <pc:docMk/>
          <pc:sldMk cId="4049550432" sldId="337"/>
        </pc:sldMkLst>
      </pc:sldChg>
    </pc:docChg>
  </pc:docChgLst>
  <pc:docChgLst>
    <pc:chgData name="José Alejandro Lorenty Herrera" userId="6b68ea8e0a56b4d4" providerId="LiveId" clId="{9150F319-815B-4A38-9635-8B4538D58DE0}"/>
    <pc:docChg chg="undo custSel addSld delSld modSld sldOrd">
      <pc:chgData name="José Alejandro Lorenty Herrera" userId="6b68ea8e0a56b4d4" providerId="LiveId" clId="{9150F319-815B-4A38-9635-8B4538D58DE0}" dt="2025-05-29T20:51:02.424" v="309" actId="20577"/>
      <pc:docMkLst>
        <pc:docMk/>
      </pc:docMkLst>
      <pc:sldChg chg="modSp mod">
        <pc:chgData name="José Alejandro Lorenty Herrera" userId="6b68ea8e0a56b4d4" providerId="LiveId" clId="{9150F319-815B-4A38-9635-8B4538D58DE0}" dt="2025-05-29T20:21:04.231" v="71" actId="14100"/>
        <pc:sldMkLst>
          <pc:docMk/>
          <pc:sldMk cId="0" sldId="257"/>
        </pc:sldMkLst>
        <pc:spChg chg="mod">
          <ac:chgData name="José Alejandro Lorenty Herrera" userId="6b68ea8e0a56b4d4" providerId="LiveId" clId="{9150F319-815B-4A38-9635-8B4538D58DE0}" dt="2025-05-29T20:20:38.537" v="64"/>
          <ac:spMkLst>
            <pc:docMk/>
            <pc:sldMk cId="0" sldId="257"/>
            <ac:spMk id="12" creationId="{AD570773-E209-EAC7-F15A-27758532A607}"/>
          </ac:spMkLst>
        </pc:spChg>
        <pc:spChg chg="mod">
          <ac:chgData name="José Alejandro Lorenty Herrera" userId="6b68ea8e0a56b4d4" providerId="LiveId" clId="{9150F319-815B-4A38-9635-8B4538D58DE0}" dt="2025-05-29T20:20:46.879" v="66"/>
          <ac:spMkLst>
            <pc:docMk/>
            <pc:sldMk cId="0" sldId="257"/>
            <ac:spMk id="16" creationId="{2C72DFB1-FD3A-684B-4838-805A536F4C32}"/>
          </ac:spMkLst>
        </pc:spChg>
        <pc:spChg chg="mod">
          <ac:chgData name="José Alejandro Lorenty Herrera" userId="6b68ea8e0a56b4d4" providerId="LiveId" clId="{9150F319-815B-4A38-9635-8B4538D58DE0}" dt="2025-05-29T20:20:53.765" v="68"/>
          <ac:spMkLst>
            <pc:docMk/>
            <pc:sldMk cId="0" sldId="257"/>
            <ac:spMk id="24" creationId="{4878B0EF-515C-9C2E-B8F1-D1ED40F111C7}"/>
          </ac:spMkLst>
        </pc:spChg>
        <pc:spChg chg="mod">
          <ac:chgData name="José Alejandro Lorenty Herrera" userId="6b68ea8e0a56b4d4" providerId="LiveId" clId="{9150F319-815B-4A38-9635-8B4538D58DE0}" dt="2025-05-29T20:21:02.230" v="70"/>
          <ac:spMkLst>
            <pc:docMk/>
            <pc:sldMk cId="0" sldId="257"/>
            <ac:spMk id="28" creationId="{0620F0DA-4736-6652-90BC-299278A23299}"/>
          </ac:spMkLst>
        </pc:spChg>
        <pc:spChg chg="mod">
          <ac:chgData name="José Alejandro Lorenty Herrera" userId="6b68ea8e0a56b4d4" providerId="LiveId" clId="{9150F319-815B-4A38-9635-8B4538D58DE0}" dt="2025-05-29T20:20:26.671" v="62" actId="6549"/>
          <ac:spMkLst>
            <pc:docMk/>
            <pc:sldMk cId="0" sldId="257"/>
            <ac:spMk id="98" creationId="{00000000-0000-0000-0000-000000000000}"/>
          </ac:spMkLst>
        </pc:spChg>
        <pc:grpChg chg="mod">
          <ac:chgData name="José Alejandro Lorenty Herrera" userId="6b68ea8e0a56b4d4" providerId="LiveId" clId="{9150F319-815B-4A38-9635-8B4538D58DE0}" dt="2025-05-29T20:20:41.295" v="65" actId="14100"/>
          <ac:grpSpMkLst>
            <pc:docMk/>
            <pc:sldMk cId="0" sldId="257"/>
            <ac:grpSpMk id="10" creationId="{6E8552C1-DDF1-4ABD-5F96-B60781CD6C68}"/>
          </ac:grpSpMkLst>
        </pc:grpChg>
        <pc:grpChg chg="mod">
          <ac:chgData name="José Alejandro Lorenty Herrera" userId="6b68ea8e0a56b4d4" providerId="LiveId" clId="{9150F319-815B-4A38-9635-8B4538D58DE0}" dt="2025-05-29T20:20:48.556" v="67" actId="14100"/>
          <ac:grpSpMkLst>
            <pc:docMk/>
            <pc:sldMk cId="0" sldId="257"/>
            <ac:grpSpMk id="14" creationId="{C5AA762B-A004-5E25-1690-EEB520FCCFA6}"/>
          </ac:grpSpMkLst>
        </pc:grpChg>
        <pc:grpChg chg="mod">
          <ac:chgData name="José Alejandro Lorenty Herrera" userId="6b68ea8e0a56b4d4" providerId="LiveId" clId="{9150F319-815B-4A38-9635-8B4538D58DE0}" dt="2025-05-29T20:20:56.168" v="69" actId="14100"/>
          <ac:grpSpMkLst>
            <pc:docMk/>
            <pc:sldMk cId="0" sldId="257"/>
            <ac:grpSpMk id="22" creationId="{705C6ABC-AF47-4CB0-E688-D293EA0CDF2E}"/>
          </ac:grpSpMkLst>
        </pc:grpChg>
        <pc:grpChg chg="mod">
          <ac:chgData name="José Alejandro Lorenty Herrera" userId="6b68ea8e0a56b4d4" providerId="LiveId" clId="{9150F319-815B-4A38-9635-8B4538D58DE0}" dt="2025-05-29T20:21:04.231" v="71" actId="14100"/>
          <ac:grpSpMkLst>
            <pc:docMk/>
            <pc:sldMk cId="0" sldId="257"/>
            <ac:grpSpMk id="26" creationId="{287C2518-078E-531A-BC03-5B1A4C947917}"/>
          </ac:grpSpMkLst>
        </pc:grpChg>
        <pc:grpChg chg="mod">
          <ac:chgData name="José Alejandro Lorenty Herrera" userId="6b68ea8e0a56b4d4" providerId="LiveId" clId="{9150F319-815B-4A38-9635-8B4538D58DE0}" dt="2025-05-29T20:20:30.934" v="63" actId="14100"/>
          <ac:grpSpMkLst>
            <pc:docMk/>
            <pc:sldMk cId="0" sldId="257"/>
            <ac:grpSpMk id="96" creationId="{00000000-0000-0000-0000-000000000000}"/>
          </ac:grpSpMkLst>
        </pc:grpChg>
      </pc:sldChg>
      <pc:sldChg chg="modSp mod">
        <pc:chgData name="José Alejandro Lorenty Herrera" userId="6b68ea8e0a56b4d4" providerId="LiveId" clId="{9150F319-815B-4A38-9635-8B4538D58DE0}" dt="2025-05-29T20:23:35.108" v="94" actId="27636"/>
        <pc:sldMkLst>
          <pc:docMk/>
          <pc:sldMk cId="3758835378" sldId="271"/>
        </pc:sldMkLst>
        <pc:spChg chg="mod">
          <ac:chgData name="José Alejandro Lorenty Herrera" userId="6b68ea8e0a56b4d4" providerId="LiveId" clId="{9150F319-815B-4A38-9635-8B4538D58DE0}" dt="2025-05-29T20:23:19.408" v="92" actId="20577"/>
          <ac:spMkLst>
            <pc:docMk/>
            <pc:sldMk cId="3758835378" sldId="271"/>
            <ac:spMk id="2" creationId="{070FA2D8-0262-A811-858D-1DB474094B67}"/>
          </ac:spMkLst>
        </pc:spChg>
        <pc:spChg chg="mod">
          <ac:chgData name="José Alejandro Lorenty Herrera" userId="6b68ea8e0a56b4d4" providerId="LiveId" clId="{9150F319-815B-4A38-9635-8B4538D58DE0}" dt="2025-05-29T20:23:35.108" v="94" actId="27636"/>
          <ac:spMkLst>
            <pc:docMk/>
            <pc:sldMk cId="3758835378" sldId="271"/>
            <ac:spMk id="3" creationId="{7379920C-76C9-6AC0-A586-0EB34D3858FD}"/>
          </ac:spMkLst>
        </pc:spChg>
      </pc:sldChg>
      <pc:sldChg chg="modSp">
        <pc:chgData name="José Alejandro Lorenty Herrera" userId="6b68ea8e0a56b4d4" providerId="LiveId" clId="{9150F319-815B-4A38-9635-8B4538D58DE0}" dt="2025-05-29T20:51:02.424" v="309" actId="20577"/>
        <pc:sldMkLst>
          <pc:docMk/>
          <pc:sldMk cId="430156373" sldId="278"/>
        </pc:sldMkLst>
      </pc:sldChg>
      <pc:sldChg chg="modSp">
        <pc:chgData name="José Alejandro Lorenty Herrera" userId="6b68ea8e0a56b4d4" providerId="LiveId" clId="{9150F319-815B-4A38-9635-8B4538D58DE0}" dt="2025-05-29T20:48:34.079" v="306"/>
        <pc:sldMkLst>
          <pc:docMk/>
          <pc:sldMk cId="1285352527" sldId="290"/>
        </pc:sldMkLst>
        <pc:graphicFrameChg chg="mod">
          <ac:chgData name="José Alejandro Lorenty Herrera" userId="6b68ea8e0a56b4d4" providerId="LiveId" clId="{9150F319-815B-4A38-9635-8B4538D58DE0}" dt="2025-05-29T20:48:34.079" v="306"/>
          <ac:graphicFrameMkLst>
            <pc:docMk/>
            <pc:sldMk cId="1285352527" sldId="290"/>
            <ac:graphicFrameMk id="5" creationId="{A53FC35C-237C-AFF6-21EF-4265D50B7A87}"/>
          </ac:graphicFrameMkLst>
        </pc:graphicFrameChg>
      </pc:sldChg>
      <pc:sldChg chg="modSp mod">
        <pc:chgData name="José Alejandro Lorenty Herrera" userId="6b68ea8e0a56b4d4" providerId="LiveId" clId="{9150F319-815B-4A38-9635-8B4538D58DE0}" dt="2025-05-29T20:24:06.807" v="124" actId="27636"/>
        <pc:sldMkLst>
          <pc:docMk/>
          <pc:sldMk cId="2448410337" sldId="291"/>
        </pc:sldMkLst>
      </pc:sldChg>
      <pc:sldChg chg="modSp mod">
        <pc:chgData name="José Alejandro Lorenty Herrera" userId="6b68ea8e0a56b4d4" providerId="LiveId" clId="{9150F319-815B-4A38-9635-8B4538D58DE0}" dt="2025-05-29T20:24:31.123" v="143" actId="27636"/>
        <pc:sldMkLst>
          <pc:docMk/>
          <pc:sldMk cId="1533156156" sldId="292"/>
        </pc:sldMkLst>
      </pc:sldChg>
      <pc:sldChg chg="del">
        <pc:chgData name="José Alejandro Lorenty Herrera" userId="6b68ea8e0a56b4d4" providerId="LiveId" clId="{9150F319-815B-4A38-9635-8B4538D58DE0}" dt="2025-05-29T20:29:32.502" v="294" actId="47"/>
        <pc:sldMkLst>
          <pc:docMk/>
          <pc:sldMk cId="3125290485" sldId="293"/>
        </pc:sldMkLst>
      </pc:sldChg>
      <pc:sldChg chg="del">
        <pc:chgData name="José Alejandro Lorenty Herrera" userId="6b68ea8e0a56b4d4" providerId="LiveId" clId="{9150F319-815B-4A38-9635-8B4538D58DE0}" dt="2025-05-29T20:29:33.374" v="295" actId="47"/>
        <pc:sldMkLst>
          <pc:docMk/>
          <pc:sldMk cId="4139312713" sldId="294"/>
        </pc:sldMkLst>
      </pc:sldChg>
      <pc:sldChg chg="del">
        <pc:chgData name="José Alejandro Lorenty Herrera" userId="6b68ea8e0a56b4d4" providerId="LiveId" clId="{9150F319-815B-4A38-9635-8B4538D58DE0}" dt="2025-05-29T20:29:34.433" v="296" actId="47"/>
        <pc:sldMkLst>
          <pc:docMk/>
          <pc:sldMk cId="1973221463" sldId="295"/>
        </pc:sldMkLst>
      </pc:sldChg>
      <pc:sldChg chg="del">
        <pc:chgData name="José Alejandro Lorenty Herrera" userId="6b68ea8e0a56b4d4" providerId="LiveId" clId="{9150F319-815B-4A38-9635-8B4538D58DE0}" dt="2025-05-29T20:29:35.072" v="297" actId="47"/>
        <pc:sldMkLst>
          <pc:docMk/>
          <pc:sldMk cId="2452183567" sldId="296"/>
        </pc:sldMkLst>
      </pc:sldChg>
      <pc:sldChg chg="del">
        <pc:chgData name="José Alejandro Lorenty Herrera" userId="6b68ea8e0a56b4d4" providerId="LiveId" clId="{9150F319-815B-4A38-9635-8B4538D58DE0}" dt="2025-05-29T20:29:35.673" v="298" actId="47"/>
        <pc:sldMkLst>
          <pc:docMk/>
          <pc:sldMk cId="3292705984" sldId="297"/>
        </pc:sldMkLst>
      </pc:sldChg>
      <pc:sldChg chg="del">
        <pc:chgData name="José Alejandro Lorenty Herrera" userId="6b68ea8e0a56b4d4" providerId="LiveId" clId="{9150F319-815B-4A38-9635-8B4538D58DE0}" dt="2025-05-29T20:29:36.278" v="299" actId="47"/>
        <pc:sldMkLst>
          <pc:docMk/>
          <pc:sldMk cId="2313760350" sldId="298"/>
        </pc:sldMkLst>
      </pc:sldChg>
      <pc:sldChg chg="del">
        <pc:chgData name="José Alejandro Lorenty Herrera" userId="6b68ea8e0a56b4d4" providerId="LiveId" clId="{9150F319-815B-4A38-9635-8B4538D58DE0}" dt="2025-05-29T20:29:36.843" v="300" actId="47"/>
        <pc:sldMkLst>
          <pc:docMk/>
          <pc:sldMk cId="350301412" sldId="299"/>
        </pc:sldMkLst>
      </pc:sldChg>
      <pc:sldChg chg="del">
        <pc:chgData name="José Alejandro Lorenty Herrera" userId="6b68ea8e0a56b4d4" providerId="LiveId" clId="{9150F319-815B-4A38-9635-8B4538D58DE0}" dt="2025-05-29T20:29:37.439" v="301" actId="47"/>
        <pc:sldMkLst>
          <pc:docMk/>
          <pc:sldMk cId="1383217195" sldId="300"/>
        </pc:sldMkLst>
      </pc:sldChg>
      <pc:sldChg chg="del">
        <pc:chgData name="José Alejandro Lorenty Herrera" userId="6b68ea8e0a56b4d4" providerId="LiveId" clId="{9150F319-815B-4A38-9635-8B4538D58DE0}" dt="2025-05-29T20:29:38.128" v="302" actId="47"/>
        <pc:sldMkLst>
          <pc:docMk/>
          <pc:sldMk cId="520089724" sldId="301"/>
        </pc:sldMkLst>
      </pc:sldChg>
      <pc:sldChg chg="addSp delSp modSp new mod setBg">
        <pc:chgData name="José Alejandro Lorenty Herrera" userId="6b68ea8e0a56b4d4" providerId="LiveId" clId="{9150F319-815B-4A38-9635-8B4538D58DE0}" dt="2025-05-29T20:48:07.331" v="304"/>
        <pc:sldMkLst>
          <pc:docMk/>
          <pc:sldMk cId="581705420" sldId="302"/>
        </pc:sldMkLst>
      </pc:sldChg>
      <pc:sldChg chg="addSp delSp modSp add mod ord setBg">
        <pc:chgData name="José Alejandro Lorenty Herrera" userId="6b68ea8e0a56b4d4" providerId="LiveId" clId="{9150F319-815B-4A38-9635-8B4538D58DE0}" dt="2025-05-29T20:26:15.319" v="233" actId="26606"/>
        <pc:sldMkLst>
          <pc:docMk/>
          <pc:sldMk cId="1099738065" sldId="303"/>
        </pc:sldMkLst>
      </pc:sldChg>
      <pc:sldChg chg="addSp delSp modSp add mod ord setBg">
        <pc:chgData name="José Alejandro Lorenty Herrera" userId="6b68ea8e0a56b4d4" providerId="LiveId" clId="{9150F319-815B-4A38-9635-8B4538D58DE0}" dt="2025-05-29T20:27:21.401" v="258" actId="26606"/>
        <pc:sldMkLst>
          <pc:docMk/>
          <pc:sldMk cId="2356804092" sldId="304"/>
        </pc:sldMkLst>
      </pc:sldChg>
      <pc:sldChg chg="addSp delSp modSp add mod ord setBg">
        <pc:chgData name="José Alejandro Lorenty Herrera" userId="6b68ea8e0a56b4d4" providerId="LiveId" clId="{9150F319-815B-4A38-9635-8B4538D58DE0}" dt="2025-05-29T20:28:10.181" v="293" actId="26606"/>
        <pc:sldMkLst>
          <pc:docMk/>
          <pc:sldMk cId="3727315173" sldId="305"/>
        </pc:sldMkLst>
      </pc:sldChg>
    </pc:docChg>
  </pc:docChgLst>
  <pc:docChgLst>
    <pc:chgData name="José Alejandro Lorenty Herrera" userId="6b68ea8e0a56b4d4" providerId="LiveId" clId="{A8735B67-04A0-48A7-A959-582C87D26F49}"/>
    <pc:docChg chg="undo custSel addSld delSld modSld sldOrd">
      <pc:chgData name="José Alejandro Lorenty Herrera" userId="6b68ea8e0a56b4d4" providerId="LiveId" clId="{A8735B67-04A0-48A7-A959-582C87D26F49}" dt="2025-05-31T13:49:46.422" v="452" actId="14100"/>
      <pc:docMkLst>
        <pc:docMk/>
      </pc:docMkLst>
      <pc:sldChg chg="modSp mod">
        <pc:chgData name="José Alejandro Lorenty Herrera" userId="6b68ea8e0a56b4d4" providerId="LiveId" clId="{A8735B67-04A0-48A7-A959-582C87D26F49}" dt="2025-05-31T12:42:14.172" v="0"/>
        <pc:sldMkLst>
          <pc:docMk/>
          <pc:sldMk cId="0" sldId="256"/>
        </pc:sldMkLst>
        <pc:spChg chg="mod">
          <ac:chgData name="José Alejandro Lorenty Herrera" userId="6b68ea8e0a56b4d4" providerId="LiveId" clId="{A8735B67-04A0-48A7-A959-582C87D26F49}" dt="2025-05-31T12:42:14.172" v="0"/>
          <ac:spMkLst>
            <pc:docMk/>
            <pc:sldMk cId="0" sldId="256"/>
            <ac:spMk id="87" creationId="{00000000-0000-0000-0000-000000000000}"/>
          </ac:spMkLst>
        </pc:spChg>
      </pc:sldChg>
      <pc:sldChg chg="addSp modSp mod">
        <pc:chgData name="José Alejandro Lorenty Herrera" userId="6b68ea8e0a56b4d4" providerId="LiveId" clId="{A8735B67-04A0-48A7-A959-582C87D26F49}" dt="2025-05-31T12:48:03.237" v="80" actId="14100"/>
        <pc:sldMkLst>
          <pc:docMk/>
          <pc:sldMk cId="0" sldId="257"/>
        </pc:sldMkLst>
        <pc:spChg chg="mod">
          <ac:chgData name="José Alejandro Lorenty Herrera" userId="6b68ea8e0a56b4d4" providerId="LiveId" clId="{A8735B67-04A0-48A7-A959-582C87D26F49}" dt="2025-05-31T12:47:26.815" v="71"/>
          <ac:spMkLst>
            <pc:docMk/>
            <pc:sldMk cId="0" sldId="257"/>
            <ac:spMk id="3" creationId="{B5DCDA58-DA12-0997-7BF1-7DCDF151A2CF}"/>
          </ac:spMkLst>
        </pc:spChg>
        <pc:spChg chg="mod">
          <ac:chgData name="José Alejandro Lorenty Herrera" userId="6b68ea8e0a56b4d4" providerId="LiveId" clId="{A8735B67-04A0-48A7-A959-582C87D26F49}" dt="2025-05-31T12:47:54.314" v="77"/>
          <ac:spMkLst>
            <pc:docMk/>
            <pc:sldMk cId="0" sldId="257"/>
            <ac:spMk id="4" creationId="{1357A0CE-E698-C3D9-FFC1-2688BA7483DD}"/>
          </ac:spMkLst>
        </pc:spChg>
        <pc:spChg chg="add mod">
          <ac:chgData name="José Alejandro Lorenty Herrera" userId="6b68ea8e0a56b4d4" providerId="LiveId" clId="{A8735B67-04A0-48A7-A959-582C87D26F49}" dt="2025-05-31T12:47:35.079" v="73" actId="1076"/>
          <ac:spMkLst>
            <pc:docMk/>
            <pc:sldMk cId="0" sldId="257"/>
            <ac:spMk id="5" creationId="{B3A89AB2-B869-7542-5811-007F953998E5}"/>
          </ac:spMkLst>
        </pc:spChg>
        <pc:spChg chg="mod">
          <ac:chgData name="José Alejandro Lorenty Herrera" userId="6b68ea8e0a56b4d4" providerId="LiveId" clId="{A8735B67-04A0-48A7-A959-582C87D26F49}" dt="2025-05-31T12:47:35.286" v="74"/>
          <ac:spMkLst>
            <pc:docMk/>
            <pc:sldMk cId="0" sldId="257"/>
            <ac:spMk id="7" creationId="{452287A7-15F0-65E3-86C6-92A302DD0154}"/>
          </ac:spMkLst>
        </pc:spChg>
        <pc:spChg chg="mod">
          <ac:chgData name="José Alejandro Lorenty Herrera" userId="6b68ea8e0a56b4d4" providerId="LiveId" clId="{A8735B67-04A0-48A7-A959-582C87D26F49}" dt="2025-05-31T12:48:00.684" v="79"/>
          <ac:spMkLst>
            <pc:docMk/>
            <pc:sldMk cId="0" sldId="257"/>
            <ac:spMk id="8" creationId="{126E6033-9739-BABF-F0DA-70A9625EDB2B}"/>
          </ac:spMkLst>
        </pc:spChg>
        <pc:spChg chg="add mod">
          <ac:chgData name="José Alejandro Lorenty Herrera" userId="6b68ea8e0a56b4d4" providerId="LiveId" clId="{A8735B67-04A0-48A7-A959-582C87D26F49}" dt="2025-05-31T12:47:48.719" v="76" actId="1076"/>
          <ac:spMkLst>
            <pc:docMk/>
            <pc:sldMk cId="0" sldId="257"/>
            <ac:spMk id="9" creationId="{6904CF49-8B2B-192F-A41D-79CFF9B404CF}"/>
          </ac:spMkLst>
        </pc:spChg>
        <pc:spChg chg="mod">
          <ac:chgData name="José Alejandro Lorenty Herrera" userId="6b68ea8e0a56b4d4" providerId="LiveId" clId="{A8735B67-04A0-48A7-A959-582C87D26F49}" dt="2025-05-31T12:46:55.514" v="63"/>
          <ac:spMkLst>
            <pc:docMk/>
            <pc:sldMk cId="0" sldId="257"/>
            <ac:spMk id="12" creationId="{AD570773-E209-EAC7-F15A-27758532A607}"/>
          </ac:spMkLst>
        </pc:spChg>
        <pc:spChg chg="mod">
          <ac:chgData name="José Alejandro Lorenty Herrera" userId="6b68ea8e0a56b4d4" providerId="LiveId" clId="{A8735B67-04A0-48A7-A959-582C87D26F49}" dt="2025-05-31T12:47:02.556" v="65"/>
          <ac:spMkLst>
            <pc:docMk/>
            <pc:sldMk cId="0" sldId="257"/>
            <ac:spMk id="16" creationId="{2C72DFB1-FD3A-684B-4838-805A536F4C32}"/>
          </ac:spMkLst>
        </pc:spChg>
        <pc:spChg chg="mod">
          <ac:chgData name="José Alejandro Lorenty Herrera" userId="6b68ea8e0a56b4d4" providerId="LiveId" clId="{A8735B67-04A0-48A7-A959-582C87D26F49}" dt="2025-05-31T12:47:10.825" v="67"/>
          <ac:spMkLst>
            <pc:docMk/>
            <pc:sldMk cId="0" sldId="257"/>
            <ac:spMk id="24" creationId="{4878B0EF-515C-9C2E-B8F1-D1ED40F111C7}"/>
          </ac:spMkLst>
        </pc:spChg>
        <pc:spChg chg="mod">
          <ac:chgData name="José Alejandro Lorenty Herrera" userId="6b68ea8e0a56b4d4" providerId="LiveId" clId="{A8735B67-04A0-48A7-A959-582C87D26F49}" dt="2025-05-31T12:47:19.885" v="69"/>
          <ac:spMkLst>
            <pc:docMk/>
            <pc:sldMk cId="0" sldId="257"/>
            <ac:spMk id="28" creationId="{0620F0DA-4736-6652-90BC-299278A23299}"/>
          </ac:spMkLst>
        </pc:spChg>
        <pc:spChg chg="mod">
          <ac:chgData name="José Alejandro Lorenty Herrera" userId="6b68ea8e0a56b4d4" providerId="LiveId" clId="{A8735B67-04A0-48A7-A959-582C87D26F49}" dt="2025-05-31T12:46:45.781" v="61" actId="313"/>
          <ac:spMkLst>
            <pc:docMk/>
            <pc:sldMk cId="0" sldId="257"/>
            <ac:spMk id="98" creationId="{00000000-0000-0000-0000-000000000000}"/>
          </ac:spMkLst>
        </pc:spChg>
        <pc:grpChg chg="add mod">
          <ac:chgData name="José Alejandro Lorenty Herrera" userId="6b68ea8e0a56b4d4" providerId="LiveId" clId="{A8735B67-04A0-48A7-A959-582C87D26F49}" dt="2025-05-31T12:47:56.049" v="78" actId="14100"/>
          <ac:grpSpMkLst>
            <pc:docMk/>
            <pc:sldMk cId="0" sldId="257"/>
            <ac:grpSpMk id="2" creationId="{A7EB64BF-AC4A-8EE2-FBE7-46DC2CC4E46F}"/>
          </ac:grpSpMkLst>
        </pc:grpChg>
        <pc:grpChg chg="add mod">
          <ac:chgData name="José Alejandro Lorenty Herrera" userId="6b68ea8e0a56b4d4" providerId="LiveId" clId="{A8735B67-04A0-48A7-A959-582C87D26F49}" dt="2025-05-31T12:48:03.237" v="80" actId="14100"/>
          <ac:grpSpMkLst>
            <pc:docMk/>
            <pc:sldMk cId="0" sldId="257"/>
            <ac:grpSpMk id="6" creationId="{CECCB367-32D4-9A5A-F1BC-F8081DEF43F6}"/>
          </ac:grpSpMkLst>
        </pc:grpChg>
        <pc:grpChg chg="mod">
          <ac:chgData name="José Alejandro Lorenty Herrera" userId="6b68ea8e0a56b4d4" providerId="LiveId" clId="{A8735B67-04A0-48A7-A959-582C87D26F49}" dt="2025-05-31T12:46:57.981" v="64" actId="14100"/>
          <ac:grpSpMkLst>
            <pc:docMk/>
            <pc:sldMk cId="0" sldId="257"/>
            <ac:grpSpMk id="10" creationId="{6E8552C1-DDF1-4ABD-5F96-B60781CD6C68}"/>
          </ac:grpSpMkLst>
        </pc:grpChg>
        <pc:grpChg chg="mod">
          <ac:chgData name="José Alejandro Lorenty Herrera" userId="6b68ea8e0a56b4d4" providerId="LiveId" clId="{A8735B67-04A0-48A7-A959-582C87D26F49}" dt="2025-05-31T12:47:05.571" v="66" actId="14100"/>
          <ac:grpSpMkLst>
            <pc:docMk/>
            <pc:sldMk cId="0" sldId="257"/>
            <ac:grpSpMk id="14" creationId="{C5AA762B-A004-5E25-1690-EEB520FCCFA6}"/>
          </ac:grpSpMkLst>
        </pc:grpChg>
        <pc:grpChg chg="mod">
          <ac:chgData name="José Alejandro Lorenty Herrera" userId="6b68ea8e0a56b4d4" providerId="LiveId" clId="{A8735B67-04A0-48A7-A959-582C87D26F49}" dt="2025-05-31T12:47:14.728" v="68" actId="14100"/>
          <ac:grpSpMkLst>
            <pc:docMk/>
            <pc:sldMk cId="0" sldId="257"/>
            <ac:grpSpMk id="22" creationId="{705C6ABC-AF47-4CB0-E688-D293EA0CDF2E}"/>
          </ac:grpSpMkLst>
        </pc:grpChg>
        <pc:grpChg chg="mod">
          <ac:chgData name="José Alejandro Lorenty Herrera" userId="6b68ea8e0a56b4d4" providerId="LiveId" clId="{A8735B67-04A0-48A7-A959-582C87D26F49}" dt="2025-05-31T12:47:22.785" v="70" actId="14100"/>
          <ac:grpSpMkLst>
            <pc:docMk/>
            <pc:sldMk cId="0" sldId="257"/>
            <ac:grpSpMk id="26" creationId="{287C2518-078E-531A-BC03-5B1A4C947917}"/>
          </ac:grpSpMkLst>
        </pc:grpChg>
        <pc:grpChg chg="mod">
          <ac:chgData name="José Alejandro Lorenty Herrera" userId="6b68ea8e0a56b4d4" providerId="LiveId" clId="{A8735B67-04A0-48A7-A959-582C87D26F49}" dt="2025-05-31T12:46:49.971" v="62" actId="14100"/>
          <ac:grpSpMkLst>
            <pc:docMk/>
            <pc:sldMk cId="0" sldId="257"/>
            <ac:grpSpMk id="96" creationId="{00000000-0000-0000-0000-000000000000}"/>
          </ac:grpSpMkLst>
        </pc:grpChg>
      </pc:sldChg>
      <pc:sldChg chg="modSp mod">
        <pc:chgData name="José Alejandro Lorenty Herrera" userId="6b68ea8e0a56b4d4" providerId="LiveId" clId="{A8735B67-04A0-48A7-A959-582C87D26F49}" dt="2025-05-31T12:48:20.742" v="85" actId="313"/>
        <pc:sldMkLst>
          <pc:docMk/>
          <pc:sldMk cId="688033663" sldId="270"/>
        </pc:sldMkLst>
        <pc:spChg chg="mod">
          <ac:chgData name="José Alejandro Lorenty Herrera" userId="6b68ea8e0a56b4d4" providerId="LiveId" clId="{A8735B67-04A0-48A7-A959-582C87D26F49}" dt="2025-05-31T12:48:20.742" v="85" actId="313"/>
          <ac:spMkLst>
            <pc:docMk/>
            <pc:sldMk cId="688033663" sldId="270"/>
            <ac:spMk id="3" creationId="{AA521087-E5EA-C46B-DEB3-FF96351C1922}"/>
          </ac:spMkLst>
        </pc:spChg>
      </pc:sldChg>
      <pc:sldChg chg="modSp mod">
        <pc:chgData name="José Alejandro Lorenty Herrera" userId="6b68ea8e0a56b4d4" providerId="LiveId" clId="{A8735B67-04A0-48A7-A959-582C87D26F49}" dt="2025-05-31T12:51:38.656" v="95" actId="113"/>
        <pc:sldMkLst>
          <pc:docMk/>
          <pc:sldMk cId="3758835378" sldId="271"/>
        </pc:sldMkLst>
        <pc:spChg chg="mod">
          <ac:chgData name="José Alejandro Lorenty Herrera" userId="6b68ea8e0a56b4d4" providerId="LiveId" clId="{A8735B67-04A0-48A7-A959-582C87D26F49}" dt="2025-05-31T12:49:20.520" v="92" actId="20577"/>
          <ac:spMkLst>
            <pc:docMk/>
            <pc:sldMk cId="3758835378" sldId="271"/>
            <ac:spMk id="2" creationId="{070FA2D8-0262-A811-858D-1DB474094B67}"/>
          </ac:spMkLst>
        </pc:spChg>
        <pc:spChg chg="mod">
          <ac:chgData name="José Alejandro Lorenty Herrera" userId="6b68ea8e0a56b4d4" providerId="LiveId" clId="{A8735B67-04A0-48A7-A959-582C87D26F49}" dt="2025-05-31T12:51:38.656" v="95" actId="113"/>
          <ac:spMkLst>
            <pc:docMk/>
            <pc:sldMk cId="3758835378" sldId="271"/>
            <ac:spMk id="3" creationId="{7379920C-76C9-6AC0-A586-0EB34D3858FD}"/>
          </ac:spMkLst>
        </pc:spChg>
      </pc:sldChg>
      <pc:sldChg chg="addSp delSp modSp mod setBg">
        <pc:chgData name="José Alejandro Lorenty Herrera" userId="6b68ea8e0a56b4d4" providerId="LiveId" clId="{A8735B67-04A0-48A7-A959-582C87D26F49}" dt="2025-05-31T13:46:58.694" v="434"/>
        <pc:sldMkLst>
          <pc:docMk/>
          <pc:sldMk cId="430156373" sldId="278"/>
        </pc:sldMkLst>
        <pc:spChg chg="mod">
          <ac:chgData name="José Alejandro Lorenty Herrera" userId="6b68ea8e0a56b4d4" providerId="LiveId" clId="{A8735B67-04A0-48A7-A959-582C87D26F49}" dt="2025-05-31T13:46:41.579" v="432" actId="26606"/>
          <ac:spMkLst>
            <pc:docMk/>
            <pc:sldMk cId="430156373" sldId="278"/>
            <ac:spMk id="2" creationId="{86AD9C4C-9A6D-0563-2ECB-205B8916AA89}"/>
          </ac:spMkLst>
        </pc:spChg>
        <pc:spChg chg="add del mod">
          <ac:chgData name="José Alejandro Lorenty Herrera" userId="6b68ea8e0a56b4d4" providerId="LiveId" clId="{A8735B67-04A0-48A7-A959-582C87D26F49}" dt="2025-05-31T13:45:59.587" v="424" actId="478"/>
          <ac:spMkLst>
            <pc:docMk/>
            <pc:sldMk cId="430156373" sldId="278"/>
            <ac:spMk id="4" creationId="{C8C8D6A2-8FAE-5425-A3BC-9CF1693DBCCF}"/>
          </ac:spMkLst>
        </pc:spChg>
        <pc:spChg chg="add mod">
          <ac:chgData name="José Alejandro Lorenty Herrera" userId="6b68ea8e0a56b4d4" providerId="LiveId" clId="{A8735B67-04A0-48A7-A959-582C87D26F49}" dt="2025-05-31T13:45:23.397" v="403"/>
          <ac:spMkLst>
            <pc:docMk/>
            <pc:sldMk cId="430156373" sldId="278"/>
            <ac:spMk id="5" creationId="{8DB06D59-1B45-E140-653E-8DB87047264C}"/>
          </ac:spMkLst>
        </pc:spChg>
        <pc:graphicFrameChg chg="add del mod modGraphic">
          <ac:chgData name="José Alejandro Lorenty Herrera" userId="6b68ea8e0a56b4d4" providerId="LiveId" clId="{A8735B67-04A0-48A7-A959-582C87D26F49}" dt="2025-05-31T13:46:58.694" v="434"/>
          <ac:graphicFrameMkLst>
            <pc:docMk/>
            <pc:sldMk cId="430156373" sldId="278"/>
            <ac:graphicFrameMk id="10" creationId="{1B65AD3B-8239-540A-4E07-C741D4B6A94E}"/>
          </ac:graphicFrameMkLst>
        </pc:graphicFrameChg>
      </pc:sldChg>
      <pc:sldChg chg="modSp">
        <pc:chgData name="José Alejandro Lorenty Herrera" userId="6b68ea8e0a56b4d4" providerId="LiveId" clId="{A8735B67-04A0-48A7-A959-582C87D26F49}" dt="2025-05-31T13:48:48.418" v="446"/>
        <pc:sldMkLst>
          <pc:docMk/>
          <pc:sldMk cId="3775530301" sldId="279"/>
        </pc:sldMkLst>
        <pc:graphicFrameChg chg="mod">
          <ac:chgData name="José Alejandro Lorenty Herrera" userId="6b68ea8e0a56b4d4" providerId="LiveId" clId="{A8735B67-04A0-48A7-A959-582C87D26F49}" dt="2025-05-31T13:48:48.418" v="446"/>
          <ac:graphicFrameMkLst>
            <pc:docMk/>
            <pc:sldMk cId="3775530301" sldId="279"/>
            <ac:graphicFrameMk id="5" creationId="{95AEEF6B-008C-49C0-DB75-C00443894168}"/>
          </ac:graphicFrameMkLst>
        </pc:graphicFrameChg>
      </pc:sldChg>
      <pc:sldChg chg="modSp mod">
        <pc:chgData name="José Alejandro Lorenty Herrera" userId="6b68ea8e0a56b4d4" providerId="LiveId" clId="{A8735B67-04A0-48A7-A959-582C87D26F49}" dt="2025-05-31T13:49:46.422" v="452" actId="14100"/>
        <pc:sldMkLst>
          <pc:docMk/>
          <pc:sldMk cId="1285352527" sldId="290"/>
        </pc:sldMkLst>
        <pc:graphicFrameChg chg="mod">
          <ac:chgData name="José Alejandro Lorenty Herrera" userId="6b68ea8e0a56b4d4" providerId="LiveId" clId="{A8735B67-04A0-48A7-A959-582C87D26F49}" dt="2025-05-31T13:49:46.422" v="452" actId="14100"/>
          <ac:graphicFrameMkLst>
            <pc:docMk/>
            <pc:sldMk cId="1285352527" sldId="290"/>
            <ac:graphicFrameMk id="5" creationId="{A53FC35C-237C-AFF6-21EF-4265D50B7A87}"/>
          </ac:graphicFrameMkLst>
        </pc:graphicFrameChg>
      </pc:sldChg>
      <pc:sldChg chg="del">
        <pc:chgData name="José Alejandro Lorenty Herrera" userId="6b68ea8e0a56b4d4" providerId="LiveId" clId="{A8735B67-04A0-48A7-A959-582C87D26F49}" dt="2025-05-31T12:53:07.726" v="135" actId="47"/>
        <pc:sldMkLst>
          <pc:docMk/>
          <pc:sldMk cId="2448410337" sldId="291"/>
        </pc:sldMkLst>
      </pc:sldChg>
      <pc:sldChg chg="del">
        <pc:chgData name="José Alejandro Lorenty Herrera" userId="6b68ea8e0a56b4d4" providerId="LiveId" clId="{A8735B67-04A0-48A7-A959-582C87D26F49}" dt="2025-05-31T12:53:07.048" v="134" actId="47"/>
        <pc:sldMkLst>
          <pc:docMk/>
          <pc:sldMk cId="1533156156" sldId="292"/>
        </pc:sldMkLst>
      </pc:sldChg>
      <pc:sldChg chg="del">
        <pc:chgData name="José Alejandro Lorenty Herrera" userId="6b68ea8e0a56b4d4" providerId="LiveId" clId="{A8735B67-04A0-48A7-A959-582C87D26F49}" dt="2025-05-31T12:53:06.416" v="133" actId="47"/>
        <pc:sldMkLst>
          <pc:docMk/>
          <pc:sldMk cId="581705420" sldId="302"/>
        </pc:sldMkLst>
      </pc:sldChg>
      <pc:sldChg chg="del">
        <pc:chgData name="José Alejandro Lorenty Herrera" userId="6b68ea8e0a56b4d4" providerId="LiveId" clId="{A8735B67-04A0-48A7-A959-582C87D26F49}" dt="2025-05-31T12:53:05.680" v="132" actId="47"/>
        <pc:sldMkLst>
          <pc:docMk/>
          <pc:sldMk cId="1099738065" sldId="303"/>
        </pc:sldMkLst>
      </pc:sldChg>
      <pc:sldChg chg="del">
        <pc:chgData name="José Alejandro Lorenty Herrera" userId="6b68ea8e0a56b4d4" providerId="LiveId" clId="{A8735B67-04A0-48A7-A959-582C87D26F49}" dt="2025-05-31T12:53:04.692" v="131" actId="47"/>
        <pc:sldMkLst>
          <pc:docMk/>
          <pc:sldMk cId="2356804092" sldId="304"/>
        </pc:sldMkLst>
      </pc:sldChg>
      <pc:sldChg chg="del">
        <pc:chgData name="José Alejandro Lorenty Herrera" userId="6b68ea8e0a56b4d4" providerId="LiveId" clId="{A8735B67-04A0-48A7-A959-582C87D26F49}" dt="2025-05-31T12:53:03.898" v="130" actId="47"/>
        <pc:sldMkLst>
          <pc:docMk/>
          <pc:sldMk cId="3727315173" sldId="305"/>
        </pc:sldMkLst>
      </pc:sldChg>
      <pc:sldChg chg="modSp add mod">
        <pc:chgData name="José Alejandro Lorenty Herrera" userId="6b68ea8e0a56b4d4" providerId="LiveId" clId="{A8735B67-04A0-48A7-A959-582C87D26F49}" dt="2025-05-31T12:52:47.518" v="129" actId="20577"/>
        <pc:sldMkLst>
          <pc:docMk/>
          <pc:sldMk cId="3579071284" sldId="306"/>
        </pc:sldMkLst>
        <pc:spChg chg="mod">
          <ac:chgData name="José Alejandro Lorenty Herrera" userId="6b68ea8e0a56b4d4" providerId="LiveId" clId="{A8735B67-04A0-48A7-A959-582C87D26F49}" dt="2025-05-31T12:52:47.518" v="129" actId="20577"/>
          <ac:spMkLst>
            <pc:docMk/>
            <pc:sldMk cId="3579071284" sldId="306"/>
            <ac:spMk id="3" creationId="{8E6DC90A-8E60-BD23-C1ED-B6E03DA45913}"/>
          </ac:spMkLst>
        </pc:spChg>
      </pc:sldChg>
      <pc:sldChg chg="modSp new mod">
        <pc:chgData name="José Alejandro Lorenty Herrera" userId="6b68ea8e0a56b4d4" providerId="LiveId" clId="{A8735B67-04A0-48A7-A959-582C87D26F49}" dt="2025-05-31T12:54:13.423" v="174" actId="20577"/>
        <pc:sldMkLst>
          <pc:docMk/>
          <pc:sldMk cId="2389389041" sldId="307"/>
        </pc:sldMkLst>
        <pc:spChg chg="mod">
          <ac:chgData name="José Alejandro Lorenty Herrera" userId="6b68ea8e0a56b4d4" providerId="LiveId" clId="{A8735B67-04A0-48A7-A959-582C87D26F49}" dt="2025-05-31T12:53:22.867" v="140"/>
          <ac:spMkLst>
            <pc:docMk/>
            <pc:sldMk cId="2389389041" sldId="307"/>
            <ac:spMk id="2" creationId="{884EA3D4-4AF6-194D-3A31-0AA76DE05CC2}"/>
          </ac:spMkLst>
        </pc:spChg>
        <pc:spChg chg="mod">
          <ac:chgData name="José Alejandro Lorenty Herrera" userId="6b68ea8e0a56b4d4" providerId="LiveId" clId="{A8735B67-04A0-48A7-A959-582C87D26F49}" dt="2025-05-31T12:54:13.423" v="174" actId="20577"/>
          <ac:spMkLst>
            <pc:docMk/>
            <pc:sldMk cId="2389389041" sldId="307"/>
            <ac:spMk id="3" creationId="{30309189-9EEB-6D71-C3CE-FEB85FF99FA7}"/>
          </ac:spMkLst>
        </pc:spChg>
      </pc:sldChg>
      <pc:sldChg chg="modSp add mod">
        <pc:chgData name="José Alejandro Lorenty Herrera" userId="6b68ea8e0a56b4d4" providerId="LiveId" clId="{A8735B67-04A0-48A7-A959-582C87D26F49}" dt="2025-05-31T12:55:59.621" v="207" actId="20577"/>
        <pc:sldMkLst>
          <pc:docMk/>
          <pc:sldMk cId="841181562" sldId="308"/>
        </pc:sldMkLst>
        <pc:spChg chg="mod">
          <ac:chgData name="José Alejandro Lorenty Herrera" userId="6b68ea8e0a56b4d4" providerId="LiveId" clId="{A8735B67-04A0-48A7-A959-582C87D26F49}" dt="2025-05-31T12:54:46.699" v="176"/>
          <ac:spMkLst>
            <pc:docMk/>
            <pc:sldMk cId="841181562" sldId="308"/>
            <ac:spMk id="2" creationId="{EAD343C9-6BF3-1951-C43B-217262B795CD}"/>
          </ac:spMkLst>
        </pc:spChg>
        <pc:spChg chg="mod">
          <ac:chgData name="José Alejandro Lorenty Herrera" userId="6b68ea8e0a56b4d4" providerId="LiveId" clId="{A8735B67-04A0-48A7-A959-582C87D26F49}" dt="2025-05-31T12:55:59.621" v="207" actId="20577"/>
          <ac:spMkLst>
            <pc:docMk/>
            <pc:sldMk cId="841181562" sldId="308"/>
            <ac:spMk id="3" creationId="{ECECDDDE-8E6E-CA29-80D7-381501169ED3}"/>
          </ac:spMkLst>
        </pc:spChg>
      </pc:sldChg>
      <pc:sldChg chg="new del">
        <pc:chgData name="José Alejandro Lorenty Herrera" userId="6b68ea8e0a56b4d4" providerId="LiveId" clId="{A8735B67-04A0-48A7-A959-582C87D26F49}" dt="2025-05-31T13:08:36.487" v="209" actId="680"/>
        <pc:sldMkLst>
          <pc:docMk/>
          <pc:sldMk cId="1867223720" sldId="309"/>
        </pc:sldMkLst>
      </pc:sldChg>
      <pc:sldChg chg="addSp modSp add mod setBg">
        <pc:chgData name="José Alejandro Lorenty Herrera" userId="6b68ea8e0a56b4d4" providerId="LiveId" clId="{A8735B67-04A0-48A7-A959-582C87D26F49}" dt="2025-05-31T13:09:39.827" v="216" actId="255"/>
        <pc:sldMkLst>
          <pc:docMk/>
          <pc:sldMk cId="3238755219" sldId="309"/>
        </pc:sldMkLst>
        <pc:spChg chg="mod">
          <ac:chgData name="José Alejandro Lorenty Herrera" userId="6b68ea8e0a56b4d4" providerId="LiveId" clId="{A8735B67-04A0-48A7-A959-582C87D26F49}" dt="2025-05-31T13:09:25.254" v="215" actId="26606"/>
          <ac:spMkLst>
            <pc:docMk/>
            <pc:sldMk cId="3238755219" sldId="309"/>
            <ac:spMk id="2" creationId="{D5DB1EE7-FFFF-200A-A7CA-3C98EBE16F44}"/>
          </ac:spMkLst>
        </pc:spChg>
        <pc:spChg chg="mod">
          <ac:chgData name="José Alejandro Lorenty Herrera" userId="6b68ea8e0a56b4d4" providerId="LiveId" clId="{A8735B67-04A0-48A7-A959-582C87D26F49}" dt="2025-05-31T13:09:39.827" v="216" actId="255"/>
          <ac:spMkLst>
            <pc:docMk/>
            <pc:sldMk cId="3238755219" sldId="309"/>
            <ac:spMk id="3" creationId="{A032E64A-3EEF-20A0-071C-F029BCF97091}"/>
          </ac:spMkLst>
        </pc:spChg>
        <pc:spChg chg="add">
          <ac:chgData name="José Alejandro Lorenty Herrera" userId="6b68ea8e0a56b4d4" providerId="LiveId" clId="{A8735B67-04A0-48A7-A959-582C87D26F49}" dt="2025-05-31T13:09:25.254" v="215" actId="26606"/>
          <ac:spMkLst>
            <pc:docMk/>
            <pc:sldMk cId="3238755219" sldId="309"/>
            <ac:spMk id="8" creationId="{24DFAAE7-061D-4086-99EC-872CB305082A}"/>
          </ac:spMkLst>
        </pc:spChg>
        <pc:spChg chg="add">
          <ac:chgData name="José Alejandro Lorenty Herrera" userId="6b68ea8e0a56b4d4" providerId="LiveId" clId="{A8735B67-04A0-48A7-A959-582C87D26F49}" dt="2025-05-31T13:09:25.254" v="215" actId="26606"/>
          <ac:spMkLst>
            <pc:docMk/>
            <pc:sldMk cId="3238755219" sldId="309"/>
            <ac:spMk id="10" creationId="{E7570099-A243-48DD-9EAE-36F4AC095B94}"/>
          </ac:spMkLst>
        </pc:spChg>
        <pc:spChg chg="add">
          <ac:chgData name="José Alejandro Lorenty Herrera" userId="6b68ea8e0a56b4d4" providerId="LiveId" clId="{A8735B67-04A0-48A7-A959-582C87D26F49}" dt="2025-05-31T13:09:25.254" v="215" actId="26606"/>
          <ac:spMkLst>
            <pc:docMk/>
            <pc:sldMk cId="3238755219" sldId="309"/>
            <ac:spMk id="12" creationId="{45E4A74B-6514-424A-ADFA-C232FA6B9018}"/>
          </ac:spMkLst>
        </pc:spChg>
        <pc:spChg chg="add">
          <ac:chgData name="José Alejandro Lorenty Herrera" userId="6b68ea8e0a56b4d4" providerId="LiveId" clId="{A8735B67-04A0-48A7-A959-582C87D26F49}" dt="2025-05-31T13:09:25.254" v="215" actId="26606"/>
          <ac:spMkLst>
            <pc:docMk/>
            <pc:sldMk cId="3238755219" sldId="309"/>
            <ac:spMk id="14" creationId="{F61C5C86-C785-4B92-9F2D-133B8B8C24F5}"/>
          </ac:spMkLst>
        </pc:spChg>
        <pc:spChg chg="add">
          <ac:chgData name="José Alejandro Lorenty Herrera" userId="6b68ea8e0a56b4d4" providerId="LiveId" clId="{A8735B67-04A0-48A7-A959-582C87D26F49}" dt="2025-05-31T13:09:25.254" v="215" actId="26606"/>
          <ac:spMkLst>
            <pc:docMk/>
            <pc:sldMk cId="3238755219" sldId="309"/>
            <ac:spMk id="16" creationId="{954D0BF9-002C-4D3A-A222-C166094A5D1D}"/>
          </ac:spMkLst>
        </pc:spChg>
        <pc:spChg chg="add">
          <ac:chgData name="José Alejandro Lorenty Herrera" userId="6b68ea8e0a56b4d4" providerId="LiveId" clId="{A8735B67-04A0-48A7-A959-582C87D26F49}" dt="2025-05-31T13:09:25.254" v="215" actId="26606"/>
          <ac:spMkLst>
            <pc:docMk/>
            <pc:sldMk cId="3238755219" sldId="309"/>
            <ac:spMk id="18" creationId="{6080EB6E-D69F-43B1-91EC-75C303342580}"/>
          </ac:spMkLst>
        </pc:spChg>
        <pc:spChg chg="add">
          <ac:chgData name="José Alejandro Lorenty Herrera" userId="6b68ea8e0a56b4d4" providerId="LiveId" clId="{A8735B67-04A0-48A7-A959-582C87D26F49}" dt="2025-05-31T13:09:25.254" v="215" actId="26606"/>
          <ac:spMkLst>
            <pc:docMk/>
            <pc:sldMk cId="3238755219" sldId="309"/>
            <ac:spMk id="20" creationId="{21BA816A-EE68-4A96-BA05-73303B2F4FE7}"/>
          </ac:spMkLst>
        </pc:spChg>
        <pc:spChg chg="add">
          <ac:chgData name="José Alejandro Lorenty Herrera" userId="6b68ea8e0a56b4d4" providerId="LiveId" clId="{A8735B67-04A0-48A7-A959-582C87D26F49}" dt="2025-05-31T13:09:25.254" v="215" actId="26606"/>
          <ac:spMkLst>
            <pc:docMk/>
            <pc:sldMk cId="3238755219" sldId="309"/>
            <ac:spMk id="22" creationId="{22A94CDB-5D63-4C75-9CB6-6C18CDF372F0}"/>
          </ac:spMkLst>
        </pc:spChg>
      </pc:sldChg>
      <pc:sldChg chg="modSp add mod">
        <pc:chgData name="José Alejandro Lorenty Herrera" userId="6b68ea8e0a56b4d4" providerId="LiveId" clId="{A8735B67-04A0-48A7-A959-582C87D26F49}" dt="2025-05-31T13:09:58.840" v="218"/>
        <pc:sldMkLst>
          <pc:docMk/>
          <pc:sldMk cId="130173278" sldId="310"/>
        </pc:sldMkLst>
        <pc:spChg chg="mod">
          <ac:chgData name="José Alejandro Lorenty Herrera" userId="6b68ea8e0a56b4d4" providerId="LiveId" clId="{A8735B67-04A0-48A7-A959-582C87D26F49}" dt="2025-05-31T13:09:58.840" v="218"/>
          <ac:spMkLst>
            <pc:docMk/>
            <pc:sldMk cId="130173278" sldId="310"/>
            <ac:spMk id="3" creationId="{137407CF-78F7-5647-2C75-207FC6594B47}"/>
          </ac:spMkLst>
        </pc:spChg>
      </pc:sldChg>
      <pc:sldChg chg="new del">
        <pc:chgData name="José Alejandro Lorenty Herrera" userId="6b68ea8e0a56b4d4" providerId="LiveId" clId="{A8735B67-04A0-48A7-A959-582C87D26F49}" dt="2025-05-31T13:29:07.915" v="221" actId="47"/>
        <pc:sldMkLst>
          <pc:docMk/>
          <pc:sldMk cId="3658840367" sldId="311"/>
        </pc:sldMkLst>
      </pc:sldChg>
      <pc:sldChg chg="modSp add mod ord">
        <pc:chgData name="José Alejandro Lorenty Herrera" userId="6b68ea8e0a56b4d4" providerId="LiveId" clId="{A8735B67-04A0-48A7-A959-582C87D26F49}" dt="2025-05-31T13:29:26.905" v="250" actId="20577"/>
        <pc:sldMkLst>
          <pc:docMk/>
          <pc:sldMk cId="3925704027" sldId="312"/>
        </pc:sldMkLst>
        <pc:spChg chg="mod">
          <ac:chgData name="José Alejandro Lorenty Herrera" userId="6b68ea8e0a56b4d4" providerId="LiveId" clId="{A8735B67-04A0-48A7-A959-582C87D26F49}" dt="2025-05-31T13:29:26.905" v="250" actId="20577"/>
          <ac:spMkLst>
            <pc:docMk/>
            <pc:sldMk cId="3925704027" sldId="312"/>
            <ac:spMk id="2" creationId="{A7F65FDE-0663-554F-706B-E8FB21F136D6}"/>
          </ac:spMkLst>
        </pc:spChg>
        <pc:spChg chg="mod">
          <ac:chgData name="José Alejandro Lorenty Herrera" userId="6b68ea8e0a56b4d4" providerId="LiveId" clId="{A8735B67-04A0-48A7-A959-582C87D26F49}" dt="2025-05-31T13:29:19.032" v="227" actId="113"/>
          <ac:spMkLst>
            <pc:docMk/>
            <pc:sldMk cId="3925704027" sldId="312"/>
            <ac:spMk id="3" creationId="{C4DDD2F2-C951-D98A-EB30-AB4AE50968F1}"/>
          </ac:spMkLst>
        </pc:spChg>
      </pc:sldChg>
      <pc:sldChg chg="modSp add mod">
        <pc:chgData name="José Alejandro Lorenty Herrera" userId="6b68ea8e0a56b4d4" providerId="LiveId" clId="{A8735B67-04A0-48A7-A959-582C87D26F49}" dt="2025-05-31T13:32:01.866" v="275" actId="113"/>
        <pc:sldMkLst>
          <pc:docMk/>
          <pc:sldMk cId="1604929253" sldId="313"/>
        </pc:sldMkLst>
        <pc:spChg chg="mod">
          <ac:chgData name="José Alejandro Lorenty Herrera" userId="6b68ea8e0a56b4d4" providerId="LiveId" clId="{A8735B67-04A0-48A7-A959-582C87D26F49}" dt="2025-05-31T13:31:01.790" v="267" actId="20577"/>
          <ac:spMkLst>
            <pc:docMk/>
            <pc:sldMk cId="1604929253" sldId="313"/>
            <ac:spMk id="2" creationId="{30194CC1-EE73-86B2-39B4-06F96DC01D72}"/>
          </ac:spMkLst>
        </pc:spChg>
        <pc:spChg chg="mod">
          <ac:chgData name="José Alejandro Lorenty Herrera" userId="6b68ea8e0a56b4d4" providerId="LiveId" clId="{A8735B67-04A0-48A7-A959-582C87D26F49}" dt="2025-05-31T13:32:01.866" v="275" actId="113"/>
          <ac:spMkLst>
            <pc:docMk/>
            <pc:sldMk cId="1604929253" sldId="313"/>
            <ac:spMk id="3" creationId="{0B6B4C46-3F71-8FF1-31DB-FA0AD036A662}"/>
          </ac:spMkLst>
        </pc:spChg>
      </pc:sldChg>
      <pc:sldChg chg="modSp add mod">
        <pc:chgData name="José Alejandro Lorenty Herrera" userId="6b68ea8e0a56b4d4" providerId="LiveId" clId="{A8735B67-04A0-48A7-A959-582C87D26F49}" dt="2025-05-31T13:32:48.039" v="289" actId="113"/>
        <pc:sldMkLst>
          <pc:docMk/>
          <pc:sldMk cId="3994745282" sldId="314"/>
        </pc:sldMkLst>
        <pc:spChg chg="mod">
          <ac:chgData name="José Alejandro Lorenty Herrera" userId="6b68ea8e0a56b4d4" providerId="LiveId" clId="{A8735B67-04A0-48A7-A959-582C87D26F49}" dt="2025-05-31T13:32:48.039" v="289" actId="113"/>
          <ac:spMkLst>
            <pc:docMk/>
            <pc:sldMk cId="3994745282" sldId="314"/>
            <ac:spMk id="3" creationId="{A07389CF-9565-7390-F38E-B633EE8E0456}"/>
          </ac:spMkLst>
        </pc:spChg>
      </pc:sldChg>
      <pc:sldChg chg="modSp add mod">
        <pc:chgData name="José Alejandro Lorenty Herrera" userId="6b68ea8e0a56b4d4" providerId="LiveId" clId="{A8735B67-04A0-48A7-A959-582C87D26F49}" dt="2025-05-31T13:32:53.306" v="291" actId="113"/>
        <pc:sldMkLst>
          <pc:docMk/>
          <pc:sldMk cId="306408346" sldId="315"/>
        </pc:sldMkLst>
        <pc:spChg chg="mod">
          <ac:chgData name="José Alejandro Lorenty Herrera" userId="6b68ea8e0a56b4d4" providerId="LiveId" clId="{A8735B67-04A0-48A7-A959-582C87D26F49}" dt="2025-05-31T13:32:53.306" v="291" actId="113"/>
          <ac:spMkLst>
            <pc:docMk/>
            <pc:sldMk cId="306408346" sldId="315"/>
            <ac:spMk id="3" creationId="{CB904D5F-D27B-E5C1-D980-0D04290110E2}"/>
          </ac:spMkLst>
        </pc:spChg>
      </pc:sldChg>
      <pc:sldChg chg="modSp add mod">
        <pc:chgData name="José Alejandro Lorenty Herrera" userId="6b68ea8e0a56b4d4" providerId="LiveId" clId="{A8735B67-04A0-48A7-A959-582C87D26F49}" dt="2025-05-31T13:33:30.129" v="300" actId="113"/>
        <pc:sldMkLst>
          <pc:docMk/>
          <pc:sldMk cId="4153345501" sldId="316"/>
        </pc:sldMkLst>
        <pc:spChg chg="mod">
          <ac:chgData name="José Alejandro Lorenty Herrera" userId="6b68ea8e0a56b4d4" providerId="LiveId" clId="{A8735B67-04A0-48A7-A959-582C87D26F49}" dt="2025-05-31T13:33:30.129" v="300" actId="113"/>
          <ac:spMkLst>
            <pc:docMk/>
            <pc:sldMk cId="4153345501" sldId="316"/>
            <ac:spMk id="3" creationId="{64938C0E-8ED4-8295-BB28-236B48561EAC}"/>
          </ac:spMkLst>
        </pc:spChg>
      </pc:sldChg>
      <pc:sldChg chg="modSp add mod ord">
        <pc:chgData name="José Alejandro Lorenty Herrera" userId="6b68ea8e0a56b4d4" providerId="LiveId" clId="{A8735B67-04A0-48A7-A959-582C87D26F49}" dt="2025-05-31T13:35:53.247" v="328" actId="20577"/>
        <pc:sldMkLst>
          <pc:docMk/>
          <pc:sldMk cId="155928814" sldId="317"/>
        </pc:sldMkLst>
        <pc:spChg chg="mod">
          <ac:chgData name="José Alejandro Lorenty Herrera" userId="6b68ea8e0a56b4d4" providerId="LiveId" clId="{A8735B67-04A0-48A7-A959-582C87D26F49}" dt="2025-05-31T13:35:17.538" v="312" actId="20577"/>
          <ac:spMkLst>
            <pc:docMk/>
            <pc:sldMk cId="155928814" sldId="317"/>
            <ac:spMk id="2" creationId="{A7F5FDAE-E40C-B9AC-FFE7-B7BAE1DA8BC4}"/>
          </ac:spMkLst>
        </pc:spChg>
        <pc:spChg chg="mod">
          <ac:chgData name="José Alejandro Lorenty Herrera" userId="6b68ea8e0a56b4d4" providerId="LiveId" clId="{A8735B67-04A0-48A7-A959-582C87D26F49}" dt="2025-05-31T13:35:53.247" v="328" actId="20577"/>
          <ac:spMkLst>
            <pc:docMk/>
            <pc:sldMk cId="155928814" sldId="317"/>
            <ac:spMk id="3" creationId="{B3EA3578-A34A-6730-F312-68A95C271FDF}"/>
          </ac:spMkLst>
        </pc:spChg>
      </pc:sldChg>
      <pc:sldChg chg="addSp delSp modSp add mod setBg">
        <pc:chgData name="José Alejandro Lorenty Herrera" userId="6b68ea8e0a56b4d4" providerId="LiveId" clId="{A8735B67-04A0-48A7-A959-582C87D26F49}" dt="2025-05-31T13:39:49.247" v="357" actId="26606"/>
        <pc:sldMkLst>
          <pc:docMk/>
          <pc:sldMk cId="2266138668" sldId="318"/>
        </pc:sldMkLst>
        <pc:spChg chg="mod">
          <ac:chgData name="José Alejandro Lorenty Herrera" userId="6b68ea8e0a56b4d4" providerId="LiveId" clId="{A8735B67-04A0-48A7-A959-582C87D26F49}" dt="2025-05-31T13:39:49.199" v="356" actId="26606"/>
          <ac:spMkLst>
            <pc:docMk/>
            <pc:sldMk cId="2266138668" sldId="318"/>
            <ac:spMk id="2" creationId="{E0F542E0-CCC4-4263-E269-9469580FDE33}"/>
          </ac:spMkLst>
        </pc:spChg>
        <pc:spChg chg="add del mod">
          <ac:chgData name="José Alejandro Lorenty Herrera" userId="6b68ea8e0a56b4d4" providerId="LiveId" clId="{A8735B67-04A0-48A7-A959-582C87D26F49}" dt="2025-05-31T13:39:49.199" v="356" actId="26606"/>
          <ac:spMkLst>
            <pc:docMk/>
            <pc:sldMk cId="2266138668" sldId="318"/>
            <ac:spMk id="3" creationId="{12DDFD7C-DC12-12B8-B853-462B373564F8}"/>
          </ac:spMkLst>
        </pc:spChg>
        <pc:spChg chg="add del">
          <ac:chgData name="José Alejandro Lorenty Herrera" userId="6b68ea8e0a56b4d4" providerId="LiveId" clId="{A8735B67-04A0-48A7-A959-582C87D26F49}" dt="2025-05-31T13:39:49.247" v="357" actId="26606"/>
          <ac:spMkLst>
            <pc:docMk/>
            <pc:sldMk cId="2266138668" sldId="318"/>
            <ac:spMk id="10" creationId="{5C3B21E9-F341-3108-6708-918892F71946}"/>
          </ac:spMkLst>
        </pc:spChg>
        <pc:spChg chg="add del">
          <ac:chgData name="José Alejandro Lorenty Herrera" userId="6b68ea8e0a56b4d4" providerId="LiveId" clId="{A8735B67-04A0-48A7-A959-582C87D26F49}" dt="2025-05-31T13:39:49.247" v="357" actId="26606"/>
          <ac:spMkLst>
            <pc:docMk/>
            <pc:sldMk cId="2266138668" sldId="318"/>
            <ac:spMk id="12" creationId="{39417336-A707-AB43-A3A6-6EB79734080F}"/>
          </ac:spMkLst>
        </pc:spChg>
        <pc:spChg chg="add del">
          <ac:chgData name="José Alejandro Lorenty Herrera" userId="6b68ea8e0a56b4d4" providerId="LiveId" clId="{A8735B67-04A0-48A7-A959-582C87D26F49}" dt="2025-05-31T13:39:49.247" v="357" actId="26606"/>
          <ac:spMkLst>
            <pc:docMk/>
            <pc:sldMk cId="2266138668" sldId="318"/>
            <ac:spMk id="14" creationId="{E2E7F7B2-A050-80FE-88D0-E3924B3A2590}"/>
          </ac:spMkLst>
        </pc:spChg>
        <pc:spChg chg="add del">
          <ac:chgData name="José Alejandro Lorenty Herrera" userId="6b68ea8e0a56b4d4" providerId="LiveId" clId="{A8735B67-04A0-48A7-A959-582C87D26F49}" dt="2025-05-31T13:39:49.199" v="356" actId="26606"/>
          <ac:spMkLst>
            <pc:docMk/>
            <pc:sldMk cId="2266138668" sldId="318"/>
            <ac:spMk id="16" creationId="{F2C17F0D-F886-05E2-A918-C2D988C4AC5F}"/>
          </ac:spMkLst>
        </pc:spChg>
        <pc:spChg chg="add del">
          <ac:chgData name="José Alejandro Lorenty Herrera" userId="6b68ea8e0a56b4d4" providerId="LiveId" clId="{A8735B67-04A0-48A7-A959-582C87D26F49}" dt="2025-05-31T13:39:49.247" v="357" actId="26606"/>
          <ac:spMkLst>
            <pc:docMk/>
            <pc:sldMk cId="2266138668" sldId="318"/>
            <ac:spMk id="18" creationId="{E5195502-1D89-5DED-4033-E4121A61D4A0}"/>
          </ac:spMkLst>
        </pc:spChg>
        <pc:spChg chg="add del">
          <ac:chgData name="José Alejandro Lorenty Herrera" userId="6b68ea8e0a56b4d4" providerId="LiveId" clId="{A8735B67-04A0-48A7-A959-582C87D26F49}" dt="2025-05-31T13:39:49.247" v="357" actId="26606"/>
          <ac:spMkLst>
            <pc:docMk/>
            <pc:sldMk cId="2266138668" sldId="318"/>
            <ac:spMk id="20" creationId="{A28BEF50-0819-733A-A0E1-AE3AC9917C90}"/>
          </ac:spMkLst>
        </pc:spChg>
        <pc:spChg chg="add del">
          <ac:chgData name="José Alejandro Lorenty Herrera" userId="6b68ea8e0a56b4d4" providerId="LiveId" clId="{A8735B67-04A0-48A7-A959-582C87D26F49}" dt="2025-05-31T13:39:49.247" v="357" actId="26606"/>
          <ac:spMkLst>
            <pc:docMk/>
            <pc:sldMk cId="2266138668" sldId="318"/>
            <ac:spMk id="22" creationId="{C0AD3C51-795D-69F5-6F6A-277AD2F8A058}"/>
          </ac:spMkLst>
        </pc:spChg>
        <pc:spChg chg="add del">
          <ac:chgData name="José Alejandro Lorenty Herrera" userId="6b68ea8e0a56b4d4" providerId="LiveId" clId="{A8735B67-04A0-48A7-A959-582C87D26F49}" dt="2025-05-31T13:39:49.199" v="356" actId="26606"/>
          <ac:spMkLst>
            <pc:docMk/>
            <pc:sldMk cId="2266138668" sldId="318"/>
            <ac:spMk id="30" creationId="{42285737-90EE-47DC-AC80-8AE156B11969}"/>
          </ac:spMkLst>
        </pc:spChg>
        <pc:spChg chg="add">
          <ac:chgData name="José Alejandro Lorenty Herrera" userId="6b68ea8e0a56b4d4" providerId="LiveId" clId="{A8735B67-04A0-48A7-A959-582C87D26F49}" dt="2025-05-31T13:39:49.247" v="357" actId="26606"/>
          <ac:spMkLst>
            <pc:docMk/>
            <pc:sldMk cId="2266138668" sldId="318"/>
            <ac:spMk id="40" creationId="{FFEF7F81-51EE-94F5-33C8-FC66BF2CF76C}"/>
          </ac:spMkLst>
        </pc:spChg>
        <pc:spChg chg="add">
          <ac:chgData name="José Alejandro Lorenty Herrera" userId="6b68ea8e0a56b4d4" providerId="LiveId" clId="{A8735B67-04A0-48A7-A959-582C87D26F49}" dt="2025-05-31T13:39:49.247" v="357" actId="26606"/>
          <ac:spMkLst>
            <pc:docMk/>
            <pc:sldMk cId="2266138668" sldId="318"/>
            <ac:spMk id="43" creationId="{E2E7F7B2-A050-80FE-88D0-E3924B3A2590}"/>
          </ac:spMkLst>
        </pc:spChg>
        <pc:spChg chg="add">
          <ac:chgData name="José Alejandro Lorenty Herrera" userId="6b68ea8e0a56b4d4" providerId="LiveId" clId="{A8735B67-04A0-48A7-A959-582C87D26F49}" dt="2025-05-31T13:39:49.247" v="357" actId="26606"/>
          <ac:spMkLst>
            <pc:docMk/>
            <pc:sldMk cId="2266138668" sldId="318"/>
            <ac:spMk id="44" creationId="{F2C17F0D-F886-05E2-A918-C2D988C4AC5F}"/>
          </ac:spMkLst>
        </pc:spChg>
        <pc:spChg chg="add">
          <ac:chgData name="José Alejandro Lorenty Herrera" userId="6b68ea8e0a56b4d4" providerId="LiveId" clId="{A8735B67-04A0-48A7-A959-582C87D26F49}" dt="2025-05-31T13:39:49.247" v="357" actId="26606"/>
          <ac:spMkLst>
            <pc:docMk/>
            <pc:sldMk cId="2266138668" sldId="318"/>
            <ac:spMk id="47" creationId="{C0AD3C51-795D-69F5-6F6A-277AD2F8A058}"/>
          </ac:spMkLst>
        </pc:spChg>
      </pc:sldChg>
      <pc:sldChg chg="new del">
        <pc:chgData name="José Alejandro Lorenty Herrera" userId="6b68ea8e0a56b4d4" providerId="LiveId" clId="{A8735B67-04A0-48A7-A959-582C87D26F49}" dt="2025-05-31T13:40:03.712" v="359" actId="680"/>
        <pc:sldMkLst>
          <pc:docMk/>
          <pc:sldMk cId="905227473" sldId="319"/>
        </pc:sldMkLst>
      </pc:sldChg>
      <pc:sldChg chg="addSp delSp modSp add mod setBg">
        <pc:chgData name="José Alejandro Lorenty Herrera" userId="6b68ea8e0a56b4d4" providerId="LiveId" clId="{A8735B67-04A0-48A7-A959-582C87D26F49}" dt="2025-05-31T13:41:47.731" v="396" actId="14100"/>
        <pc:sldMkLst>
          <pc:docMk/>
          <pc:sldMk cId="2799182013" sldId="319"/>
        </pc:sldMkLst>
        <pc:spChg chg="mod">
          <ac:chgData name="José Alejandro Lorenty Herrera" userId="6b68ea8e0a56b4d4" providerId="LiveId" clId="{A8735B67-04A0-48A7-A959-582C87D26F49}" dt="2025-05-31T13:41:27.510" v="390" actId="26606"/>
          <ac:spMkLst>
            <pc:docMk/>
            <pc:sldMk cId="2799182013" sldId="319"/>
            <ac:spMk id="2" creationId="{A959FFCB-DB17-A756-A19F-C343E2F5701B}"/>
          </ac:spMkLst>
        </pc:spChg>
        <pc:spChg chg="add del mod">
          <ac:chgData name="José Alejandro Lorenty Herrera" userId="6b68ea8e0a56b4d4" providerId="LiveId" clId="{A8735B67-04A0-48A7-A959-582C87D26F49}" dt="2025-05-31T13:41:38.852" v="393" actId="26606"/>
          <ac:spMkLst>
            <pc:docMk/>
            <pc:sldMk cId="2799182013" sldId="319"/>
            <ac:spMk id="4" creationId="{1AAFFDAB-AB84-BF75-2A05-1CB8B2BBC298}"/>
          </ac:spMkLst>
        </pc:spChg>
        <pc:spChg chg="add del">
          <ac:chgData name="José Alejandro Lorenty Herrera" userId="6b68ea8e0a56b4d4" providerId="LiveId" clId="{A8735B67-04A0-48A7-A959-582C87D26F49}" dt="2025-05-31T13:41:27.510" v="390" actId="26606"/>
          <ac:spMkLst>
            <pc:docMk/>
            <pc:sldMk cId="2799182013" sldId="319"/>
            <ac:spMk id="40" creationId="{792FF307-7C4D-31E9-8903-64F961A6AF74}"/>
          </ac:spMkLst>
        </pc:spChg>
        <pc:spChg chg="add del">
          <ac:chgData name="José Alejandro Lorenty Herrera" userId="6b68ea8e0a56b4d4" providerId="LiveId" clId="{A8735B67-04A0-48A7-A959-582C87D26F49}" dt="2025-05-31T13:41:27.510" v="390" actId="26606"/>
          <ac:spMkLst>
            <pc:docMk/>
            <pc:sldMk cId="2799182013" sldId="319"/>
            <ac:spMk id="41" creationId="{53008B6C-E8EA-1CE3-0DCF-3F5B6B82219C}"/>
          </ac:spMkLst>
        </pc:spChg>
        <pc:spChg chg="add del">
          <ac:chgData name="José Alejandro Lorenty Herrera" userId="6b68ea8e0a56b4d4" providerId="LiveId" clId="{A8735B67-04A0-48A7-A959-582C87D26F49}" dt="2025-05-31T13:41:27.510" v="390" actId="26606"/>
          <ac:spMkLst>
            <pc:docMk/>
            <pc:sldMk cId="2799182013" sldId="319"/>
            <ac:spMk id="44" creationId="{1876EE18-965D-A993-274F-14A482C23C07}"/>
          </ac:spMkLst>
        </pc:spChg>
        <pc:spChg chg="add del">
          <ac:chgData name="José Alejandro Lorenty Herrera" userId="6b68ea8e0a56b4d4" providerId="LiveId" clId="{A8735B67-04A0-48A7-A959-582C87D26F49}" dt="2025-05-31T13:41:27.510" v="390" actId="26606"/>
          <ac:spMkLst>
            <pc:docMk/>
            <pc:sldMk cId="2799182013" sldId="319"/>
            <ac:spMk id="45" creationId="{4B581539-BCCF-8122-ACA7-83D8BE54BE52}"/>
          </ac:spMkLst>
        </pc:spChg>
        <pc:spChg chg="add del">
          <ac:chgData name="José Alejandro Lorenty Herrera" userId="6b68ea8e0a56b4d4" providerId="LiveId" clId="{A8735B67-04A0-48A7-A959-582C87D26F49}" dt="2025-05-31T13:41:27.510" v="390" actId="26606"/>
          <ac:spMkLst>
            <pc:docMk/>
            <pc:sldMk cId="2799182013" sldId="319"/>
            <ac:spMk id="46" creationId="{7DFB5F0E-CA04-33BF-D091-6BD059B3AB91}"/>
          </ac:spMkLst>
        </pc:spChg>
        <pc:spChg chg="add del">
          <ac:chgData name="José Alejandro Lorenty Herrera" userId="6b68ea8e0a56b4d4" providerId="LiveId" clId="{A8735B67-04A0-48A7-A959-582C87D26F49}" dt="2025-05-31T13:41:27.510" v="390" actId="26606"/>
          <ac:spMkLst>
            <pc:docMk/>
            <pc:sldMk cId="2799182013" sldId="319"/>
            <ac:spMk id="47" creationId="{91FF198C-4377-DD03-240D-9A2FC2A434A2}"/>
          </ac:spMkLst>
        </pc:spChg>
        <pc:spChg chg="add del">
          <ac:chgData name="José Alejandro Lorenty Herrera" userId="6b68ea8e0a56b4d4" providerId="LiveId" clId="{A8735B67-04A0-48A7-A959-582C87D26F49}" dt="2025-05-31T13:41:27.510" v="390" actId="26606"/>
          <ac:spMkLst>
            <pc:docMk/>
            <pc:sldMk cId="2799182013" sldId="319"/>
            <ac:spMk id="53" creationId="{94C52C56-BEF2-4E22-8C8E-A7AC96B03A72}"/>
          </ac:spMkLst>
        </pc:spChg>
        <pc:spChg chg="add del">
          <ac:chgData name="José Alejandro Lorenty Herrera" userId="6b68ea8e0a56b4d4" providerId="LiveId" clId="{A8735B67-04A0-48A7-A959-582C87D26F49}" dt="2025-05-31T13:41:27.510" v="390" actId="26606"/>
          <ac:spMkLst>
            <pc:docMk/>
            <pc:sldMk cId="2799182013" sldId="319"/>
            <ac:spMk id="55" creationId="{42285737-90EE-47DC-AC80-8AE156B11969}"/>
          </ac:spMkLst>
        </pc:spChg>
        <pc:graphicFrameChg chg="del">
          <ac:chgData name="José Alejandro Lorenty Herrera" userId="6b68ea8e0a56b4d4" providerId="LiveId" clId="{A8735B67-04A0-48A7-A959-582C87D26F49}" dt="2025-05-31T13:40:16.470" v="364" actId="478"/>
          <ac:graphicFrameMkLst>
            <pc:docMk/>
            <pc:sldMk cId="2799182013" sldId="319"/>
            <ac:graphicFrameMk id="48" creationId="{7E8527A3-AB97-5AD6-5468-F6BE592E8C7D}"/>
          </ac:graphicFrameMkLst>
        </pc:graphicFrameChg>
        <pc:graphicFrameChg chg="add mod">
          <ac:chgData name="José Alejandro Lorenty Herrera" userId="6b68ea8e0a56b4d4" providerId="LiveId" clId="{A8735B67-04A0-48A7-A959-582C87D26F49}" dt="2025-05-31T13:41:47.731" v="396" actId="14100"/>
          <ac:graphicFrameMkLst>
            <pc:docMk/>
            <pc:sldMk cId="2799182013" sldId="319"/>
            <ac:graphicFrameMk id="50" creationId="{FB95DE7A-DC9B-8C42-BE1F-49D7DD1EE199}"/>
          </ac:graphicFrameMkLst>
        </pc:graphicFrameChg>
      </pc:sldChg>
      <pc:sldChg chg="add ord">
        <pc:chgData name="José Alejandro Lorenty Herrera" userId="6b68ea8e0a56b4d4" providerId="LiveId" clId="{A8735B67-04A0-48A7-A959-582C87D26F49}" dt="2025-05-31T13:43:45.202" v="399"/>
        <pc:sldMkLst>
          <pc:docMk/>
          <pc:sldMk cId="1632538255" sldId="320"/>
        </pc:sldMkLst>
      </pc:sldChg>
    </pc:docChg>
  </pc:docChgLst>
  <pc:docChgLst>
    <pc:chgData name="José Alejandro Lorenty Herrera" userId="6b68ea8e0a56b4d4" providerId="LiveId" clId="{8CB26077-99CF-44C9-B9D7-086B993461A4}"/>
    <pc:docChg chg="undo redo custSel addSld delSld modSld">
      <pc:chgData name="José Alejandro Lorenty Herrera" userId="6b68ea8e0a56b4d4" providerId="LiveId" clId="{8CB26077-99CF-44C9-B9D7-086B993461A4}" dt="2025-05-29T17:15:50.947" v="447"/>
      <pc:docMkLst>
        <pc:docMk/>
      </pc:docMkLst>
      <pc:sldChg chg="modSp mod">
        <pc:chgData name="José Alejandro Lorenty Herrera" userId="6b68ea8e0a56b4d4" providerId="LiveId" clId="{8CB26077-99CF-44C9-B9D7-086B993461A4}" dt="2025-05-29T14:15:37.463" v="0"/>
        <pc:sldMkLst>
          <pc:docMk/>
          <pc:sldMk cId="0" sldId="256"/>
        </pc:sldMkLst>
        <pc:spChg chg="mod">
          <ac:chgData name="José Alejandro Lorenty Herrera" userId="6b68ea8e0a56b4d4" providerId="LiveId" clId="{8CB26077-99CF-44C9-B9D7-086B993461A4}" dt="2025-05-29T14:15:37.463" v="0"/>
          <ac:spMkLst>
            <pc:docMk/>
            <pc:sldMk cId="0" sldId="256"/>
            <ac:spMk id="87" creationId="{00000000-0000-0000-0000-000000000000}"/>
          </ac:spMkLst>
        </pc:spChg>
      </pc:sldChg>
      <pc:sldChg chg="delSp modSp mod">
        <pc:chgData name="José Alejandro Lorenty Herrera" userId="6b68ea8e0a56b4d4" providerId="LiveId" clId="{8CB26077-99CF-44C9-B9D7-086B993461A4}" dt="2025-05-29T14:16:51.704" v="48" actId="478"/>
        <pc:sldMkLst>
          <pc:docMk/>
          <pc:sldMk cId="0" sldId="257"/>
        </pc:sldMkLst>
        <pc:spChg chg="mod">
          <ac:chgData name="José Alejandro Lorenty Herrera" userId="6b68ea8e0a56b4d4" providerId="LiveId" clId="{8CB26077-99CF-44C9-B9D7-086B993461A4}" dt="2025-05-29T14:15:59.727" v="3"/>
          <ac:spMkLst>
            <pc:docMk/>
            <pc:sldMk cId="0" sldId="257"/>
            <ac:spMk id="12" creationId="{AD570773-E209-EAC7-F15A-27758532A607}"/>
          </ac:spMkLst>
        </pc:spChg>
        <pc:spChg chg="mod">
          <ac:chgData name="José Alejandro Lorenty Herrera" userId="6b68ea8e0a56b4d4" providerId="LiveId" clId="{8CB26077-99CF-44C9-B9D7-086B993461A4}" dt="2025-05-29T14:16:10.590" v="5"/>
          <ac:spMkLst>
            <pc:docMk/>
            <pc:sldMk cId="0" sldId="257"/>
            <ac:spMk id="16" creationId="{2C72DFB1-FD3A-684B-4838-805A536F4C32}"/>
          </ac:spMkLst>
        </pc:spChg>
        <pc:spChg chg="mod">
          <ac:chgData name="José Alejandro Lorenty Herrera" userId="6b68ea8e0a56b4d4" providerId="LiveId" clId="{8CB26077-99CF-44C9-B9D7-086B993461A4}" dt="2025-05-29T14:16:28.745" v="41" actId="6549"/>
          <ac:spMkLst>
            <pc:docMk/>
            <pc:sldMk cId="0" sldId="257"/>
            <ac:spMk id="24" creationId="{4878B0EF-515C-9C2E-B8F1-D1ED40F111C7}"/>
          </ac:spMkLst>
        </pc:spChg>
        <pc:spChg chg="mod">
          <ac:chgData name="José Alejandro Lorenty Herrera" userId="6b68ea8e0a56b4d4" providerId="LiveId" clId="{8CB26077-99CF-44C9-B9D7-086B993461A4}" dt="2025-05-29T14:16:39.828" v="43"/>
          <ac:spMkLst>
            <pc:docMk/>
            <pc:sldMk cId="0" sldId="257"/>
            <ac:spMk id="28" creationId="{0620F0DA-4736-6652-90BC-299278A23299}"/>
          </ac:spMkLst>
        </pc:spChg>
        <pc:spChg chg="mod">
          <ac:chgData name="José Alejandro Lorenty Herrera" userId="6b68ea8e0a56b4d4" providerId="LiveId" clId="{8CB26077-99CF-44C9-B9D7-086B993461A4}" dt="2025-05-29T14:15:49.029" v="1"/>
          <ac:spMkLst>
            <pc:docMk/>
            <pc:sldMk cId="0" sldId="257"/>
            <ac:spMk id="98" creationId="{00000000-0000-0000-0000-000000000000}"/>
          </ac:spMkLst>
        </pc:spChg>
        <pc:grpChg chg="mod">
          <ac:chgData name="José Alejandro Lorenty Herrera" userId="6b68ea8e0a56b4d4" providerId="LiveId" clId="{8CB26077-99CF-44C9-B9D7-086B993461A4}" dt="2025-05-29T14:16:04.345" v="4" actId="14100"/>
          <ac:grpSpMkLst>
            <pc:docMk/>
            <pc:sldMk cId="0" sldId="257"/>
            <ac:grpSpMk id="10" creationId="{6E8552C1-DDF1-4ABD-5F96-B60781CD6C68}"/>
          </ac:grpSpMkLst>
        </pc:grpChg>
        <pc:grpChg chg="mod">
          <ac:chgData name="José Alejandro Lorenty Herrera" userId="6b68ea8e0a56b4d4" providerId="LiveId" clId="{8CB26077-99CF-44C9-B9D7-086B993461A4}" dt="2025-05-29T14:16:12.663" v="6" actId="14100"/>
          <ac:grpSpMkLst>
            <pc:docMk/>
            <pc:sldMk cId="0" sldId="257"/>
            <ac:grpSpMk id="14" creationId="{C5AA762B-A004-5E25-1690-EEB520FCCFA6}"/>
          </ac:grpSpMkLst>
        </pc:grpChg>
        <pc:grpChg chg="mod">
          <ac:chgData name="José Alejandro Lorenty Herrera" userId="6b68ea8e0a56b4d4" providerId="LiveId" clId="{8CB26077-99CF-44C9-B9D7-086B993461A4}" dt="2025-05-29T14:16:34.583" v="42" actId="14100"/>
          <ac:grpSpMkLst>
            <pc:docMk/>
            <pc:sldMk cId="0" sldId="257"/>
            <ac:grpSpMk id="22" creationId="{705C6ABC-AF47-4CB0-E688-D293EA0CDF2E}"/>
          </ac:grpSpMkLst>
        </pc:grpChg>
        <pc:grpChg chg="mod">
          <ac:chgData name="José Alejandro Lorenty Herrera" userId="6b68ea8e0a56b4d4" providerId="LiveId" clId="{8CB26077-99CF-44C9-B9D7-086B993461A4}" dt="2025-05-29T14:16:41.193" v="44" actId="14100"/>
          <ac:grpSpMkLst>
            <pc:docMk/>
            <pc:sldMk cId="0" sldId="257"/>
            <ac:grpSpMk id="26" creationId="{287C2518-078E-531A-BC03-5B1A4C947917}"/>
          </ac:grpSpMkLst>
        </pc:grpChg>
        <pc:grpChg chg="mod">
          <ac:chgData name="José Alejandro Lorenty Herrera" userId="6b68ea8e0a56b4d4" providerId="LiveId" clId="{8CB26077-99CF-44C9-B9D7-086B993461A4}" dt="2025-05-29T14:15:52.761" v="2" actId="14100"/>
          <ac:grpSpMkLst>
            <pc:docMk/>
            <pc:sldMk cId="0" sldId="257"/>
            <ac:grpSpMk id="96" creationId="{00000000-0000-0000-0000-000000000000}"/>
          </ac:grpSpMkLst>
        </pc:grpChg>
      </pc:sldChg>
      <pc:sldChg chg="modSp mod">
        <pc:chgData name="José Alejandro Lorenty Herrera" userId="6b68ea8e0a56b4d4" providerId="LiveId" clId="{8CB26077-99CF-44C9-B9D7-086B993461A4}" dt="2025-05-29T16:07:31.525" v="103" actId="255"/>
        <pc:sldMkLst>
          <pc:docMk/>
          <pc:sldMk cId="3758835378" sldId="271"/>
        </pc:sldMkLst>
        <pc:spChg chg="mod">
          <ac:chgData name="José Alejandro Lorenty Herrera" userId="6b68ea8e0a56b4d4" providerId="LiveId" clId="{8CB26077-99CF-44C9-B9D7-086B993461A4}" dt="2025-05-29T14:46:21.762" v="81" actId="20577"/>
          <ac:spMkLst>
            <pc:docMk/>
            <pc:sldMk cId="3758835378" sldId="271"/>
            <ac:spMk id="2" creationId="{070FA2D8-0262-A811-858D-1DB474094B67}"/>
          </ac:spMkLst>
        </pc:spChg>
        <pc:spChg chg="mod">
          <ac:chgData name="José Alejandro Lorenty Herrera" userId="6b68ea8e0a56b4d4" providerId="LiveId" clId="{8CB26077-99CF-44C9-B9D7-086B993461A4}" dt="2025-05-29T16:07:31.525" v="103" actId="255"/>
          <ac:spMkLst>
            <pc:docMk/>
            <pc:sldMk cId="3758835378" sldId="271"/>
            <ac:spMk id="3" creationId="{7379920C-76C9-6AC0-A586-0EB34D3858FD}"/>
          </ac:spMkLst>
        </pc:spChg>
      </pc:sldChg>
      <pc:sldChg chg="modSp mod">
        <pc:chgData name="José Alejandro Lorenty Herrera" userId="6b68ea8e0a56b4d4" providerId="LiveId" clId="{8CB26077-99CF-44C9-B9D7-086B993461A4}" dt="2025-05-29T16:05:04.001" v="87"/>
        <pc:sldMkLst>
          <pc:docMk/>
          <pc:sldMk cId="2350886039" sldId="272"/>
        </pc:sldMkLst>
      </pc:sldChg>
      <pc:sldChg chg="addSp delSp modSp mod">
        <pc:chgData name="José Alejandro Lorenty Herrera" userId="6b68ea8e0a56b4d4" providerId="LiveId" clId="{8CB26077-99CF-44C9-B9D7-086B993461A4}" dt="2025-05-29T17:15:50.947" v="447"/>
        <pc:sldMkLst>
          <pc:docMk/>
          <pc:sldMk cId="430156373" sldId="278"/>
        </pc:sldMkLst>
      </pc:sldChg>
      <pc:sldChg chg="modSp">
        <pc:chgData name="José Alejandro Lorenty Herrera" userId="6b68ea8e0a56b4d4" providerId="LiveId" clId="{8CB26077-99CF-44C9-B9D7-086B993461A4}" dt="2025-05-29T17:09:27.551" v="427"/>
        <pc:sldMkLst>
          <pc:docMk/>
          <pc:sldMk cId="3775530301" sldId="279"/>
        </pc:sldMkLst>
        <pc:graphicFrameChg chg="mod">
          <ac:chgData name="José Alejandro Lorenty Herrera" userId="6b68ea8e0a56b4d4" providerId="LiveId" clId="{8CB26077-99CF-44C9-B9D7-086B993461A4}" dt="2025-05-29T17:09:27.551" v="427"/>
          <ac:graphicFrameMkLst>
            <pc:docMk/>
            <pc:sldMk cId="3775530301" sldId="279"/>
            <ac:graphicFrameMk id="5" creationId="{95AEEF6B-008C-49C0-DB75-C00443894168}"/>
          </ac:graphicFrameMkLst>
        </pc:graphicFrameChg>
      </pc:sldChg>
      <pc:sldChg chg="del">
        <pc:chgData name="José Alejandro Lorenty Herrera" userId="6b68ea8e0a56b4d4" providerId="LiveId" clId="{8CB26077-99CF-44C9-B9D7-086B993461A4}" dt="2025-05-29T16:09:15.086" v="104" actId="47"/>
        <pc:sldMkLst>
          <pc:docMk/>
          <pc:sldMk cId="897256330" sldId="291"/>
        </pc:sldMkLst>
      </pc:sldChg>
      <pc:sldChg chg="addSp delSp modSp mod">
        <pc:chgData name="José Alejandro Lorenty Herrera" userId="6b68ea8e0a56b4d4" providerId="LiveId" clId="{8CB26077-99CF-44C9-B9D7-086B993461A4}" dt="2025-05-29T16:07:22" v="101" actId="255"/>
        <pc:sldMkLst>
          <pc:docMk/>
          <pc:sldMk cId="2989252300" sldId="305"/>
        </pc:sldMkLst>
      </pc:sldChg>
      <pc:sldChg chg="addSp modSp mod setBg setClrOvrMap">
        <pc:chgData name="José Alejandro Lorenty Herrera" userId="6b68ea8e0a56b4d4" providerId="LiveId" clId="{8CB26077-99CF-44C9-B9D7-086B993461A4}" dt="2025-05-29T16:49:43.195" v="333" actId="26606"/>
        <pc:sldMkLst>
          <pc:docMk/>
          <pc:sldMk cId="2483196394" sldId="306"/>
        </pc:sldMkLst>
      </pc:sldChg>
      <pc:sldChg chg="del">
        <pc:chgData name="José Alejandro Lorenty Herrera" userId="6b68ea8e0a56b4d4" providerId="LiveId" clId="{8CB26077-99CF-44C9-B9D7-086B993461A4}" dt="2025-05-29T16:44:42.660" v="312" actId="47"/>
        <pc:sldMkLst>
          <pc:docMk/>
          <pc:sldMk cId="2401240722" sldId="309"/>
        </pc:sldMkLst>
      </pc:sldChg>
      <pc:sldChg chg="del">
        <pc:chgData name="José Alejandro Lorenty Herrera" userId="6b68ea8e0a56b4d4" providerId="LiveId" clId="{8CB26077-99CF-44C9-B9D7-086B993461A4}" dt="2025-05-29T16:44:43.928" v="313" actId="47"/>
        <pc:sldMkLst>
          <pc:docMk/>
          <pc:sldMk cId="3777710088" sldId="310"/>
        </pc:sldMkLst>
      </pc:sldChg>
      <pc:sldChg chg="del">
        <pc:chgData name="José Alejandro Lorenty Herrera" userId="6b68ea8e0a56b4d4" providerId="LiveId" clId="{8CB26077-99CF-44C9-B9D7-086B993461A4}" dt="2025-05-29T16:44:44.999" v="314" actId="47"/>
        <pc:sldMkLst>
          <pc:docMk/>
          <pc:sldMk cId="3365664662" sldId="311"/>
        </pc:sldMkLst>
      </pc:sldChg>
      <pc:sldChg chg="del">
        <pc:chgData name="José Alejandro Lorenty Herrera" userId="6b68ea8e0a56b4d4" providerId="LiveId" clId="{8CB26077-99CF-44C9-B9D7-086B993461A4}" dt="2025-05-29T16:44:45.813" v="315" actId="47"/>
        <pc:sldMkLst>
          <pc:docMk/>
          <pc:sldMk cId="168163394" sldId="312"/>
        </pc:sldMkLst>
      </pc:sldChg>
      <pc:sldChg chg="del">
        <pc:chgData name="José Alejandro Lorenty Herrera" userId="6b68ea8e0a56b4d4" providerId="LiveId" clId="{8CB26077-99CF-44C9-B9D7-086B993461A4}" dt="2025-05-29T16:44:46.508" v="316" actId="47"/>
        <pc:sldMkLst>
          <pc:docMk/>
          <pc:sldMk cId="3901437244" sldId="314"/>
        </pc:sldMkLst>
      </pc:sldChg>
      <pc:sldChg chg="del">
        <pc:chgData name="José Alejandro Lorenty Herrera" userId="6b68ea8e0a56b4d4" providerId="LiveId" clId="{8CB26077-99CF-44C9-B9D7-086B993461A4}" dt="2025-05-29T16:44:47.511" v="317" actId="47"/>
        <pc:sldMkLst>
          <pc:docMk/>
          <pc:sldMk cId="1920168603" sldId="315"/>
        </pc:sldMkLst>
      </pc:sldChg>
      <pc:sldChg chg="del">
        <pc:chgData name="José Alejandro Lorenty Herrera" userId="6b68ea8e0a56b4d4" providerId="LiveId" clId="{8CB26077-99CF-44C9-B9D7-086B993461A4}" dt="2025-05-29T16:44:49.969" v="319" actId="47"/>
        <pc:sldMkLst>
          <pc:docMk/>
          <pc:sldMk cId="4020373361" sldId="316"/>
        </pc:sldMkLst>
      </pc:sldChg>
      <pc:sldChg chg="del">
        <pc:chgData name="José Alejandro Lorenty Herrera" userId="6b68ea8e0a56b4d4" providerId="LiveId" clId="{8CB26077-99CF-44C9-B9D7-086B993461A4}" dt="2025-05-29T16:44:48.973" v="318" actId="47"/>
        <pc:sldMkLst>
          <pc:docMk/>
          <pc:sldMk cId="3390939162" sldId="317"/>
        </pc:sldMkLst>
      </pc:sldChg>
      <pc:sldChg chg="addSp delSp modSp mod setBg">
        <pc:chgData name="José Alejandro Lorenty Herrera" userId="6b68ea8e0a56b4d4" providerId="LiveId" clId="{8CB26077-99CF-44C9-B9D7-086B993461A4}" dt="2025-05-29T16:33:59.331" v="246" actId="14734"/>
        <pc:sldMkLst>
          <pc:docMk/>
          <pc:sldMk cId="1552570989" sldId="318"/>
        </pc:sldMkLst>
      </pc:sldChg>
      <pc:sldChg chg="addSp delSp modSp add mod modTransition setBg">
        <pc:chgData name="José Alejandro Lorenty Herrera" userId="6b68ea8e0a56b4d4" providerId="LiveId" clId="{8CB26077-99CF-44C9-B9D7-086B993461A4}" dt="2025-05-29T16:12:48.085" v="118"/>
        <pc:sldMkLst>
          <pc:docMk/>
          <pc:sldMk cId="2948909346" sldId="319"/>
        </pc:sldMkLst>
      </pc:sldChg>
      <pc:sldChg chg="addSp delSp modSp add mod modTransition">
        <pc:chgData name="José Alejandro Lorenty Herrera" userId="6b68ea8e0a56b4d4" providerId="LiveId" clId="{8CB26077-99CF-44C9-B9D7-086B993461A4}" dt="2025-05-29T16:16:14.102" v="133"/>
        <pc:sldMkLst>
          <pc:docMk/>
          <pc:sldMk cId="34327003" sldId="320"/>
        </pc:sldMkLst>
      </pc:sldChg>
      <pc:sldChg chg="new del">
        <pc:chgData name="José Alejandro Lorenty Herrera" userId="6b68ea8e0a56b4d4" providerId="LiveId" clId="{8CB26077-99CF-44C9-B9D7-086B993461A4}" dt="2025-05-29T16:13:37.544" v="120" actId="47"/>
        <pc:sldMkLst>
          <pc:docMk/>
          <pc:sldMk cId="941754919" sldId="320"/>
        </pc:sldMkLst>
      </pc:sldChg>
      <pc:sldChg chg="addSp delSp add del setBg delDesignElem">
        <pc:chgData name="José Alejandro Lorenty Herrera" userId="6b68ea8e0a56b4d4" providerId="LiveId" clId="{8CB26077-99CF-44C9-B9D7-086B993461A4}" dt="2025-05-29T16:13:53.016" v="123"/>
        <pc:sldMkLst>
          <pc:docMk/>
          <pc:sldMk cId="1005389746" sldId="320"/>
        </pc:sldMkLst>
      </pc:sldChg>
      <pc:sldChg chg="modSp add mod setBg">
        <pc:chgData name="José Alejandro Lorenty Herrera" userId="6b68ea8e0a56b4d4" providerId="LiveId" clId="{8CB26077-99CF-44C9-B9D7-086B993461A4}" dt="2025-05-29T16:34:52.840" v="257" actId="14734"/>
        <pc:sldMkLst>
          <pc:docMk/>
          <pc:sldMk cId="4267917684" sldId="321"/>
        </pc:sldMkLst>
      </pc:sldChg>
      <pc:sldChg chg="modSp add mod setBg">
        <pc:chgData name="José Alejandro Lorenty Herrera" userId="6b68ea8e0a56b4d4" providerId="LiveId" clId="{8CB26077-99CF-44C9-B9D7-086B993461A4}" dt="2025-05-29T16:37:37.133" v="286" actId="14734"/>
        <pc:sldMkLst>
          <pc:docMk/>
          <pc:sldMk cId="2520905399" sldId="322"/>
        </pc:sldMkLst>
      </pc:sldChg>
      <pc:sldChg chg="modSp add mod setBg">
        <pc:chgData name="José Alejandro Lorenty Herrera" userId="6b68ea8e0a56b4d4" providerId="LiveId" clId="{8CB26077-99CF-44C9-B9D7-086B993461A4}" dt="2025-05-29T16:37:26.852" v="282" actId="14734"/>
        <pc:sldMkLst>
          <pc:docMk/>
          <pc:sldMk cId="4227050919" sldId="323"/>
        </pc:sldMkLst>
      </pc:sldChg>
      <pc:sldChg chg="modSp add mod setBg">
        <pc:chgData name="José Alejandro Lorenty Herrera" userId="6b68ea8e0a56b4d4" providerId="LiveId" clId="{8CB26077-99CF-44C9-B9D7-086B993461A4}" dt="2025-05-29T16:38:18.837" v="295" actId="14734"/>
        <pc:sldMkLst>
          <pc:docMk/>
          <pc:sldMk cId="385173330" sldId="324"/>
        </pc:sldMkLst>
      </pc:sldChg>
      <pc:sldChg chg="addSp modSp add mod modTransition setBg setClrOvrMap">
        <pc:chgData name="José Alejandro Lorenty Herrera" userId="6b68ea8e0a56b4d4" providerId="LiveId" clId="{8CB26077-99CF-44C9-B9D7-086B993461A4}" dt="2025-05-29T16:49:49.674" v="335" actId="26606"/>
        <pc:sldMkLst>
          <pc:docMk/>
          <pc:sldMk cId="2059005954" sldId="325"/>
        </pc:sldMkLst>
      </pc:sldChg>
      <pc:sldChg chg="addSp modSp add mod setBg setClrOvrMap">
        <pc:chgData name="José Alejandro Lorenty Herrera" userId="6b68ea8e0a56b4d4" providerId="LiveId" clId="{8CB26077-99CF-44C9-B9D7-086B993461A4}" dt="2025-05-29T16:49:52.492" v="337" actId="26606"/>
        <pc:sldMkLst>
          <pc:docMk/>
          <pc:sldMk cId="2868397764" sldId="326"/>
        </pc:sldMkLst>
      </pc:sldChg>
      <pc:sldChg chg="addSp modSp add mod modTransition setBg setClrOvrMap">
        <pc:chgData name="José Alejandro Lorenty Herrera" userId="6b68ea8e0a56b4d4" providerId="LiveId" clId="{8CB26077-99CF-44C9-B9D7-086B993461A4}" dt="2025-05-29T16:51:12.836" v="343" actId="26606"/>
        <pc:sldMkLst>
          <pc:docMk/>
          <pc:sldMk cId="2256241551" sldId="327"/>
        </pc:sldMkLst>
      </pc:sldChg>
      <pc:sldChg chg="addSp modSp add mod modTransition setBg setClrOvrMap">
        <pc:chgData name="José Alejandro Lorenty Herrera" userId="6b68ea8e0a56b4d4" providerId="LiveId" clId="{8CB26077-99CF-44C9-B9D7-086B993461A4}" dt="2025-05-29T16:51:15.959" v="345" actId="26606"/>
        <pc:sldMkLst>
          <pc:docMk/>
          <pc:sldMk cId="2504653621" sldId="328"/>
        </pc:sldMkLst>
      </pc:sldChg>
      <pc:sldChg chg="addSp modSp add mod setBg setClrOvrMap">
        <pc:chgData name="José Alejandro Lorenty Herrera" userId="6b68ea8e0a56b4d4" providerId="LiveId" clId="{8CB26077-99CF-44C9-B9D7-086B993461A4}" dt="2025-05-29T16:51:21.518" v="348" actId="26606"/>
        <pc:sldMkLst>
          <pc:docMk/>
          <pc:sldMk cId="3265181302" sldId="329"/>
        </pc:sldMkLst>
      </pc:sldChg>
      <pc:sldChg chg="addSp modSp add mod modTransition setBg setClrOvrMap">
        <pc:chgData name="José Alejandro Lorenty Herrera" userId="6b68ea8e0a56b4d4" providerId="LiveId" clId="{8CB26077-99CF-44C9-B9D7-086B993461A4}" dt="2025-05-29T16:55:33.506" v="363" actId="26606"/>
        <pc:sldMkLst>
          <pc:docMk/>
          <pc:sldMk cId="357923557" sldId="330"/>
        </pc:sldMkLst>
      </pc:sldChg>
      <pc:sldChg chg="addSp modSp add mod modTransition setBg setClrOvrMap">
        <pc:chgData name="José Alejandro Lorenty Herrera" userId="6b68ea8e0a56b4d4" providerId="LiveId" clId="{8CB26077-99CF-44C9-B9D7-086B993461A4}" dt="2025-05-29T16:55:50.038" v="366"/>
        <pc:sldMkLst>
          <pc:docMk/>
          <pc:sldMk cId="1047398749" sldId="331"/>
        </pc:sldMkLst>
      </pc:sldChg>
      <pc:sldChg chg="addSp modSp add mod setBg setClrOvrMap">
        <pc:chgData name="José Alejandro Lorenty Herrera" userId="6b68ea8e0a56b4d4" providerId="LiveId" clId="{8CB26077-99CF-44C9-B9D7-086B993461A4}" dt="2025-05-29T16:57:51.388" v="378" actId="26606"/>
        <pc:sldMkLst>
          <pc:docMk/>
          <pc:sldMk cId="2046447389" sldId="332"/>
        </pc:sldMkLst>
      </pc:sldChg>
      <pc:sldChg chg="addSp modSp add mod modTransition setBg setClrOvrMap">
        <pc:chgData name="José Alejandro Lorenty Herrera" userId="6b68ea8e0a56b4d4" providerId="LiveId" clId="{8CB26077-99CF-44C9-B9D7-086B993461A4}" dt="2025-05-29T16:57:54.767" v="380" actId="26606"/>
        <pc:sldMkLst>
          <pc:docMk/>
          <pc:sldMk cId="3639319261" sldId="333"/>
        </pc:sldMkLst>
      </pc:sldChg>
      <pc:sldChg chg="addSp delSp modSp add mod modTransition setBg setClrOvrMap">
        <pc:chgData name="José Alejandro Lorenty Herrera" userId="6b68ea8e0a56b4d4" providerId="LiveId" clId="{8CB26077-99CF-44C9-B9D7-086B993461A4}" dt="2025-05-29T17:00:25.422" v="398" actId="26606"/>
        <pc:sldMkLst>
          <pc:docMk/>
          <pc:sldMk cId="1720999108" sldId="334"/>
        </pc:sldMkLst>
      </pc:sldChg>
      <pc:sldChg chg="addSp modSp add mod modTransition setBg setClrOvrMap">
        <pc:chgData name="José Alejandro Lorenty Herrera" userId="6b68ea8e0a56b4d4" providerId="LiveId" clId="{8CB26077-99CF-44C9-B9D7-086B993461A4}" dt="2025-05-29T17:01:24.499" v="403" actId="113"/>
        <pc:sldMkLst>
          <pc:docMk/>
          <pc:sldMk cId="3092366018" sldId="335"/>
        </pc:sldMkLst>
      </pc:sldChg>
      <pc:sldChg chg="addSp delSp modSp add mod modTransition setBg setClrOvrMap">
        <pc:chgData name="José Alejandro Lorenty Herrera" userId="6b68ea8e0a56b4d4" providerId="LiveId" clId="{8CB26077-99CF-44C9-B9D7-086B993461A4}" dt="2025-05-29T17:04:03.203" v="416" actId="26606"/>
        <pc:sldMkLst>
          <pc:docMk/>
          <pc:sldMk cId="2867143467" sldId="336"/>
        </pc:sldMkLst>
      </pc:sldChg>
      <pc:sldChg chg="addSp modSp add mod setBg setClrOvrMap">
        <pc:chgData name="José Alejandro Lorenty Herrera" userId="6b68ea8e0a56b4d4" providerId="LiveId" clId="{8CB26077-99CF-44C9-B9D7-086B993461A4}" dt="2025-05-29T17:04:06.989" v="418" actId="26606"/>
        <pc:sldMkLst>
          <pc:docMk/>
          <pc:sldMk cId="4049550432" sldId="337"/>
        </pc:sldMkLst>
      </pc:sldChg>
    </pc:docChg>
  </pc:docChgLst>
  <pc:docChgLst>
    <pc:chgData name="José Alejandro Lorenty Herrera" userId="6b68ea8e0a56b4d4" providerId="LiveId" clId="{ADC2AE29-851A-4757-B3DF-AAC3D0736E1F}"/>
    <pc:docChg chg="undo custSel addSld delSld modSld sldOrd">
      <pc:chgData name="José Alejandro Lorenty Herrera" userId="6b68ea8e0a56b4d4" providerId="LiveId" clId="{ADC2AE29-851A-4757-B3DF-AAC3D0736E1F}" dt="2025-05-25T03:17:38.067" v="323" actId="26606"/>
      <pc:docMkLst>
        <pc:docMk/>
      </pc:docMkLst>
      <pc:sldChg chg="modSp mod">
        <pc:chgData name="José Alejandro Lorenty Herrera" userId="6b68ea8e0a56b4d4" providerId="LiveId" clId="{ADC2AE29-851A-4757-B3DF-AAC3D0736E1F}" dt="2025-05-25T02:39:15.260" v="0"/>
        <pc:sldMkLst>
          <pc:docMk/>
          <pc:sldMk cId="0" sldId="256"/>
        </pc:sldMkLst>
        <pc:spChg chg="mod">
          <ac:chgData name="José Alejandro Lorenty Herrera" userId="6b68ea8e0a56b4d4" providerId="LiveId" clId="{ADC2AE29-851A-4757-B3DF-AAC3D0736E1F}" dt="2025-05-25T02:39:15.260" v="0"/>
          <ac:spMkLst>
            <pc:docMk/>
            <pc:sldMk cId="0" sldId="256"/>
            <ac:spMk id="87" creationId="{00000000-0000-0000-0000-000000000000}"/>
          </ac:spMkLst>
        </pc:spChg>
      </pc:sldChg>
      <pc:sldChg chg="modSp mod">
        <pc:chgData name="José Alejandro Lorenty Herrera" userId="6b68ea8e0a56b4d4" providerId="LiveId" clId="{ADC2AE29-851A-4757-B3DF-AAC3D0736E1F}" dt="2025-05-25T02:44:28.580" v="66" actId="14100"/>
        <pc:sldMkLst>
          <pc:docMk/>
          <pc:sldMk cId="0" sldId="257"/>
        </pc:sldMkLst>
        <pc:spChg chg="mod">
          <ac:chgData name="José Alejandro Lorenty Herrera" userId="6b68ea8e0a56b4d4" providerId="LiveId" clId="{ADC2AE29-851A-4757-B3DF-AAC3D0736E1F}" dt="2025-05-25T02:43:20.726" v="54"/>
          <ac:spMkLst>
            <pc:docMk/>
            <pc:sldMk cId="0" sldId="257"/>
            <ac:spMk id="12" creationId="{AD570773-E209-EAC7-F15A-27758532A607}"/>
          </ac:spMkLst>
        </pc:spChg>
        <pc:spChg chg="mod">
          <ac:chgData name="José Alejandro Lorenty Herrera" userId="6b68ea8e0a56b4d4" providerId="LiveId" clId="{ADC2AE29-851A-4757-B3DF-AAC3D0736E1F}" dt="2025-05-25T02:43:35.615" v="55"/>
          <ac:spMkLst>
            <pc:docMk/>
            <pc:sldMk cId="0" sldId="257"/>
            <ac:spMk id="16" creationId="{2C72DFB1-FD3A-684B-4838-805A536F4C32}"/>
          </ac:spMkLst>
        </pc:spChg>
        <pc:spChg chg="mod">
          <ac:chgData name="José Alejandro Lorenty Herrera" userId="6b68ea8e0a56b4d4" providerId="LiveId" clId="{ADC2AE29-851A-4757-B3DF-AAC3D0736E1F}" dt="2025-05-25T02:43:54.414" v="59"/>
          <ac:spMkLst>
            <pc:docMk/>
            <pc:sldMk cId="0" sldId="257"/>
            <ac:spMk id="24" creationId="{4878B0EF-515C-9C2E-B8F1-D1ED40F111C7}"/>
          </ac:spMkLst>
        </pc:spChg>
        <pc:spChg chg="mod">
          <ac:chgData name="José Alejandro Lorenty Herrera" userId="6b68ea8e0a56b4d4" providerId="LiveId" clId="{ADC2AE29-851A-4757-B3DF-AAC3D0736E1F}" dt="2025-05-25T02:44:03.835" v="61"/>
          <ac:spMkLst>
            <pc:docMk/>
            <pc:sldMk cId="0" sldId="257"/>
            <ac:spMk id="28" creationId="{0620F0DA-4736-6652-90BC-299278A23299}"/>
          </ac:spMkLst>
        </pc:spChg>
        <pc:spChg chg="mod">
          <ac:chgData name="José Alejandro Lorenty Herrera" userId="6b68ea8e0a56b4d4" providerId="LiveId" clId="{ADC2AE29-851A-4757-B3DF-AAC3D0736E1F}" dt="2025-05-25T02:43:02.578" v="52" actId="20577"/>
          <ac:spMkLst>
            <pc:docMk/>
            <pc:sldMk cId="0" sldId="257"/>
            <ac:spMk id="98" creationId="{00000000-0000-0000-0000-000000000000}"/>
          </ac:spMkLst>
        </pc:spChg>
        <pc:grpChg chg="mod">
          <ac:chgData name="José Alejandro Lorenty Herrera" userId="6b68ea8e0a56b4d4" providerId="LiveId" clId="{ADC2AE29-851A-4757-B3DF-AAC3D0736E1F}" dt="2025-05-25T02:43:44.085" v="57" actId="14100"/>
          <ac:grpSpMkLst>
            <pc:docMk/>
            <pc:sldMk cId="0" sldId="257"/>
            <ac:grpSpMk id="10" creationId="{6E8552C1-DDF1-4ABD-5F96-B60781CD6C68}"/>
          </ac:grpSpMkLst>
        </pc:grpChg>
        <pc:grpChg chg="mod">
          <ac:chgData name="José Alejandro Lorenty Herrera" userId="6b68ea8e0a56b4d4" providerId="LiveId" clId="{ADC2AE29-851A-4757-B3DF-AAC3D0736E1F}" dt="2025-05-25T02:43:40.730" v="56" actId="14100"/>
          <ac:grpSpMkLst>
            <pc:docMk/>
            <pc:sldMk cId="0" sldId="257"/>
            <ac:grpSpMk id="14" creationId="{C5AA762B-A004-5E25-1690-EEB520FCCFA6}"/>
          </ac:grpSpMkLst>
        </pc:grpChg>
        <pc:grpChg chg="mod">
          <ac:chgData name="José Alejandro Lorenty Herrera" userId="6b68ea8e0a56b4d4" providerId="LiveId" clId="{ADC2AE29-851A-4757-B3DF-AAC3D0736E1F}" dt="2025-05-25T02:43:56.280" v="60" actId="14100"/>
          <ac:grpSpMkLst>
            <pc:docMk/>
            <pc:sldMk cId="0" sldId="257"/>
            <ac:grpSpMk id="22" creationId="{705C6ABC-AF47-4CB0-E688-D293EA0CDF2E}"/>
          </ac:grpSpMkLst>
        </pc:grpChg>
        <pc:grpChg chg="mod">
          <ac:chgData name="José Alejandro Lorenty Herrera" userId="6b68ea8e0a56b4d4" providerId="LiveId" clId="{ADC2AE29-851A-4757-B3DF-AAC3D0736E1F}" dt="2025-05-25T02:44:06.425" v="62" actId="14100"/>
          <ac:grpSpMkLst>
            <pc:docMk/>
            <pc:sldMk cId="0" sldId="257"/>
            <ac:grpSpMk id="26" creationId="{287C2518-078E-531A-BC03-5B1A4C947917}"/>
          </ac:grpSpMkLst>
        </pc:grpChg>
        <pc:grpChg chg="mod">
          <ac:chgData name="José Alejandro Lorenty Herrera" userId="6b68ea8e0a56b4d4" providerId="LiveId" clId="{ADC2AE29-851A-4757-B3DF-AAC3D0736E1F}" dt="2025-05-25T02:43:47.275" v="58" actId="14100"/>
          <ac:grpSpMkLst>
            <pc:docMk/>
            <pc:sldMk cId="0" sldId="257"/>
            <ac:grpSpMk id="96" creationId="{00000000-0000-0000-0000-000000000000}"/>
          </ac:grpSpMkLst>
        </pc:grpChg>
      </pc:sldChg>
      <pc:sldChg chg="modSp mod">
        <pc:chgData name="José Alejandro Lorenty Herrera" userId="6b68ea8e0a56b4d4" providerId="LiveId" clId="{ADC2AE29-851A-4757-B3DF-AAC3D0736E1F}" dt="2025-05-25T02:46:12.037" v="69" actId="20577"/>
        <pc:sldMkLst>
          <pc:docMk/>
          <pc:sldMk cId="688033663" sldId="270"/>
        </pc:sldMkLst>
        <pc:spChg chg="mod">
          <ac:chgData name="José Alejandro Lorenty Herrera" userId="6b68ea8e0a56b4d4" providerId="LiveId" clId="{ADC2AE29-851A-4757-B3DF-AAC3D0736E1F}" dt="2025-05-25T02:46:12.037" v="69" actId="20577"/>
          <ac:spMkLst>
            <pc:docMk/>
            <pc:sldMk cId="688033663" sldId="270"/>
            <ac:spMk id="3" creationId="{AA521087-E5EA-C46B-DEB3-FF96351C1922}"/>
          </ac:spMkLst>
        </pc:spChg>
      </pc:sldChg>
      <pc:sldChg chg="modSp mod">
        <pc:chgData name="José Alejandro Lorenty Herrera" userId="6b68ea8e0a56b4d4" providerId="LiveId" clId="{ADC2AE29-851A-4757-B3DF-AAC3D0736E1F}" dt="2025-05-25T02:49:40.168" v="92" actId="113"/>
        <pc:sldMkLst>
          <pc:docMk/>
          <pc:sldMk cId="3758835378" sldId="271"/>
        </pc:sldMkLst>
        <pc:spChg chg="mod">
          <ac:chgData name="José Alejandro Lorenty Herrera" userId="6b68ea8e0a56b4d4" providerId="LiveId" clId="{ADC2AE29-851A-4757-B3DF-AAC3D0736E1F}" dt="2025-05-25T02:48:58.740" v="88" actId="20577"/>
          <ac:spMkLst>
            <pc:docMk/>
            <pc:sldMk cId="3758835378" sldId="271"/>
            <ac:spMk id="2" creationId="{070FA2D8-0262-A811-858D-1DB474094B67}"/>
          </ac:spMkLst>
        </pc:spChg>
        <pc:spChg chg="mod">
          <ac:chgData name="José Alejandro Lorenty Herrera" userId="6b68ea8e0a56b4d4" providerId="LiveId" clId="{ADC2AE29-851A-4757-B3DF-AAC3D0736E1F}" dt="2025-05-25T02:49:40.168" v="92" actId="113"/>
          <ac:spMkLst>
            <pc:docMk/>
            <pc:sldMk cId="3758835378" sldId="271"/>
            <ac:spMk id="3" creationId="{7379920C-76C9-6AC0-A586-0EB34D3858FD}"/>
          </ac:spMkLst>
        </pc:spChg>
      </pc:sldChg>
      <pc:sldChg chg="modSp mod">
        <pc:chgData name="José Alejandro Lorenty Herrera" userId="6b68ea8e0a56b4d4" providerId="LiveId" clId="{ADC2AE29-851A-4757-B3DF-AAC3D0736E1F}" dt="2025-05-25T02:50:27.407" v="98" actId="113"/>
        <pc:sldMkLst>
          <pc:docMk/>
          <pc:sldMk cId="2350886039" sldId="272"/>
        </pc:sldMkLst>
      </pc:sldChg>
      <pc:sldChg chg="addSp delSp modSp mod">
        <pc:chgData name="José Alejandro Lorenty Herrera" userId="6b68ea8e0a56b4d4" providerId="LiveId" clId="{ADC2AE29-851A-4757-B3DF-AAC3D0736E1F}" dt="2025-05-25T03:17:38.067" v="323" actId="26606"/>
        <pc:sldMkLst>
          <pc:docMk/>
          <pc:sldMk cId="430156373" sldId="278"/>
        </pc:sldMkLst>
      </pc:sldChg>
      <pc:sldChg chg="modSp add del">
        <pc:chgData name="José Alejandro Lorenty Herrera" userId="6b68ea8e0a56b4d4" providerId="LiveId" clId="{ADC2AE29-851A-4757-B3DF-AAC3D0736E1F}" dt="2025-05-25T03:03:39.500" v="257" actId="47"/>
        <pc:sldMkLst>
          <pc:docMk/>
          <pc:sldMk cId="3775530301" sldId="279"/>
        </pc:sldMkLst>
        <pc:graphicFrameChg chg="mod">
          <ac:chgData name="José Alejandro Lorenty Herrera" userId="6b68ea8e0a56b4d4" providerId="LiveId" clId="{ADC2AE29-851A-4757-B3DF-AAC3D0736E1F}" dt="2025-05-25T02:47:47.704" v="76"/>
          <ac:graphicFrameMkLst>
            <pc:docMk/>
            <pc:sldMk cId="3775530301" sldId="279"/>
            <ac:graphicFrameMk id="5" creationId="{95AEEF6B-008C-49C0-DB75-C00443894168}"/>
          </ac:graphicFrameMkLst>
        </pc:graphicFrameChg>
      </pc:sldChg>
      <pc:sldChg chg="modSp add del">
        <pc:chgData name="José Alejandro Lorenty Herrera" userId="6b68ea8e0a56b4d4" providerId="LiveId" clId="{ADC2AE29-851A-4757-B3DF-AAC3D0736E1F}" dt="2025-05-25T03:16:56.911" v="314"/>
        <pc:sldMkLst>
          <pc:docMk/>
          <pc:sldMk cId="1285352527" sldId="290"/>
        </pc:sldMkLst>
        <pc:graphicFrameChg chg="mod">
          <ac:chgData name="José Alejandro Lorenty Herrera" userId="6b68ea8e0a56b4d4" providerId="LiveId" clId="{ADC2AE29-851A-4757-B3DF-AAC3D0736E1F}" dt="2025-05-25T03:16:56.911" v="314"/>
          <ac:graphicFrameMkLst>
            <pc:docMk/>
            <pc:sldMk cId="1285352527" sldId="290"/>
            <ac:graphicFrameMk id="5" creationId="{A53FC35C-237C-AFF6-21EF-4265D50B7A87}"/>
          </ac:graphicFrameMkLst>
        </pc:graphicFrameChg>
      </pc:sldChg>
      <pc:sldChg chg="modSp mod ord">
        <pc:chgData name="José Alejandro Lorenty Herrera" userId="6b68ea8e0a56b4d4" providerId="LiveId" clId="{ADC2AE29-851A-4757-B3DF-AAC3D0736E1F}" dt="2025-05-25T03:01:34.938" v="229"/>
        <pc:sldMkLst>
          <pc:docMk/>
          <pc:sldMk cId="897256330" sldId="291"/>
        </pc:sldMkLst>
      </pc:sldChg>
      <pc:sldChg chg="del">
        <pc:chgData name="José Alejandro Lorenty Herrera" userId="6b68ea8e0a56b4d4" providerId="LiveId" clId="{ADC2AE29-851A-4757-B3DF-AAC3D0736E1F}" dt="2025-05-25T03:03:18.931" v="242" actId="47"/>
        <pc:sldMkLst>
          <pc:docMk/>
          <pc:sldMk cId="229504" sldId="292"/>
        </pc:sldMkLst>
      </pc:sldChg>
      <pc:sldChg chg="del">
        <pc:chgData name="José Alejandro Lorenty Herrera" userId="6b68ea8e0a56b4d4" providerId="LiveId" clId="{ADC2AE29-851A-4757-B3DF-AAC3D0736E1F}" dt="2025-05-25T03:03:19.859" v="243" actId="47"/>
        <pc:sldMkLst>
          <pc:docMk/>
          <pc:sldMk cId="492654128" sldId="293"/>
        </pc:sldMkLst>
      </pc:sldChg>
      <pc:sldChg chg="del">
        <pc:chgData name="José Alejandro Lorenty Herrera" userId="6b68ea8e0a56b4d4" providerId="LiveId" clId="{ADC2AE29-851A-4757-B3DF-AAC3D0736E1F}" dt="2025-05-25T03:03:22.012" v="244" actId="47"/>
        <pc:sldMkLst>
          <pc:docMk/>
          <pc:sldMk cId="3854854051" sldId="294"/>
        </pc:sldMkLst>
      </pc:sldChg>
      <pc:sldChg chg="del">
        <pc:chgData name="José Alejandro Lorenty Herrera" userId="6b68ea8e0a56b4d4" providerId="LiveId" clId="{ADC2AE29-851A-4757-B3DF-AAC3D0736E1F}" dt="2025-05-25T03:03:23.119" v="245" actId="47"/>
        <pc:sldMkLst>
          <pc:docMk/>
          <pc:sldMk cId="307748883" sldId="295"/>
        </pc:sldMkLst>
      </pc:sldChg>
      <pc:sldChg chg="del">
        <pc:chgData name="José Alejandro Lorenty Herrera" userId="6b68ea8e0a56b4d4" providerId="LiveId" clId="{ADC2AE29-851A-4757-B3DF-AAC3D0736E1F}" dt="2025-05-25T03:03:24.211" v="246" actId="47"/>
        <pc:sldMkLst>
          <pc:docMk/>
          <pc:sldMk cId="3695742359" sldId="296"/>
        </pc:sldMkLst>
      </pc:sldChg>
      <pc:sldChg chg="del">
        <pc:chgData name="José Alejandro Lorenty Herrera" userId="6b68ea8e0a56b4d4" providerId="LiveId" clId="{ADC2AE29-851A-4757-B3DF-AAC3D0736E1F}" dt="2025-05-25T03:03:27.956" v="249" actId="47"/>
        <pc:sldMkLst>
          <pc:docMk/>
          <pc:sldMk cId="326094866" sldId="297"/>
        </pc:sldMkLst>
      </pc:sldChg>
      <pc:sldChg chg="del">
        <pc:chgData name="José Alejandro Lorenty Herrera" userId="6b68ea8e0a56b4d4" providerId="LiveId" clId="{ADC2AE29-851A-4757-B3DF-AAC3D0736E1F}" dt="2025-05-25T03:03:34.949" v="253" actId="47"/>
        <pc:sldMkLst>
          <pc:docMk/>
          <pc:sldMk cId="1914963071" sldId="298"/>
        </pc:sldMkLst>
      </pc:sldChg>
      <pc:sldChg chg="del">
        <pc:chgData name="José Alejandro Lorenty Herrera" userId="6b68ea8e0a56b4d4" providerId="LiveId" clId="{ADC2AE29-851A-4757-B3DF-AAC3D0736E1F}" dt="2025-05-25T03:03:25.200" v="247" actId="47"/>
        <pc:sldMkLst>
          <pc:docMk/>
          <pc:sldMk cId="499609419" sldId="299"/>
        </pc:sldMkLst>
      </pc:sldChg>
      <pc:sldChg chg="del">
        <pc:chgData name="José Alejandro Lorenty Herrera" userId="6b68ea8e0a56b4d4" providerId="LiveId" clId="{ADC2AE29-851A-4757-B3DF-AAC3D0736E1F}" dt="2025-05-25T03:03:29.001" v="250" actId="47"/>
        <pc:sldMkLst>
          <pc:docMk/>
          <pc:sldMk cId="2138013092" sldId="300"/>
        </pc:sldMkLst>
      </pc:sldChg>
      <pc:sldChg chg="del">
        <pc:chgData name="José Alejandro Lorenty Herrera" userId="6b68ea8e0a56b4d4" providerId="LiveId" clId="{ADC2AE29-851A-4757-B3DF-AAC3D0736E1F}" dt="2025-05-25T03:03:31.994" v="252" actId="47"/>
        <pc:sldMkLst>
          <pc:docMk/>
          <pc:sldMk cId="2311178563" sldId="301"/>
        </pc:sldMkLst>
      </pc:sldChg>
      <pc:sldChg chg="del">
        <pc:chgData name="José Alejandro Lorenty Herrera" userId="6b68ea8e0a56b4d4" providerId="LiveId" clId="{ADC2AE29-851A-4757-B3DF-AAC3D0736E1F}" dt="2025-05-25T03:03:26.236" v="248" actId="47"/>
        <pc:sldMkLst>
          <pc:docMk/>
          <pc:sldMk cId="4201728307" sldId="302"/>
        </pc:sldMkLst>
      </pc:sldChg>
      <pc:sldChg chg="del">
        <pc:chgData name="José Alejandro Lorenty Herrera" userId="6b68ea8e0a56b4d4" providerId="LiveId" clId="{ADC2AE29-851A-4757-B3DF-AAC3D0736E1F}" dt="2025-05-25T03:03:30.178" v="251" actId="47"/>
        <pc:sldMkLst>
          <pc:docMk/>
          <pc:sldMk cId="1991582755" sldId="303"/>
        </pc:sldMkLst>
      </pc:sldChg>
      <pc:sldChg chg="del">
        <pc:chgData name="José Alejandro Lorenty Herrera" userId="6b68ea8e0a56b4d4" providerId="LiveId" clId="{ADC2AE29-851A-4757-B3DF-AAC3D0736E1F}" dt="2025-05-25T03:03:35.845" v="254" actId="47"/>
        <pc:sldMkLst>
          <pc:docMk/>
          <pc:sldMk cId="871053208" sldId="304"/>
        </pc:sldMkLst>
      </pc:sldChg>
      <pc:sldChg chg="modSp add mod">
        <pc:chgData name="José Alejandro Lorenty Herrera" userId="6b68ea8e0a56b4d4" providerId="LiveId" clId="{ADC2AE29-851A-4757-B3DF-AAC3D0736E1F}" dt="2025-05-25T02:51:01.863" v="103" actId="113"/>
        <pc:sldMkLst>
          <pc:docMk/>
          <pc:sldMk cId="2989252300" sldId="305"/>
        </pc:sldMkLst>
      </pc:sldChg>
      <pc:sldChg chg="modSp add mod">
        <pc:chgData name="José Alejandro Lorenty Herrera" userId="6b68ea8e0a56b4d4" providerId="LiveId" clId="{ADC2AE29-851A-4757-B3DF-AAC3D0736E1F}" dt="2025-05-25T02:57:15.738" v="180" actId="113"/>
        <pc:sldMkLst>
          <pc:docMk/>
          <pc:sldMk cId="2483196394" sldId="306"/>
        </pc:sldMkLst>
      </pc:sldChg>
      <pc:sldChg chg="modSp new del mod">
        <pc:chgData name="José Alejandro Lorenty Herrera" userId="6b68ea8e0a56b4d4" providerId="LiveId" clId="{ADC2AE29-851A-4757-B3DF-AAC3D0736E1F}" dt="2025-05-25T02:55:59.076" v="143" actId="47"/>
        <pc:sldMkLst>
          <pc:docMk/>
          <pc:sldMk cId="3988204492" sldId="306"/>
        </pc:sldMkLst>
      </pc:sldChg>
      <pc:sldChg chg="modSp add del mod">
        <pc:chgData name="José Alejandro Lorenty Herrera" userId="6b68ea8e0a56b4d4" providerId="LiveId" clId="{ADC2AE29-851A-4757-B3DF-AAC3D0736E1F}" dt="2025-05-25T02:57:26.663" v="182" actId="47"/>
        <pc:sldMkLst>
          <pc:docMk/>
          <pc:sldMk cId="2606160586" sldId="307"/>
        </pc:sldMkLst>
      </pc:sldChg>
      <pc:sldChg chg="modSp add del mod">
        <pc:chgData name="José Alejandro Lorenty Herrera" userId="6b68ea8e0a56b4d4" providerId="LiveId" clId="{ADC2AE29-851A-4757-B3DF-AAC3D0736E1F}" dt="2025-05-25T02:57:27.769" v="183" actId="47"/>
        <pc:sldMkLst>
          <pc:docMk/>
          <pc:sldMk cId="1674824878" sldId="308"/>
        </pc:sldMkLst>
      </pc:sldChg>
      <pc:sldChg chg="addSp delSp modSp add mod setBg">
        <pc:chgData name="José Alejandro Lorenty Herrera" userId="6b68ea8e0a56b4d4" providerId="LiveId" clId="{ADC2AE29-851A-4757-B3DF-AAC3D0736E1F}" dt="2025-05-25T03:01:26.647" v="227" actId="26606"/>
        <pc:sldMkLst>
          <pc:docMk/>
          <pc:sldMk cId="2401240722" sldId="309"/>
        </pc:sldMkLst>
      </pc:sldChg>
      <pc:sldChg chg="modSp add mod ord">
        <pc:chgData name="José Alejandro Lorenty Herrera" userId="6b68ea8e0a56b4d4" providerId="LiveId" clId="{ADC2AE29-851A-4757-B3DF-AAC3D0736E1F}" dt="2025-05-25T02:58:56.544" v="208" actId="113"/>
        <pc:sldMkLst>
          <pc:docMk/>
          <pc:sldMk cId="3777710088" sldId="310"/>
        </pc:sldMkLst>
      </pc:sldChg>
      <pc:sldChg chg="addSp delSp modSp add mod setBg">
        <pc:chgData name="José Alejandro Lorenty Herrera" userId="6b68ea8e0a56b4d4" providerId="LiveId" clId="{ADC2AE29-851A-4757-B3DF-AAC3D0736E1F}" dt="2025-05-25T03:00:22.956" v="224" actId="255"/>
        <pc:sldMkLst>
          <pc:docMk/>
          <pc:sldMk cId="3365664662" sldId="311"/>
        </pc:sldMkLst>
      </pc:sldChg>
      <pc:sldChg chg="modSp add mod ord">
        <pc:chgData name="José Alejandro Lorenty Herrera" userId="6b68ea8e0a56b4d4" providerId="LiveId" clId="{ADC2AE29-851A-4757-B3DF-AAC3D0736E1F}" dt="2025-05-25T03:02:32.888" v="241" actId="113"/>
        <pc:sldMkLst>
          <pc:docMk/>
          <pc:sldMk cId="168163394" sldId="312"/>
        </pc:sldMkLst>
      </pc:sldChg>
      <pc:sldChg chg="new del">
        <pc:chgData name="José Alejandro Lorenty Herrera" userId="6b68ea8e0a56b4d4" providerId="LiveId" clId="{ADC2AE29-851A-4757-B3DF-AAC3D0736E1F}" dt="2025-05-25T03:08:00.079" v="261" actId="47"/>
        <pc:sldMkLst>
          <pc:docMk/>
          <pc:sldMk cId="1347878154" sldId="313"/>
        </pc:sldMkLst>
      </pc:sldChg>
      <pc:sldChg chg="addSp delSp modSp add mod setBg">
        <pc:chgData name="José Alejandro Lorenty Herrera" userId="6b68ea8e0a56b4d4" providerId="LiveId" clId="{ADC2AE29-851A-4757-B3DF-AAC3D0736E1F}" dt="2025-05-25T03:08:58.179" v="270" actId="22"/>
        <pc:sldMkLst>
          <pc:docMk/>
          <pc:sldMk cId="3901437244" sldId="314"/>
        </pc:sldMkLst>
      </pc:sldChg>
      <pc:sldChg chg="addSp delSp modSp add mod setBg delDesignElem">
        <pc:chgData name="José Alejandro Lorenty Herrera" userId="6b68ea8e0a56b4d4" providerId="LiveId" clId="{ADC2AE29-851A-4757-B3DF-AAC3D0736E1F}" dt="2025-05-25T03:09:40.018" v="280" actId="26606"/>
        <pc:sldMkLst>
          <pc:docMk/>
          <pc:sldMk cId="1920168603" sldId="315"/>
        </pc:sldMkLst>
      </pc:sldChg>
      <pc:sldChg chg="modSp add mod ord">
        <pc:chgData name="José Alejandro Lorenty Herrera" userId="6b68ea8e0a56b4d4" providerId="LiveId" clId="{ADC2AE29-851A-4757-B3DF-AAC3D0736E1F}" dt="2025-05-25T03:11:10.070" v="288" actId="113"/>
        <pc:sldMkLst>
          <pc:docMk/>
          <pc:sldMk cId="4020373361" sldId="316"/>
        </pc:sldMkLst>
      </pc:sldChg>
      <pc:sldChg chg="modSp add mod ord">
        <pc:chgData name="José Alejandro Lorenty Herrera" userId="6b68ea8e0a56b4d4" providerId="LiveId" clId="{ADC2AE29-851A-4757-B3DF-AAC3D0736E1F}" dt="2025-05-25T03:12:02.535" v="296"/>
        <pc:sldMkLst>
          <pc:docMk/>
          <pc:sldMk cId="3390939162" sldId="317"/>
        </pc:sldMkLst>
      </pc:sldChg>
      <pc:sldChg chg="modSp add mod">
        <pc:chgData name="José Alejandro Lorenty Herrera" userId="6b68ea8e0a56b4d4" providerId="LiveId" clId="{ADC2AE29-851A-4757-B3DF-AAC3D0736E1F}" dt="2025-05-25T03:13:37.785" v="309" actId="113"/>
        <pc:sldMkLst>
          <pc:docMk/>
          <pc:sldMk cId="1552570989" sldId="318"/>
        </pc:sldMkLst>
      </pc:sldChg>
      <pc:sldChg chg="add del">
        <pc:chgData name="José Alejandro Lorenty Herrera" userId="6b68ea8e0a56b4d4" providerId="LiveId" clId="{ADC2AE29-851A-4757-B3DF-AAC3D0736E1F}" dt="2025-05-25T03:17:08.585" v="316"/>
        <pc:sldMkLst>
          <pc:docMk/>
          <pc:sldMk cId="1539318161" sldId="319"/>
        </pc:sldMkLst>
      </pc:sldChg>
    </pc:docChg>
  </pc:docChgLst>
  <pc:docChgLst>
    <pc:chgData name="José Alejandro Lorenty Herrera" userId="6b68ea8e0a56b4d4" providerId="LiveId" clId="{75F7D285-8B23-453A-AFC6-2BA729B1485A}"/>
    <pc:docChg chg="undo redo custSel addSld delSld modSld sldOrd modMainMaster">
      <pc:chgData name="José Alejandro Lorenty Herrera" userId="6b68ea8e0a56b4d4" providerId="LiveId" clId="{75F7D285-8B23-453A-AFC6-2BA729B1485A}" dt="2025-05-23T13:11:20.457" v="2933" actId="20577"/>
      <pc:docMkLst>
        <pc:docMk/>
      </pc:docMkLst>
      <pc:sldChg chg="addSp delSp modSp mod modTransition">
        <pc:chgData name="José Alejandro Lorenty Herrera" userId="6b68ea8e0a56b4d4" providerId="LiveId" clId="{75F7D285-8B23-453A-AFC6-2BA729B1485A}" dt="2025-05-23T12:59:13.860" v="2675"/>
        <pc:sldMkLst>
          <pc:docMk/>
          <pc:sldMk cId="0" sldId="256"/>
        </pc:sldMkLst>
        <pc:spChg chg="mod">
          <ac:chgData name="José Alejandro Lorenty Herrera" userId="6b68ea8e0a56b4d4" providerId="LiveId" clId="{75F7D285-8B23-453A-AFC6-2BA729B1485A}" dt="2025-05-18T17:45:50.452" v="226" actId="1076"/>
          <ac:spMkLst>
            <pc:docMk/>
            <pc:sldMk cId="0" sldId="256"/>
            <ac:spMk id="86" creationId="{00000000-0000-0000-0000-000000000000}"/>
          </ac:spMkLst>
        </pc:spChg>
        <pc:spChg chg="mod">
          <ac:chgData name="José Alejandro Lorenty Herrera" userId="6b68ea8e0a56b4d4" providerId="LiveId" clId="{75F7D285-8B23-453A-AFC6-2BA729B1485A}" dt="2025-05-18T17:46:02.703" v="229" actId="1076"/>
          <ac:spMkLst>
            <pc:docMk/>
            <pc:sldMk cId="0" sldId="256"/>
            <ac:spMk id="87" creationId="{00000000-0000-0000-0000-000000000000}"/>
          </ac:spMkLst>
        </pc:spChg>
        <pc:spChg chg="mod">
          <ac:chgData name="José Alejandro Lorenty Herrera" userId="6b68ea8e0a56b4d4" providerId="LiveId" clId="{75F7D285-8B23-453A-AFC6-2BA729B1485A}" dt="2025-05-18T17:45:47.181" v="225" actId="1076"/>
          <ac:spMkLst>
            <pc:docMk/>
            <pc:sldMk cId="0" sldId="256"/>
            <ac:spMk id="88" creationId="{00000000-0000-0000-0000-000000000000}"/>
          </ac:spMkLst>
        </pc:spChg>
        <pc:picChg chg="add mod ord">
          <ac:chgData name="José Alejandro Lorenty Herrera" userId="6b68ea8e0a56b4d4" providerId="LiveId" clId="{75F7D285-8B23-453A-AFC6-2BA729B1485A}" dt="2025-05-18T17:50:36.742" v="249" actId="14100"/>
          <ac:picMkLst>
            <pc:docMk/>
            <pc:sldMk cId="0" sldId="256"/>
            <ac:picMk id="7" creationId="{0F32ACC8-9316-C735-A51C-1F8235F1B8B0}"/>
          </ac:picMkLst>
        </pc:picChg>
        <pc:picChg chg="add mod">
          <ac:chgData name="José Alejandro Lorenty Herrera" userId="6b68ea8e0a56b4d4" providerId="LiveId" clId="{75F7D285-8B23-453A-AFC6-2BA729B1485A}" dt="2025-05-18T17:50:16.827" v="248" actId="1076"/>
          <ac:picMkLst>
            <pc:docMk/>
            <pc:sldMk cId="0" sldId="256"/>
            <ac:picMk id="9" creationId="{F08DB48C-BC69-8D52-604F-91598647E3B8}"/>
          </ac:picMkLst>
        </pc:picChg>
      </pc:sldChg>
      <pc:sldChg chg="addSp delSp modSp mod modTransition modNotes">
        <pc:chgData name="José Alejandro Lorenty Herrera" userId="6b68ea8e0a56b4d4" providerId="LiveId" clId="{75F7D285-8B23-453A-AFC6-2BA729B1485A}" dt="2025-05-23T13:11:20.457" v="2933" actId="20577"/>
        <pc:sldMkLst>
          <pc:docMk/>
          <pc:sldMk cId="0" sldId="257"/>
        </pc:sldMkLst>
        <pc:spChg chg="mod">
          <ac:chgData name="José Alejandro Lorenty Herrera" userId="6b68ea8e0a56b4d4" providerId="LiveId" clId="{75F7D285-8B23-453A-AFC6-2BA729B1485A}" dt="2025-05-18T17:54:58.480" v="340"/>
          <ac:spMkLst>
            <pc:docMk/>
            <pc:sldMk cId="0" sldId="257"/>
            <ac:spMk id="11" creationId="{CF5FE8FC-3BD6-2F69-30B6-6E855CD1C598}"/>
          </ac:spMkLst>
        </pc:spChg>
        <pc:spChg chg="mod">
          <ac:chgData name="José Alejandro Lorenty Herrera" userId="6b68ea8e0a56b4d4" providerId="LiveId" clId="{75F7D285-8B23-453A-AFC6-2BA729B1485A}" dt="2025-05-18T17:55:32.648" v="348" actId="121"/>
          <ac:spMkLst>
            <pc:docMk/>
            <pc:sldMk cId="0" sldId="257"/>
            <ac:spMk id="12" creationId="{AD570773-E209-EAC7-F15A-27758532A607}"/>
          </ac:spMkLst>
        </pc:spChg>
        <pc:spChg chg="add mod">
          <ac:chgData name="José Alejandro Lorenty Herrera" userId="6b68ea8e0a56b4d4" providerId="LiveId" clId="{75F7D285-8B23-453A-AFC6-2BA729B1485A}" dt="2025-05-18T18:03:17.563" v="414" actId="1076"/>
          <ac:spMkLst>
            <pc:docMk/>
            <pc:sldMk cId="0" sldId="257"/>
            <ac:spMk id="13" creationId="{3BEE7767-573D-E26B-0465-AA0FEC03A20F}"/>
          </ac:spMkLst>
        </pc:spChg>
        <pc:spChg chg="mod">
          <ac:chgData name="José Alejandro Lorenty Herrera" userId="6b68ea8e0a56b4d4" providerId="LiveId" clId="{75F7D285-8B23-453A-AFC6-2BA729B1485A}" dt="2025-05-18T17:55:12.096" v="343"/>
          <ac:spMkLst>
            <pc:docMk/>
            <pc:sldMk cId="0" sldId="257"/>
            <ac:spMk id="15" creationId="{9D0F252B-9B26-9C75-45E9-2ECA79489F00}"/>
          </ac:spMkLst>
        </pc:spChg>
        <pc:spChg chg="mod">
          <ac:chgData name="José Alejandro Lorenty Herrera" userId="6b68ea8e0a56b4d4" providerId="LiveId" clId="{75F7D285-8B23-453A-AFC6-2BA729B1485A}" dt="2025-05-18T17:55:29.786" v="347" actId="121"/>
          <ac:spMkLst>
            <pc:docMk/>
            <pc:sldMk cId="0" sldId="257"/>
            <ac:spMk id="16" creationId="{2C72DFB1-FD3A-684B-4838-805A536F4C32}"/>
          </ac:spMkLst>
        </pc:spChg>
        <pc:spChg chg="add mod">
          <ac:chgData name="José Alejandro Lorenty Herrera" userId="6b68ea8e0a56b4d4" providerId="LiveId" clId="{75F7D285-8B23-453A-AFC6-2BA729B1485A}" dt="2025-05-18T18:03:08.085" v="413" actId="1076"/>
          <ac:spMkLst>
            <pc:docMk/>
            <pc:sldMk cId="0" sldId="257"/>
            <ac:spMk id="17" creationId="{25E92E04-0AC7-AEBF-8B4E-B63A672A86E3}"/>
          </ac:spMkLst>
        </pc:spChg>
        <pc:spChg chg="mod">
          <ac:chgData name="José Alejandro Lorenty Herrera" userId="6b68ea8e0a56b4d4" providerId="LiveId" clId="{75F7D285-8B23-453A-AFC6-2BA729B1485A}" dt="2025-05-18T17:56:28.688" v="358"/>
          <ac:spMkLst>
            <pc:docMk/>
            <pc:sldMk cId="0" sldId="257"/>
            <ac:spMk id="23" creationId="{2AEE9104-1A26-FB95-BB2F-162D3C9BB695}"/>
          </ac:spMkLst>
        </pc:spChg>
        <pc:spChg chg="mod">
          <ac:chgData name="José Alejandro Lorenty Herrera" userId="6b68ea8e0a56b4d4" providerId="LiveId" clId="{75F7D285-8B23-453A-AFC6-2BA729B1485A}" dt="2025-05-18T17:56:50.559" v="360"/>
          <ac:spMkLst>
            <pc:docMk/>
            <pc:sldMk cId="0" sldId="257"/>
            <ac:spMk id="24" creationId="{4878B0EF-515C-9C2E-B8F1-D1ED40F111C7}"/>
          </ac:spMkLst>
        </pc:spChg>
        <pc:spChg chg="add mod">
          <ac:chgData name="José Alejandro Lorenty Herrera" userId="6b68ea8e0a56b4d4" providerId="LiveId" clId="{75F7D285-8B23-453A-AFC6-2BA729B1485A}" dt="2025-05-18T18:02:57.286" v="412" actId="1076"/>
          <ac:spMkLst>
            <pc:docMk/>
            <pc:sldMk cId="0" sldId="257"/>
            <ac:spMk id="25" creationId="{F7733642-EB1F-1A22-CCAA-F2A84307320E}"/>
          </ac:spMkLst>
        </pc:spChg>
        <pc:spChg chg="mod">
          <ac:chgData name="José Alejandro Lorenty Herrera" userId="6b68ea8e0a56b4d4" providerId="LiveId" clId="{75F7D285-8B23-453A-AFC6-2BA729B1485A}" dt="2025-05-18T17:56:55.333" v="361"/>
          <ac:spMkLst>
            <pc:docMk/>
            <pc:sldMk cId="0" sldId="257"/>
            <ac:spMk id="27" creationId="{A50EB05D-EFF5-E5C2-E81C-E344A10FBDB0}"/>
          </ac:spMkLst>
        </pc:spChg>
        <pc:spChg chg="mod">
          <ac:chgData name="José Alejandro Lorenty Herrera" userId="6b68ea8e0a56b4d4" providerId="LiveId" clId="{75F7D285-8B23-453A-AFC6-2BA729B1485A}" dt="2025-05-18T17:57:05.136" v="363"/>
          <ac:spMkLst>
            <pc:docMk/>
            <pc:sldMk cId="0" sldId="257"/>
            <ac:spMk id="28" creationId="{0620F0DA-4736-6652-90BC-299278A23299}"/>
          </ac:spMkLst>
        </pc:spChg>
        <pc:spChg chg="add mod">
          <ac:chgData name="José Alejandro Lorenty Herrera" userId="6b68ea8e0a56b4d4" providerId="LiveId" clId="{75F7D285-8B23-453A-AFC6-2BA729B1485A}" dt="2025-05-18T18:02:31.646" v="410" actId="1076"/>
          <ac:spMkLst>
            <pc:docMk/>
            <pc:sldMk cId="0" sldId="257"/>
            <ac:spMk id="29" creationId="{453A8091-5A5B-9998-BFDD-94D8EBF702D4}"/>
          </ac:spMkLst>
        </pc:spChg>
        <pc:spChg chg="mod">
          <ac:chgData name="José Alejandro Lorenty Herrera" userId="6b68ea8e0a56b4d4" providerId="LiveId" clId="{75F7D285-8B23-453A-AFC6-2BA729B1485A}" dt="2025-05-18T18:09:04.812" v="418" actId="207"/>
          <ac:spMkLst>
            <pc:docMk/>
            <pc:sldMk cId="0" sldId="257"/>
            <ac:spMk id="97" creationId="{00000000-0000-0000-0000-000000000000}"/>
          </ac:spMkLst>
        </pc:spChg>
        <pc:spChg chg="mod">
          <ac:chgData name="José Alejandro Lorenty Herrera" userId="6b68ea8e0a56b4d4" providerId="LiveId" clId="{75F7D285-8B23-453A-AFC6-2BA729B1485A}" dt="2025-05-18T18:09:04.812" v="418" actId="207"/>
          <ac:spMkLst>
            <pc:docMk/>
            <pc:sldMk cId="0" sldId="257"/>
            <ac:spMk id="98" creationId="{00000000-0000-0000-0000-000000000000}"/>
          </ac:spMkLst>
        </pc:spChg>
        <pc:spChg chg="mod">
          <ac:chgData name="José Alejandro Lorenty Herrera" userId="6b68ea8e0a56b4d4" providerId="LiveId" clId="{75F7D285-8B23-453A-AFC6-2BA729B1485A}" dt="2025-05-18T18:03:22.853" v="415" actId="1076"/>
          <ac:spMkLst>
            <pc:docMk/>
            <pc:sldMk cId="0" sldId="257"/>
            <ac:spMk id="99" creationId="{00000000-0000-0000-0000-000000000000}"/>
          </ac:spMkLst>
        </pc:spChg>
        <pc:spChg chg="mod">
          <ac:chgData name="José Alejandro Lorenty Herrera" userId="6b68ea8e0a56b4d4" providerId="LiveId" clId="{75F7D285-8B23-453A-AFC6-2BA729B1485A}" dt="2025-05-18T17:54:12.549" v="330" actId="1076"/>
          <ac:spMkLst>
            <pc:docMk/>
            <pc:sldMk cId="0" sldId="257"/>
            <ac:spMk id="102" creationId="{00000000-0000-0000-0000-000000000000}"/>
          </ac:spMkLst>
        </pc:spChg>
        <pc:spChg chg="mod">
          <ac:chgData name="José Alejandro Lorenty Herrera" userId="6b68ea8e0a56b4d4" providerId="LiveId" clId="{75F7D285-8B23-453A-AFC6-2BA729B1485A}" dt="2025-05-18T18:09:15.254" v="419" actId="1076"/>
          <ac:spMkLst>
            <pc:docMk/>
            <pc:sldMk cId="0" sldId="257"/>
            <ac:spMk id="103" creationId="{00000000-0000-0000-0000-000000000000}"/>
          </ac:spMkLst>
        </pc:spChg>
        <pc:spChg chg="mod">
          <ac:chgData name="José Alejandro Lorenty Herrera" userId="6b68ea8e0a56b4d4" providerId="LiveId" clId="{75F7D285-8B23-453A-AFC6-2BA729B1485A}" dt="2025-05-18T17:58:19.173" v="376" actId="1076"/>
          <ac:spMkLst>
            <pc:docMk/>
            <pc:sldMk cId="0" sldId="257"/>
            <ac:spMk id="104" creationId="{00000000-0000-0000-0000-000000000000}"/>
          </ac:spMkLst>
        </pc:spChg>
        <pc:spChg chg="mod">
          <ac:chgData name="José Alejandro Lorenty Herrera" userId="6b68ea8e0a56b4d4" providerId="LiveId" clId="{75F7D285-8B23-453A-AFC6-2BA729B1485A}" dt="2025-05-18T17:51:24.560" v="250" actId="790"/>
          <ac:spMkLst>
            <pc:docMk/>
            <pc:sldMk cId="0" sldId="257"/>
            <ac:spMk id="108" creationId="{00000000-0000-0000-0000-000000000000}"/>
          </ac:spMkLst>
        </pc:spChg>
        <pc:spChg chg="mod">
          <ac:chgData name="José Alejandro Lorenty Herrera" userId="6b68ea8e0a56b4d4" providerId="LiveId" clId="{75F7D285-8B23-453A-AFC6-2BA729B1485A}" dt="2025-05-18T17:51:24.560" v="250" actId="790"/>
          <ac:spMkLst>
            <pc:docMk/>
            <pc:sldMk cId="0" sldId="257"/>
            <ac:spMk id="110" creationId="{00000000-0000-0000-0000-000000000000}"/>
          </ac:spMkLst>
        </pc:spChg>
        <pc:spChg chg="mod">
          <ac:chgData name="José Alejandro Lorenty Herrera" userId="6b68ea8e0a56b4d4" providerId="LiveId" clId="{75F7D285-8B23-453A-AFC6-2BA729B1485A}" dt="2025-05-23T13:11:20.457" v="2933" actId="20577"/>
          <ac:spMkLst>
            <pc:docMk/>
            <pc:sldMk cId="0" sldId="257"/>
            <ac:spMk id="111" creationId="{00000000-0000-0000-0000-000000000000}"/>
          </ac:spMkLst>
        </pc:spChg>
        <pc:grpChg chg="add mod">
          <ac:chgData name="José Alejandro Lorenty Herrera" userId="6b68ea8e0a56b4d4" providerId="LiveId" clId="{75F7D285-8B23-453A-AFC6-2BA729B1485A}" dt="2025-05-18T18:03:17.563" v="414" actId="1076"/>
          <ac:grpSpMkLst>
            <pc:docMk/>
            <pc:sldMk cId="0" sldId="257"/>
            <ac:grpSpMk id="10" creationId="{6E8552C1-DDF1-4ABD-5F96-B60781CD6C68}"/>
          </ac:grpSpMkLst>
        </pc:grpChg>
        <pc:grpChg chg="add mod">
          <ac:chgData name="José Alejandro Lorenty Herrera" userId="6b68ea8e0a56b4d4" providerId="LiveId" clId="{75F7D285-8B23-453A-AFC6-2BA729B1485A}" dt="2025-05-18T18:03:08.085" v="413" actId="1076"/>
          <ac:grpSpMkLst>
            <pc:docMk/>
            <pc:sldMk cId="0" sldId="257"/>
            <ac:grpSpMk id="14" creationId="{C5AA762B-A004-5E25-1690-EEB520FCCFA6}"/>
          </ac:grpSpMkLst>
        </pc:grpChg>
        <pc:grpChg chg="add mod">
          <ac:chgData name="José Alejandro Lorenty Herrera" userId="6b68ea8e0a56b4d4" providerId="LiveId" clId="{75F7D285-8B23-453A-AFC6-2BA729B1485A}" dt="2025-05-18T18:02:57.286" v="412" actId="1076"/>
          <ac:grpSpMkLst>
            <pc:docMk/>
            <pc:sldMk cId="0" sldId="257"/>
            <ac:grpSpMk id="22" creationId="{705C6ABC-AF47-4CB0-E688-D293EA0CDF2E}"/>
          </ac:grpSpMkLst>
        </pc:grpChg>
        <pc:grpChg chg="add mod">
          <ac:chgData name="José Alejandro Lorenty Herrera" userId="6b68ea8e0a56b4d4" providerId="LiveId" clId="{75F7D285-8B23-453A-AFC6-2BA729B1485A}" dt="2025-05-18T18:02:31.646" v="410" actId="1076"/>
          <ac:grpSpMkLst>
            <pc:docMk/>
            <pc:sldMk cId="0" sldId="257"/>
            <ac:grpSpMk id="26" creationId="{287C2518-078E-531A-BC03-5B1A4C947917}"/>
          </ac:grpSpMkLst>
        </pc:grpChg>
        <pc:grpChg chg="mod">
          <ac:chgData name="José Alejandro Lorenty Herrera" userId="6b68ea8e0a56b4d4" providerId="LiveId" clId="{75F7D285-8B23-453A-AFC6-2BA729B1485A}" dt="2025-05-18T18:09:04.812" v="418" actId="207"/>
          <ac:grpSpMkLst>
            <pc:docMk/>
            <pc:sldMk cId="0" sldId="257"/>
            <ac:grpSpMk id="96" creationId="{00000000-0000-0000-0000-000000000000}"/>
          </ac:grpSpMkLst>
        </pc:grpChg>
        <pc:grpChg chg="mod">
          <ac:chgData name="José Alejandro Lorenty Herrera" userId="6b68ea8e0a56b4d4" providerId="LiveId" clId="{75F7D285-8B23-453A-AFC6-2BA729B1485A}" dt="2025-05-18T18:09:15.254" v="419" actId="1076"/>
          <ac:grpSpMkLst>
            <pc:docMk/>
            <pc:sldMk cId="0" sldId="257"/>
            <ac:grpSpMk id="100" creationId="{00000000-0000-0000-0000-000000000000}"/>
          </ac:grpSpMkLst>
        </pc:grpChg>
      </pc:sldChg>
      <pc:sldChg chg="addSp delSp modSp del mod modTransition setBg modClrScheme chgLayout modNotes">
        <pc:chgData name="José Alejandro Lorenty Herrera" userId="6b68ea8e0a56b4d4" providerId="LiveId" clId="{75F7D285-8B23-453A-AFC6-2BA729B1485A}" dt="2025-05-23T12:21:38.895" v="915" actId="47"/>
        <pc:sldMkLst>
          <pc:docMk/>
          <pc:sldMk cId="0" sldId="258"/>
        </pc:sldMkLst>
      </pc:sldChg>
      <pc:sldChg chg="addSp delSp modSp del mod modTransition setBg setClrOvrMap modNotes">
        <pc:chgData name="José Alejandro Lorenty Herrera" userId="6b68ea8e0a56b4d4" providerId="LiveId" clId="{75F7D285-8B23-453A-AFC6-2BA729B1485A}" dt="2025-05-23T12:23:23.294" v="938" actId="47"/>
        <pc:sldMkLst>
          <pc:docMk/>
          <pc:sldMk cId="0" sldId="259"/>
        </pc:sldMkLst>
      </pc:sldChg>
      <pc:sldChg chg="del modTransition modNotes">
        <pc:chgData name="José Alejandro Lorenty Herrera" userId="6b68ea8e0a56b4d4" providerId="LiveId" clId="{75F7D285-8B23-453A-AFC6-2BA729B1485A}" dt="2025-05-23T13:01:38.693" v="2690" actId="47"/>
        <pc:sldMkLst>
          <pc:docMk/>
          <pc:sldMk cId="0" sldId="260"/>
        </pc:sldMkLst>
      </pc:sldChg>
      <pc:sldChg chg="delSp modSp del mod modTransition modNotes">
        <pc:chgData name="José Alejandro Lorenty Herrera" userId="6b68ea8e0a56b4d4" providerId="LiveId" clId="{75F7D285-8B23-453A-AFC6-2BA729B1485A}" dt="2025-05-23T13:04:26.841" v="2702" actId="47"/>
        <pc:sldMkLst>
          <pc:docMk/>
          <pc:sldMk cId="0" sldId="261"/>
        </pc:sldMkLst>
      </pc:sldChg>
      <pc:sldChg chg="addSp delSp modSp del mod modTransition modNotes">
        <pc:chgData name="José Alejandro Lorenty Herrera" userId="6b68ea8e0a56b4d4" providerId="LiveId" clId="{75F7D285-8B23-453A-AFC6-2BA729B1485A}" dt="2025-05-23T12:32:47.076" v="1076" actId="47"/>
        <pc:sldMkLst>
          <pc:docMk/>
          <pc:sldMk cId="0" sldId="262"/>
        </pc:sldMkLst>
      </pc:sldChg>
      <pc:sldChg chg="delSp modSp del mod modTransition modNotes">
        <pc:chgData name="José Alejandro Lorenty Herrera" userId="6b68ea8e0a56b4d4" providerId="LiveId" clId="{75F7D285-8B23-453A-AFC6-2BA729B1485A}" dt="2025-05-23T12:29:52.040" v="1035" actId="47"/>
        <pc:sldMkLst>
          <pc:docMk/>
          <pc:sldMk cId="0" sldId="263"/>
        </pc:sldMkLst>
      </pc:sldChg>
      <pc:sldChg chg="modSp mod modTransition">
        <pc:chgData name="José Alejandro Lorenty Herrera" userId="6b68ea8e0a56b4d4" providerId="LiveId" clId="{75F7D285-8B23-453A-AFC6-2BA729B1485A}" dt="2025-05-23T12:18:19.443" v="896"/>
        <pc:sldMkLst>
          <pc:docMk/>
          <pc:sldMk cId="0" sldId="264"/>
        </pc:sldMkLst>
        <pc:spChg chg="mod">
          <ac:chgData name="José Alejandro Lorenty Herrera" userId="6b68ea8e0a56b4d4" providerId="LiveId" clId="{75F7D285-8B23-453A-AFC6-2BA729B1485A}" dt="2025-05-18T17:43:50.620" v="222" actId="122"/>
          <ac:spMkLst>
            <pc:docMk/>
            <pc:sldMk cId="0" sldId="264"/>
            <ac:spMk id="184" creationId="{00000000-0000-0000-0000-000000000000}"/>
          </ac:spMkLst>
        </pc:spChg>
      </pc:sldChg>
      <pc:sldChg chg="new del">
        <pc:chgData name="José Alejandro Lorenty Herrera" userId="6b68ea8e0a56b4d4" providerId="LiveId" clId="{75F7D285-8B23-453A-AFC6-2BA729B1485A}" dt="2025-05-18T18:28:44.880" v="720" actId="47"/>
        <pc:sldMkLst>
          <pc:docMk/>
          <pc:sldMk cId="1147509249" sldId="265"/>
        </pc:sldMkLst>
      </pc:sldChg>
      <pc:sldChg chg="modSp add del mod">
        <pc:chgData name="José Alejandro Lorenty Herrera" userId="6b68ea8e0a56b4d4" providerId="LiveId" clId="{75F7D285-8B23-453A-AFC6-2BA729B1485A}" dt="2025-05-18T18:31:14.909" v="742" actId="47"/>
        <pc:sldMkLst>
          <pc:docMk/>
          <pc:sldMk cId="1187139180" sldId="265"/>
        </pc:sldMkLst>
      </pc:sldChg>
      <pc:sldChg chg="modSp add del mod modTransition">
        <pc:chgData name="José Alejandro Lorenty Herrera" userId="6b68ea8e0a56b4d4" providerId="LiveId" clId="{75F7D285-8B23-453A-AFC6-2BA729B1485A}" dt="2025-05-23T12:23:57.106" v="945" actId="47"/>
        <pc:sldMkLst>
          <pc:docMk/>
          <pc:sldMk cId="3668086713" sldId="265"/>
        </pc:sldMkLst>
      </pc:sldChg>
      <pc:sldChg chg="new del">
        <pc:chgData name="José Alejandro Lorenty Herrera" userId="6b68ea8e0a56b4d4" providerId="LiveId" clId="{75F7D285-8B23-453A-AFC6-2BA729B1485A}" dt="2025-05-18T18:29:35.812" v="725" actId="680"/>
        <pc:sldMkLst>
          <pc:docMk/>
          <pc:sldMk cId="645247685" sldId="266"/>
        </pc:sldMkLst>
      </pc:sldChg>
      <pc:sldChg chg="delSp modSp add del mod">
        <pc:chgData name="José Alejandro Lorenty Herrera" userId="6b68ea8e0a56b4d4" providerId="LiveId" clId="{75F7D285-8B23-453A-AFC6-2BA729B1485A}" dt="2025-05-18T18:31:16.462" v="743" actId="47"/>
        <pc:sldMkLst>
          <pc:docMk/>
          <pc:sldMk cId="3390617555" sldId="266"/>
        </pc:sldMkLst>
      </pc:sldChg>
      <pc:sldChg chg="modSp add del mod modTransition">
        <pc:chgData name="José Alejandro Lorenty Herrera" userId="6b68ea8e0a56b4d4" providerId="LiveId" clId="{75F7D285-8B23-453A-AFC6-2BA729B1485A}" dt="2025-05-23T12:24:25.044" v="955" actId="47"/>
        <pc:sldMkLst>
          <pc:docMk/>
          <pc:sldMk cId="4030912880" sldId="266"/>
        </pc:sldMkLst>
      </pc:sldChg>
      <pc:sldChg chg="new del">
        <pc:chgData name="José Alejandro Lorenty Herrera" userId="6b68ea8e0a56b4d4" providerId="LiveId" clId="{75F7D285-8B23-453A-AFC6-2BA729B1485A}" dt="2025-05-18T19:13:45.284" v="761" actId="680"/>
        <pc:sldMkLst>
          <pc:docMk/>
          <pc:sldMk cId="399056603" sldId="267"/>
        </pc:sldMkLst>
      </pc:sldChg>
      <pc:sldChg chg="modSp add del mod modTransition">
        <pc:chgData name="José Alejandro Lorenty Herrera" userId="6b68ea8e0a56b4d4" providerId="LiveId" clId="{75F7D285-8B23-453A-AFC6-2BA729B1485A}" dt="2025-05-23T12:27:00.009" v="1002" actId="47"/>
        <pc:sldMkLst>
          <pc:docMk/>
          <pc:sldMk cId="916393480" sldId="267"/>
        </pc:sldMkLst>
      </pc:sldChg>
      <pc:sldChg chg="modSp add del mod modTransition">
        <pc:chgData name="José Alejandro Lorenty Herrera" userId="6b68ea8e0a56b4d4" providerId="LiveId" clId="{75F7D285-8B23-453A-AFC6-2BA729B1485A}" dt="2025-05-23T12:27:51.089" v="1012" actId="47"/>
        <pc:sldMkLst>
          <pc:docMk/>
          <pc:sldMk cId="1635768394" sldId="268"/>
        </pc:sldMkLst>
      </pc:sldChg>
      <pc:sldChg chg="modSp add del mod modTransition">
        <pc:chgData name="José Alejandro Lorenty Herrera" userId="6b68ea8e0a56b4d4" providerId="LiveId" clId="{75F7D285-8B23-453A-AFC6-2BA729B1485A}" dt="2025-05-23T12:28:26.770" v="1022" actId="47"/>
        <pc:sldMkLst>
          <pc:docMk/>
          <pc:sldMk cId="3536336140" sldId="269"/>
        </pc:sldMkLst>
      </pc:sldChg>
      <pc:sldChg chg="addSp delSp modSp new mod setBg modClrScheme setClrOvrMap chgLayout">
        <pc:chgData name="José Alejandro Lorenty Herrera" userId="6b68ea8e0a56b4d4" providerId="LiveId" clId="{75F7D285-8B23-453A-AFC6-2BA729B1485A}" dt="2025-05-23T12:21:30.532" v="914" actId="14100"/>
        <pc:sldMkLst>
          <pc:docMk/>
          <pc:sldMk cId="688033663" sldId="270"/>
        </pc:sldMkLst>
        <pc:spChg chg="add mod">
          <ac:chgData name="José Alejandro Lorenty Herrera" userId="6b68ea8e0a56b4d4" providerId="LiveId" clId="{75F7D285-8B23-453A-AFC6-2BA729B1485A}" dt="2025-05-23T12:21:16.712" v="912" actId="26606"/>
          <ac:spMkLst>
            <pc:docMk/>
            <pc:sldMk cId="688033663" sldId="270"/>
            <ac:spMk id="2" creationId="{89C2A35C-1B47-743F-6979-6CC7E733EAE6}"/>
          </ac:spMkLst>
        </pc:spChg>
        <pc:spChg chg="add mod">
          <ac:chgData name="José Alejandro Lorenty Herrera" userId="6b68ea8e0a56b4d4" providerId="LiveId" clId="{75F7D285-8B23-453A-AFC6-2BA729B1485A}" dt="2025-05-23T12:21:30.532" v="914" actId="14100"/>
          <ac:spMkLst>
            <pc:docMk/>
            <pc:sldMk cId="688033663" sldId="270"/>
            <ac:spMk id="3" creationId="{AA521087-E5EA-C46B-DEB3-FF96351C1922}"/>
          </ac:spMkLst>
        </pc:spChg>
        <pc:spChg chg="add">
          <ac:chgData name="José Alejandro Lorenty Herrera" userId="6b68ea8e0a56b4d4" providerId="LiveId" clId="{75F7D285-8B23-453A-AFC6-2BA729B1485A}" dt="2025-05-23T12:21:16.712" v="912" actId="26606"/>
          <ac:spMkLst>
            <pc:docMk/>
            <pc:sldMk cId="688033663" sldId="270"/>
            <ac:spMk id="27" creationId="{99CAC3B1-4879-424D-8F15-206277196159}"/>
          </ac:spMkLst>
        </pc:spChg>
      </pc:sldChg>
      <pc:sldChg chg="addSp delSp modSp new mod modTransition setBg">
        <pc:chgData name="José Alejandro Lorenty Herrera" userId="6b68ea8e0a56b4d4" providerId="LiveId" clId="{75F7D285-8B23-453A-AFC6-2BA729B1485A}" dt="2025-05-23T12:57:29.162" v="2665"/>
        <pc:sldMkLst>
          <pc:docMk/>
          <pc:sldMk cId="3758835378" sldId="271"/>
        </pc:sldMkLst>
        <pc:spChg chg="mod">
          <ac:chgData name="José Alejandro Lorenty Herrera" userId="6b68ea8e0a56b4d4" providerId="LiveId" clId="{75F7D285-8B23-453A-AFC6-2BA729B1485A}" dt="2025-05-23T12:22:30.970" v="921" actId="26606"/>
          <ac:spMkLst>
            <pc:docMk/>
            <pc:sldMk cId="3758835378" sldId="271"/>
            <ac:spMk id="2" creationId="{070FA2D8-0262-A811-858D-1DB474094B67}"/>
          </ac:spMkLst>
        </pc:spChg>
        <pc:spChg chg="mod">
          <ac:chgData name="José Alejandro Lorenty Herrera" userId="6b68ea8e0a56b4d4" providerId="LiveId" clId="{75F7D285-8B23-453A-AFC6-2BA729B1485A}" dt="2025-05-23T12:25:53.116" v="967" actId="113"/>
          <ac:spMkLst>
            <pc:docMk/>
            <pc:sldMk cId="3758835378" sldId="271"/>
            <ac:spMk id="3" creationId="{7379920C-76C9-6AC0-A586-0EB34D3858FD}"/>
          </ac:spMkLst>
        </pc:spChg>
        <pc:spChg chg="add">
          <ac:chgData name="José Alejandro Lorenty Herrera" userId="6b68ea8e0a56b4d4" providerId="LiveId" clId="{75F7D285-8B23-453A-AFC6-2BA729B1485A}" dt="2025-05-23T12:23:46.744" v="944" actId="26606"/>
          <ac:spMkLst>
            <pc:docMk/>
            <pc:sldMk cId="3758835378" sldId="271"/>
            <ac:spMk id="27" creationId="{24DFAAE7-061D-4086-99EC-872CB305082A}"/>
          </ac:spMkLst>
        </pc:spChg>
        <pc:spChg chg="add">
          <ac:chgData name="José Alejandro Lorenty Herrera" userId="6b68ea8e0a56b4d4" providerId="LiveId" clId="{75F7D285-8B23-453A-AFC6-2BA729B1485A}" dt="2025-05-23T12:23:46.744" v="944" actId="26606"/>
          <ac:spMkLst>
            <pc:docMk/>
            <pc:sldMk cId="3758835378" sldId="271"/>
            <ac:spMk id="29" creationId="{E7570099-A243-48DD-9EAE-36F4AC095B94}"/>
          </ac:spMkLst>
        </pc:spChg>
        <pc:spChg chg="add">
          <ac:chgData name="José Alejandro Lorenty Herrera" userId="6b68ea8e0a56b4d4" providerId="LiveId" clId="{75F7D285-8B23-453A-AFC6-2BA729B1485A}" dt="2025-05-23T12:23:46.744" v="944" actId="26606"/>
          <ac:spMkLst>
            <pc:docMk/>
            <pc:sldMk cId="3758835378" sldId="271"/>
            <ac:spMk id="41" creationId="{22A94CDB-5D63-4C75-9CB6-6C18CDF372F0}"/>
          </ac:spMkLst>
        </pc:spChg>
      </pc:sldChg>
      <pc:sldChg chg="addSp delSp add del setBg delDesignElem">
        <pc:chgData name="José Alejandro Lorenty Herrera" userId="6b68ea8e0a56b4d4" providerId="LiveId" clId="{75F7D285-8B23-453A-AFC6-2BA729B1485A}" dt="2025-05-23T12:23:16.412" v="935"/>
        <pc:sldMkLst>
          <pc:docMk/>
          <pc:sldMk cId="55653760" sldId="272"/>
        </pc:sldMkLst>
      </pc:sldChg>
      <pc:sldChg chg="addSp delSp modSp add mod modTransition setBg delDesignElem">
        <pc:chgData name="José Alejandro Lorenty Herrera" userId="6b68ea8e0a56b4d4" providerId="LiveId" clId="{75F7D285-8B23-453A-AFC6-2BA729B1485A}" dt="2025-05-23T12:57:43.793" v="2672"/>
        <pc:sldMkLst>
          <pc:docMk/>
          <pc:sldMk cId="2350886039" sldId="272"/>
        </pc:sldMkLst>
      </pc:sldChg>
      <pc:sldChg chg="addSp delSp modSp add mod modTransition setBg delDesignElem">
        <pc:chgData name="José Alejandro Lorenty Herrera" userId="6b68ea8e0a56b4d4" providerId="LiveId" clId="{75F7D285-8B23-453A-AFC6-2BA729B1485A}" dt="2025-05-23T12:59:48.604" v="2679"/>
        <pc:sldMkLst>
          <pc:docMk/>
          <pc:sldMk cId="1665680874" sldId="273"/>
        </pc:sldMkLst>
      </pc:sldChg>
      <pc:sldChg chg="addSp delSp add del setBg delDesignElem">
        <pc:chgData name="José Alejandro Lorenty Herrera" userId="6b68ea8e0a56b4d4" providerId="LiveId" clId="{75F7D285-8B23-453A-AFC6-2BA729B1485A}" dt="2025-05-23T12:23:15.882" v="934"/>
        <pc:sldMkLst>
          <pc:docMk/>
          <pc:sldMk cId="3834205712" sldId="273"/>
        </pc:sldMkLst>
      </pc:sldChg>
      <pc:sldChg chg="addSp delSp modSp new mod">
        <pc:chgData name="José Alejandro Lorenty Herrera" userId="6b68ea8e0a56b4d4" providerId="LiveId" clId="{75F7D285-8B23-453A-AFC6-2BA729B1485A}" dt="2025-05-23T13:10:26.863" v="2920" actId="313"/>
        <pc:sldMkLst>
          <pc:docMk/>
          <pc:sldMk cId="3704742878" sldId="274"/>
        </pc:sldMkLst>
      </pc:sldChg>
      <pc:sldChg chg="add del">
        <pc:chgData name="José Alejandro Lorenty Herrera" userId="6b68ea8e0a56b4d4" providerId="LiveId" clId="{75F7D285-8B23-453A-AFC6-2BA729B1485A}" dt="2025-05-23T12:27:13.981" v="1004" actId="47"/>
        <pc:sldMkLst>
          <pc:docMk/>
          <pc:sldMk cId="895449978" sldId="275"/>
        </pc:sldMkLst>
      </pc:sldChg>
      <pc:sldChg chg="addSp delSp modSp new mod modTransition">
        <pc:chgData name="José Alejandro Lorenty Herrera" userId="6b68ea8e0a56b4d4" providerId="LiveId" clId="{75F7D285-8B23-453A-AFC6-2BA729B1485A}" dt="2025-05-23T12:59:59.781" v="2683"/>
        <pc:sldMkLst>
          <pc:docMk/>
          <pc:sldMk cId="3076361770" sldId="275"/>
        </pc:sldMkLst>
      </pc:sldChg>
      <pc:sldChg chg="addSp delSp modSp new mod modTransition">
        <pc:chgData name="José Alejandro Lorenty Herrera" userId="6b68ea8e0a56b4d4" providerId="LiveId" clId="{75F7D285-8B23-453A-AFC6-2BA729B1485A}" dt="2025-05-23T12:59:27.169" v="2677"/>
        <pc:sldMkLst>
          <pc:docMk/>
          <pc:sldMk cId="1118840385" sldId="276"/>
        </pc:sldMkLst>
      </pc:sldChg>
      <pc:sldChg chg="new del">
        <pc:chgData name="José Alejandro Lorenty Herrera" userId="6b68ea8e0a56b4d4" providerId="LiveId" clId="{75F7D285-8B23-453A-AFC6-2BA729B1485A}" dt="2025-05-23T12:29:14.380" v="1027" actId="47"/>
        <pc:sldMkLst>
          <pc:docMk/>
          <pc:sldMk cId="117774852" sldId="277"/>
        </pc:sldMkLst>
      </pc:sldChg>
      <pc:sldChg chg="addSp delSp modSp new mod">
        <pc:chgData name="José Alejandro Lorenty Herrera" userId="6b68ea8e0a56b4d4" providerId="LiveId" clId="{75F7D285-8B23-453A-AFC6-2BA729B1485A}" dt="2025-05-23T13:11:11.299" v="2929" actId="790"/>
        <pc:sldMkLst>
          <pc:docMk/>
          <pc:sldMk cId="430156373" sldId="278"/>
        </pc:sldMkLst>
        <pc:spChg chg="mod">
          <ac:chgData name="José Alejandro Lorenty Herrera" userId="6b68ea8e0a56b4d4" providerId="LiveId" clId="{75F7D285-8B23-453A-AFC6-2BA729B1485A}" dt="2025-05-23T12:29:20.798" v="1030" actId="20577"/>
          <ac:spMkLst>
            <pc:docMk/>
            <pc:sldMk cId="430156373" sldId="278"/>
            <ac:spMk id="2" creationId="{86AD9C4C-9A6D-0563-2ECB-205B8916AA89}"/>
          </ac:spMkLst>
        </pc:spChg>
      </pc:sldChg>
      <pc:sldChg chg="new del">
        <pc:chgData name="José Alejandro Lorenty Herrera" userId="6b68ea8e0a56b4d4" providerId="LiveId" clId="{75F7D285-8B23-453A-AFC6-2BA729B1485A}" dt="2025-05-23T12:29:09.575" v="1025" actId="680"/>
        <pc:sldMkLst>
          <pc:docMk/>
          <pc:sldMk cId="1968821019" sldId="278"/>
        </pc:sldMkLst>
      </pc:sldChg>
      <pc:sldChg chg="addSp delSp modSp new mod setBg modClrScheme chgLayout">
        <pc:chgData name="José Alejandro Lorenty Herrera" userId="6b68ea8e0a56b4d4" providerId="LiveId" clId="{75F7D285-8B23-453A-AFC6-2BA729B1485A}" dt="2025-05-23T12:32:24.602" v="1075" actId="26606"/>
        <pc:sldMkLst>
          <pc:docMk/>
          <pc:sldMk cId="3775530301" sldId="279"/>
        </pc:sldMkLst>
        <pc:spChg chg="add mod">
          <ac:chgData name="José Alejandro Lorenty Herrera" userId="6b68ea8e0a56b4d4" providerId="LiveId" clId="{75F7D285-8B23-453A-AFC6-2BA729B1485A}" dt="2025-05-23T12:32:24.602" v="1075" actId="26606"/>
          <ac:spMkLst>
            <pc:docMk/>
            <pc:sldMk cId="3775530301" sldId="279"/>
            <ac:spMk id="2" creationId="{5D525AD2-AB70-952A-CBA2-67D26616DDCD}"/>
          </ac:spMkLst>
        </pc:spChg>
        <pc:spChg chg="add">
          <ac:chgData name="José Alejandro Lorenty Herrera" userId="6b68ea8e0a56b4d4" providerId="LiveId" clId="{75F7D285-8B23-453A-AFC6-2BA729B1485A}" dt="2025-05-23T12:32:24.602" v="1075" actId="26606"/>
          <ac:spMkLst>
            <pc:docMk/>
            <pc:sldMk cId="3775530301" sldId="279"/>
            <ac:spMk id="9" creationId="{94C52C56-BEF2-4E22-8C8E-A7AC96B03A72}"/>
          </ac:spMkLst>
        </pc:spChg>
        <pc:spChg chg="add">
          <ac:chgData name="José Alejandro Lorenty Herrera" userId="6b68ea8e0a56b4d4" providerId="LiveId" clId="{75F7D285-8B23-453A-AFC6-2BA729B1485A}" dt="2025-05-23T12:32:24.602" v="1075" actId="26606"/>
          <ac:spMkLst>
            <pc:docMk/>
            <pc:sldMk cId="3775530301" sldId="279"/>
            <ac:spMk id="11" creationId="{42285737-90EE-47DC-AC80-8AE156B11969}"/>
          </ac:spMkLst>
        </pc:spChg>
        <pc:grpChg chg="add">
          <ac:chgData name="José Alejandro Lorenty Herrera" userId="6b68ea8e0a56b4d4" providerId="LiveId" clId="{75F7D285-8B23-453A-AFC6-2BA729B1485A}" dt="2025-05-23T12:32:24.602" v="1075" actId="26606"/>
          <ac:grpSpMkLst>
            <pc:docMk/>
            <pc:sldMk cId="3775530301" sldId="279"/>
            <ac:grpSpMk id="13" creationId="{B57BDC17-F1B3-455F-BBF1-680AA1F25C06}"/>
          </ac:grpSpMkLst>
        </pc:grpChg>
        <pc:graphicFrameChg chg="add">
          <ac:chgData name="José Alejandro Lorenty Herrera" userId="6b68ea8e0a56b4d4" providerId="LiveId" clId="{75F7D285-8B23-453A-AFC6-2BA729B1485A}" dt="2025-05-23T12:32:24.602" v="1075" actId="26606"/>
          <ac:graphicFrameMkLst>
            <pc:docMk/>
            <pc:sldMk cId="3775530301" sldId="279"/>
            <ac:graphicFrameMk id="5" creationId="{95AEEF6B-008C-49C0-DB75-C00443894168}"/>
          </ac:graphicFrameMkLst>
        </pc:graphicFrameChg>
      </pc:sldChg>
      <pc:sldChg chg="addSp delSp modSp add mod setBg delDesignElem">
        <pc:chgData name="José Alejandro Lorenty Herrera" userId="6b68ea8e0a56b4d4" providerId="LiveId" clId="{75F7D285-8B23-453A-AFC6-2BA729B1485A}" dt="2025-05-23T12:49:52.156" v="2551" actId="26606"/>
        <pc:sldMkLst>
          <pc:docMk/>
          <pc:sldMk cId="3467193803" sldId="280"/>
        </pc:sldMkLst>
      </pc:sldChg>
      <pc:sldChg chg="addSp delSp modSp add mod setBg setClrOvrMap delDesignElem">
        <pc:chgData name="José Alejandro Lorenty Herrera" userId="6b68ea8e0a56b4d4" providerId="LiveId" clId="{75F7D285-8B23-453A-AFC6-2BA729B1485A}" dt="2025-05-23T12:43:19.654" v="1769" actId="1076"/>
        <pc:sldMkLst>
          <pc:docMk/>
          <pc:sldMk cId="1267276018" sldId="281"/>
        </pc:sldMkLst>
      </pc:sldChg>
      <pc:sldChg chg="new del">
        <pc:chgData name="José Alejandro Lorenty Herrera" userId="6b68ea8e0a56b4d4" providerId="LiveId" clId="{75F7D285-8B23-453A-AFC6-2BA729B1485A}" dt="2025-05-23T12:39:00.240" v="1298" actId="47"/>
        <pc:sldMkLst>
          <pc:docMk/>
          <pc:sldMk cId="3527098284" sldId="281"/>
        </pc:sldMkLst>
      </pc:sldChg>
      <pc:sldChg chg="addSp delSp modSp add mod modTransition setBg setClrOvrMap delDesignElem">
        <pc:chgData name="José Alejandro Lorenty Herrera" userId="6b68ea8e0a56b4d4" providerId="LiveId" clId="{75F7D285-8B23-453A-AFC6-2BA729B1485A}" dt="2025-05-23T13:00:39.130" v="2684"/>
        <pc:sldMkLst>
          <pc:docMk/>
          <pc:sldMk cId="1117442949" sldId="282"/>
        </pc:sldMkLst>
      </pc:sldChg>
      <pc:sldChg chg="addSp delSp modSp add mod modTransition setBg setClrOvrMap delDesignElem">
        <pc:chgData name="José Alejandro Lorenty Herrera" userId="6b68ea8e0a56b4d4" providerId="LiveId" clId="{75F7D285-8B23-453A-AFC6-2BA729B1485A}" dt="2025-05-23T13:00:45.819" v="2685"/>
        <pc:sldMkLst>
          <pc:docMk/>
          <pc:sldMk cId="2074110106" sldId="283"/>
        </pc:sldMkLst>
      </pc:sldChg>
      <pc:sldChg chg="addSp delSp modSp add mod modTransition setBg setClrOvrMap delDesignElem">
        <pc:chgData name="José Alejandro Lorenty Herrera" userId="6b68ea8e0a56b4d4" providerId="LiveId" clId="{75F7D285-8B23-453A-AFC6-2BA729B1485A}" dt="2025-05-23T13:00:49.474" v="2686"/>
        <pc:sldMkLst>
          <pc:docMk/>
          <pc:sldMk cId="841594475" sldId="284"/>
        </pc:sldMkLst>
      </pc:sldChg>
      <pc:sldChg chg="addSp delSp add del setBg delDesignElem">
        <pc:chgData name="José Alejandro Lorenty Herrera" userId="6b68ea8e0a56b4d4" providerId="LiveId" clId="{75F7D285-8B23-453A-AFC6-2BA729B1485A}" dt="2025-05-23T12:43:52.233" v="1773"/>
        <pc:sldMkLst>
          <pc:docMk/>
          <pc:sldMk cId="1613641357" sldId="284"/>
        </pc:sldMkLst>
      </pc:sldChg>
      <pc:sldChg chg="addSp delSp add del setBg delDesignElem">
        <pc:chgData name="José Alejandro Lorenty Herrera" userId="6b68ea8e0a56b4d4" providerId="LiveId" clId="{75F7D285-8B23-453A-AFC6-2BA729B1485A}" dt="2025-05-23T12:43:53.503" v="1776"/>
        <pc:sldMkLst>
          <pc:docMk/>
          <pc:sldMk cId="2476061839" sldId="284"/>
        </pc:sldMkLst>
      </pc:sldChg>
      <pc:sldChg chg="addSp delSp modSp add mod modTransition setBg setClrOvrMap delDesignElem">
        <pc:chgData name="José Alejandro Lorenty Herrera" userId="6b68ea8e0a56b4d4" providerId="LiveId" clId="{75F7D285-8B23-453A-AFC6-2BA729B1485A}" dt="2025-05-23T13:02:53.299" v="2692"/>
        <pc:sldMkLst>
          <pc:docMk/>
          <pc:sldMk cId="3791011076" sldId="285"/>
        </pc:sldMkLst>
      </pc:sldChg>
      <pc:sldChg chg="new del">
        <pc:chgData name="José Alejandro Lorenty Herrera" userId="6b68ea8e0a56b4d4" providerId="LiveId" clId="{75F7D285-8B23-453A-AFC6-2BA729B1485A}" dt="2025-05-23T12:52:09.366" v="2553" actId="47"/>
        <pc:sldMkLst>
          <pc:docMk/>
          <pc:sldMk cId="2256075637" sldId="286"/>
        </pc:sldMkLst>
      </pc:sldChg>
      <pc:sldChg chg="addSp delSp modSp add mod ord setBg delDesignElem">
        <pc:chgData name="José Alejandro Lorenty Herrera" userId="6b68ea8e0a56b4d4" providerId="LiveId" clId="{75F7D285-8B23-453A-AFC6-2BA729B1485A}" dt="2025-05-23T12:53:05.990" v="2577"/>
        <pc:sldMkLst>
          <pc:docMk/>
          <pc:sldMk cId="3189855955" sldId="286"/>
        </pc:sldMkLst>
      </pc:sldChg>
      <pc:sldChg chg="addSp delSp modSp add mod modTransition setBg delDesignElem">
        <pc:chgData name="José Alejandro Lorenty Herrera" userId="6b68ea8e0a56b4d4" providerId="LiveId" clId="{75F7D285-8B23-453A-AFC6-2BA729B1485A}" dt="2025-05-23T13:03:30.974" v="2693"/>
        <pc:sldMkLst>
          <pc:docMk/>
          <pc:sldMk cId="1069595534" sldId="287"/>
        </pc:sldMkLst>
      </pc:sldChg>
      <pc:sldChg chg="new del">
        <pc:chgData name="José Alejandro Lorenty Herrera" userId="6b68ea8e0a56b4d4" providerId="LiveId" clId="{75F7D285-8B23-453A-AFC6-2BA729B1485A}" dt="2025-05-23T12:53:04.682" v="2575" actId="47"/>
        <pc:sldMkLst>
          <pc:docMk/>
          <pc:sldMk cId="1340756941" sldId="287"/>
        </pc:sldMkLst>
      </pc:sldChg>
      <pc:sldChg chg="new del">
        <pc:chgData name="José Alejandro Lorenty Herrera" userId="6b68ea8e0a56b4d4" providerId="LiveId" clId="{75F7D285-8B23-453A-AFC6-2BA729B1485A}" dt="2025-05-23T12:55:46.915" v="2645" actId="680"/>
        <pc:sldMkLst>
          <pc:docMk/>
          <pc:sldMk cId="338331016" sldId="288"/>
        </pc:sldMkLst>
      </pc:sldChg>
      <pc:sldChg chg="modSp add mod modTransition">
        <pc:chgData name="José Alejandro Lorenty Herrera" userId="6b68ea8e0a56b4d4" providerId="LiveId" clId="{75F7D285-8B23-453A-AFC6-2BA729B1485A}" dt="2025-05-23T13:10:35.925" v="2921" actId="2"/>
        <pc:sldMkLst>
          <pc:docMk/>
          <pc:sldMk cId="3076395884" sldId="288"/>
        </pc:sldMkLst>
      </pc:sldChg>
      <pc:sldChg chg="new del">
        <pc:chgData name="José Alejandro Lorenty Herrera" userId="6b68ea8e0a56b4d4" providerId="LiveId" clId="{75F7D285-8B23-453A-AFC6-2BA729B1485A}" dt="2025-05-23T13:04:25.391" v="2701" actId="47"/>
        <pc:sldMkLst>
          <pc:docMk/>
          <pc:sldMk cId="587247803" sldId="289"/>
        </pc:sldMkLst>
      </pc:sldChg>
      <pc:sldChg chg="addSp delSp modSp new mod setBg">
        <pc:chgData name="José Alejandro Lorenty Herrera" userId="6b68ea8e0a56b4d4" providerId="LiveId" clId="{75F7D285-8B23-453A-AFC6-2BA729B1485A}" dt="2025-05-23T13:08:45.154" v="2905" actId="26606"/>
        <pc:sldMkLst>
          <pc:docMk/>
          <pc:sldMk cId="1285352527" sldId="290"/>
        </pc:sldMkLst>
        <pc:spChg chg="mod">
          <ac:chgData name="José Alejandro Lorenty Herrera" userId="6b68ea8e0a56b4d4" providerId="LiveId" clId="{75F7D285-8B23-453A-AFC6-2BA729B1485A}" dt="2025-05-23T13:08:45.154" v="2905" actId="26606"/>
          <ac:spMkLst>
            <pc:docMk/>
            <pc:sldMk cId="1285352527" sldId="290"/>
            <ac:spMk id="2" creationId="{306536D9-58BE-FE9E-2A5A-1C614EEF9134}"/>
          </ac:spMkLst>
        </pc:spChg>
        <pc:spChg chg="add">
          <ac:chgData name="José Alejandro Lorenty Herrera" userId="6b68ea8e0a56b4d4" providerId="LiveId" clId="{75F7D285-8B23-453A-AFC6-2BA729B1485A}" dt="2025-05-23T13:08:45.154" v="2905" actId="26606"/>
          <ac:spMkLst>
            <pc:docMk/>
            <pc:sldMk cId="1285352527" sldId="290"/>
            <ac:spMk id="9" creationId="{94C52C56-BEF2-4E22-8C8E-A7AC96B03A72}"/>
          </ac:spMkLst>
        </pc:spChg>
        <pc:spChg chg="add">
          <ac:chgData name="José Alejandro Lorenty Herrera" userId="6b68ea8e0a56b4d4" providerId="LiveId" clId="{75F7D285-8B23-453A-AFC6-2BA729B1485A}" dt="2025-05-23T13:08:45.154" v="2905" actId="26606"/>
          <ac:spMkLst>
            <pc:docMk/>
            <pc:sldMk cId="1285352527" sldId="290"/>
            <ac:spMk id="11" creationId="{42285737-90EE-47DC-AC80-8AE156B11969}"/>
          </ac:spMkLst>
        </pc:spChg>
        <pc:grpChg chg="add">
          <ac:chgData name="José Alejandro Lorenty Herrera" userId="6b68ea8e0a56b4d4" providerId="LiveId" clId="{75F7D285-8B23-453A-AFC6-2BA729B1485A}" dt="2025-05-23T13:08:45.154" v="2905" actId="26606"/>
          <ac:grpSpMkLst>
            <pc:docMk/>
            <pc:sldMk cId="1285352527" sldId="290"/>
            <ac:grpSpMk id="13" creationId="{B57BDC17-F1B3-455F-BBF1-680AA1F25C06}"/>
          </ac:grpSpMkLst>
        </pc:grpChg>
        <pc:graphicFrameChg chg="add">
          <ac:chgData name="José Alejandro Lorenty Herrera" userId="6b68ea8e0a56b4d4" providerId="LiveId" clId="{75F7D285-8B23-453A-AFC6-2BA729B1485A}" dt="2025-05-23T13:08:45.154" v="2905" actId="26606"/>
          <ac:graphicFrameMkLst>
            <pc:docMk/>
            <pc:sldMk cId="1285352527" sldId="290"/>
            <ac:graphicFrameMk id="5" creationId="{A53FC35C-237C-AFF6-21EF-4265D50B7A87}"/>
          </ac:graphicFrameMkLst>
        </pc:graphicFrameChg>
      </pc:sldChg>
      <pc:sldMasterChg chg="modTransition modSldLayout">
        <pc:chgData name="José Alejandro Lorenty Herrera" userId="6b68ea8e0a56b4d4" providerId="LiveId" clId="{75F7D285-8B23-453A-AFC6-2BA729B1485A}" dt="2025-05-23T12:18:19.443" v="896"/>
        <pc:sldMasterMkLst>
          <pc:docMk/>
          <pc:sldMasterMk cId="2706273304" sldId="2147483660"/>
        </pc:sldMasterMkLst>
        <pc:sldLayoutChg chg="modTransition">
          <pc:chgData name="José Alejandro Lorenty Herrera" userId="6b68ea8e0a56b4d4" providerId="LiveId" clId="{75F7D285-8B23-453A-AFC6-2BA729B1485A}" dt="2025-05-23T12:18:19.443" v="896"/>
          <pc:sldLayoutMkLst>
            <pc:docMk/>
            <pc:sldMasterMk cId="2706273304" sldId="2147483660"/>
            <pc:sldLayoutMk cId="809880291" sldId="2147483661"/>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889038189" sldId="2147483662"/>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408011353" sldId="2147483663"/>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859280766" sldId="2147483664"/>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204058753" sldId="2147483665"/>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793019519" sldId="2147483666"/>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422293453" sldId="2147483667"/>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029848546" sldId="2147483668"/>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759477821" sldId="2147483669"/>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33006429" sldId="2147483670"/>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302429624" sldId="2147483671"/>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326827899" sldId="2147483672"/>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842289026" sldId="2147483673"/>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421422205" sldId="2147483674"/>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851072556" sldId="2147483675"/>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161939550" sldId="2147483676"/>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705543896" sldId="2147483677"/>
          </pc:sldLayoutMkLst>
        </pc:sldLayoutChg>
      </pc:sldMasterChg>
    </pc:docChg>
  </pc:docChgLst>
  <pc:docChgLst>
    <pc:chgData name="José Alejandro Lorenty Herrera" userId="6b68ea8e0a56b4d4" providerId="LiveId" clId="{F498B4A6-867F-477A-A329-E5AAC54FE700}"/>
    <pc:docChg chg="undo custSel addSld delSld modSld">
      <pc:chgData name="José Alejandro Lorenty Herrera" userId="6b68ea8e0a56b4d4" providerId="LiveId" clId="{F498B4A6-867F-477A-A329-E5AAC54FE700}" dt="2025-06-01T17:36:48.942" v="164" actId="20577"/>
      <pc:docMkLst>
        <pc:docMk/>
      </pc:docMkLst>
      <pc:sldChg chg="modSp mod">
        <pc:chgData name="José Alejandro Lorenty Herrera" userId="6b68ea8e0a56b4d4" providerId="LiveId" clId="{F498B4A6-867F-477A-A329-E5AAC54FE700}" dt="2025-06-01T16:20:07.560" v="0"/>
        <pc:sldMkLst>
          <pc:docMk/>
          <pc:sldMk cId="0" sldId="256"/>
        </pc:sldMkLst>
        <pc:spChg chg="mod">
          <ac:chgData name="José Alejandro Lorenty Herrera" userId="6b68ea8e0a56b4d4" providerId="LiveId" clId="{F498B4A6-867F-477A-A329-E5AAC54FE700}" dt="2025-06-01T16:20:07.560" v="0"/>
          <ac:spMkLst>
            <pc:docMk/>
            <pc:sldMk cId="0" sldId="256"/>
            <ac:spMk id="87" creationId="{00000000-0000-0000-0000-000000000000}"/>
          </ac:spMkLst>
        </pc:spChg>
      </pc:sldChg>
      <pc:sldChg chg="delSp modSp mod">
        <pc:chgData name="José Alejandro Lorenty Herrera" userId="6b68ea8e0a56b4d4" providerId="LiveId" clId="{F498B4A6-867F-477A-A329-E5AAC54FE700}" dt="2025-06-01T16:21:39.997" v="67" actId="478"/>
        <pc:sldMkLst>
          <pc:docMk/>
          <pc:sldMk cId="0" sldId="257"/>
        </pc:sldMkLst>
        <pc:spChg chg="del">
          <ac:chgData name="José Alejandro Lorenty Herrera" userId="6b68ea8e0a56b4d4" providerId="LiveId" clId="{F498B4A6-867F-477A-A329-E5AAC54FE700}" dt="2025-06-01T16:21:37.637" v="66" actId="478"/>
          <ac:spMkLst>
            <pc:docMk/>
            <pc:sldMk cId="0" sldId="257"/>
            <ac:spMk id="5" creationId="{B3A89AB2-B869-7542-5811-007F953998E5}"/>
          </ac:spMkLst>
        </pc:spChg>
        <pc:spChg chg="del">
          <ac:chgData name="José Alejandro Lorenty Herrera" userId="6b68ea8e0a56b4d4" providerId="LiveId" clId="{F498B4A6-867F-477A-A329-E5AAC54FE700}" dt="2025-06-01T16:21:39.997" v="67" actId="478"/>
          <ac:spMkLst>
            <pc:docMk/>
            <pc:sldMk cId="0" sldId="257"/>
            <ac:spMk id="9" creationId="{6904CF49-8B2B-192F-A41D-79CFF9B404CF}"/>
          </ac:spMkLst>
        </pc:spChg>
        <pc:spChg chg="mod">
          <ac:chgData name="José Alejandro Lorenty Herrera" userId="6b68ea8e0a56b4d4" providerId="LiveId" clId="{F498B4A6-867F-477A-A329-E5AAC54FE700}" dt="2025-06-01T16:20:47.738" v="58"/>
          <ac:spMkLst>
            <pc:docMk/>
            <pc:sldMk cId="0" sldId="257"/>
            <ac:spMk id="12" creationId="{AD570773-E209-EAC7-F15A-27758532A607}"/>
          </ac:spMkLst>
        </pc:spChg>
        <pc:spChg chg="mod">
          <ac:chgData name="José Alejandro Lorenty Herrera" userId="6b68ea8e0a56b4d4" providerId="LiveId" clId="{F498B4A6-867F-477A-A329-E5AAC54FE700}" dt="2025-06-01T16:21:12.917" v="60"/>
          <ac:spMkLst>
            <pc:docMk/>
            <pc:sldMk cId="0" sldId="257"/>
            <ac:spMk id="16" creationId="{2C72DFB1-FD3A-684B-4838-805A536F4C32}"/>
          </ac:spMkLst>
        </pc:spChg>
        <pc:spChg chg="mod">
          <ac:chgData name="José Alejandro Lorenty Herrera" userId="6b68ea8e0a56b4d4" providerId="LiveId" clId="{F498B4A6-867F-477A-A329-E5AAC54FE700}" dt="2025-06-01T16:21:21.803" v="62"/>
          <ac:spMkLst>
            <pc:docMk/>
            <pc:sldMk cId="0" sldId="257"/>
            <ac:spMk id="24" creationId="{4878B0EF-515C-9C2E-B8F1-D1ED40F111C7}"/>
          </ac:spMkLst>
        </pc:spChg>
        <pc:spChg chg="mod">
          <ac:chgData name="José Alejandro Lorenty Herrera" userId="6b68ea8e0a56b4d4" providerId="LiveId" clId="{F498B4A6-867F-477A-A329-E5AAC54FE700}" dt="2025-06-01T16:21:30.496" v="64"/>
          <ac:spMkLst>
            <pc:docMk/>
            <pc:sldMk cId="0" sldId="257"/>
            <ac:spMk id="28" creationId="{0620F0DA-4736-6652-90BC-299278A23299}"/>
          </ac:spMkLst>
        </pc:spChg>
        <pc:spChg chg="mod">
          <ac:chgData name="José Alejandro Lorenty Herrera" userId="6b68ea8e0a56b4d4" providerId="LiveId" clId="{F498B4A6-867F-477A-A329-E5AAC54FE700}" dt="2025-06-01T16:20:33.099" v="55" actId="20577"/>
          <ac:spMkLst>
            <pc:docMk/>
            <pc:sldMk cId="0" sldId="257"/>
            <ac:spMk id="98" creationId="{00000000-0000-0000-0000-000000000000}"/>
          </ac:spMkLst>
        </pc:spChg>
        <pc:grpChg chg="del">
          <ac:chgData name="José Alejandro Lorenty Herrera" userId="6b68ea8e0a56b4d4" providerId="LiveId" clId="{F498B4A6-867F-477A-A329-E5AAC54FE700}" dt="2025-06-01T16:21:37.637" v="66" actId="478"/>
          <ac:grpSpMkLst>
            <pc:docMk/>
            <pc:sldMk cId="0" sldId="257"/>
            <ac:grpSpMk id="2" creationId="{A7EB64BF-AC4A-8EE2-FBE7-46DC2CC4E46F}"/>
          </ac:grpSpMkLst>
        </pc:grpChg>
        <pc:grpChg chg="del">
          <ac:chgData name="José Alejandro Lorenty Herrera" userId="6b68ea8e0a56b4d4" providerId="LiveId" clId="{F498B4A6-867F-477A-A329-E5AAC54FE700}" dt="2025-06-01T16:21:39.997" v="67" actId="478"/>
          <ac:grpSpMkLst>
            <pc:docMk/>
            <pc:sldMk cId="0" sldId="257"/>
            <ac:grpSpMk id="6" creationId="{CECCB367-32D4-9A5A-F1BC-F8081DEF43F6}"/>
          </ac:grpSpMkLst>
        </pc:grpChg>
        <pc:grpChg chg="mod">
          <ac:chgData name="José Alejandro Lorenty Herrera" userId="6b68ea8e0a56b4d4" providerId="LiveId" clId="{F498B4A6-867F-477A-A329-E5AAC54FE700}" dt="2025-06-01T16:20:49.891" v="59" actId="14100"/>
          <ac:grpSpMkLst>
            <pc:docMk/>
            <pc:sldMk cId="0" sldId="257"/>
            <ac:grpSpMk id="10" creationId="{6E8552C1-DDF1-4ABD-5F96-B60781CD6C68}"/>
          </ac:grpSpMkLst>
        </pc:grpChg>
        <pc:grpChg chg="mod">
          <ac:chgData name="José Alejandro Lorenty Herrera" userId="6b68ea8e0a56b4d4" providerId="LiveId" clId="{F498B4A6-867F-477A-A329-E5AAC54FE700}" dt="2025-06-01T16:21:16.094" v="61" actId="14100"/>
          <ac:grpSpMkLst>
            <pc:docMk/>
            <pc:sldMk cId="0" sldId="257"/>
            <ac:grpSpMk id="14" creationId="{C5AA762B-A004-5E25-1690-EEB520FCCFA6}"/>
          </ac:grpSpMkLst>
        </pc:grpChg>
        <pc:grpChg chg="mod">
          <ac:chgData name="José Alejandro Lorenty Herrera" userId="6b68ea8e0a56b4d4" providerId="LiveId" clId="{F498B4A6-867F-477A-A329-E5AAC54FE700}" dt="2025-06-01T16:21:24.700" v="63" actId="14100"/>
          <ac:grpSpMkLst>
            <pc:docMk/>
            <pc:sldMk cId="0" sldId="257"/>
            <ac:grpSpMk id="22" creationId="{705C6ABC-AF47-4CB0-E688-D293EA0CDF2E}"/>
          </ac:grpSpMkLst>
        </pc:grpChg>
        <pc:grpChg chg="mod">
          <ac:chgData name="José Alejandro Lorenty Herrera" userId="6b68ea8e0a56b4d4" providerId="LiveId" clId="{F498B4A6-867F-477A-A329-E5AAC54FE700}" dt="2025-06-01T16:21:32.575" v="65" actId="14100"/>
          <ac:grpSpMkLst>
            <pc:docMk/>
            <pc:sldMk cId="0" sldId="257"/>
            <ac:grpSpMk id="26" creationId="{287C2518-078E-531A-BC03-5B1A4C947917}"/>
          </ac:grpSpMkLst>
        </pc:grpChg>
        <pc:grpChg chg="mod">
          <ac:chgData name="José Alejandro Lorenty Herrera" userId="6b68ea8e0a56b4d4" providerId="LiveId" clId="{F498B4A6-867F-477A-A329-E5AAC54FE700}" dt="2025-06-01T16:20:38.905" v="56" actId="14100"/>
          <ac:grpSpMkLst>
            <pc:docMk/>
            <pc:sldMk cId="0" sldId="257"/>
            <ac:grpSpMk id="96" creationId="{00000000-0000-0000-0000-000000000000}"/>
          </ac:grpSpMkLst>
        </pc:grpChg>
      </pc:sldChg>
      <pc:sldChg chg="modSp mod">
        <pc:chgData name="José Alejandro Lorenty Herrera" userId="6b68ea8e0a56b4d4" providerId="LiveId" clId="{F498B4A6-867F-477A-A329-E5AAC54FE700}" dt="2025-06-01T16:21:57.655" v="70" actId="20577"/>
        <pc:sldMkLst>
          <pc:docMk/>
          <pc:sldMk cId="688033663" sldId="270"/>
        </pc:sldMkLst>
        <pc:spChg chg="mod">
          <ac:chgData name="José Alejandro Lorenty Herrera" userId="6b68ea8e0a56b4d4" providerId="LiveId" clId="{F498B4A6-867F-477A-A329-E5AAC54FE700}" dt="2025-06-01T16:21:57.655" v="70" actId="20577"/>
          <ac:spMkLst>
            <pc:docMk/>
            <pc:sldMk cId="688033663" sldId="270"/>
            <ac:spMk id="3" creationId="{AA521087-E5EA-C46B-DEB3-FF96351C1922}"/>
          </ac:spMkLst>
        </pc:spChg>
      </pc:sldChg>
      <pc:sldChg chg="modSp mod">
        <pc:chgData name="José Alejandro Lorenty Herrera" userId="6b68ea8e0a56b4d4" providerId="LiveId" clId="{F498B4A6-867F-477A-A329-E5AAC54FE700}" dt="2025-06-01T17:15:31.386" v="85" actId="113"/>
        <pc:sldMkLst>
          <pc:docMk/>
          <pc:sldMk cId="3758835378" sldId="271"/>
        </pc:sldMkLst>
        <pc:spChg chg="mod">
          <ac:chgData name="José Alejandro Lorenty Herrera" userId="6b68ea8e0a56b4d4" providerId="LiveId" clId="{F498B4A6-867F-477A-A329-E5AAC54FE700}" dt="2025-06-01T17:15:08.747" v="80"/>
          <ac:spMkLst>
            <pc:docMk/>
            <pc:sldMk cId="3758835378" sldId="271"/>
            <ac:spMk id="2" creationId="{070FA2D8-0262-A811-858D-1DB474094B67}"/>
          </ac:spMkLst>
        </pc:spChg>
        <pc:spChg chg="mod">
          <ac:chgData name="José Alejandro Lorenty Herrera" userId="6b68ea8e0a56b4d4" providerId="LiveId" clId="{F498B4A6-867F-477A-A329-E5AAC54FE700}" dt="2025-06-01T17:15:31.386" v="85" actId="113"/>
          <ac:spMkLst>
            <pc:docMk/>
            <pc:sldMk cId="3758835378" sldId="271"/>
            <ac:spMk id="3" creationId="{7379920C-76C9-6AC0-A586-0EB34D3858FD}"/>
          </ac:spMkLst>
        </pc:spChg>
      </pc:sldChg>
      <pc:sldChg chg="modSp">
        <pc:chgData name="José Alejandro Lorenty Herrera" userId="6b68ea8e0a56b4d4" providerId="LiveId" clId="{F498B4A6-867F-477A-A329-E5AAC54FE700}" dt="2025-06-01T17:36:48.942" v="164" actId="20577"/>
        <pc:sldMkLst>
          <pc:docMk/>
          <pc:sldMk cId="430156373" sldId="278"/>
        </pc:sldMkLst>
        <pc:graphicFrameChg chg="mod">
          <ac:chgData name="José Alejandro Lorenty Herrera" userId="6b68ea8e0a56b4d4" providerId="LiveId" clId="{F498B4A6-867F-477A-A329-E5AAC54FE700}" dt="2025-06-01T17:36:48.942" v="164" actId="20577"/>
          <ac:graphicFrameMkLst>
            <pc:docMk/>
            <pc:sldMk cId="430156373" sldId="278"/>
            <ac:graphicFrameMk id="10" creationId="{1B65AD3B-8239-540A-4E07-C741D4B6A94E}"/>
          </ac:graphicFrameMkLst>
        </pc:graphicFrameChg>
      </pc:sldChg>
      <pc:sldChg chg="modSp">
        <pc:chgData name="José Alejandro Lorenty Herrera" userId="6b68ea8e0a56b4d4" providerId="LiveId" clId="{F498B4A6-867F-477A-A329-E5AAC54FE700}" dt="2025-06-01T16:25:28.571" v="79"/>
        <pc:sldMkLst>
          <pc:docMk/>
          <pc:sldMk cId="3775530301" sldId="279"/>
        </pc:sldMkLst>
        <pc:graphicFrameChg chg="mod">
          <ac:chgData name="José Alejandro Lorenty Herrera" userId="6b68ea8e0a56b4d4" providerId="LiveId" clId="{F498B4A6-867F-477A-A329-E5AAC54FE700}" dt="2025-06-01T16:25:28.571" v="79"/>
          <ac:graphicFrameMkLst>
            <pc:docMk/>
            <pc:sldMk cId="3775530301" sldId="279"/>
            <ac:graphicFrameMk id="5" creationId="{95AEEF6B-008C-49C0-DB75-C00443894168}"/>
          </ac:graphicFrameMkLst>
        </pc:graphicFrameChg>
      </pc:sldChg>
      <pc:sldChg chg="modSp">
        <pc:chgData name="José Alejandro Lorenty Herrera" userId="6b68ea8e0a56b4d4" providerId="LiveId" clId="{F498B4A6-867F-477A-A329-E5AAC54FE700}" dt="2025-06-01T17:36:23.356" v="160" actId="20577"/>
        <pc:sldMkLst>
          <pc:docMk/>
          <pc:sldMk cId="1285352527" sldId="290"/>
        </pc:sldMkLst>
        <pc:graphicFrameChg chg="mod">
          <ac:chgData name="José Alejandro Lorenty Herrera" userId="6b68ea8e0a56b4d4" providerId="LiveId" clId="{F498B4A6-867F-477A-A329-E5AAC54FE700}" dt="2025-06-01T17:36:23.356" v="160" actId="20577"/>
          <ac:graphicFrameMkLst>
            <pc:docMk/>
            <pc:sldMk cId="1285352527" sldId="290"/>
            <ac:graphicFrameMk id="5" creationId="{A53FC35C-237C-AFF6-21EF-4265D50B7A87}"/>
          </ac:graphicFrameMkLst>
        </pc:graphicFrameChg>
      </pc:sldChg>
      <pc:sldChg chg="modSp mod">
        <pc:chgData name="José Alejandro Lorenty Herrera" userId="6b68ea8e0a56b4d4" providerId="LiveId" clId="{F498B4A6-867F-477A-A329-E5AAC54FE700}" dt="2025-06-01T17:21:27.715" v="88" actId="113"/>
        <pc:sldMkLst>
          <pc:docMk/>
          <pc:sldMk cId="3579071284" sldId="306"/>
        </pc:sldMkLst>
        <pc:spChg chg="mod">
          <ac:chgData name="José Alejandro Lorenty Herrera" userId="6b68ea8e0a56b4d4" providerId="LiveId" clId="{F498B4A6-867F-477A-A329-E5AAC54FE700}" dt="2025-06-01T17:15:54.251" v="86"/>
          <ac:spMkLst>
            <pc:docMk/>
            <pc:sldMk cId="3579071284" sldId="306"/>
            <ac:spMk id="2" creationId="{E3038BA3-406B-CBC7-CE3F-400D827645C7}"/>
          </ac:spMkLst>
        </pc:spChg>
        <pc:spChg chg="mod">
          <ac:chgData name="José Alejandro Lorenty Herrera" userId="6b68ea8e0a56b4d4" providerId="LiveId" clId="{F498B4A6-867F-477A-A329-E5AAC54FE700}" dt="2025-06-01T17:21:27.715" v="88" actId="113"/>
          <ac:spMkLst>
            <pc:docMk/>
            <pc:sldMk cId="3579071284" sldId="306"/>
            <ac:spMk id="3" creationId="{8E6DC90A-8E60-BD23-C1ED-B6E03DA45913}"/>
          </ac:spMkLst>
        </pc:spChg>
      </pc:sldChg>
      <pc:sldChg chg="modSp mod">
        <pc:chgData name="José Alejandro Lorenty Herrera" userId="6b68ea8e0a56b4d4" providerId="LiveId" clId="{F498B4A6-867F-477A-A329-E5AAC54FE700}" dt="2025-06-01T17:23:19.753" v="98" actId="113"/>
        <pc:sldMkLst>
          <pc:docMk/>
          <pc:sldMk cId="2389389041" sldId="307"/>
        </pc:sldMkLst>
        <pc:spChg chg="mod">
          <ac:chgData name="José Alejandro Lorenty Herrera" userId="6b68ea8e0a56b4d4" providerId="LiveId" clId="{F498B4A6-867F-477A-A329-E5AAC54FE700}" dt="2025-06-01T17:22:58.024" v="94"/>
          <ac:spMkLst>
            <pc:docMk/>
            <pc:sldMk cId="2389389041" sldId="307"/>
            <ac:spMk id="2" creationId="{884EA3D4-4AF6-194D-3A31-0AA76DE05CC2}"/>
          </ac:spMkLst>
        </pc:spChg>
        <pc:spChg chg="mod">
          <ac:chgData name="José Alejandro Lorenty Herrera" userId="6b68ea8e0a56b4d4" providerId="LiveId" clId="{F498B4A6-867F-477A-A329-E5AAC54FE700}" dt="2025-06-01T17:23:19.753" v="98" actId="113"/>
          <ac:spMkLst>
            <pc:docMk/>
            <pc:sldMk cId="2389389041" sldId="307"/>
            <ac:spMk id="3" creationId="{30309189-9EEB-6D71-C3CE-FEB85FF99FA7}"/>
          </ac:spMkLst>
        </pc:spChg>
      </pc:sldChg>
      <pc:sldChg chg="modSp mod">
        <pc:chgData name="José Alejandro Lorenty Herrera" userId="6b68ea8e0a56b4d4" providerId="LiveId" clId="{F498B4A6-867F-477A-A329-E5AAC54FE700}" dt="2025-06-01T17:23:45.653" v="103" actId="113"/>
        <pc:sldMkLst>
          <pc:docMk/>
          <pc:sldMk cId="841181562" sldId="308"/>
        </pc:sldMkLst>
        <pc:spChg chg="mod">
          <ac:chgData name="José Alejandro Lorenty Herrera" userId="6b68ea8e0a56b4d4" providerId="LiveId" clId="{F498B4A6-867F-477A-A329-E5AAC54FE700}" dt="2025-06-01T17:23:29.029" v="99"/>
          <ac:spMkLst>
            <pc:docMk/>
            <pc:sldMk cId="841181562" sldId="308"/>
            <ac:spMk id="2" creationId="{EAD343C9-6BF3-1951-C43B-217262B795CD}"/>
          </ac:spMkLst>
        </pc:spChg>
        <pc:spChg chg="mod">
          <ac:chgData name="José Alejandro Lorenty Herrera" userId="6b68ea8e0a56b4d4" providerId="LiveId" clId="{F498B4A6-867F-477A-A329-E5AAC54FE700}" dt="2025-06-01T17:23:45.653" v="103" actId="113"/>
          <ac:spMkLst>
            <pc:docMk/>
            <pc:sldMk cId="841181562" sldId="308"/>
            <ac:spMk id="3" creationId="{ECECDDDE-8E6E-CA29-80D7-381501169ED3}"/>
          </ac:spMkLst>
        </pc:spChg>
      </pc:sldChg>
      <pc:sldChg chg="modSp mod">
        <pc:chgData name="José Alejandro Lorenty Herrera" userId="6b68ea8e0a56b4d4" providerId="LiveId" clId="{F498B4A6-867F-477A-A329-E5AAC54FE700}" dt="2025-06-01T17:31:19.588" v="123"/>
        <pc:sldMkLst>
          <pc:docMk/>
          <pc:sldMk cId="3238755219" sldId="309"/>
        </pc:sldMkLst>
        <pc:spChg chg="mod">
          <ac:chgData name="José Alejandro Lorenty Herrera" userId="6b68ea8e0a56b4d4" providerId="LiveId" clId="{F498B4A6-867F-477A-A329-E5AAC54FE700}" dt="2025-06-01T17:30:58.993" v="122"/>
          <ac:spMkLst>
            <pc:docMk/>
            <pc:sldMk cId="3238755219" sldId="309"/>
            <ac:spMk id="2" creationId="{D5DB1EE7-FFFF-200A-A7CA-3C98EBE16F44}"/>
          </ac:spMkLst>
        </pc:spChg>
        <pc:spChg chg="mod">
          <ac:chgData name="José Alejandro Lorenty Herrera" userId="6b68ea8e0a56b4d4" providerId="LiveId" clId="{F498B4A6-867F-477A-A329-E5AAC54FE700}" dt="2025-06-01T17:31:19.588" v="123"/>
          <ac:spMkLst>
            <pc:docMk/>
            <pc:sldMk cId="3238755219" sldId="309"/>
            <ac:spMk id="3" creationId="{A032E64A-3EEF-20A0-071C-F029BCF97091}"/>
          </ac:spMkLst>
        </pc:spChg>
      </pc:sldChg>
      <pc:sldChg chg="modSp mod">
        <pc:chgData name="José Alejandro Lorenty Herrera" userId="6b68ea8e0a56b4d4" providerId="LiveId" clId="{F498B4A6-867F-477A-A329-E5AAC54FE700}" dt="2025-06-01T17:31:32.608" v="125"/>
        <pc:sldMkLst>
          <pc:docMk/>
          <pc:sldMk cId="130173278" sldId="310"/>
        </pc:sldMkLst>
        <pc:spChg chg="mod">
          <ac:chgData name="José Alejandro Lorenty Herrera" userId="6b68ea8e0a56b4d4" providerId="LiveId" clId="{F498B4A6-867F-477A-A329-E5AAC54FE700}" dt="2025-06-01T17:31:25.425" v="124"/>
          <ac:spMkLst>
            <pc:docMk/>
            <pc:sldMk cId="130173278" sldId="310"/>
            <ac:spMk id="2" creationId="{2AEBEFF5-9E5C-1388-B550-0F3D6AB287C4}"/>
          </ac:spMkLst>
        </pc:spChg>
        <pc:spChg chg="mod">
          <ac:chgData name="José Alejandro Lorenty Herrera" userId="6b68ea8e0a56b4d4" providerId="LiveId" clId="{F498B4A6-867F-477A-A329-E5AAC54FE700}" dt="2025-06-01T17:31:32.608" v="125"/>
          <ac:spMkLst>
            <pc:docMk/>
            <pc:sldMk cId="130173278" sldId="310"/>
            <ac:spMk id="3" creationId="{137407CF-78F7-5647-2C75-207FC6594B47}"/>
          </ac:spMkLst>
        </pc:spChg>
      </pc:sldChg>
      <pc:sldChg chg="modSp mod">
        <pc:chgData name="José Alejandro Lorenty Herrera" userId="6b68ea8e0a56b4d4" providerId="LiveId" clId="{F498B4A6-867F-477A-A329-E5AAC54FE700}" dt="2025-06-01T17:31:58.401" v="129"/>
        <pc:sldMkLst>
          <pc:docMk/>
          <pc:sldMk cId="3925704027" sldId="312"/>
        </pc:sldMkLst>
        <pc:spChg chg="mod">
          <ac:chgData name="José Alejandro Lorenty Herrera" userId="6b68ea8e0a56b4d4" providerId="LiveId" clId="{F498B4A6-867F-477A-A329-E5AAC54FE700}" dt="2025-06-01T17:31:58.401" v="129"/>
          <ac:spMkLst>
            <pc:docMk/>
            <pc:sldMk cId="3925704027" sldId="312"/>
            <ac:spMk id="2" creationId="{A7F65FDE-0663-554F-706B-E8FB21F136D6}"/>
          </ac:spMkLst>
        </pc:spChg>
        <pc:spChg chg="mod">
          <ac:chgData name="José Alejandro Lorenty Herrera" userId="6b68ea8e0a56b4d4" providerId="LiveId" clId="{F498B4A6-867F-477A-A329-E5AAC54FE700}" dt="2025-06-01T17:31:50.481" v="128" actId="27636"/>
          <ac:spMkLst>
            <pc:docMk/>
            <pc:sldMk cId="3925704027" sldId="312"/>
            <ac:spMk id="3" creationId="{C4DDD2F2-C951-D98A-EB30-AB4AE50968F1}"/>
          </ac:spMkLst>
        </pc:spChg>
      </pc:sldChg>
      <pc:sldChg chg="addSp delSp modSp mod setBg">
        <pc:chgData name="José Alejandro Lorenty Herrera" userId="6b68ea8e0a56b4d4" providerId="LiveId" clId="{F498B4A6-867F-477A-A329-E5AAC54FE700}" dt="2025-06-01T17:33:08.971" v="149" actId="26606"/>
        <pc:sldMkLst>
          <pc:docMk/>
          <pc:sldMk cId="1604929253" sldId="313"/>
        </pc:sldMkLst>
        <pc:spChg chg="mod">
          <ac:chgData name="José Alejandro Lorenty Herrera" userId="6b68ea8e0a56b4d4" providerId="LiveId" clId="{F498B4A6-867F-477A-A329-E5AAC54FE700}" dt="2025-06-01T17:33:08.971" v="149" actId="26606"/>
          <ac:spMkLst>
            <pc:docMk/>
            <pc:sldMk cId="1604929253" sldId="313"/>
            <ac:spMk id="2" creationId="{30194CC1-EE73-86B2-39B4-06F96DC01D72}"/>
          </ac:spMkLst>
        </pc:spChg>
        <pc:spChg chg="del mod">
          <ac:chgData name="José Alejandro Lorenty Herrera" userId="6b68ea8e0a56b4d4" providerId="LiveId" clId="{F498B4A6-867F-477A-A329-E5AAC54FE700}" dt="2025-06-01T17:33:08.971" v="149" actId="26606"/>
          <ac:spMkLst>
            <pc:docMk/>
            <pc:sldMk cId="1604929253" sldId="313"/>
            <ac:spMk id="3" creationId="{0B6B4C46-3F71-8FF1-31DB-FA0AD036A662}"/>
          </ac:spMkLst>
        </pc:spChg>
        <pc:spChg chg="add">
          <ac:chgData name="José Alejandro Lorenty Herrera" userId="6b68ea8e0a56b4d4" providerId="LiveId" clId="{F498B4A6-867F-477A-A329-E5AAC54FE700}" dt="2025-06-01T17:33:08.971" v="149" actId="26606"/>
          <ac:spMkLst>
            <pc:docMk/>
            <pc:sldMk cId="1604929253" sldId="313"/>
            <ac:spMk id="9" creationId="{94C52C56-BEF2-4E22-8C8E-A7AC96B03A72}"/>
          </ac:spMkLst>
        </pc:spChg>
        <pc:spChg chg="add">
          <ac:chgData name="José Alejandro Lorenty Herrera" userId="6b68ea8e0a56b4d4" providerId="LiveId" clId="{F498B4A6-867F-477A-A329-E5AAC54FE700}" dt="2025-06-01T17:33:08.971" v="149" actId="26606"/>
          <ac:spMkLst>
            <pc:docMk/>
            <pc:sldMk cId="1604929253" sldId="313"/>
            <ac:spMk id="11" creationId="{42285737-90EE-47DC-AC80-8AE156B11969}"/>
          </ac:spMkLst>
        </pc:spChg>
        <pc:grpChg chg="add">
          <ac:chgData name="José Alejandro Lorenty Herrera" userId="6b68ea8e0a56b4d4" providerId="LiveId" clId="{F498B4A6-867F-477A-A329-E5AAC54FE700}" dt="2025-06-01T17:33:08.971" v="149" actId="26606"/>
          <ac:grpSpMkLst>
            <pc:docMk/>
            <pc:sldMk cId="1604929253" sldId="313"/>
            <ac:grpSpMk id="13" creationId="{B57BDC17-F1B3-455F-BBF1-680AA1F25C06}"/>
          </ac:grpSpMkLst>
        </pc:grpChg>
        <pc:graphicFrameChg chg="add">
          <ac:chgData name="José Alejandro Lorenty Herrera" userId="6b68ea8e0a56b4d4" providerId="LiveId" clId="{F498B4A6-867F-477A-A329-E5AAC54FE700}" dt="2025-06-01T17:33:08.971" v="149" actId="26606"/>
          <ac:graphicFrameMkLst>
            <pc:docMk/>
            <pc:sldMk cId="1604929253" sldId="313"/>
            <ac:graphicFrameMk id="5" creationId="{1049CC10-FB83-3BD3-A692-EDDDCE3EBFEC}"/>
          </ac:graphicFrameMkLst>
        </pc:graphicFrameChg>
      </pc:sldChg>
      <pc:sldChg chg="del">
        <pc:chgData name="José Alejandro Lorenty Herrera" userId="6b68ea8e0a56b4d4" providerId="LiveId" clId="{F498B4A6-867F-477A-A329-E5AAC54FE700}" dt="2025-06-01T17:35:27.619" v="150" actId="47"/>
        <pc:sldMkLst>
          <pc:docMk/>
          <pc:sldMk cId="3994745282" sldId="314"/>
        </pc:sldMkLst>
      </pc:sldChg>
      <pc:sldChg chg="del">
        <pc:chgData name="José Alejandro Lorenty Herrera" userId="6b68ea8e0a56b4d4" providerId="LiveId" clId="{F498B4A6-867F-477A-A329-E5AAC54FE700}" dt="2025-06-01T17:35:28.590" v="151" actId="47"/>
        <pc:sldMkLst>
          <pc:docMk/>
          <pc:sldMk cId="306408346" sldId="315"/>
        </pc:sldMkLst>
      </pc:sldChg>
      <pc:sldChg chg="del">
        <pc:chgData name="José Alejandro Lorenty Herrera" userId="6b68ea8e0a56b4d4" providerId="LiveId" clId="{F498B4A6-867F-477A-A329-E5AAC54FE700}" dt="2025-06-01T17:35:29.340" v="152" actId="47"/>
        <pc:sldMkLst>
          <pc:docMk/>
          <pc:sldMk cId="4153345501" sldId="316"/>
        </pc:sldMkLst>
      </pc:sldChg>
      <pc:sldChg chg="del">
        <pc:chgData name="José Alejandro Lorenty Herrera" userId="6b68ea8e0a56b4d4" providerId="LiveId" clId="{F498B4A6-867F-477A-A329-E5AAC54FE700}" dt="2025-06-01T17:35:30.233" v="153" actId="47"/>
        <pc:sldMkLst>
          <pc:docMk/>
          <pc:sldMk cId="155928814" sldId="317"/>
        </pc:sldMkLst>
      </pc:sldChg>
      <pc:sldChg chg="del">
        <pc:chgData name="José Alejandro Lorenty Herrera" userId="6b68ea8e0a56b4d4" providerId="LiveId" clId="{F498B4A6-867F-477A-A329-E5AAC54FE700}" dt="2025-06-01T17:35:31.041" v="154" actId="47"/>
        <pc:sldMkLst>
          <pc:docMk/>
          <pc:sldMk cId="2266138668" sldId="318"/>
        </pc:sldMkLst>
      </pc:sldChg>
      <pc:sldChg chg="del">
        <pc:chgData name="José Alejandro Lorenty Herrera" userId="6b68ea8e0a56b4d4" providerId="LiveId" clId="{F498B4A6-867F-477A-A329-E5AAC54FE700}" dt="2025-06-01T17:35:31.900" v="155" actId="47"/>
        <pc:sldMkLst>
          <pc:docMk/>
          <pc:sldMk cId="2799182013" sldId="319"/>
        </pc:sldMkLst>
      </pc:sldChg>
      <pc:sldChg chg="del">
        <pc:chgData name="José Alejandro Lorenty Herrera" userId="6b68ea8e0a56b4d4" providerId="LiveId" clId="{F498B4A6-867F-477A-A329-E5AAC54FE700}" dt="2025-06-01T17:35:32.782" v="156" actId="47"/>
        <pc:sldMkLst>
          <pc:docMk/>
          <pc:sldMk cId="1632538255" sldId="320"/>
        </pc:sldMkLst>
      </pc:sldChg>
      <pc:sldChg chg="modSp add mod">
        <pc:chgData name="José Alejandro Lorenty Herrera" userId="6b68ea8e0a56b4d4" providerId="LiveId" clId="{F498B4A6-867F-477A-A329-E5AAC54FE700}" dt="2025-06-01T17:21:45.980" v="91" actId="27636"/>
        <pc:sldMkLst>
          <pc:docMk/>
          <pc:sldMk cId="3205679662" sldId="321"/>
        </pc:sldMkLst>
        <pc:spChg chg="mod">
          <ac:chgData name="José Alejandro Lorenty Herrera" userId="6b68ea8e0a56b4d4" providerId="LiveId" clId="{F498B4A6-867F-477A-A329-E5AAC54FE700}" dt="2025-06-01T17:21:45.980" v="91" actId="27636"/>
          <ac:spMkLst>
            <pc:docMk/>
            <pc:sldMk cId="3205679662" sldId="321"/>
            <ac:spMk id="3" creationId="{840C048A-4C90-8AF8-48B4-CA08FAC2F856}"/>
          </ac:spMkLst>
        </pc:spChg>
      </pc:sldChg>
      <pc:sldChg chg="modSp add mod">
        <pc:chgData name="José Alejandro Lorenty Herrera" userId="6b68ea8e0a56b4d4" providerId="LiveId" clId="{F498B4A6-867F-477A-A329-E5AAC54FE700}" dt="2025-06-01T17:24:06.728" v="107" actId="113"/>
        <pc:sldMkLst>
          <pc:docMk/>
          <pc:sldMk cId="1705794306" sldId="322"/>
        </pc:sldMkLst>
        <pc:spChg chg="mod">
          <ac:chgData name="José Alejandro Lorenty Herrera" userId="6b68ea8e0a56b4d4" providerId="LiveId" clId="{F498B4A6-867F-477A-A329-E5AAC54FE700}" dt="2025-06-01T17:24:06.728" v="107" actId="113"/>
          <ac:spMkLst>
            <pc:docMk/>
            <pc:sldMk cId="1705794306" sldId="322"/>
            <ac:spMk id="3" creationId="{DB3B06FA-117D-17A5-92D1-68169A9A46FF}"/>
          </ac:spMkLst>
        </pc:spChg>
      </pc:sldChg>
      <pc:sldChg chg="modSp add mod">
        <pc:chgData name="José Alejandro Lorenty Herrera" userId="6b68ea8e0a56b4d4" providerId="LiveId" clId="{F498B4A6-867F-477A-A329-E5AAC54FE700}" dt="2025-06-01T17:24:33.140" v="111" actId="113"/>
        <pc:sldMkLst>
          <pc:docMk/>
          <pc:sldMk cId="905914628" sldId="323"/>
        </pc:sldMkLst>
        <pc:spChg chg="mod">
          <ac:chgData name="José Alejandro Lorenty Herrera" userId="6b68ea8e0a56b4d4" providerId="LiveId" clId="{F498B4A6-867F-477A-A329-E5AAC54FE700}" dt="2025-06-01T17:24:33.140" v="111" actId="113"/>
          <ac:spMkLst>
            <pc:docMk/>
            <pc:sldMk cId="905914628" sldId="323"/>
            <ac:spMk id="3" creationId="{861B6C87-2B14-512E-0EE3-51924FB14E64}"/>
          </ac:spMkLst>
        </pc:spChg>
      </pc:sldChg>
      <pc:sldChg chg="modSp add mod">
        <pc:chgData name="José Alejandro Lorenty Herrera" userId="6b68ea8e0a56b4d4" providerId="LiveId" clId="{F498B4A6-867F-477A-A329-E5AAC54FE700}" dt="2025-06-01T17:24:54.793" v="115" actId="113"/>
        <pc:sldMkLst>
          <pc:docMk/>
          <pc:sldMk cId="2759888919" sldId="324"/>
        </pc:sldMkLst>
        <pc:spChg chg="mod">
          <ac:chgData name="José Alejandro Lorenty Herrera" userId="6b68ea8e0a56b4d4" providerId="LiveId" clId="{F498B4A6-867F-477A-A329-E5AAC54FE700}" dt="2025-06-01T17:24:54.793" v="115" actId="113"/>
          <ac:spMkLst>
            <pc:docMk/>
            <pc:sldMk cId="2759888919" sldId="324"/>
            <ac:spMk id="3" creationId="{CA3B61AA-429A-D772-40CE-88B2FE534435}"/>
          </ac:spMkLst>
        </pc:spChg>
      </pc:sldChg>
      <pc:sldChg chg="modSp add mod">
        <pc:chgData name="José Alejandro Lorenty Herrera" userId="6b68ea8e0a56b4d4" providerId="LiveId" clId="{F498B4A6-867F-477A-A329-E5AAC54FE700}" dt="2025-06-01T17:25:12.835" v="121" actId="113"/>
        <pc:sldMkLst>
          <pc:docMk/>
          <pc:sldMk cId="2314602408" sldId="325"/>
        </pc:sldMkLst>
        <pc:spChg chg="mod">
          <ac:chgData name="José Alejandro Lorenty Herrera" userId="6b68ea8e0a56b4d4" providerId="LiveId" clId="{F498B4A6-867F-477A-A329-E5AAC54FE700}" dt="2025-06-01T17:25:12.835" v="121" actId="113"/>
          <ac:spMkLst>
            <pc:docMk/>
            <pc:sldMk cId="2314602408" sldId="325"/>
            <ac:spMk id="3" creationId="{43553D9A-CA8E-8625-34F9-8B7E60C27651}"/>
          </ac:spMkLst>
        </pc:spChg>
      </pc:sldChg>
    </pc:docChg>
  </pc:docChgLst>
  <pc:docChgLst>
    <pc:chgData name="José Alejandro Lorenty Herrera" userId="6b68ea8e0a56b4d4" providerId="LiveId" clId="{7638AF5D-F751-4837-89CF-B67D20F91B20}"/>
    <pc:docChg chg="undo custSel addSld delSld modSld">
      <pc:chgData name="José Alejandro Lorenty Herrera" userId="6b68ea8e0a56b4d4" providerId="LiveId" clId="{7638AF5D-F751-4837-89CF-B67D20F91B20}" dt="2025-05-24T21:08:36.285" v="976"/>
      <pc:docMkLst>
        <pc:docMk/>
      </pc:docMkLst>
      <pc:sldChg chg="modSp mod">
        <pc:chgData name="José Alejandro Lorenty Herrera" userId="6b68ea8e0a56b4d4" providerId="LiveId" clId="{7638AF5D-F751-4837-89CF-B67D20F91B20}" dt="2025-05-23T19:34:36.984" v="0"/>
        <pc:sldMkLst>
          <pc:docMk/>
          <pc:sldMk cId="0" sldId="256"/>
        </pc:sldMkLst>
        <pc:spChg chg="mod">
          <ac:chgData name="José Alejandro Lorenty Herrera" userId="6b68ea8e0a56b4d4" providerId="LiveId" clId="{7638AF5D-F751-4837-89CF-B67D20F91B20}" dt="2025-05-23T19:34:36.984" v="0"/>
          <ac:spMkLst>
            <pc:docMk/>
            <pc:sldMk cId="0" sldId="256"/>
            <ac:spMk id="87" creationId="{00000000-0000-0000-0000-000000000000}"/>
          </ac:spMkLst>
        </pc:spChg>
      </pc:sldChg>
      <pc:sldChg chg="modSp mod">
        <pc:chgData name="José Alejandro Lorenty Herrera" userId="6b68ea8e0a56b4d4" providerId="LiveId" clId="{7638AF5D-F751-4837-89CF-B67D20F91B20}" dt="2025-05-23T19:36:41.169" v="17" actId="14100"/>
        <pc:sldMkLst>
          <pc:docMk/>
          <pc:sldMk cId="0" sldId="257"/>
        </pc:sldMkLst>
        <pc:spChg chg="mod">
          <ac:chgData name="José Alejandro Lorenty Herrera" userId="6b68ea8e0a56b4d4" providerId="LiveId" clId="{7638AF5D-F751-4837-89CF-B67D20F91B20}" dt="2025-05-23T19:36:25.288" v="12"/>
          <ac:spMkLst>
            <pc:docMk/>
            <pc:sldMk cId="0" sldId="257"/>
            <ac:spMk id="12" creationId="{AD570773-E209-EAC7-F15A-27758532A607}"/>
          </ac:spMkLst>
        </pc:spChg>
        <pc:spChg chg="mod">
          <ac:chgData name="José Alejandro Lorenty Herrera" userId="6b68ea8e0a56b4d4" providerId="LiveId" clId="{7638AF5D-F751-4837-89CF-B67D20F91B20}" dt="2025-05-23T19:36:16.478" v="10"/>
          <ac:spMkLst>
            <pc:docMk/>
            <pc:sldMk cId="0" sldId="257"/>
            <ac:spMk id="16" creationId="{2C72DFB1-FD3A-684B-4838-805A536F4C32}"/>
          </ac:spMkLst>
        </pc:spChg>
        <pc:spChg chg="mod">
          <ac:chgData name="José Alejandro Lorenty Herrera" userId="6b68ea8e0a56b4d4" providerId="LiveId" clId="{7638AF5D-F751-4837-89CF-B67D20F91B20}" dt="2025-05-23T19:36:03.708" v="8"/>
          <ac:spMkLst>
            <pc:docMk/>
            <pc:sldMk cId="0" sldId="257"/>
            <ac:spMk id="24" creationId="{4878B0EF-515C-9C2E-B8F1-D1ED40F111C7}"/>
          </ac:spMkLst>
        </pc:spChg>
        <pc:spChg chg="mod">
          <ac:chgData name="José Alejandro Lorenty Herrera" userId="6b68ea8e0a56b4d4" providerId="LiveId" clId="{7638AF5D-F751-4837-89CF-B67D20F91B20}" dt="2025-05-23T19:35:31.293" v="3"/>
          <ac:spMkLst>
            <pc:docMk/>
            <pc:sldMk cId="0" sldId="257"/>
            <ac:spMk id="28" creationId="{0620F0DA-4736-6652-90BC-299278A23299}"/>
          </ac:spMkLst>
        </pc:spChg>
        <pc:spChg chg="mod">
          <ac:chgData name="José Alejandro Lorenty Herrera" userId="6b68ea8e0a56b4d4" providerId="LiveId" clId="{7638AF5D-F751-4837-89CF-B67D20F91B20}" dt="2025-05-23T19:36:37.539" v="16"/>
          <ac:spMkLst>
            <pc:docMk/>
            <pc:sldMk cId="0" sldId="257"/>
            <ac:spMk id="98" creationId="{00000000-0000-0000-0000-000000000000}"/>
          </ac:spMkLst>
        </pc:spChg>
        <pc:grpChg chg="mod">
          <ac:chgData name="José Alejandro Lorenty Herrera" userId="6b68ea8e0a56b4d4" providerId="LiveId" clId="{7638AF5D-F751-4837-89CF-B67D20F91B20}" dt="2025-05-23T19:36:27.748" v="13" actId="14100"/>
          <ac:grpSpMkLst>
            <pc:docMk/>
            <pc:sldMk cId="0" sldId="257"/>
            <ac:grpSpMk id="10" creationId="{6E8552C1-DDF1-4ABD-5F96-B60781CD6C68}"/>
          </ac:grpSpMkLst>
        </pc:grpChg>
        <pc:grpChg chg="mod">
          <ac:chgData name="José Alejandro Lorenty Herrera" userId="6b68ea8e0a56b4d4" providerId="LiveId" clId="{7638AF5D-F751-4837-89CF-B67D20F91B20}" dt="2025-05-23T19:36:20.170" v="11" actId="14100"/>
          <ac:grpSpMkLst>
            <pc:docMk/>
            <pc:sldMk cId="0" sldId="257"/>
            <ac:grpSpMk id="14" creationId="{C5AA762B-A004-5E25-1690-EEB520FCCFA6}"/>
          </ac:grpSpMkLst>
        </pc:grpChg>
        <pc:grpChg chg="mod">
          <ac:chgData name="José Alejandro Lorenty Herrera" userId="6b68ea8e0a56b4d4" providerId="LiveId" clId="{7638AF5D-F751-4837-89CF-B67D20F91B20}" dt="2025-05-23T19:36:08.028" v="9" actId="14100"/>
          <ac:grpSpMkLst>
            <pc:docMk/>
            <pc:sldMk cId="0" sldId="257"/>
            <ac:grpSpMk id="22" creationId="{705C6ABC-AF47-4CB0-E688-D293EA0CDF2E}"/>
          </ac:grpSpMkLst>
        </pc:grpChg>
        <pc:grpChg chg="mod">
          <ac:chgData name="José Alejandro Lorenty Herrera" userId="6b68ea8e0a56b4d4" providerId="LiveId" clId="{7638AF5D-F751-4837-89CF-B67D20F91B20}" dt="2025-05-23T19:35:47.976" v="5" actId="14100"/>
          <ac:grpSpMkLst>
            <pc:docMk/>
            <pc:sldMk cId="0" sldId="257"/>
            <ac:grpSpMk id="26" creationId="{287C2518-078E-531A-BC03-5B1A4C947917}"/>
          </ac:grpSpMkLst>
        </pc:grpChg>
        <pc:grpChg chg="mod">
          <ac:chgData name="José Alejandro Lorenty Herrera" userId="6b68ea8e0a56b4d4" providerId="LiveId" clId="{7638AF5D-F751-4837-89CF-B67D20F91B20}" dt="2025-05-23T19:36:41.169" v="17" actId="14100"/>
          <ac:grpSpMkLst>
            <pc:docMk/>
            <pc:sldMk cId="0" sldId="257"/>
            <ac:grpSpMk id="96" creationId="{00000000-0000-0000-0000-000000000000}"/>
          </ac:grpSpMkLst>
        </pc:grpChg>
      </pc:sldChg>
      <pc:sldChg chg="modSp mod">
        <pc:chgData name="José Alejandro Lorenty Herrera" userId="6b68ea8e0a56b4d4" providerId="LiveId" clId="{7638AF5D-F751-4837-89CF-B67D20F91B20}" dt="2025-05-23T19:47:16.287" v="24" actId="113"/>
        <pc:sldMkLst>
          <pc:docMk/>
          <pc:sldMk cId="3758835378" sldId="271"/>
        </pc:sldMkLst>
        <pc:spChg chg="mod">
          <ac:chgData name="José Alejandro Lorenty Herrera" userId="6b68ea8e0a56b4d4" providerId="LiveId" clId="{7638AF5D-F751-4837-89CF-B67D20F91B20}" dt="2025-05-23T19:37:13.622" v="18"/>
          <ac:spMkLst>
            <pc:docMk/>
            <pc:sldMk cId="3758835378" sldId="271"/>
            <ac:spMk id="2" creationId="{070FA2D8-0262-A811-858D-1DB474094B67}"/>
          </ac:spMkLst>
        </pc:spChg>
        <pc:spChg chg="mod">
          <ac:chgData name="José Alejandro Lorenty Herrera" userId="6b68ea8e0a56b4d4" providerId="LiveId" clId="{7638AF5D-F751-4837-89CF-B67D20F91B20}" dt="2025-05-23T19:47:16.287" v="24" actId="113"/>
          <ac:spMkLst>
            <pc:docMk/>
            <pc:sldMk cId="3758835378" sldId="271"/>
            <ac:spMk id="3" creationId="{7379920C-76C9-6AC0-A586-0EB34D3858FD}"/>
          </ac:spMkLst>
        </pc:spChg>
      </pc:sldChg>
      <pc:sldChg chg="modSp mod">
        <pc:chgData name="José Alejandro Lorenty Herrera" userId="6b68ea8e0a56b4d4" providerId="LiveId" clId="{7638AF5D-F751-4837-89CF-B67D20F91B20}" dt="2025-05-23T19:47:46.379" v="27" actId="113"/>
        <pc:sldMkLst>
          <pc:docMk/>
          <pc:sldMk cId="2350886039" sldId="272"/>
        </pc:sldMkLst>
      </pc:sldChg>
      <pc:sldChg chg="del">
        <pc:chgData name="José Alejandro Lorenty Herrera" userId="6b68ea8e0a56b4d4" providerId="LiveId" clId="{7638AF5D-F751-4837-89CF-B67D20F91B20}" dt="2025-05-23T19:48:22.404" v="28" actId="47"/>
        <pc:sldMkLst>
          <pc:docMk/>
          <pc:sldMk cId="1665680874" sldId="273"/>
        </pc:sldMkLst>
      </pc:sldChg>
      <pc:sldChg chg="del">
        <pc:chgData name="José Alejandro Lorenty Herrera" userId="6b68ea8e0a56b4d4" providerId="LiveId" clId="{7638AF5D-F751-4837-89CF-B67D20F91B20}" dt="2025-05-23T20:04:24.319" v="276" actId="47"/>
        <pc:sldMkLst>
          <pc:docMk/>
          <pc:sldMk cId="3704742878" sldId="274"/>
        </pc:sldMkLst>
      </pc:sldChg>
      <pc:sldChg chg="del">
        <pc:chgData name="José Alejandro Lorenty Herrera" userId="6b68ea8e0a56b4d4" providerId="LiveId" clId="{7638AF5D-F751-4837-89CF-B67D20F91B20}" dt="2025-05-23T20:04:25.031" v="277" actId="47"/>
        <pc:sldMkLst>
          <pc:docMk/>
          <pc:sldMk cId="3076361770" sldId="275"/>
        </pc:sldMkLst>
      </pc:sldChg>
      <pc:sldChg chg="del">
        <pc:chgData name="José Alejandro Lorenty Herrera" userId="6b68ea8e0a56b4d4" providerId="LiveId" clId="{7638AF5D-F751-4837-89CF-B67D20F91B20}" dt="2025-05-23T20:04:25.681" v="278" actId="47"/>
        <pc:sldMkLst>
          <pc:docMk/>
          <pc:sldMk cId="1118840385" sldId="276"/>
        </pc:sldMkLst>
      </pc:sldChg>
      <pc:sldChg chg="addSp delSp modSp mod setBg chgLayout">
        <pc:chgData name="José Alejandro Lorenty Herrera" userId="6b68ea8e0a56b4d4" providerId="LiveId" clId="{7638AF5D-F751-4837-89CF-B67D20F91B20}" dt="2025-05-24T21:06:30.898" v="972" actId="14100"/>
        <pc:sldMkLst>
          <pc:docMk/>
          <pc:sldMk cId="430156373" sldId="278"/>
        </pc:sldMkLst>
        <pc:spChg chg="mod ord">
          <ac:chgData name="José Alejandro Lorenty Herrera" userId="6b68ea8e0a56b4d4" providerId="LiveId" clId="{7638AF5D-F751-4837-89CF-B67D20F91B20}" dt="2025-05-24T21:06:16.552" v="968" actId="26606"/>
          <ac:spMkLst>
            <pc:docMk/>
            <pc:sldMk cId="430156373" sldId="278"/>
            <ac:spMk id="2" creationId="{86AD9C4C-9A6D-0563-2ECB-205B8916AA89}"/>
          </ac:spMkLst>
        </pc:spChg>
      </pc:sldChg>
      <pc:sldChg chg="modSp modTransition">
        <pc:chgData name="José Alejandro Lorenty Herrera" userId="6b68ea8e0a56b4d4" providerId="LiveId" clId="{7638AF5D-F751-4837-89CF-B67D20F91B20}" dt="2025-05-24T21:08:36.285" v="976"/>
        <pc:sldMkLst>
          <pc:docMk/>
          <pc:sldMk cId="3775530301" sldId="279"/>
        </pc:sldMkLst>
        <pc:graphicFrameChg chg="mod">
          <ac:chgData name="José Alejandro Lorenty Herrera" userId="6b68ea8e0a56b4d4" providerId="LiveId" clId="{7638AF5D-F751-4837-89CF-B67D20F91B20}" dt="2025-05-24T21:04:10.322" v="951"/>
          <ac:graphicFrameMkLst>
            <pc:docMk/>
            <pc:sldMk cId="3775530301" sldId="279"/>
            <ac:graphicFrameMk id="5" creationId="{95AEEF6B-008C-49C0-DB75-C00443894168}"/>
          </ac:graphicFrameMkLst>
        </pc:graphicFrameChg>
      </pc:sldChg>
      <pc:sldChg chg="del">
        <pc:chgData name="José Alejandro Lorenty Herrera" userId="6b68ea8e0a56b4d4" providerId="LiveId" clId="{7638AF5D-F751-4837-89CF-B67D20F91B20}" dt="2025-05-23T20:04:26.649" v="279" actId="47"/>
        <pc:sldMkLst>
          <pc:docMk/>
          <pc:sldMk cId="3467193803" sldId="280"/>
        </pc:sldMkLst>
      </pc:sldChg>
      <pc:sldChg chg="del">
        <pc:chgData name="José Alejandro Lorenty Herrera" userId="6b68ea8e0a56b4d4" providerId="LiveId" clId="{7638AF5D-F751-4837-89CF-B67D20F91B20}" dt="2025-05-23T20:04:19.796" v="271" actId="47"/>
        <pc:sldMkLst>
          <pc:docMk/>
          <pc:sldMk cId="1267276018" sldId="281"/>
        </pc:sldMkLst>
      </pc:sldChg>
      <pc:sldChg chg="del">
        <pc:chgData name="José Alejandro Lorenty Herrera" userId="6b68ea8e0a56b4d4" providerId="LiveId" clId="{7638AF5D-F751-4837-89CF-B67D20F91B20}" dt="2025-05-23T20:04:20.539" v="272" actId="47"/>
        <pc:sldMkLst>
          <pc:docMk/>
          <pc:sldMk cId="1117442949" sldId="282"/>
        </pc:sldMkLst>
      </pc:sldChg>
      <pc:sldChg chg="del">
        <pc:chgData name="José Alejandro Lorenty Herrera" userId="6b68ea8e0a56b4d4" providerId="LiveId" clId="{7638AF5D-F751-4837-89CF-B67D20F91B20}" dt="2025-05-23T20:04:21.301" v="273" actId="47"/>
        <pc:sldMkLst>
          <pc:docMk/>
          <pc:sldMk cId="2074110106" sldId="283"/>
        </pc:sldMkLst>
      </pc:sldChg>
      <pc:sldChg chg="del">
        <pc:chgData name="José Alejandro Lorenty Herrera" userId="6b68ea8e0a56b4d4" providerId="LiveId" clId="{7638AF5D-F751-4837-89CF-B67D20F91B20}" dt="2025-05-23T20:04:22.140" v="274" actId="47"/>
        <pc:sldMkLst>
          <pc:docMk/>
          <pc:sldMk cId="841594475" sldId="284"/>
        </pc:sldMkLst>
      </pc:sldChg>
      <pc:sldChg chg="del">
        <pc:chgData name="José Alejandro Lorenty Herrera" userId="6b68ea8e0a56b4d4" providerId="LiveId" clId="{7638AF5D-F751-4837-89CF-B67D20F91B20}" dt="2025-05-23T20:04:22.936" v="275" actId="47"/>
        <pc:sldMkLst>
          <pc:docMk/>
          <pc:sldMk cId="3791011076" sldId="285"/>
        </pc:sldMkLst>
      </pc:sldChg>
      <pc:sldChg chg="del">
        <pc:chgData name="José Alejandro Lorenty Herrera" userId="6b68ea8e0a56b4d4" providerId="LiveId" clId="{7638AF5D-F751-4837-89CF-B67D20F91B20}" dt="2025-05-23T20:04:27.595" v="280" actId="47"/>
        <pc:sldMkLst>
          <pc:docMk/>
          <pc:sldMk cId="3189855955" sldId="286"/>
        </pc:sldMkLst>
      </pc:sldChg>
      <pc:sldChg chg="del">
        <pc:chgData name="José Alejandro Lorenty Herrera" userId="6b68ea8e0a56b4d4" providerId="LiveId" clId="{7638AF5D-F751-4837-89CF-B67D20F91B20}" dt="2025-05-23T20:04:28.322" v="281" actId="47"/>
        <pc:sldMkLst>
          <pc:docMk/>
          <pc:sldMk cId="1069595534" sldId="287"/>
        </pc:sldMkLst>
      </pc:sldChg>
      <pc:sldChg chg="del">
        <pc:chgData name="José Alejandro Lorenty Herrera" userId="6b68ea8e0a56b4d4" providerId="LiveId" clId="{7638AF5D-F751-4837-89CF-B67D20F91B20}" dt="2025-05-23T20:04:29.092" v="282" actId="47"/>
        <pc:sldMkLst>
          <pc:docMk/>
          <pc:sldMk cId="3076395884" sldId="288"/>
        </pc:sldMkLst>
      </pc:sldChg>
      <pc:sldChg chg="modSp mod">
        <pc:chgData name="José Alejandro Lorenty Herrera" userId="6b68ea8e0a56b4d4" providerId="LiveId" clId="{7638AF5D-F751-4837-89CF-B67D20F91B20}" dt="2025-05-24T21:02:55.999" v="943" actId="14100"/>
        <pc:sldMkLst>
          <pc:docMk/>
          <pc:sldMk cId="1285352527" sldId="290"/>
        </pc:sldMkLst>
        <pc:graphicFrameChg chg="mod">
          <ac:chgData name="José Alejandro Lorenty Herrera" userId="6b68ea8e0a56b4d4" providerId="LiveId" clId="{7638AF5D-F751-4837-89CF-B67D20F91B20}" dt="2025-05-24T21:02:55.999" v="943" actId="14100"/>
          <ac:graphicFrameMkLst>
            <pc:docMk/>
            <pc:sldMk cId="1285352527" sldId="290"/>
            <ac:graphicFrameMk id="5" creationId="{A53FC35C-237C-AFF6-21EF-4265D50B7A87}"/>
          </ac:graphicFrameMkLst>
        </pc:graphicFrameChg>
      </pc:sldChg>
      <pc:sldChg chg="addSp delSp modSp add mod modTransition setBg">
        <pc:chgData name="José Alejandro Lorenty Herrera" userId="6b68ea8e0a56b4d4" providerId="LiveId" clId="{7638AF5D-F751-4837-89CF-B67D20F91B20}" dt="2025-05-23T19:56:12.366" v="238"/>
        <pc:sldMkLst>
          <pc:docMk/>
          <pc:sldMk cId="897256330" sldId="291"/>
        </pc:sldMkLst>
      </pc:sldChg>
      <pc:sldChg chg="addSp delSp modSp add mod modTransition">
        <pc:chgData name="José Alejandro Lorenty Herrera" userId="6b68ea8e0a56b4d4" providerId="LiveId" clId="{7638AF5D-F751-4837-89CF-B67D20F91B20}" dt="2025-05-23T19:58:05.557" v="249"/>
        <pc:sldMkLst>
          <pc:docMk/>
          <pc:sldMk cId="229504" sldId="292"/>
        </pc:sldMkLst>
      </pc:sldChg>
      <pc:sldChg chg="addSp delSp modSp add mod">
        <pc:chgData name="José Alejandro Lorenty Herrera" userId="6b68ea8e0a56b4d4" providerId="LiveId" clId="{7638AF5D-F751-4837-89CF-B67D20F91B20}" dt="2025-05-23T20:00:01.645" v="270" actId="1076"/>
        <pc:sldMkLst>
          <pc:docMk/>
          <pc:sldMk cId="492654128" sldId="293"/>
        </pc:sldMkLst>
      </pc:sldChg>
      <pc:sldChg chg="new del">
        <pc:chgData name="José Alejandro Lorenty Herrera" userId="6b68ea8e0a56b4d4" providerId="LiveId" clId="{7638AF5D-F751-4837-89CF-B67D20F91B20}" dt="2025-05-23T20:05:08.616" v="284" actId="680"/>
        <pc:sldMkLst>
          <pc:docMk/>
          <pc:sldMk cId="986967810" sldId="294"/>
        </pc:sldMkLst>
      </pc:sldChg>
      <pc:sldChg chg="delSp modSp add mod setBg delDesignElem">
        <pc:chgData name="José Alejandro Lorenty Herrera" userId="6b68ea8e0a56b4d4" providerId="LiveId" clId="{7638AF5D-F751-4837-89CF-B67D20F91B20}" dt="2025-05-24T20:04:44.544" v="672" actId="20577"/>
        <pc:sldMkLst>
          <pc:docMk/>
          <pc:sldMk cId="3854854051" sldId="294"/>
        </pc:sldMkLst>
      </pc:sldChg>
      <pc:sldChg chg="addSp delSp modSp new mod setBg">
        <pc:chgData name="José Alejandro Lorenty Herrera" userId="6b68ea8e0a56b4d4" providerId="LiveId" clId="{7638AF5D-F751-4837-89CF-B67D20F91B20}" dt="2025-05-24T20:06:02.059" v="767" actId="26606"/>
        <pc:sldMkLst>
          <pc:docMk/>
          <pc:sldMk cId="307748883" sldId="295"/>
        </pc:sldMkLst>
      </pc:sldChg>
      <pc:sldChg chg="modSp new mod">
        <pc:chgData name="José Alejandro Lorenty Herrera" userId="6b68ea8e0a56b4d4" providerId="LiveId" clId="{7638AF5D-F751-4837-89CF-B67D20F91B20}" dt="2025-05-24T20:20:20.881" v="909" actId="20577"/>
        <pc:sldMkLst>
          <pc:docMk/>
          <pc:sldMk cId="3695742359" sldId="296"/>
        </pc:sldMkLst>
      </pc:sldChg>
      <pc:sldChg chg="addSp delSp modSp add mod">
        <pc:chgData name="José Alejandro Lorenty Herrera" userId="6b68ea8e0a56b4d4" providerId="LiveId" clId="{7638AF5D-F751-4837-89CF-B67D20F91B20}" dt="2025-05-24T20:20:32.110" v="911"/>
        <pc:sldMkLst>
          <pc:docMk/>
          <pc:sldMk cId="326094866" sldId="297"/>
        </pc:sldMkLst>
      </pc:sldChg>
      <pc:sldChg chg="modSp add mod">
        <pc:chgData name="José Alejandro Lorenty Herrera" userId="6b68ea8e0a56b4d4" providerId="LiveId" clId="{7638AF5D-F751-4837-89CF-B67D20F91B20}" dt="2025-05-24T21:02:39.010" v="941" actId="20577"/>
        <pc:sldMkLst>
          <pc:docMk/>
          <pc:sldMk cId="1914963071" sldId="298"/>
        </pc:sldMkLst>
      </pc:sldChg>
      <pc:sldChg chg="addSp delSp modSp add mod modTransition setBg">
        <pc:chgData name="José Alejandro Lorenty Herrera" userId="6b68ea8e0a56b4d4" providerId="LiveId" clId="{7638AF5D-F751-4837-89CF-B67D20F91B20}" dt="2025-05-24T21:07:10.385" v="973"/>
        <pc:sldMkLst>
          <pc:docMk/>
          <pc:sldMk cId="499609419" sldId="299"/>
        </pc:sldMkLst>
      </pc:sldChg>
      <pc:sldChg chg="addSp delSp modSp add del mod">
        <pc:chgData name="José Alejandro Lorenty Herrera" userId="6b68ea8e0a56b4d4" providerId="LiveId" clId="{7638AF5D-F751-4837-89CF-B67D20F91B20}" dt="2025-05-24T20:14:18.823" v="877" actId="47"/>
        <pc:sldMkLst>
          <pc:docMk/>
          <pc:sldMk cId="664758207" sldId="300"/>
        </pc:sldMkLst>
      </pc:sldChg>
      <pc:sldChg chg="addSp modSp add mod modTransition">
        <pc:chgData name="José Alejandro Lorenty Herrera" userId="6b68ea8e0a56b4d4" providerId="LiveId" clId="{7638AF5D-F751-4837-89CF-B67D20F91B20}" dt="2025-05-24T21:07:20.866" v="974"/>
        <pc:sldMkLst>
          <pc:docMk/>
          <pc:sldMk cId="2138013092" sldId="300"/>
        </pc:sldMkLst>
      </pc:sldChg>
      <pc:sldChg chg="modSp add mod modTransition">
        <pc:chgData name="José Alejandro Lorenty Herrera" userId="6b68ea8e0a56b4d4" providerId="LiveId" clId="{7638AF5D-F751-4837-89CF-B67D20F91B20}" dt="2025-05-24T21:07:27.389" v="975"/>
        <pc:sldMkLst>
          <pc:docMk/>
          <pc:sldMk cId="2311178563" sldId="301"/>
        </pc:sldMkLst>
      </pc:sldChg>
      <pc:sldChg chg="addSp delSp modSp new mod setBg">
        <pc:chgData name="José Alejandro Lorenty Herrera" userId="6b68ea8e0a56b4d4" providerId="LiveId" clId="{7638AF5D-F751-4837-89CF-B67D20F91B20}" dt="2025-05-24T20:22:56.864" v="926" actId="26606"/>
        <pc:sldMkLst>
          <pc:docMk/>
          <pc:sldMk cId="4201728307" sldId="302"/>
        </pc:sldMkLst>
      </pc:sldChg>
      <pc:sldChg chg="addSp delSp modSp new mod setBg">
        <pc:chgData name="José Alejandro Lorenty Herrera" userId="6b68ea8e0a56b4d4" providerId="LiveId" clId="{7638AF5D-F751-4837-89CF-B67D20F91B20}" dt="2025-05-24T20:23:18.108" v="930" actId="26606"/>
        <pc:sldMkLst>
          <pc:docMk/>
          <pc:sldMk cId="1991582755" sldId="303"/>
        </pc:sldMkLst>
      </pc:sldChg>
      <pc:sldChg chg="addSp delSp modSp new mod setBg">
        <pc:chgData name="José Alejandro Lorenty Herrera" userId="6b68ea8e0a56b4d4" providerId="LiveId" clId="{7638AF5D-F751-4837-89CF-B67D20F91B20}" dt="2025-05-24T20:23:40.649" v="933" actId="26606"/>
        <pc:sldMkLst>
          <pc:docMk/>
          <pc:sldMk cId="871053208" sldId="304"/>
        </pc:sldMkLst>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F42A9E-5E81-4F02-9F89-8A360A279BCE}"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E224C362-9CB2-4D82-B1F6-30B747D7CAEE}">
      <dgm:prSet/>
      <dgm:spPr/>
      <dgm:t>
        <a:bodyPr/>
        <a:lstStyle/>
        <a:p>
          <a:r>
            <a:rPr lang="es-GT" b="1"/>
            <a:t>NumPy</a:t>
          </a:r>
          <a:r>
            <a:rPr lang="es-GT"/>
            <a:t>:</a:t>
          </a:r>
          <a:endParaRPr lang="en-US"/>
        </a:p>
      </dgm:t>
    </dgm:pt>
    <dgm:pt modelId="{3F1D35CC-337F-4C50-A504-157536AE2AC9}" type="parTrans" cxnId="{29A8B6CB-450E-4636-8BB2-8B15AD96C8B6}">
      <dgm:prSet/>
      <dgm:spPr/>
      <dgm:t>
        <a:bodyPr/>
        <a:lstStyle/>
        <a:p>
          <a:endParaRPr lang="en-US"/>
        </a:p>
      </dgm:t>
    </dgm:pt>
    <dgm:pt modelId="{3F5CEA04-A8DE-412C-BF16-7FF52EAD6657}" type="sibTrans" cxnId="{29A8B6CB-450E-4636-8BB2-8B15AD96C8B6}">
      <dgm:prSet/>
      <dgm:spPr/>
      <dgm:t>
        <a:bodyPr/>
        <a:lstStyle/>
        <a:p>
          <a:endParaRPr lang="en-US"/>
        </a:p>
      </dgm:t>
    </dgm:pt>
    <dgm:pt modelId="{7BCEF517-D69E-4F44-9826-A4BDD5458838}">
      <dgm:prSet/>
      <dgm:spPr/>
      <dgm:t>
        <a:bodyPr/>
        <a:lstStyle/>
        <a:p>
          <a:r>
            <a:rPr lang="es-GT"/>
            <a:t>Una biblioteca esencial para realizar cálculos numéricos, especialmente con arrays (matrices). </a:t>
          </a:r>
          <a:endParaRPr lang="en-US"/>
        </a:p>
      </dgm:t>
    </dgm:pt>
    <dgm:pt modelId="{87917422-09D6-4CA4-A959-73E8E87D038F}" type="parTrans" cxnId="{5E853410-E013-486E-AE81-5569A48A23F8}">
      <dgm:prSet/>
      <dgm:spPr/>
      <dgm:t>
        <a:bodyPr/>
        <a:lstStyle/>
        <a:p>
          <a:endParaRPr lang="en-US"/>
        </a:p>
      </dgm:t>
    </dgm:pt>
    <dgm:pt modelId="{2234ECD5-B7B1-4D60-B68A-EBEC690392DE}" type="sibTrans" cxnId="{5E853410-E013-486E-AE81-5569A48A23F8}">
      <dgm:prSet/>
      <dgm:spPr/>
      <dgm:t>
        <a:bodyPr/>
        <a:lstStyle/>
        <a:p>
          <a:endParaRPr lang="en-US"/>
        </a:p>
      </dgm:t>
    </dgm:pt>
    <dgm:pt modelId="{D7238895-104E-4D7D-9D0F-9203F7C3C34E}">
      <dgm:prSet/>
      <dgm:spPr/>
      <dgm:t>
        <a:bodyPr/>
        <a:lstStyle/>
        <a:p>
          <a:r>
            <a:rPr lang="es-GT" b="1"/>
            <a:t>Pandas</a:t>
          </a:r>
          <a:r>
            <a:rPr lang="es-GT"/>
            <a:t>:</a:t>
          </a:r>
          <a:endParaRPr lang="en-US"/>
        </a:p>
      </dgm:t>
    </dgm:pt>
    <dgm:pt modelId="{EA734764-3BFC-49AB-9DD2-631C1C30C1C1}" type="parTrans" cxnId="{DCF5E99F-A0B3-4521-9DC4-3D12EDF3B67A}">
      <dgm:prSet/>
      <dgm:spPr/>
      <dgm:t>
        <a:bodyPr/>
        <a:lstStyle/>
        <a:p>
          <a:endParaRPr lang="en-US"/>
        </a:p>
      </dgm:t>
    </dgm:pt>
    <dgm:pt modelId="{0C457DFA-8EB8-4867-A79C-B934CF53EDE8}" type="sibTrans" cxnId="{DCF5E99F-A0B3-4521-9DC4-3D12EDF3B67A}">
      <dgm:prSet/>
      <dgm:spPr/>
      <dgm:t>
        <a:bodyPr/>
        <a:lstStyle/>
        <a:p>
          <a:endParaRPr lang="en-US"/>
        </a:p>
      </dgm:t>
    </dgm:pt>
    <dgm:pt modelId="{B3D82C03-77EB-4BB8-B50D-DE40DCC7C773}">
      <dgm:prSet/>
      <dgm:spPr/>
      <dgm:t>
        <a:bodyPr/>
        <a:lstStyle/>
        <a:p>
          <a:r>
            <a:rPr lang="es-GT"/>
            <a:t>Una biblioteca para trabajar con DataFrames (tablas) y realizar análisis de datos. </a:t>
          </a:r>
          <a:endParaRPr lang="en-US"/>
        </a:p>
      </dgm:t>
    </dgm:pt>
    <dgm:pt modelId="{73DB8B69-F678-4825-A757-335213A0191D}" type="parTrans" cxnId="{AC7A1CA1-DA3A-41D3-8891-36E761F4FD8D}">
      <dgm:prSet/>
      <dgm:spPr/>
      <dgm:t>
        <a:bodyPr/>
        <a:lstStyle/>
        <a:p>
          <a:endParaRPr lang="en-US"/>
        </a:p>
      </dgm:t>
    </dgm:pt>
    <dgm:pt modelId="{D9A990C6-E094-4823-A55D-D979B9972D87}" type="sibTrans" cxnId="{AC7A1CA1-DA3A-41D3-8891-36E761F4FD8D}">
      <dgm:prSet/>
      <dgm:spPr/>
      <dgm:t>
        <a:bodyPr/>
        <a:lstStyle/>
        <a:p>
          <a:endParaRPr lang="en-US"/>
        </a:p>
      </dgm:t>
    </dgm:pt>
    <dgm:pt modelId="{0FC7A31A-4547-4870-9747-881420AE758F}">
      <dgm:prSet/>
      <dgm:spPr/>
      <dgm:t>
        <a:bodyPr/>
        <a:lstStyle/>
        <a:p>
          <a:r>
            <a:rPr lang="es-GT" b="1"/>
            <a:t>Matplotlib y Seaborn</a:t>
          </a:r>
          <a:r>
            <a:rPr lang="es-GT"/>
            <a:t>:</a:t>
          </a:r>
          <a:endParaRPr lang="en-US"/>
        </a:p>
      </dgm:t>
    </dgm:pt>
    <dgm:pt modelId="{E63F7644-E489-46B8-B295-09089E17EC80}" type="parTrans" cxnId="{87D33E59-BBAD-4086-8382-4748A2A986B0}">
      <dgm:prSet/>
      <dgm:spPr/>
      <dgm:t>
        <a:bodyPr/>
        <a:lstStyle/>
        <a:p>
          <a:endParaRPr lang="en-US"/>
        </a:p>
      </dgm:t>
    </dgm:pt>
    <dgm:pt modelId="{2807569D-71C6-411A-A94D-D8359965F52E}" type="sibTrans" cxnId="{87D33E59-BBAD-4086-8382-4748A2A986B0}">
      <dgm:prSet/>
      <dgm:spPr/>
      <dgm:t>
        <a:bodyPr/>
        <a:lstStyle/>
        <a:p>
          <a:endParaRPr lang="en-US"/>
        </a:p>
      </dgm:t>
    </dgm:pt>
    <dgm:pt modelId="{BE73E489-3678-4EFD-A03B-35E912288485}">
      <dgm:prSet/>
      <dgm:spPr/>
      <dgm:t>
        <a:bodyPr/>
        <a:lstStyle/>
        <a:p>
          <a:r>
            <a:rPr lang="es-GT"/>
            <a:t>Bibliotecas para crear visualizaciones de datos, como gráficos, histogramas, etc. </a:t>
          </a:r>
          <a:endParaRPr lang="en-US"/>
        </a:p>
      </dgm:t>
    </dgm:pt>
    <dgm:pt modelId="{16B45CE7-5004-4158-B069-5D6189601275}" type="parTrans" cxnId="{1F247E41-A028-46B3-8612-91EB8345D846}">
      <dgm:prSet/>
      <dgm:spPr/>
      <dgm:t>
        <a:bodyPr/>
        <a:lstStyle/>
        <a:p>
          <a:endParaRPr lang="en-US"/>
        </a:p>
      </dgm:t>
    </dgm:pt>
    <dgm:pt modelId="{4255BA6A-CFF9-4FCB-A055-DA77E1BA4579}" type="sibTrans" cxnId="{1F247E41-A028-46B3-8612-91EB8345D846}">
      <dgm:prSet/>
      <dgm:spPr/>
      <dgm:t>
        <a:bodyPr/>
        <a:lstStyle/>
        <a:p>
          <a:endParaRPr lang="en-US"/>
        </a:p>
      </dgm:t>
    </dgm:pt>
    <dgm:pt modelId="{C7CC4786-E908-4F12-9CA1-AD903A711829}">
      <dgm:prSet/>
      <dgm:spPr/>
      <dgm:t>
        <a:bodyPr/>
        <a:lstStyle/>
        <a:p>
          <a:r>
            <a:rPr lang="es-GT" b="1"/>
            <a:t>Scikit-learn</a:t>
          </a:r>
          <a:r>
            <a:rPr lang="es-GT"/>
            <a:t>:</a:t>
          </a:r>
          <a:endParaRPr lang="en-US"/>
        </a:p>
      </dgm:t>
    </dgm:pt>
    <dgm:pt modelId="{E40EF343-0D92-4EA9-B1D5-79E162BDB62E}" type="parTrans" cxnId="{693D5419-87A3-40F3-91C7-0465BF21DF8E}">
      <dgm:prSet/>
      <dgm:spPr/>
      <dgm:t>
        <a:bodyPr/>
        <a:lstStyle/>
        <a:p>
          <a:endParaRPr lang="en-US"/>
        </a:p>
      </dgm:t>
    </dgm:pt>
    <dgm:pt modelId="{237580FE-46BE-419E-95C2-229BF799210E}" type="sibTrans" cxnId="{693D5419-87A3-40F3-91C7-0465BF21DF8E}">
      <dgm:prSet/>
      <dgm:spPr/>
      <dgm:t>
        <a:bodyPr/>
        <a:lstStyle/>
        <a:p>
          <a:endParaRPr lang="en-US"/>
        </a:p>
      </dgm:t>
    </dgm:pt>
    <dgm:pt modelId="{61DF00DD-AD6B-4AC8-89E6-C08D60D5AF67}">
      <dgm:prSet/>
      <dgm:spPr/>
      <dgm:t>
        <a:bodyPr/>
        <a:lstStyle/>
        <a:p>
          <a:r>
            <a:rPr lang="es-GT"/>
            <a:t>Una biblioteca popular para el aprendizaje automático, que permite realizar tareas de clasificación, regresión, etc. </a:t>
          </a:r>
          <a:endParaRPr lang="en-US"/>
        </a:p>
      </dgm:t>
    </dgm:pt>
    <dgm:pt modelId="{5E8F80D1-816A-4CA9-BB2F-66E488ABA0CD}" type="parTrans" cxnId="{B3002D1B-9C7D-417D-9308-C4E68D1E523B}">
      <dgm:prSet/>
      <dgm:spPr/>
      <dgm:t>
        <a:bodyPr/>
        <a:lstStyle/>
        <a:p>
          <a:endParaRPr lang="en-US"/>
        </a:p>
      </dgm:t>
    </dgm:pt>
    <dgm:pt modelId="{88BC42A2-EB29-498D-8537-AE99C9642DB7}" type="sibTrans" cxnId="{B3002D1B-9C7D-417D-9308-C4E68D1E523B}">
      <dgm:prSet/>
      <dgm:spPr/>
      <dgm:t>
        <a:bodyPr/>
        <a:lstStyle/>
        <a:p>
          <a:endParaRPr lang="en-US"/>
        </a:p>
      </dgm:t>
    </dgm:pt>
    <dgm:pt modelId="{06B90C15-BB42-4B06-95AE-552D8F7B4CBB}">
      <dgm:prSet/>
      <dgm:spPr/>
      <dgm:t>
        <a:bodyPr/>
        <a:lstStyle/>
        <a:p>
          <a:r>
            <a:rPr lang="es-GT" b="1"/>
            <a:t>Plotly</a:t>
          </a:r>
          <a:r>
            <a:rPr lang="es-GT"/>
            <a:t>:</a:t>
          </a:r>
          <a:endParaRPr lang="en-US"/>
        </a:p>
      </dgm:t>
    </dgm:pt>
    <dgm:pt modelId="{F111C6D7-7E87-49EA-9E59-E783DF3763E7}" type="parTrans" cxnId="{797616A5-388A-47BE-A536-B21BFBCFF387}">
      <dgm:prSet/>
      <dgm:spPr/>
      <dgm:t>
        <a:bodyPr/>
        <a:lstStyle/>
        <a:p>
          <a:endParaRPr lang="en-US"/>
        </a:p>
      </dgm:t>
    </dgm:pt>
    <dgm:pt modelId="{2A5C8EF3-53E3-4402-B5B6-3503EAD67EFA}" type="sibTrans" cxnId="{797616A5-388A-47BE-A536-B21BFBCFF387}">
      <dgm:prSet/>
      <dgm:spPr/>
      <dgm:t>
        <a:bodyPr/>
        <a:lstStyle/>
        <a:p>
          <a:endParaRPr lang="en-US"/>
        </a:p>
      </dgm:t>
    </dgm:pt>
    <dgm:pt modelId="{337E3CCF-5E85-478C-878E-46B3F9E28838}">
      <dgm:prSet/>
      <dgm:spPr/>
      <dgm:t>
        <a:bodyPr/>
        <a:lstStyle/>
        <a:p>
          <a:r>
            <a:rPr lang="es-GT"/>
            <a:t>Una biblioteca para crear gráficos interactivos. </a:t>
          </a:r>
          <a:endParaRPr lang="en-US"/>
        </a:p>
      </dgm:t>
    </dgm:pt>
    <dgm:pt modelId="{15FD6E83-4724-4066-A6BA-526255DBD1B0}" type="parTrans" cxnId="{CD5E780C-7084-4388-8BA2-9D0D755580CA}">
      <dgm:prSet/>
      <dgm:spPr/>
      <dgm:t>
        <a:bodyPr/>
        <a:lstStyle/>
        <a:p>
          <a:endParaRPr lang="en-US"/>
        </a:p>
      </dgm:t>
    </dgm:pt>
    <dgm:pt modelId="{5B56593E-2592-43DC-AB46-D8DB33896A22}" type="sibTrans" cxnId="{CD5E780C-7084-4388-8BA2-9D0D755580CA}">
      <dgm:prSet/>
      <dgm:spPr/>
      <dgm:t>
        <a:bodyPr/>
        <a:lstStyle/>
        <a:p>
          <a:endParaRPr lang="en-US"/>
        </a:p>
      </dgm:t>
    </dgm:pt>
    <dgm:pt modelId="{796A72F2-B90C-4F3C-B655-C561EBB94098}">
      <dgm:prSet/>
      <dgm:spPr/>
      <dgm:t>
        <a:bodyPr/>
        <a:lstStyle/>
        <a:p>
          <a:r>
            <a:rPr lang="es-GT" b="1"/>
            <a:t>TensorFlow y PyTorch</a:t>
          </a:r>
          <a:r>
            <a:rPr lang="es-GT"/>
            <a:t>:</a:t>
          </a:r>
          <a:endParaRPr lang="en-US"/>
        </a:p>
      </dgm:t>
    </dgm:pt>
    <dgm:pt modelId="{75F338A9-7103-4B98-AF8C-C1761E6968B0}" type="parTrans" cxnId="{5205E458-4863-4AFF-BA73-00A187FEFB93}">
      <dgm:prSet/>
      <dgm:spPr/>
      <dgm:t>
        <a:bodyPr/>
        <a:lstStyle/>
        <a:p>
          <a:endParaRPr lang="en-US"/>
        </a:p>
      </dgm:t>
    </dgm:pt>
    <dgm:pt modelId="{E018FB98-5EA3-4711-A667-A9C8DB00C520}" type="sibTrans" cxnId="{5205E458-4863-4AFF-BA73-00A187FEFB93}">
      <dgm:prSet/>
      <dgm:spPr/>
      <dgm:t>
        <a:bodyPr/>
        <a:lstStyle/>
        <a:p>
          <a:endParaRPr lang="en-US"/>
        </a:p>
      </dgm:t>
    </dgm:pt>
    <dgm:pt modelId="{07B47E9A-3A88-4BE1-B497-4A3F9AAF776D}">
      <dgm:prSet/>
      <dgm:spPr/>
      <dgm:t>
        <a:bodyPr/>
        <a:lstStyle/>
        <a:p>
          <a:r>
            <a:rPr lang="es-GT"/>
            <a:t>Frameworks para la creación de redes neuronales y el aprendizaje profundo. </a:t>
          </a:r>
          <a:endParaRPr lang="en-US"/>
        </a:p>
      </dgm:t>
    </dgm:pt>
    <dgm:pt modelId="{B6AA208F-C52B-4809-916F-4672868872B8}" type="parTrans" cxnId="{BD64A46A-E976-4B26-B439-503B0BB53E02}">
      <dgm:prSet/>
      <dgm:spPr/>
      <dgm:t>
        <a:bodyPr/>
        <a:lstStyle/>
        <a:p>
          <a:endParaRPr lang="en-US"/>
        </a:p>
      </dgm:t>
    </dgm:pt>
    <dgm:pt modelId="{3227AE41-A921-4389-A05F-A8B69C0DC3B6}" type="sibTrans" cxnId="{BD64A46A-E976-4B26-B439-503B0BB53E02}">
      <dgm:prSet/>
      <dgm:spPr/>
      <dgm:t>
        <a:bodyPr/>
        <a:lstStyle/>
        <a:p>
          <a:endParaRPr lang="en-US"/>
        </a:p>
      </dgm:t>
    </dgm:pt>
    <dgm:pt modelId="{E2D2515A-38FD-45DB-BCEB-2B41D2B36EFB}" type="pres">
      <dgm:prSet presAssocID="{4CF42A9E-5E81-4F02-9F89-8A360A279BCE}" presName="Name0" presStyleCnt="0">
        <dgm:presLayoutVars>
          <dgm:dir/>
          <dgm:animLvl val="lvl"/>
          <dgm:resizeHandles val="exact"/>
        </dgm:presLayoutVars>
      </dgm:prSet>
      <dgm:spPr/>
    </dgm:pt>
    <dgm:pt modelId="{53FB16B3-7188-45BA-9339-5CA8637C7353}" type="pres">
      <dgm:prSet presAssocID="{E224C362-9CB2-4D82-B1F6-30B747D7CAEE}" presName="linNode" presStyleCnt="0"/>
      <dgm:spPr/>
    </dgm:pt>
    <dgm:pt modelId="{198CB713-D956-4463-8586-3CC5A1719BC8}" type="pres">
      <dgm:prSet presAssocID="{E224C362-9CB2-4D82-B1F6-30B747D7CAEE}" presName="parentText" presStyleLbl="node1" presStyleIdx="0" presStyleCnt="6">
        <dgm:presLayoutVars>
          <dgm:chMax val="1"/>
          <dgm:bulletEnabled val="1"/>
        </dgm:presLayoutVars>
      </dgm:prSet>
      <dgm:spPr/>
    </dgm:pt>
    <dgm:pt modelId="{96E4E097-513D-4AFE-860B-AE4A5435EE37}" type="pres">
      <dgm:prSet presAssocID="{E224C362-9CB2-4D82-B1F6-30B747D7CAEE}" presName="descendantText" presStyleLbl="alignAccFollowNode1" presStyleIdx="0" presStyleCnt="6">
        <dgm:presLayoutVars>
          <dgm:bulletEnabled val="1"/>
        </dgm:presLayoutVars>
      </dgm:prSet>
      <dgm:spPr/>
    </dgm:pt>
    <dgm:pt modelId="{686313BD-C52D-4FC1-8149-A5F30465CBCE}" type="pres">
      <dgm:prSet presAssocID="{3F5CEA04-A8DE-412C-BF16-7FF52EAD6657}" presName="sp" presStyleCnt="0"/>
      <dgm:spPr/>
    </dgm:pt>
    <dgm:pt modelId="{34168A5F-BC91-41AB-BF21-7D2C83D25DAC}" type="pres">
      <dgm:prSet presAssocID="{D7238895-104E-4D7D-9D0F-9203F7C3C34E}" presName="linNode" presStyleCnt="0"/>
      <dgm:spPr/>
    </dgm:pt>
    <dgm:pt modelId="{BD9796C7-6768-45D7-A2D6-73EB379E7CF7}" type="pres">
      <dgm:prSet presAssocID="{D7238895-104E-4D7D-9D0F-9203F7C3C34E}" presName="parentText" presStyleLbl="node1" presStyleIdx="1" presStyleCnt="6">
        <dgm:presLayoutVars>
          <dgm:chMax val="1"/>
          <dgm:bulletEnabled val="1"/>
        </dgm:presLayoutVars>
      </dgm:prSet>
      <dgm:spPr/>
    </dgm:pt>
    <dgm:pt modelId="{98CEF7DD-2C45-4B1B-9C69-380AAD34D163}" type="pres">
      <dgm:prSet presAssocID="{D7238895-104E-4D7D-9D0F-9203F7C3C34E}" presName="descendantText" presStyleLbl="alignAccFollowNode1" presStyleIdx="1" presStyleCnt="6">
        <dgm:presLayoutVars>
          <dgm:bulletEnabled val="1"/>
        </dgm:presLayoutVars>
      </dgm:prSet>
      <dgm:spPr/>
    </dgm:pt>
    <dgm:pt modelId="{7E307217-A537-4CF5-B313-95FD3314577E}" type="pres">
      <dgm:prSet presAssocID="{0C457DFA-8EB8-4867-A79C-B934CF53EDE8}" presName="sp" presStyleCnt="0"/>
      <dgm:spPr/>
    </dgm:pt>
    <dgm:pt modelId="{33FEA7C4-E34B-4F4C-9B1A-FDACEFEB5AD4}" type="pres">
      <dgm:prSet presAssocID="{0FC7A31A-4547-4870-9747-881420AE758F}" presName="linNode" presStyleCnt="0"/>
      <dgm:spPr/>
    </dgm:pt>
    <dgm:pt modelId="{B49148F4-096A-4632-BD8F-3552DF71825F}" type="pres">
      <dgm:prSet presAssocID="{0FC7A31A-4547-4870-9747-881420AE758F}" presName="parentText" presStyleLbl="node1" presStyleIdx="2" presStyleCnt="6">
        <dgm:presLayoutVars>
          <dgm:chMax val="1"/>
          <dgm:bulletEnabled val="1"/>
        </dgm:presLayoutVars>
      </dgm:prSet>
      <dgm:spPr/>
    </dgm:pt>
    <dgm:pt modelId="{B05DF24C-C064-45B8-918E-1E69DA8ED2C9}" type="pres">
      <dgm:prSet presAssocID="{0FC7A31A-4547-4870-9747-881420AE758F}" presName="descendantText" presStyleLbl="alignAccFollowNode1" presStyleIdx="2" presStyleCnt="6">
        <dgm:presLayoutVars>
          <dgm:bulletEnabled val="1"/>
        </dgm:presLayoutVars>
      </dgm:prSet>
      <dgm:spPr/>
    </dgm:pt>
    <dgm:pt modelId="{C8F642C7-DD2A-4B92-AA19-FF7717B6D9F1}" type="pres">
      <dgm:prSet presAssocID="{2807569D-71C6-411A-A94D-D8359965F52E}" presName="sp" presStyleCnt="0"/>
      <dgm:spPr/>
    </dgm:pt>
    <dgm:pt modelId="{99853E7F-583A-451B-A02B-F86612FB0133}" type="pres">
      <dgm:prSet presAssocID="{C7CC4786-E908-4F12-9CA1-AD903A711829}" presName="linNode" presStyleCnt="0"/>
      <dgm:spPr/>
    </dgm:pt>
    <dgm:pt modelId="{95D5D853-E551-48EA-81E3-B15CDE8DDADE}" type="pres">
      <dgm:prSet presAssocID="{C7CC4786-E908-4F12-9CA1-AD903A711829}" presName="parentText" presStyleLbl="node1" presStyleIdx="3" presStyleCnt="6">
        <dgm:presLayoutVars>
          <dgm:chMax val="1"/>
          <dgm:bulletEnabled val="1"/>
        </dgm:presLayoutVars>
      </dgm:prSet>
      <dgm:spPr/>
    </dgm:pt>
    <dgm:pt modelId="{44B7E1F4-E4E0-4D7C-85DE-C99BB384F04C}" type="pres">
      <dgm:prSet presAssocID="{C7CC4786-E908-4F12-9CA1-AD903A711829}" presName="descendantText" presStyleLbl="alignAccFollowNode1" presStyleIdx="3" presStyleCnt="6">
        <dgm:presLayoutVars>
          <dgm:bulletEnabled val="1"/>
        </dgm:presLayoutVars>
      </dgm:prSet>
      <dgm:spPr/>
    </dgm:pt>
    <dgm:pt modelId="{E79831DD-ECC0-4AA8-9027-1B5A09F66A5F}" type="pres">
      <dgm:prSet presAssocID="{237580FE-46BE-419E-95C2-229BF799210E}" presName="sp" presStyleCnt="0"/>
      <dgm:spPr/>
    </dgm:pt>
    <dgm:pt modelId="{ADEA8018-EF0E-4CC7-BADE-EC1F414C3E80}" type="pres">
      <dgm:prSet presAssocID="{06B90C15-BB42-4B06-95AE-552D8F7B4CBB}" presName="linNode" presStyleCnt="0"/>
      <dgm:spPr/>
    </dgm:pt>
    <dgm:pt modelId="{D42FF6D2-021A-4D70-98AC-6FE63F08BC37}" type="pres">
      <dgm:prSet presAssocID="{06B90C15-BB42-4B06-95AE-552D8F7B4CBB}" presName="parentText" presStyleLbl="node1" presStyleIdx="4" presStyleCnt="6">
        <dgm:presLayoutVars>
          <dgm:chMax val="1"/>
          <dgm:bulletEnabled val="1"/>
        </dgm:presLayoutVars>
      </dgm:prSet>
      <dgm:spPr/>
    </dgm:pt>
    <dgm:pt modelId="{32DACCA3-458F-4659-8DF8-38568E032D28}" type="pres">
      <dgm:prSet presAssocID="{06B90C15-BB42-4B06-95AE-552D8F7B4CBB}" presName="descendantText" presStyleLbl="alignAccFollowNode1" presStyleIdx="4" presStyleCnt="6">
        <dgm:presLayoutVars>
          <dgm:bulletEnabled val="1"/>
        </dgm:presLayoutVars>
      </dgm:prSet>
      <dgm:spPr/>
    </dgm:pt>
    <dgm:pt modelId="{45750220-0E12-4BFF-9217-C839F904A316}" type="pres">
      <dgm:prSet presAssocID="{2A5C8EF3-53E3-4402-B5B6-3503EAD67EFA}" presName="sp" presStyleCnt="0"/>
      <dgm:spPr/>
    </dgm:pt>
    <dgm:pt modelId="{4F346B80-E9B3-49B1-96D5-43372AF8B544}" type="pres">
      <dgm:prSet presAssocID="{796A72F2-B90C-4F3C-B655-C561EBB94098}" presName="linNode" presStyleCnt="0"/>
      <dgm:spPr/>
    </dgm:pt>
    <dgm:pt modelId="{4A176CC7-31F9-4A6D-B1EB-0FBB5D3ABF12}" type="pres">
      <dgm:prSet presAssocID="{796A72F2-B90C-4F3C-B655-C561EBB94098}" presName="parentText" presStyleLbl="node1" presStyleIdx="5" presStyleCnt="6">
        <dgm:presLayoutVars>
          <dgm:chMax val="1"/>
          <dgm:bulletEnabled val="1"/>
        </dgm:presLayoutVars>
      </dgm:prSet>
      <dgm:spPr/>
    </dgm:pt>
    <dgm:pt modelId="{D2E01153-DE29-40CC-8972-05460CDD7589}" type="pres">
      <dgm:prSet presAssocID="{796A72F2-B90C-4F3C-B655-C561EBB94098}" presName="descendantText" presStyleLbl="alignAccFollowNode1" presStyleIdx="5" presStyleCnt="6">
        <dgm:presLayoutVars>
          <dgm:bulletEnabled val="1"/>
        </dgm:presLayoutVars>
      </dgm:prSet>
      <dgm:spPr/>
    </dgm:pt>
  </dgm:ptLst>
  <dgm:cxnLst>
    <dgm:cxn modelId="{CD5E780C-7084-4388-8BA2-9D0D755580CA}" srcId="{06B90C15-BB42-4B06-95AE-552D8F7B4CBB}" destId="{337E3CCF-5E85-478C-878E-46B3F9E28838}" srcOrd="0" destOrd="0" parTransId="{15FD6E83-4724-4066-A6BA-526255DBD1B0}" sibTransId="{5B56593E-2592-43DC-AB46-D8DB33896A22}"/>
    <dgm:cxn modelId="{5E853410-E013-486E-AE81-5569A48A23F8}" srcId="{E224C362-9CB2-4D82-B1F6-30B747D7CAEE}" destId="{7BCEF517-D69E-4F44-9826-A4BDD5458838}" srcOrd="0" destOrd="0" parTransId="{87917422-09D6-4CA4-A959-73E8E87D038F}" sibTransId="{2234ECD5-B7B1-4D60-B68A-EBEC690392DE}"/>
    <dgm:cxn modelId="{54495E10-D020-4401-A673-EC91F833EB05}" type="presOf" srcId="{E224C362-9CB2-4D82-B1F6-30B747D7CAEE}" destId="{198CB713-D956-4463-8586-3CC5A1719BC8}" srcOrd="0" destOrd="0" presId="urn:microsoft.com/office/officeart/2005/8/layout/vList5"/>
    <dgm:cxn modelId="{693D5419-87A3-40F3-91C7-0465BF21DF8E}" srcId="{4CF42A9E-5E81-4F02-9F89-8A360A279BCE}" destId="{C7CC4786-E908-4F12-9CA1-AD903A711829}" srcOrd="3" destOrd="0" parTransId="{E40EF343-0D92-4EA9-B1D5-79E162BDB62E}" sibTransId="{237580FE-46BE-419E-95C2-229BF799210E}"/>
    <dgm:cxn modelId="{6D4D141A-1102-475A-AFD0-C6118FA480B7}" type="presOf" srcId="{4CF42A9E-5E81-4F02-9F89-8A360A279BCE}" destId="{E2D2515A-38FD-45DB-BCEB-2B41D2B36EFB}" srcOrd="0" destOrd="0" presId="urn:microsoft.com/office/officeart/2005/8/layout/vList5"/>
    <dgm:cxn modelId="{B3002D1B-9C7D-417D-9308-C4E68D1E523B}" srcId="{C7CC4786-E908-4F12-9CA1-AD903A711829}" destId="{61DF00DD-AD6B-4AC8-89E6-C08D60D5AF67}" srcOrd="0" destOrd="0" parTransId="{5E8F80D1-816A-4CA9-BB2F-66E488ABA0CD}" sibTransId="{88BC42A2-EB29-498D-8537-AE99C9642DB7}"/>
    <dgm:cxn modelId="{F96A2F20-3114-437A-9C62-7F65ACF0C9A9}" type="presOf" srcId="{D7238895-104E-4D7D-9D0F-9203F7C3C34E}" destId="{BD9796C7-6768-45D7-A2D6-73EB379E7CF7}" srcOrd="0" destOrd="0" presId="urn:microsoft.com/office/officeart/2005/8/layout/vList5"/>
    <dgm:cxn modelId="{17CCDA5B-55F0-45FB-AA48-1DF38E1B2C46}" type="presOf" srcId="{7BCEF517-D69E-4F44-9826-A4BDD5458838}" destId="{96E4E097-513D-4AFE-860B-AE4A5435EE37}" srcOrd="0" destOrd="0" presId="urn:microsoft.com/office/officeart/2005/8/layout/vList5"/>
    <dgm:cxn modelId="{1F247E41-A028-46B3-8612-91EB8345D846}" srcId="{0FC7A31A-4547-4870-9747-881420AE758F}" destId="{BE73E489-3678-4EFD-A03B-35E912288485}" srcOrd="0" destOrd="0" parTransId="{16B45CE7-5004-4158-B069-5D6189601275}" sibTransId="{4255BA6A-CFF9-4FCB-A055-DA77E1BA4579}"/>
    <dgm:cxn modelId="{BD64A46A-E976-4B26-B439-503B0BB53E02}" srcId="{796A72F2-B90C-4F3C-B655-C561EBB94098}" destId="{07B47E9A-3A88-4BE1-B497-4A3F9AAF776D}" srcOrd="0" destOrd="0" parTransId="{B6AA208F-C52B-4809-916F-4672868872B8}" sibTransId="{3227AE41-A921-4389-A05F-A8B69C0DC3B6}"/>
    <dgm:cxn modelId="{5205E458-4863-4AFF-BA73-00A187FEFB93}" srcId="{4CF42A9E-5E81-4F02-9F89-8A360A279BCE}" destId="{796A72F2-B90C-4F3C-B655-C561EBB94098}" srcOrd="5" destOrd="0" parTransId="{75F338A9-7103-4B98-AF8C-C1761E6968B0}" sibTransId="{E018FB98-5EA3-4711-A667-A9C8DB00C520}"/>
    <dgm:cxn modelId="{87D33E59-BBAD-4086-8382-4748A2A986B0}" srcId="{4CF42A9E-5E81-4F02-9F89-8A360A279BCE}" destId="{0FC7A31A-4547-4870-9747-881420AE758F}" srcOrd="2" destOrd="0" parTransId="{E63F7644-E489-46B8-B295-09089E17EC80}" sibTransId="{2807569D-71C6-411A-A94D-D8359965F52E}"/>
    <dgm:cxn modelId="{83B0A77B-25C9-4A73-8CF2-729A6AC254AB}" type="presOf" srcId="{796A72F2-B90C-4F3C-B655-C561EBB94098}" destId="{4A176CC7-31F9-4A6D-B1EB-0FBB5D3ABF12}" srcOrd="0" destOrd="0" presId="urn:microsoft.com/office/officeart/2005/8/layout/vList5"/>
    <dgm:cxn modelId="{40570B97-04FE-49DC-B0C8-6C1AC179ACDB}" type="presOf" srcId="{BE73E489-3678-4EFD-A03B-35E912288485}" destId="{B05DF24C-C064-45B8-918E-1E69DA8ED2C9}" srcOrd="0" destOrd="0" presId="urn:microsoft.com/office/officeart/2005/8/layout/vList5"/>
    <dgm:cxn modelId="{B029E09C-AF22-4755-B294-65FBC203D53C}" type="presOf" srcId="{B3D82C03-77EB-4BB8-B50D-DE40DCC7C773}" destId="{98CEF7DD-2C45-4B1B-9C69-380AAD34D163}" srcOrd="0" destOrd="0" presId="urn:microsoft.com/office/officeart/2005/8/layout/vList5"/>
    <dgm:cxn modelId="{DCF5E99F-A0B3-4521-9DC4-3D12EDF3B67A}" srcId="{4CF42A9E-5E81-4F02-9F89-8A360A279BCE}" destId="{D7238895-104E-4D7D-9D0F-9203F7C3C34E}" srcOrd="1" destOrd="0" parTransId="{EA734764-3BFC-49AB-9DD2-631C1C30C1C1}" sibTransId="{0C457DFA-8EB8-4867-A79C-B934CF53EDE8}"/>
    <dgm:cxn modelId="{AC7A1CA1-DA3A-41D3-8891-36E761F4FD8D}" srcId="{D7238895-104E-4D7D-9D0F-9203F7C3C34E}" destId="{B3D82C03-77EB-4BB8-B50D-DE40DCC7C773}" srcOrd="0" destOrd="0" parTransId="{73DB8B69-F678-4825-A757-335213A0191D}" sibTransId="{D9A990C6-E094-4823-A55D-D979B9972D87}"/>
    <dgm:cxn modelId="{DDC93BA3-049D-40C6-B0A9-C72755E2A370}" type="presOf" srcId="{337E3CCF-5E85-478C-878E-46B3F9E28838}" destId="{32DACCA3-458F-4659-8DF8-38568E032D28}" srcOrd="0" destOrd="0" presId="urn:microsoft.com/office/officeart/2005/8/layout/vList5"/>
    <dgm:cxn modelId="{797616A5-388A-47BE-A536-B21BFBCFF387}" srcId="{4CF42A9E-5E81-4F02-9F89-8A360A279BCE}" destId="{06B90C15-BB42-4B06-95AE-552D8F7B4CBB}" srcOrd="4" destOrd="0" parTransId="{F111C6D7-7E87-49EA-9E59-E783DF3763E7}" sibTransId="{2A5C8EF3-53E3-4402-B5B6-3503EAD67EFA}"/>
    <dgm:cxn modelId="{8EAC38B9-3DE1-473F-B4E3-F425620D6BB0}" type="presOf" srcId="{C7CC4786-E908-4F12-9CA1-AD903A711829}" destId="{95D5D853-E551-48EA-81E3-B15CDE8DDADE}" srcOrd="0" destOrd="0" presId="urn:microsoft.com/office/officeart/2005/8/layout/vList5"/>
    <dgm:cxn modelId="{A60647BD-EB1A-4BF8-B126-6A8E9C11025E}" type="presOf" srcId="{06B90C15-BB42-4B06-95AE-552D8F7B4CBB}" destId="{D42FF6D2-021A-4D70-98AC-6FE63F08BC37}" srcOrd="0" destOrd="0" presId="urn:microsoft.com/office/officeart/2005/8/layout/vList5"/>
    <dgm:cxn modelId="{29A8B6CB-450E-4636-8BB2-8B15AD96C8B6}" srcId="{4CF42A9E-5E81-4F02-9F89-8A360A279BCE}" destId="{E224C362-9CB2-4D82-B1F6-30B747D7CAEE}" srcOrd="0" destOrd="0" parTransId="{3F1D35CC-337F-4C50-A504-157536AE2AC9}" sibTransId="{3F5CEA04-A8DE-412C-BF16-7FF52EAD6657}"/>
    <dgm:cxn modelId="{68A6FACB-3D22-4654-9A48-05ACB081F67F}" type="presOf" srcId="{0FC7A31A-4547-4870-9747-881420AE758F}" destId="{B49148F4-096A-4632-BD8F-3552DF71825F}" srcOrd="0" destOrd="0" presId="urn:microsoft.com/office/officeart/2005/8/layout/vList5"/>
    <dgm:cxn modelId="{A9187FD0-B153-4F8F-AF4B-97A230F6A842}" type="presOf" srcId="{61DF00DD-AD6B-4AC8-89E6-C08D60D5AF67}" destId="{44B7E1F4-E4E0-4D7C-85DE-C99BB384F04C}" srcOrd="0" destOrd="0" presId="urn:microsoft.com/office/officeart/2005/8/layout/vList5"/>
    <dgm:cxn modelId="{21CACFD0-EDE2-47F6-9C30-0F5AE71DCD40}" type="presOf" srcId="{07B47E9A-3A88-4BE1-B497-4A3F9AAF776D}" destId="{D2E01153-DE29-40CC-8972-05460CDD7589}" srcOrd="0" destOrd="0" presId="urn:microsoft.com/office/officeart/2005/8/layout/vList5"/>
    <dgm:cxn modelId="{7B3EC5ED-4FB5-4BA3-9892-835540723821}" type="presParOf" srcId="{E2D2515A-38FD-45DB-BCEB-2B41D2B36EFB}" destId="{53FB16B3-7188-45BA-9339-5CA8637C7353}" srcOrd="0" destOrd="0" presId="urn:microsoft.com/office/officeart/2005/8/layout/vList5"/>
    <dgm:cxn modelId="{4E721085-CA58-4C77-B463-AF2F8D7A2926}" type="presParOf" srcId="{53FB16B3-7188-45BA-9339-5CA8637C7353}" destId="{198CB713-D956-4463-8586-3CC5A1719BC8}" srcOrd="0" destOrd="0" presId="urn:microsoft.com/office/officeart/2005/8/layout/vList5"/>
    <dgm:cxn modelId="{5B2F09B4-514D-4D8E-9303-390B257A171C}" type="presParOf" srcId="{53FB16B3-7188-45BA-9339-5CA8637C7353}" destId="{96E4E097-513D-4AFE-860B-AE4A5435EE37}" srcOrd="1" destOrd="0" presId="urn:microsoft.com/office/officeart/2005/8/layout/vList5"/>
    <dgm:cxn modelId="{BC7195D5-CA66-4BAA-8EA4-3EF75F1621F4}" type="presParOf" srcId="{E2D2515A-38FD-45DB-BCEB-2B41D2B36EFB}" destId="{686313BD-C52D-4FC1-8149-A5F30465CBCE}" srcOrd="1" destOrd="0" presId="urn:microsoft.com/office/officeart/2005/8/layout/vList5"/>
    <dgm:cxn modelId="{2BD15752-F0DE-46A8-970B-871A1C9173F7}" type="presParOf" srcId="{E2D2515A-38FD-45DB-BCEB-2B41D2B36EFB}" destId="{34168A5F-BC91-41AB-BF21-7D2C83D25DAC}" srcOrd="2" destOrd="0" presId="urn:microsoft.com/office/officeart/2005/8/layout/vList5"/>
    <dgm:cxn modelId="{F33969B0-677C-4C25-8BB4-4A3477B05D13}" type="presParOf" srcId="{34168A5F-BC91-41AB-BF21-7D2C83D25DAC}" destId="{BD9796C7-6768-45D7-A2D6-73EB379E7CF7}" srcOrd="0" destOrd="0" presId="urn:microsoft.com/office/officeart/2005/8/layout/vList5"/>
    <dgm:cxn modelId="{6C1987CC-7E15-4488-8233-25BC2CACA48C}" type="presParOf" srcId="{34168A5F-BC91-41AB-BF21-7D2C83D25DAC}" destId="{98CEF7DD-2C45-4B1B-9C69-380AAD34D163}" srcOrd="1" destOrd="0" presId="urn:microsoft.com/office/officeart/2005/8/layout/vList5"/>
    <dgm:cxn modelId="{F987A23E-80DF-4955-BAA1-189538EA95B3}" type="presParOf" srcId="{E2D2515A-38FD-45DB-BCEB-2B41D2B36EFB}" destId="{7E307217-A537-4CF5-B313-95FD3314577E}" srcOrd="3" destOrd="0" presId="urn:microsoft.com/office/officeart/2005/8/layout/vList5"/>
    <dgm:cxn modelId="{509802B8-6478-4584-8321-021F634E952E}" type="presParOf" srcId="{E2D2515A-38FD-45DB-BCEB-2B41D2B36EFB}" destId="{33FEA7C4-E34B-4F4C-9B1A-FDACEFEB5AD4}" srcOrd="4" destOrd="0" presId="urn:microsoft.com/office/officeart/2005/8/layout/vList5"/>
    <dgm:cxn modelId="{31649CA5-53ED-4EEE-849B-DC087B928536}" type="presParOf" srcId="{33FEA7C4-E34B-4F4C-9B1A-FDACEFEB5AD4}" destId="{B49148F4-096A-4632-BD8F-3552DF71825F}" srcOrd="0" destOrd="0" presId="urn:microsoft.com/office/officeart/2005/8/layout/vList5"/>
    <dgm:cxn modelId="{75C397A9-E1C4-4188-A1A1-B149762BEC2D}" type="presParOf" srcId="{33FEA7C4-E34B-4F4C-9B1A-FDACEFEB5AD4}" destId="{B05DF24C-C064-45B8-918E-1E69DA8ED2C9}" srcOrd="1" destOrd="0" presId="urn:microsoft.com/office/officeart/2005/8/layout/vList5"/>
    <dgm:cxn modelId="{06C881E8-5CD3-4C02-A549-F5B01D613F2B}" type="presParOf" srcId="{E2D2515A-38FD-45DB-BCEB-2B41D2B36EFB}" destId="{C8F642C7-DD2A-4B92-AA19-FF7717B6D9F1}" srcOrd="5" destOrd="0" presId="urn:microsoft.com/office/officeart/2005/8/layout/vList5"/>
    <dgm:cxn modelId="{A4782B35-E327-40B3-88A5-92ACA184408C}" type="presParOf" srcId="{E2D2515A-38FD-45DB-BCEB-2B41D2B36EFB}" destId="{99853E7F-583A-451B-A02B-F86612FB0133}" srcOrd="6" destOrd="0" presId="urn:microsoft.com/office/officeart/2005/8/layout/vList5"/>
    <dgm:cxn modelId="{F5270269-730D-4233-A109-A4A3C26120D0}" type="presParOf" srcId="{99853E7F-583A-451B-A02B-F86612FB0133}" destId="{95D5D853-E551-48EA-81E3-B15CDE8DDADE}" srcOrd="0" destOrd="0" presId="urn:microsoft.com/office/officeart/2005/8/layout/vList5"/>
    <dgm:cxn modelId="{9AC0A6FC-B1D8-4F14-BB9E-C9699277AF01}" type="presParOf" srcId="{99853E7F-583A-451B-A02B-F86612FB0133}" destId="{44B7E1F4-E4E0-4D7C-85DE-C99BB384F04C}" srcOrd="1" destOrd="0" presId="urn:microsoft.com/office/officeart/2005/8/layout/vList5"/>
    <dgm:cxn modelId="{6DCC1D04-714A-4872-AA01-515C11443379}" type="presParOf" srcId="{E2D2515A-38FD-45DB-BCEB-2B41D2B36EFB}" destId="{E79831DD-ECC0-4AA8-9027-1B5A09F66A5F}" srcOrd="7" destOrd="0" presId="urn:microsoft.com/office/officeart/2005/8/layout/vList5"/>
    <dgm:cxn modelId="{0A1CCFA8-A7E7-4A7A-B318-94F8068BD58F}" type="presParOf" srcId="{E2D2515A-38FD-45DB-BCEB-2B41D2B36EFB}" destId="{ADEA8018-EF0E-4CC7-BADE-EC1F414C3E80}" srcOrd="8" destOrd="0" presId="urn:microsoft.com/office/officeart/2005/8/layout/vList5"/>
    <dgm:cxn modelId="{8E258423-EAFB-49FF-8882-87D2009BEAD5}" type="presParOf" srcId="{ADEA8018-EF0E-4CC7-BADE-EC1F414C3E80}" destId="{D42FF6D2-021A-4D70-98AC-6FE63F08BC37}" srcOrd="0" destOrd="0" presId="urn:microsoft.com/office/officeart/2005/8/layout/vList5"/>
    <dgm:cxn modelId="{B65F0514-5179-4606-A193-CAC4098BCCE7}" type="presParOf" srcId="{ADEA8018-EF0E-4CC7-BADE-EC1F414C3E80}" destId="{32DACCA3-458F-4659-8DF8-38568E032D28}" srcOrd="1" destOrd="0" presId="urn:microsoft.com/office/officeart/2005/8/layout/vList5"/>
    <dgm:cxn modelId="{317EC0AF-1A0E-47B0-8ADF-FACA1CF86FB2}" type="presParOf" srcId="{E2D2515A-38FD-45DB-BCEB-2B41D2B36EFB}" destId="{45750220-0E12-4BFF-9217-C839F904A316}" srcOrd="9" destOrd="0" presId="urn:microsoft.com/office/officeart/2005/8/layout/vList5"/>
    <dgm:cxn modelId="{C50635BB-EFA4-43D5-86A3-2A9D85B49BC8}" type="presParOf" srcId="{E2D2515A-38FD-45DB-BCEB-2B41D2B36EFB}" destId="{4F346B80-E9B3-49B1-96D5-43372AF8B544}" srcOrd="10" destOrd="0" presId="urn:microsoft.com/office/officeart/2005/8/layout/vList5"/>
    <dgm:cxn modelId="{35229685-69E2-41BB-B413-4CF0545CB45D}" type="presParOf" srcId="{4F346B80-E9B3-49B1-96D5-43372AF8B544}" destId="{4A176CC7-31F9-4A6D-B1EB-0FBB5D3ABF12}" srcOrd="0" destOrd="0" presId="urn:microsoft.com/office/officeart/2005/8/layout/vList5"/>
    <dgm:cxn modelId="{06E3D499-578E-414D-8082-FDE1B6275A8C}" type="presParOf" srcId="{4F346B80-E9B3-49B1-96D5-43372AF8B544}" destId="{D2E01153-DE29-40CC-8972-05460CDD758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49CDC9-23EF-4A2C-8173-16C2A901972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A7102FA-CCE9-4715-A27C-B2AC779CB9AC}">
      <dgm:prSet/>
      <dgm:spPr/>
      <dgm:t>
        <a:bodyPr/>
        <a:lstStyle/>
        <a:p>
          <a:r>
            <a:rPr lang="es-GT" dirty="0">
              <a:latin typeface="Open Sans"/>
              <a:ea typeface="Open Sans"/>
              <a:cs typeface="Open Sans"/>
              <a:sym typeface="Open Sans"/>
            </a:rPr>
            <a:t>Cuando hablamos de Big Data nos referimos a conjuntos de datos o combinaciones de conjuntos de datos cuyo </a:t>
          </a:r>
          <a:r>
            <a:rPr lang="es-GT" b="1" dirty="0">
              <a:latin typeface="Open Sans"/>
              <a:ea typeface="Open Sans"/>
              <a:cs typeface="Open Sans"/>
              <a:sym typeface="Open Sans"/>
            </a:rPr>
            <a:t>tamaño (volumen)</a:t>
          </a:r>
          <a:r>
            <a:rPr lang="es-GT" dirty="0">
              <a:latin typeface="Open Sans"/>
              <a:ea typeface="Open Sans"/>
              <a:cs typeface="Open Sans"/>
              <a:sym typeface="Open Sans"/>
            </a:rPr>
            <a:t>, </a:t>
          </a:r>
          <a:r>
            <a:rPr lang="es-GT" b="1" dirty="0">
              <a:latin typeface="Open Sans"/>
              <a:ea typeface="Open Sans"/>
              <a:cs typeface="Open Sans"/>
              <a:sym typeface="Open Sans"/>
            </a:rPr>
            <a:t>complejidad (variabilidad)</a:t>
          </a:r>
          <a:r>
            <a:rPr lang="es-GT" dirty="0">
              <a:latin typeface="Open Sans"/>
              <a:ea typeface="Open Sans"/>
              <a:cs typeface="Open Sans"/>
              <a:sym typeface="Open Sans"/>
            </a:rPr>
            <a:t> y </a:t>
          </a:r>
          <a:r>
            <a:rPr lang="es-GT" b="1" dirty="0">
              <a:latin typeface="Open Sans"/>
              <a:ea typeface="Open Sans"/>
              <a:cs typeface="Open Sans"/>
              <a:sym typeface="Open Sans"/>
            </a:rPr>
            <a:t>velocidad de crecimiento (velocidad) </a:t>
          </a:r>
          <a:r>
            <a:rPr lang="es-GT" dirty="0">
              <a:latin typeface="Open Sans"/>
              <a:ea typeface="Open Sans"/>
              <a:cs typeface="Open Sans"/>
              <a:sym typeface="Open Sans"/>
            </a:rPr>
            <a:t>dificultan su captura, gestión, procesamiento o análisis mediante tecnologías y herramientas convencionales, tales como bases de datos relacionales y estadísticas convencionales o paquetes de visualización, dentro del tiempo necesario para que sean útiles.</a:t>
          </a:r>
          <a:endParaRPr lang="en-US" dirty="0"/>
        </a:p>
      </dgm:t>
    </dgm:pt>
    <dgm:pt modelId="{1D8964A9-65F9-4CAA-9AA9-058F5402D3B5}" type="parTrans" cxnId="{76FDBABA-4D72-4675-B290-B93915C4F9B1}">
      <dgm:prSet/>
      <dgm:spPr/>
      <dgm:t>
        <a:bodyPr/>
        <a:lstStyle/>
        <a:p>
          <a:endParaRPr lang="en-US"/>
        </a:p>
      </dgm:t>
    </dgm:pt>
    <dgm:pt modelId="{F2F40B35-21FF-42FD-BAF9-6DE3090B0243}" type="sibTrans" cxnId="{76FDBABA-4D72-4675-B290-B93915C4F9B1}">
      <dgm:prSet/>
      <dgm:spPr/>
      <dgm:t>
        <a:bodyPr/>
        <a:lstStyle/>
        <a:p>
          <a:endParaRPr lang="en-US"/>
        </a:p>
      </dgm:t>
    </dgm:pt>
    <dgm:pt modelId="{8890D160-7460-45B1-B65E-56ABC40D715E}">
      <dgm:prSet/>
      <dgm:spPr/>
      <dgm:t>
        <a:bodyPr/>
        <a:lstStyle/>
        <a:p>
          <a:r>
            <a:rPr lang="es-GT" dirty="0">
              <a:latin typeface="Open Sans"/>
              <a:ea typeface="Open Sans"/>
              <a:cs typeface="Open Sans"/>
              <a:sym typeface="Open Sans"/>
            </a:rPr>
            <a:t>Tradicionalmente, hemos reconocido los big data por tres características: </a:t>
          </a:r>
          <a:r>
            <a:rPr lang="es-GT" b="1" dirty="0">
              <a:latin typeface="Open Sans"/>
              <a:ea typeface="Open Sans"/>
              <a:cs typeface="Open Sans"/>
              <a:sym typeface="Open Sans"/>
            </a:rPr>
            <a:t>variedad, volumen y velocidad</a:t>
          </a:r>
          <a:r>
            <a:rPr lang="es-GT" dirty="0">
              <a:latin typeface="Open Sans"/>
              <a:ea typeface="Open Sans"/>
              <a:cs typeface="Open Sans"/>
              <a:sym typeface="Open Sans"/>
            </a:rPr>
            <a:t>, también conocidas como las "tres V". Sin embargo, han surgido dos V adicionales en los últimos años: </a:t>
          </a:r>
          <a:r>
            <a:rPr lang="es-GT" b="1" dirty="0">
              <a:latin typeface="Open Sans"/>
              <a:ea typeface="Open Sans"/>
              <a:cs typeface="Open Sans"/>
              <a:sym typeface="Open Sans"/>
            </a:rPr>
            <a:t>valor y veracidad.</a:t>
          </a:r>
          <a:endParaRPr lang="en-US" dirty="0"/>
        </a:p>
      </dgm:t>
    </dgm:pt>
    <dgm:pt modelId="{511150EB-77EB-475B-98D9-936419E481A9}" type="parTrans" cxnId="{C3C4064B-4C75-45CE-B504-AE908535593D}">
      <dgm:prSet/>
      <dgm:spPr/>
      <dgm:t>
        <a:bodyPr/>
        <a:lstStyle/>
        <a:p>
          <a:endParaRPr lang="en-US"/>
        </a:p>
      </dgm:t>
    </dgm:pt>
    <dgm:pt modelId="{C6571F32-BCC7-456F-B1EE-9B70459BEA5B}" type="sibTrans" cxnId="{C3C4064B-4C75-45CE-B504-AE908535593D}">
      <dgm:prSet/>
      <dgm:spPr/>
      <dgm:t>
        <a:bodyPr/>
        <a:lstStyle/>
        <a:p>
          <a:endParaRPr lang="en-US"/>
        </a:p>
      </dgm:t>
    </dgm:pt>
    <dgm:pt modelId="{60161057-8B27-4221-8233-E4F691898421}">
      <dgm:prSet/>
      <dgm:spPr/>
      <dgm:t>
        <a:bodyPr/>
        <a:lstStyle/>
        <a:p>
          <a:r>
            <a:rPr lang="es-GT" dirty="0">
              <a:latin typeface="Open Sans"/>
              <a:ea typeface="Open Sans"/>
              <a:cs typeface="Open Sans"/>
              <a:sym typeface="Open Sans"/>
            </a:rPr>
            <a:t>Los fundamentos de Python para análisis de datos incluyen los fundamentos básicos de la programación en Python, así como las bibliotecas y herramientas específicas que facilitan el manejo y análisis de datos.</a:t>
          </a:r>
          <a:endParaRPr lang="en-US" dirty="0"/>
        </a:p>
      </dgm:t>
    </dgm:pt>
    <dgm:pt modelId="{1DAEF997-D1E0-4717-BE40-068D70159E6E}" type="parTrans" cxnId="{E94F3E6F-C06C-4B58-B9A9-3E11AC5D2108}">
      <dgm:prSet/>
      <dgm:spPr/>
      <dgm:t>
        <a:bodyPr/>
        <a:lstStyle/>
        <a:p>
          <a:endParaRPr lang="en-US"/>
        </a:p>
      </dgm:t>
    </dgm:pt>
    <dgm:pt modelId="{F8055AA5-4721-4F13-A606-1BE6340DA3B8}" type="sibTrans" cxnId="{E94F3E6F-C06C-4B58-B9A9-3E11AC5D2108}">
      <dgm:prSet/>
      <dgm:spPr/>
      <dgm:t>
        <a:bodyPr/>
        <a:lstStyle/>
        <a:p>
          <a:endParaRPr lang="en-US"/>
        </a:p>
      </dgm:t>
    </dgm:pt>
    <dgm:pt modelId="{476CBE5C-99DB-440D-A54F-2558BD6DE07B}" type="pres">
      <dgm:prSet presAssocID="{7B49CDC9-23EF-4A2C-8173-16C2A9019725}" presName="linear" presStyleCnt="0">
        <dgm:presLayoutVars>
          <dgm:animLvl val="lvl"/>
          <dgm:resizeHandles val="exact"/>
        </dgm:presLayoutVars>
      </dgm:prSet>
      <dgm:spPr/>
    </dgm:pt>
    <dgm:pt modelId="{4404671D-11C2-4D72-8616-84D439519467}" type="pres">
      <dgm:prSet presAssocID="{4A7102FA-CCE9-4715-A27C-B2AC779CB9AC}" presName="parentText" presStyleLbl="node1" presStyleIdx="0" presStyleCnt="3">
        <dgm:presLayoutVars>
          <dgm:chMax val="0"/>
          <dgm:bulletEnabled val="1"/>
        </dgm:presLayoutVars>
      </dgm:prSet>
      <dgm:spPr/>
    </dgm:pt>
    <dgm:pt modelId="{CC6F91D9-D2EC-41B7-A3C7-6365E5993D6A}" type="pres">
      <dgm:prSet presAssocID="{F2F40B35-21FF-42FD-BAF9-6DE3090B0243}" presName="spacer" presStyleCnt="0"/>
      <dgm:spPr/>
    </dgm:pt>
    <dgm:pt modelId="{9B1E6435-131A-449D-B453-8C6337480167}" type="pres">
      <dgm:prSet presAssocID="{8890D160-7460-45B1-B65E-56ABC40D715E}" presName="parentText" presStyleLbl="node1" presStyleIdx="1" presStyleCnt="3">
        <dgm:presLayoutVars>
          <dgm:chMax val="0"/>
          <dgm:bulletEnabled val="1"/>
        </dgm:presLayoutVars>
      </dgm:prSet>
      <dgm:spPr/>
    </dgm:pt>
    <dgm:pt modelId="{7A242006-6F03-470D-9BEE-3EC28D710924}" type="pres">
      <dgm:prSet presAssocID="{C6571F32-BCC7-456F-B1EE-9B70459BEA5B}" presName="spacer" presStyleCnt="0"/>
      <dgm:spPr/>
    </dgm:pt>
    <dgm:pt modelId="{294B8CE6-5AA9-468F-A174-4BBC79C6F5EA}" type="pres">
      <dgm:prSet presAssocID="{60161057-8B27-4221-8233-E4F691898421}" presName="parentText" presStyleLbl="node1" presStyleIdx="2" presStyleCnt="3">
        <dgm:presLayoutVars>
          <dgm:chMax val="0"/>
          <dgm:bulletEnabled val="1"/>
        </dgm:presLayoutVars>
      </dgm:prSet>
      <dgm:spPr/>
    </dgm:pt>
  </dgm:ptLst>
  <dgm:cxnLst>
    <dgm:cxn modelId="{329B272B-8AD3-4964-A880-9404FFA71CB1}" type="presOf" srcId="{8890D160-7460-45B1-B65E-56ABC40D715E}" destId="{9B1E6435-131A-449D-B453-8C6337480167}" srcOrd="0" destOrd="0" presId="urn:microsoft.com/office/officeart/2005/8/layout/vList2"/>
    <dgm:cxn modelId="{557C8737-9AEF-46F2-8F20-2B03BF258D85}" type="presOf" srcId="{7B49CDC9-23EF-4A2C-8173-16C2A9019725}" destId="{476CBE5C-99DB-440D-A54F-2558BD6DE07B}" srcOrd="0" destOrd="0" presId="urn:microsoft.com/office/officeart/2005/8/layout/vList2"/>
    <dgm:cxn modelId="{C3C4064B-4C75-45CE-B504-AE908535593D}" srcId="{7B49CDC9-23EF-4A2C-8173-16C2A9019725}" destId="{8890D160-7460-45B1-B65E-56ABC40D715E}" srcOrd="1" destOrd="0" parTransId="{511150EB-77EB-475B-98D9-936419E481A9}" sibTransId="{C6571F32-BCC7-456F-B1EE-9B70459BEA5B}"/>
    <dgm:cxn modelId="{E94F3E6F-C06C-4B58-B9A9-3E11AC5D2108}" srcId="{7B49CDC9-23EF-4A2C-8173-16C2A9019725}" destId="{60161057-8B27-4221-8233-E4F691898421}" srcOrd="2" destOrd="0" parTransId="{1DAEF997-D1E0-4717-BE40-068D70159E6E}" sibTransId="{F8055AA5-4721-4F13-A606-1BE6340DA3B8}"/>
    <dgm:cxn modelId="{0B08A352-2D6C-49B5-B009-8E100A779F10}" type="presOf" srcId="{4A7102FA-CCE9-4715-A27C-B2AC779CB9AC}" destId="{4404671D-11C2-4D72-8616-84D439519467}" srcOrd="0" destOrd="0" presId="urn:microsoft.com/office/officeart/2005/8/layout/vList2"/>
    <dgm:cxn modelId="{C5C2EAA1-5E72-4690-B9CF-6096DCC0B4F9}" type="presOf" srcId="{60161057-8B27-4221-8233-E4F691898421}" destId="{294B8CE6-5AA9-468F-A174-4BBC79C6F5EA}" srcOrd="0" destOrd="0" presId="urn:microsoft.com/office/officeart/2005/8/layout/vList2"/>
    <dgm:cxn modelId="{76FDBABA-4D72-4675-B290-B93915C4F9B1}" srcId="{7B49CDC9-23EF-4A2C-8173-16C2A9019725}" destId="{4A7102FA-CCE9-4715-A27C-B2AC779CB9AC}" srcOrd="0" destOrd="0" parTransId="{1D8964A9-65F9-4CAA-9AA9-058F5402D3B5}" sibTransId="{F2F40B35-21FF-42FD-BAF9-6DE3090B0243}"/>
    <dgm:cxn modelId="{EE1C3064-8F5A-46C4-8BE0-B577314D89E0}" type="presParOf" srcId="{476CBE5C-99DB-440D-A54F-2558BD6DE07B}" destId="{4404671D-11C2-4D72-8616-84D439519467}" srcOrd="0" destOrd="0" presId="urn:microsoft.com/office/officeart/2005/8/layout/vList2"/>
    <dgm:cxn modelId="{05312986-06E6-4DF4-8CE4-59E47895764F}" type="presParOf" srcId="{476CBE5C-99DB-440D-A54F-2558BD6DE07B}" destId="{CC6F91D9-D2EC-41B7-A3C7-6365E5993D6A}" srcOrd="1" destOrd="0" presId="urn:microsoft.com/office/officeart/2005/8/layout/vList2"/>
    <dgm:cxn modelId="{3E22D6E0-6F6B-4781-9728-EBDD2152A26D}" type="presParOf" srcId="{476CBE5C-99DB-440D-A54F-2558BD6DE07B}" destId="{9B1E6435-131A-449D-B453-8C6337480167}" srcOrd="2" destOrd="0" presId="urn:microsoft.com/office/officeart/2005/8/layout/vList2"/>
    <dgm:cxn modelId="{4340A9EF-EFA1-4A74-846A-70BC7A538A10}" type="presParOf" srcId="{476CBE5C-99DB-440D-A54F-2558BD6DE07B}" destId="{7A242006-6F03-470D-9BEE-3EC28D710924}" srcOrd="3" destOrd="0" presId="urn:microsoft.com/office/officeart/2005/8/layout/vList2"/>
    <dgm:cxn modelId="{F2425E2C-065F-4A27-A1F9-926497C1A97C}" type="presParOf" srcId="{476CBE5C-99DB-440D-A54F-2558BD6DE07B}" destId="{294B8CE6-5AA9-468F-A174-4BBC79C6F5E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7743E3-6B46-499E-9FB6-02666B6741C4}"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29737001-D563-4935-A469-1249121E2B0B}">
      <dgm:prSet/>
      <dgm:spPr/>
      <dgm:t>
        <a:bodyPr/>
        <a:lstStyle/>
        <a:p>
          <a:r>
            <a:rPr lang="es-GT" dirty="0"/>
            <a:t>Adaptabilidad tecnológica</a:t>
          </a:r>
          <a:endParaRPr lang="en-US" dirty="0"/>
        </a:p>
      </dgm:t>
    </dgm:pt>
    <dgm:pt modelId="{76152EA5-D472-4A04-8543-F84E5488A1EC}" type="parTrans" cxnId="{1292D82A-34BE-486C-827A-3C323F724F9A}">
      <dgm:prSet/>
      <dgm:spPr/>
      <dgm:t>
        <a:bodyPr/>
        <a:lstStyle/>
        <a:p>
          <a:endParaRPr lang="en-US"/>
        </a:p>
      </dgm:t>
    </dgm:pt>
    <dgm:pt modelId="{4AE5847F-CFBE-4E00-A6EC-BC226A2C99BA}" type="sibTrans" cxnId="{1292D82A-34BE-486C-827A-3C323F724F9A}">
      <dgm:prSet/>
      <dgm:spPr/>
      <dgm:t>
        <a:bodyPr/>
        <a:lstStyle/>
        <a:p>
          <a:endParaRPr lang="en-US"/>
        </a:p>
      </dgm:t>
    </dgm:pt>
    <dgm:pt modelId="{0CBDFC00-32BF-416F-AC78-A74405FBC259}">
      <dgm:prSet/>
      <dgm:spPr/>
      <dgm:t>
        <a:bodyPr/>
        <a:lstStyle/>
        <a:p>
          <a:r>
            <a:rPr lang="es-GT" dirty="0"/>
            <a:t>Se estimula al introducir Hadoop, </a:t>
          </a:r>
          <a:r>
            <a:rPr lang="es-GT" dirty="0" err="1"/>
            <a:t>Spark</a:t>
          </a:r>
          <a:r>
            <a:rPr lang="es-GT" dirty="0"/>
            <a:t> y </a:t>
          </a:r>
          <a:r>
            <a:rPr lang="es-GT" dirty="0" err="1"/>
            <a:t>PySpark</a:t>
          </a:r>
          <a:r>
            <a:rPr lang="es-GT" dirty="0"/>
            <a:t>, lo que exige al estudiante salir de su zona de confort.</a:t>
          </a:r>
          <a:endParaRPr lang="en-US" dirty="0"/>
        </a:p>
      </dgm:t>
    </dgm:pt>
    <dgm:pt modelId="{2CA59256-D24D-4905-BF44-C578167C2C6E}" type="sibTrans" cxnId="{AC9F729C-4349-49A9-AE6D-2E3826FD6035}">
      <dgm:prSet/>
      <dgm:spPr/>
      <dgm:t>
        <a:bodyPr/>
        <a:lstStyle/>
        <a:p>
          <a:endParaRPr lang="en-US"/>
        </a:p>
      </dgm:t>
    </dgm:pt>
    <dgm:pt modelId="{CAC04848-C7FC-4EB4-BD0B-D463C75A38D1}" type="parTrans" cxnId="{AC9F729C-4349-49A9-AE6D-2E3826FD6035}">
      <dgm:prSet/>
      <dgm:spPr/>
      <dgm:t>
        <a:bodyPr/>
        <a:lstStyle/>
        <a:p>
          <a:endParaRPr lang="en-US"/>
        </a:p>
      </dgm:t>
    </dgm:pt>
    <dgm:pt modelId="{6C16E6AF-086B-49D1-92B1-223511635B34}">
      <dgm:prSet/>
      <dgm:spPr/>
      <dgm:t>
        <a:bodyPr/>
        <a:lstStyle/>
        <a:p>
          <a:r>
            <a:rPr lang="es-GT" dirty="0"/>
            <a:t>Pensamiento analítico</a:t>
          </a:r>
          <a:endParaRPr lang="en-US" dirty="0"/>
        </a:p>
      </dgm:t>
    </dgm:pt>
    <dgm:pt modelId="{837F417B-0522-4280-81D8-7FB5FB1BA300}" type="sibTrans" cxnId="{29E448F1-0EF3-4F9A-9635-9E2A39D80ED9}">
      <dgm:prSet/>
      <dgm:spPr/>
      <dgm:t>
        <a:bodyPr/>
        <a:lstStyle/>
        <a:p>
          <a:endParaRPr lang="en-US"/>
        </a:p>
      </dgm:t>
    </dgm:pt>
    <dgm:pt modelId="{08D67FF1-D583-4CF5-B6E7-11B722D8459E}" type="parTrans" cxnId="{29E448F1-0EF3-4F9A-9635-9E2A39D80ED9}">
      <dgm:prSet/>
      <dgm:spPr/>
      <dgm:t>
        <a:bodyPr/>
        <a:lstStyle/>
        <a:p>
          <a:endParaRPr lang="en-US"/>
        </a:p>
      </dgm:t>
    </dgm:pt>
    <dgm:pt modelId="{B149F12B-4D10-465E-9CA9-EE2F981A6DC0}">
      <dgm:prSet/>
      <dgm:spPr/>
      <dgm:t>
        <a:bodyPr/>
        <a:lstStyle/>
        <a:p>
          <a:r>
            <a:rPr lang="es-GT" dirty="0"/>
            <a:t>Se desarrolla al explorar datos con Pandas y compararlo con </a:t>
          </a:r>
          <a:r>
            <a:rPr lang="es-GT" dirty="0" err="1"/>
            <a:t>PySpark</a:t>
          </a:r>
          <a:r>
            <a:rPr lang="es-GT" dirty="0"/>
            <a:t>, visualizando ventajas por tipo de volumen.</a:t>
          </a:r>
          <a:endParaRPr lang="en-US" dirty="0"/>
        </a:p>
      </dgm:t>
    </dgm:pt>
    <dgm:pt modelId="{1F29B580-06D9-46F8-AA9B-027A8194638D}" type="sibTrans" cxnId="{CC2ADCCC-2127-49C8-B3D4-F55B80FD9C23}">
      <dgm:prSet/>
      <dgm:spPr/>
      <dgm:t>
        <a:bodyPr/>
        <a:lstStyle/>
        <a:p>
          <a:endParaRPr lang="en-US"/>
        </a:p>
      </dgm:t>
    </dgm:pt>
    <dgm:pt modelId="{B93EDEE1-1995-4848-95D1-C3C967E8E479}" type="parTrans" cxnId="{CC2ADCCC-2127-49C8-B3D4-F55B80FD9C23}">
      <dgm:prSet/>
      <dgm:spPr/>
      <dgm:t>
        <a:bodyPr/>
        <a:lstStyle/>
        <a:p>
          <a:endParaRPr lang="en-US"/>
        </a:p>
      </dgm:t>
    </dgm:pt>
    <dgm:pt modelId="{E08A259E-A755-4FE2-B880-3F23C1082E71}">
      <dgm:prSet/>
      <dgm:spPr/>
      <dgm:t>
        <a:bodyPr/>
        <a:lstStyle/>
        <a:p>
          <a:r>
            <a:rPr lang="es-GT" dirty="0"/>
            <a:t>Persistencia</a:t>
          </a:r>
          <a:endParaRPr lang="en-US" dirty="0"/>
        </a:p>
      </dgm:t>
    </dgm:pt>
    <dgm:pt modelId="{4B61597D-C767-4909-B381-48C7561C33AB}" type="sibTrans" cxnId="{B44A87C8-EB28-4F8E-84A1-B2D602C04A2E}">
      <dgm:prSet/>
      <dgm:spPr/>
      <dgm:t>
        <a:bodyPr/>
        <a:lstStyle/>
        <a:p>
          <a:endParaRPr lang="en-US"/>
        </a:p>
      </dgm:t>
    </dgm:pt>
    <dgm:pt modelId="{26D5C185-74F8-4B30-A0D5-43397A79C514}" type="parTrans" cxnId="{B44A87C8-EB28-4F8E-84A1-B2D602C04A2E}">
      <dgm:prSet/>
      <dgm:spPr/>
      <dgm:t>
        <a:bodyPr/>
        <a:lstStyle/>
        <a:p>
          <a:endParaRPr lang="en-US"/>
        </a:p>
      </dgm:t>
    </dgm:pt>
    <dgm:pt modelId="{D734120C-881B-43F1-91D1-E33273FE70C4}">
      <dgm:prSet/>
      <dgm:spPr/>
      <dgm:t>
        <a:bodyPr/>
        <a:lstStyle/>
        <a:p>
          <a:r>
            <a:rPr lang="es-GT" dirty="0"/>
            <a:t>Se requiere para superar errores típicos en entornos distribuidos, desde fallos de carga hasta problemas con </a:t>
          </a:r>
          <a:r>
            <a:rPr lang="es-GT" dirty="0" err="1"/>
            <a:t>clusters</a:t>
          </a:r>
          <a:r>
            <a:rPr lang="es-GT" dirty="0"/>
            <a:t>.</a:t>
          </a:r>
          <a:endParaRPr lang="en-US" dirty="0"/>
        </a:p>
      </dgm:t>
    </dgm:pt>
    <dgm:pt modelId="{C156D7C4-8A8B-4DBD-B5CF-BBD248FA884F}" type="sibTrans" cxnId="{B4A65504-EE00-4DD0-B5E6-29814BCF9E37}">
      <dgm:prSet/>
      <dgm:spPr/>
      <dgm:t>
        <a:bodyPr/>
        <a:lstStyle/>
        <a:p>
          <a:endParaRPr lang="en-US"/>
        </a:p>
      </dgm:t>
    </dgm:pt>
    <dgm:pt modelId="{AEB9EDDA-B418-4C6F-8703-2B2DF48BFEEC}" type="parTrans" cxnId="{B4A65504-EE00-4DD0-B5E6-29814BCF9E37}">
      <dgm:prSet/>
      <dgm:spPr/>
      <dgm:t>
        <a:bodyPr/>
        <a:lstStyle/>
        <a:p>
          <a:endParaRPr lang="en-US"/>
        </a:p>
      </dgm:t>
    </dgm:pt>
    <dgm:pt modelId="{FFD98BF1-5483-40D4-A677-8BF7DB787C5F}">
      <dgm:prSet/>
      <dgm:spPr/>
      <dgm:t>
        <a:bodyPr/>
        <a:lstStyle/>
        <a:p>
          <a:r>
            <a:rPr lang="es-GT" dirty="0"/>
            <a:t>Innovación</a:t>
          </a:r>
          <a:endParaRPr lang="en-US" dirty="0"/>
        </a:p>
      </dgm:t>
    </dgm:pt>
    <dgm:pt modelId="{68A9EDA3-3D4B-4ECF-A23A-6DF967841C88}" type="sibTrans" cxnId="{429AA471-0AD6-41DA-80B9-9C31518908AB}">
      <dgm:prSet/>
      <dgm:spPr/>
      <dgm:t>
        <a:bodyPr/>
        <a:lstStyle/>
        <a:p>
          <a:endParaRPr lang="en-US"/>
        </a:p>
      </dgm:t>
    </dgm:pt>
    <dgm:pt modelId="{794577A9-C70E-41D7-A7A6-3AF991171B38}" type="parTrans" cxnId="{429AA471-0AD6-41DA-80B9-9C31518908AB}">
      <dgm:prSet/>
      <dgm:spPr/>
      <dgm:t>
        <a:bodyPr/>
        <a:lstStyle/>
        <a:p>
          <a:endParaRPr lang="en-US"/>
        </a:p>
      </dgm:t>
    </dgm:pt>
    <dgm:pt modelId="{BA76AD97-7329-43CB-A03F-0CDD8BC4F42A}">
      <dgm:prSet/>
      <dgm:spPr/>
      <dgm:t>
        <a:bodyPr/>
        <a:lstStyle/>
        <a:p>
          <a:r>
            <a:rPr lang="es-GT" dirty="0"/>
            <a:t>Se activa al mostrar cómo Big Data permite análisis no posibles con métodos tradicionales, abriendo oportunidades de mejora empresarial.</a:t>
          </a:r>
          <a:endParaRPr lang="en-US" dirty="0"/>
        </a:p>
      </dgm:t>
    </dgm:pt>
    <dgm:pt modelId="{023D8444-4025-4602-B944-31EF2615DED9}" type="sibTrans" cxnId="{CC75F686-7B73-400B-96E5-716316DC784D}">
      <dgm:prSet/>
      <dgm:spPr/>
      <dgm:t>
        <a:bodyPr/>
        <a:lstStyle/>
        <a:p>
          <a:endParaRPr lang="en-US"/>
        </a:p>
      </dgm:t>
    </dgm:pt>
    <dgm:pt modelId="{71DCA88F-73F2-4847-A932-172367D4457B}" type="parTrans" cxnId="{CC75F686-7B73-400B-96E5-716316DC784D}">
      <dgm:prSet/>
      <dgm:spPr/>
      <dgm:t>
        <a:bodyPr/>
        <a:lstStyle/>
        <a:p>
          <a:endParaRPr lang="en-US"/>
        </a:p>
      </dgm:t>
    </dgm:pt>
    <dgm:pt modelId="{D069B437-8327-4186-AB18-49C1DB87B0BC}" type="pres">
      <dgm:prSet presAssocID="{F37743E3-6B46-499E-9FB6-02666B6741C4}" presName="linear" presStyleCnt="0">
        <dgm:presLayoutVars>
          <dgm:dir/>
          <dgm:animLvl val="lvl"/>
          <dgm:resizeHandles val="exact"/>
        </dgm:presLayoutVars>
      </dgm:prSet>
      <dgm:spPr/>
    </dgm:pt>
    <dgm:pt modelId="{93FA1E87-E7F6-4A43-BF64-3FF8DC85293F}" type="pres">
      <dgm:prSet presAssocID="{29737001-D563-4935-A469-1249121E2B0B}" presName="parentLin" presStyleCnt="0"/>
      <dgm:spPr/>
    </dgm:pt>
    <dgm:pt modelId="{0CE2B699-EE88-4FD0-9ABE-B3415FBCC1B6}" type="pres">
      <dgm:prSet presAssocID="{29737001-D563-4935-A469-1249121E2B0B}" presName="parentLeftMargin" presStyleLbl="node1" presStyleIdx="0" presStyleCnt="4"/>
      <dgm:spPr/>
    </dgm:pt>
    <dgm:pt modelId="{80B9DF85-48C6-42E7-80D3-AA555544C198}" type="pres">
      <dgm:prSet presAssocID="{29737001-D563-4935-A469-1249121E2B0B}" presName="parentText" presStyleLbl="node1" presStyleIdx="0" presStyleCnt="4">
        <dgm:presLayoutVars>
          <dgm:chMax val="0"/>
          <dgm:bulletEnabled val="1"/>
        </dgm:presLayoutVars>
      </dgm:prSet>
      <dgm:spPr/>
    </dgm:pt>
    <dgm:pt modelId="{7B635978-0880-454E-98A6-906EE4933D01}" type="pres">
      <dgm:prSet presAssocID="{29737001-D563-4935-A469-1249121E2B0B}" presName="negativeSpace" presStyleCnt="0"/>
      <dgm:spPr/>
    </dgm:pt>
    <dgm:pt modelId="{FC28119E-E0F0-4A00-BD96-9500976E428C}" type="pres">
      <dgm:prSet presAssocID="{29737001-D563-4935-A469-1249121E2B0B}" presName="childText" presStyleLbl="conFgAcc1" presStyleIdx="0" presStyleCnt="4">
        <dgm:presLayoutVars>
          <dgm:bulletEnabled val="1"/>
        </dgm:presLayoutVars>
      </dgm:prSet>
      <dgm:spPr/>
    </dgm:pt>
    <dgm:pt modelId="{E5ED3152-D1E5-4CE9-9764-D62344199388}" type="pres">
      <dgm:prSet presAssocID="{4AE5847F-CFBE-4E00-A6EC-BC226A2C99BA}" presName="spaceBetweenRectangles" presStyleCnt="0"/>
      <dgm:spPr/>
    </dgm:pt>
    <dgm:pt modelId="{C1C0AB55-AE4E-4F13-A3C3-36C901448FE4}" type="pres">
      <dgm:prSet presAssocID="{6C16E6AF-086B-49D1-92B1-223511635B34}" presName="parentLin" presStyleCnt="0"/>
      <dgm:spPr/>
    </dgm:pt>
    <dgm:pt modelId="{DE9E8727-DD17-4B03-9DE4-B31A9281E16A}" type="pres">
      <dgm:prSet presAssocID="{6C16E6AF-086B-49D1-92B1-223511635B34}" presName="parentLeftMargin" presStyleLbl="node1" presStyleIdx="0" presStyleCnt="4"/>
      <dgm:spPr/>
    </dgm:pt>
    <dgm:pt modelId="{BD295BE4-EC1E-4F37-908B-8220FB3552ED}" type="pres">
      <dgm:prSet presAssocID="{6C16E6AF-086B-49D1-92B1-223511635B34}" presName="parentText" presStyleLbl="node1" presStyleIdx="1" presStyleCnt="4">
        <dgm:presLayoutVars>
          <dgm:chMax val="0"/>
          <dgm:bulletEnabled val="1"/>
        </dgm:presLayoutVars>
      </dgm:prSet>
      <dgm:spPr/>
    </dgm:pt>
    <dgm:pt modelId="{03FDD29D-CB0B-4569-B433-96B3DDDA8105}" type="pres">
      <dgm:prSet presAssocID="{6C16E6AF-086B-49D1-92B1-223511635B34}" presName="negativeSpace" presStyleCnt="0"/>
      <dgm:spPr/>
    </dgm:pt>
    <dgm:pt modelId="{FE353E8B-8CBC-43E5-8194-85BE7CE1A78A}" type="pres">
      <dgm:prSet presAssocID="{6C16E6AF-086B-49D1-92B1-223511635B34}" presName="childText" presStyleLbl="conFgAcc1" presStyleIdx="1" presStyleCnt="4">
        <dgm:presLayoutVars>
          <dgm:bulletEnabled val="1"/>
        </dgm:presLayoutVars>
      </dgm:prSet>
      <dgm:spPr/>
    </dgm:pt>
    <dgm:pt modelId="{4654B821-0AC2-4938-AAF3-03F96479304A}" type="pres">
      <dgm:prSet presAssocID="{837F417B-0522-4280-81D8-7FB5FB1BA300}" presName="spaceBetweenRectangles" presStyleCnt="0"/>
      <dgm:spPr/>
    </dgm:pt>
    <dgm:pt modelId="{103E5E03-452B-4C6B-AEF8-1B8D10FA13E0}" type="pres">
      <dgm:prSet presAssocID="{E08A259E-A755-4FE2-B880-3F23C1082E71}" presName="parentLin" presStyleCnt="0"/>
      <dgm:spPr/>
    </dgm:pt>
    <dgm:pt modelId="{B40F3BCB-494F-4938-AF07-AB607CF31196}" type="pres">
      <dgm:prSet presAssocID="{E08A259E-A755-4FE2-B880-3F23C1082E71}" presName="parentLeftMargin" presStyleLbl="node1" presStyleIdx="1" presStyleCnt="4"/>
      <dgm:spPr/>
    </dgm:pt>
    <dgm:pt modelId="{7614D5BD-D81D-42DF-A89A-E4D956D1BDE7}" type="pres">
      <dgm:prSet presAssocID="{E08A259E-A755-4FE2-B880-3F23C1082E71}" presName="parentText" presStyleLbl="node1" presStyleIdx="2" presStyleCnt="4">
        <dgm:presLayoutVars>
          <dgm:chMax val="0"/>
          <dgm:bulletEnabled val="1"/>
        </dgm:presLayoutVars>
      </dgm:prSet>
      <dgm:spPr/>
    </dgm:pt>
    <dgm:pt modelId="{A043C0F6-BDC5-4AC3-AB9D-E1B12A635430}" type="pres">
      <dgm:prSet presAssocID="{E08A259E-A755-4FE2-B880-3F23C1082E71}" presName="negativeSpace" presStyleCnt="0"/>
      <dgm:spPr/>
    </dgm:pt>
    <dgm:pt modelId="{66168490-724A-4187-BF83-2A60B0E1FE19}" type="pres">
      <dgm:prSet presAssocID="{E08A259E-A755-4FE2-B880-3F23C1082E71}" presName="childText" presStyleLbl="conFgAcc1" presStyleIdx="2" presStyleCnt="4">
        <dgm:presLayoutVars>
          <dgm:bulletEnabled val="1"/>
        </dgm:presLayoutVars>
      </dgm:prSet>
      <dgm:spPr/>
    </dgm:pt>
    <dgm:pt modelId="{FCFFE31F-3363-4BF3-BBAA-BAAEF5EB367A}" type="pres">
      <dgm:prSet presAssocID="{4B61597D-C767-4909-B381-48C7561C33AB}" presName="spaceBetweenRectangles" presStyleCnt="0"/>
      <dgm:spPr/>
    </dgm:pt>
    <dgm:pt modelId="{05CCC4E1-B5F7-49DC-A48E-C7AF2029CB70}" type="pres">
      <dgm:prSet presAssocID="{FFD98BF1-5483-40D4-A677-8BF7DB787C5F}" presName="parentLin" presStyleCnt="0"/>
      <dgm:spPr/>
    </dgm:pt>
    <dgm:pt modelId="{438EA6CA-AA04-47CF-9215-691AE686CD1C}" type="pres">
      <dgm:prSet presAssocID="{FFD98BF1-5483-40D4-A677-8BF7DB787C5F}" presName="parentLeftMargin" presStyleLbl="node1" presStyleIdx="2" presStyleCnt="4"/>
      <dgm:spPr/>
    </dgm:pt>
    <dgm:pt modelId="{B57D5E1D-D7CA-4126-B318-A59C929EBD4E}" type="pres">
      <dgm:prSet presAssocID="{FFD98BF1-5483-40D4-A677-8BF7DB787C5F}" presName="parentText" presStyleLbl="node1" presStyleIdx="3" presStyleCnt="4">
        <dgm:presLayoutVars>
          <dgm:chMax val="0"/>
          <dgm:bulletEnabled val="1"/>
        </dgm:presLayoutVars>
      </dgm:prSet>
      <dgm:spPr/>
    </dgm:pt>
    <dgm:pt modelId="{F8582BE8-9497-4750-82E3-BC497AE4004F}" type="pres">
      <dgm:prSet presAssocID="{FFD98BF1-5483-40D4-A677-8BF7DB787C5F}" presName="negativeSpace" presStyleCnt="0"/>
      <dgm:spPr/>
    </dgm:pt>
    <dgm:pt modelId="{C6BC8093-DA78-4D3D-9881-0B491884E014}" type="pres">
      <dgm:prSet presAssocID="{FFD98BF1-5483-40D4-A677-8BF7DB787C5F}" presName="childText" presStyleLbl="conFgAcc1" presStyleIdx="3" presStyleCnt="4">
        <dgm:presLayoutVars>
          <dgm:bulletEnabled val="1"/>
        </dgm:presLayoutVars>
      </dgm:prSet>
      <dgm:spPr/>
    </dgm:pt>
  </dgm:ptLst>
  <dgm:cxnLst>
    <dgm:cxn modelId="{B4A65504-EE00-4DD0-B5E6-29814BCF9E37}" srcId="{E08A259E-A755-4FE2-B880-3F23C1082E71}" destId="{D734120C-881B-43F1-91D1-E33273FE70C4}" srcOrd="0" destOrd="0" parTransId="{AEB9EDDA-B418-4C6F-8703-2B2DF48BFEEC}" sibTransId="{C156D7C4-8A8B-4DBD-B5CF-BBD248FA884F}"/>
    <dgm:cxn modelId="{1292D82A-34BE-486C-827A-3C323F724F9A}" srcId="{F37743E3-6B46-499E-9FB6-02666B6741C4}" destId="{29737001-D563-4935-A469-1249121E2B0B}" srcOrd="0" destOrd="0" parTransId="{76152EA5-D472-4A04-8543-F84E5488A1EC}" sibTransId="{4AE5847F-CFBE-4E00-A6EC-BC226A2C99BA}"/>
    <dgm:cxn modelId="{0272762F-1AF7-47BF-95B8-DAEFF8C4F159}" type="presOf" srcId="{E08A259E-A755-4FE2-B880-3F23C1082E71}" destId="{B40F3BCB-494F-4938-AF07-AB607CF31196}" srcOrd="0" destOrd="0" presId="urn:microsoft.com/office/officeart/2005/8/layout/list1"/>
    <dgm:cxn modelId="{46807D35-05F4-43A1-9BFF-DE4F0E5849FC}" type="presOf" srcId="{F37743E3-6B46-499E-9FB6-02666B6741C4}" destId="{D069B437-8327-4186-AB18-49C1DB87B0BC}" srcOrd="0" destOrd="0" presId="urn:microsoft.com/office/officeart/2005/8/layout/list1"/>
    <dgm:cxn modelId="{2525C842-E5B1-4C91-9294-E831385EB991}" type="presOf" srcId="{29737001-D563-4935-A469-1249121E2B0B}" destId="{0CE2B699-EE88-4FD0-9ABE-B3415FBCC1B6}" srcOrd="0" destOrd="0" presId="urn:microsoft.com/office/officeart/2005/8/layout/list1"/>
    <dgm:cxn modelId="{429AA471-0AD6-41DA-80B9-9C31518908AB}" srcId="{F37743E3-6B46-499E-9FB6-02666B6741C4}" destId="{FFD98BF1-5483-40D4-A677-8BF7DB787C5F}" srcOrd="3" destOrd="0" parTransId="{794577A9-C70E-41D7-A7A6-3AF991171B38}" sibTransId="{68A9EDA3-3D4B-4ECF-A23A-6DF967841C88}"/>
    <dgm:cxn modelId="{7E2DEF54-78DD-431F-9F51-F616742756FF}" type="presOf" srcId="{29737001-D563-4935-A469-1249121E2B0B}" destId="{80B9DF85-48C6-42E7-80D3-AA555544C198}" srcOrd="1" destOrd="0" presId="urn:microsoft.com/office/officeart/2005/8/layout/list1"/>
    <dgm:cxn modelId="{0FD0DB77-7E9C-4BA1-836D-C71CA59E8DF0}" type="presOf" srcId="{0CBDFC00-32BF-416F-AC78-A74405FBC259}" destId="{FC28119E-E0F0-4A00-BD96-9500976E428C}" srcOrd="0" destOrd="0" presId="urn:microsoft.com/office/officeart/2005/8/layout/list1"/>
    <dgm:cxn modelId="{1FE26278-DAD7-4088-94B9-E94CF7666E87}" type="presOf" srcId="{E08A259E-A755-4FE2-B880-3F23C1082E71}" destId="{7614D5BD-D81D-42DF-A89A-E4D956D1BDE7}" srcOrd="1" destOrd="0" presId="urn:microsoft.com/office/officeart/2005/8/layout/list1"/>
    <dgm:cxn modelId="{CC75F686-7B73-400B-96E5-716316DC784D}" srcId="{FFD98BF1-5483-40D4-A677-8BF7DB787C5F}" destId="{BA76AD97-7329-43CB-A03F-0CDD8BC4F42A}" srcOrd="0" destOrd="0" parTransId="{71DCA88F-73F2-4847-A932-172367D4457B}" sibTransId="{023D8444-4025-4602-B944-31EF2615DED9}"/>
    <dgm:cxn modelId="{AC9F729C-4349-49A9-AE6D-2E3826FD6035}" srcId="{29737001-D563-4935-A469-1249121E2B0B}" destId="{0CBDFC00-32BF-416F-AC78-A74405FBC259}" srcOrd="0" destOrd="0" parTransId="{CAC04848-C7FC-4EB4-BD0B-D463C75A38D1}" sibTransId="{2CA59256-D24D-4905-BF44-C578167C2C6E}"/>
    <dgm:cxn modelId="{14CD41A5-5FF3-4DC4-8BA0-C3AF73070321}" type="presOf" srcId="{BA76AD97-7329-43CB-A03F-0CDD8BC4F42A}" destId="{C6BC8093-DA78-4D3D-9881-0B491884E014}" srcOrd="0" destOrd="0" presId="urn:microsoft.com/office/officeart/2005/8/layout/list1"/>
    <dgm:cxn modelId="{F9C0CBC1-83DC-4651-A9FE-D6A4748A8BDC}" type="presOf" srcId="{D734120C-881B-43F1-91D1-E33273FE70C4}" destId="{66168490-724A-4187-BF83-2A60B0E1FE19}" srcOrd="0" destOrd="0" presId="urn:microsoft.com/office/officeart/2005/8/layout/list1"/>
    <dgm:cxn modelId="{235F43C3-A608-4317-AEB9-BE337302479C}" type="presOf" srcId="{FFD98BF1-5483-40D4-A677-8BF7DB787C5F}" destId="{B57D5E1D-D7CA-4126-B318-A59C929EBD4E}" srcOrd="1" destOrd="0" presId="urn:microsoft.com/office/officeart/2005/8/layout/list1"/>
    <dgm:cxn modelId="{00064CC6-C85F-421F-B566-ABD92CA00261}" type="presOf" srcId="{6C16E6AF-086B-49D1-92B1-223511635B34}" destId="{DE9E8727-DD17-4B03-9DE4-B31A9281E16A}" srcOrd="0" destOrd="0" presId="urn:microsoft.com/office/officeart/2005/8/layout/list1"/>
    <dgm:cxn modelId="{B44A87C8-EB28-4F8E-84A1-B2D602C04A2E}" srcId="{F37743E3-6B46-499E-9FB6-02666B6741C4}" destId="{E08A259E-A755-4FE2-B880-3F23C1082E71}" srcOrd="2" destOrd="0" parTransId="{26D5C185-74F8-4B30-A0D5-43397A79C514}" sibTransId="{4B61597D-C767-4909-B381-48C7561C33AB}"/>
    <dgm:cxn modelId="{65ECA4CA-63E7-4194-BBBB-7404A0D99D7A}" type="presOf" srcId="{FFD98BF1-5483-40D4-A677-8BF7DB787C5F}" destId="{438EA6CA-AA04-47CF-9215-691AE686CD1C}" srcOrd="0" destOrd="0" presId="urn:microsoft.com/office/officeart/2005/8/layout/list1"/>
    <dgm:cxn modelId="{CC2ADCCC-2127-49C8-B3D4-F55B80FD9C23}" srcId="{6C16E6AF-086B-49D1-92B1-223511635B34}" destId="{B149F12B-4D10-465E-9CA9-EE2F981A6DC0}" srcOrd="0" destOrd="0" parTransId="{B93EDEE1-1995-4848-95D1-C3C967E8E479}" sibTransId="{1F29B580-06D9-46F8-AA9B-027A8194638D}"/>
    <dgm:cxn modelId="{29E448F1-0EF3-4F9A-9635-9E2A39D80ED9}" srcId="{F37743E3-6B46-499E-9FB6-02666B6741C4}" destId="{6C16E6AF-086B-49D1-92B1-223511635B34}" srcOrd="1" destOrd="0" parTransId="{08D67FF1-D583-4CF5-B6E7-11B722D8459E}" sibTransId="{837F417B-0522-4280-81D8-7FB5FB1BA300}"/>
    <dgm:cxn modelId="{B91A8FF4-51D2-43A2-B892-4A9A7779D080}" type="presOf" srcId="{B149F12B-4D10-465E-9CA9-EE2F981A6DC0}" destId="{FE353E8B-8CBC-43E5-8194-85BE7CE1A78A}" srcOrd="0" destOrd="0" presId="urn:microsoft.com/office/officeart/2005/8/layout/list1"/>
    <dgm:cxn modelId="{6BA564F7-D699-4AFA-AF38-371F1F24BA75}" type="presOf" srcId="{6C16E6AF-086B-49D1-92B1-223511635B34}" destId="{BD295BE4-EC1E-4F37-908B-8220FB3552ED}" srcOrd="1" destOrd="0" presId="urn:microsoft.com/office/officeart/2005/8/layout/list1"/>
    <dgm:cxn modelId="{8E592CA4-75A5-47C9-84A1-6EB4A9F058EF}" type="presParOf" srcId="{D069B437-8327-4186-AB18-49C1DB87B0BC}" destId="{93FA1E87-E7F6-4A43-BF64-3FF8DC85293F}" srcOrd="0" destOrd="0" presId="urn:microsoft.com/office/officeart/2005/8/layout/list1"/>
    <dgm:cxn modelId="{DE22D83D-92A9-48EB-9DEE-09D7513CF752}" type="presParOf" srcId="{93FA1E87-E7F6-4A43-BF64-3FF8DC85293F}" destId="{0CE2B699-EE88-4FD0-9ABE-B3415FBCC1B6}" srcOrd="0" destOrd="0" presId="urn:microsoft.com/office/officeart/2005/8/layout/list1"/>
    <dgm:cxn modelId="{80929B8E-509B-48E4-8184-1A46B4103146}" type="presParOf" srcId="{93FA1E87-E7F6-4A43-BF64-3FF8DC85293F}" destId="{80B9DF85-48C6-42E7-80D3-AA555544C198}" srcOrd="1" destOrd="0" presId="urn:microsoft.com/office/officeart/2005/8/layout/list1"/>
    <dgm:cxn modelId="{ACC5908B-DDD9-4C88-8F25-C9BCE0140571}" type="presParOf" srcId="{D069B437-8327-4186-AB18-49C1DB87B0BC}" destId="{7B635978-0880-454E-98A6-906EE4933D01}" srcOrd="1" destOrd="0" presId="urn:microsoft.com/office/officeart/2005/8/layout/list1"/>
    <dgm:cxn modelId="{E1102C6B-E88B-4FCF-9C05-90917E9EDAA2}" type="presParOf" srcId="{D069B437-8327-4186-AB18-49C1DB87B0BC}" destId="{FC28119E-E0F0-4A00-BD96-9500976E428C}" srcOrd="2" destOrd="0" presId="urn:microsoft.com/office/officeart/2005/8/layout/list1"/>
    <dgm:cxn modelId="{642BF229-9E3D-492F-8CE8-CB2DE0BF6768}" type="presParOf" srcId="{D069B437-8327-4186-AB18-49C1DB87B0BC}" destId="{E5ED3152-D1E5-4CE9-9764-D62344199388}" srcOrd="3" destOrd="0" presId="urn:microsoft.com/office/officeart/2005/8/layout/list1"/>
    <dgm:cxn modelId="{F1EC71E8-8DB0-4A87-895C-F31C748EEED0}" type="presParOf" srcId="{D069B437-8327-4186-AB18-49C1DB87B0BC}" destId="{C1C0AB55-AE4E-4F13-A3C3-36C901448FE4}" srcOrd="4" destOrd="0" presId="urn:microsoft.com/office/officeart/2005/8/layout/list1"/>
    <dgm:cxn modelId="{B2D9440D-0323-4DA1-ACEF-9B562686FEE4}" type="presParOf" srcId="{C1C0AB55-AE4E-4F13-A3C3-36C901448FE4}" destId="{DE9E8727-DD17-4B03-9DE4-B31A9281E16A}" srcOrd="0" destOrd="0" presId="urn:microsoft.com/office/officeart/2005/8/layout/list1"/>
    <dgm:cxn modelId="{29A74D9D-DB9B-45A9-8D91-A20937752C16}" type="presParOf" srcId="{C1C0AB55-AE4E-4F13-A3C3-36C901448FE4}" destId="{BD295BE4-EC1E-4F37-908B-8220FB3552ED}" srcOrd="1" destOrd="0" presId="urn:microsoft.com/office/officeart/2005/8/layout/list1"/>
    <dgm:cxn modelId="{A0BC2F1D-F910-4526-9CE0-E66530CB06D9}" type="presParOf" srcId="{D069B437-8327-4186-AB18-49C1DB87B0BC}" destId="{03FDD29D-CB0B-4569-B433-96B3DDDA8105}" srcOrd="5" destOrd="0" presId="urn:microsoft.com/office/officeart/2005/8/layout/list1"/>
    <dgm:cxn modelId="{DBB680EB-FB05-41DE-BCFA-895FB786717B}" type="presParOf" srcId="{D069B437-8327-4186-AB18-49C1DB87B0BC}" destId="{FE353E8B-8CBC-43E5-8194-85BE7CE1A78A}" srcOrd="6" destOrd="0" presId="urn:microsoft.com/office/officeart/2005/8/layout/list1"/>
    <dgm:cxn modelId="{D9359D25-1CC6-4ED6-BBFB-4BCD62EF38C8}" type="presParOf" srcId="{D069B437-8327-4186-AB18-49C1DB87B0BC}" destId="{4654B821-0AC2-4938-AAF3-03F96479304A}" srcOrd="7" destOrd="0" presId="urn:microsoft.com/office/officeart/2005/8/layout/list1"/>
    <dgm:cxn modelId="{ABC53B83-F74F-4BE3-9E68-A65E04E60A3E}" type="presParOf" srcId="{D069B437-8327-4186-AB18-49C1DB87B0BC}" destId="{103E5E03-452B-4C6B-AEF8-1B8D10FA13E0}" srcOrd="8" destOrd="0" presId="urn:microsoft.com/office/officeart/2005/8/layout/list1"/>
    <dgm:cxn modelId="{175E0670-60F1-4F42-976F-09455256E32D}" type="presParOf" srcId="{103E5E03-452B-4C6B-AEF8-1B8D10FA13E0}" destId="{B40F3BCB-494F-4938-AF07-AB607CF31196}" srcOrd="0" destOrd="0" presId="urn:microsoft.com/office/officeart/2005/8/layout/list1"/>
    <dgm:cxn modelId="{7E6370D8-3491-4A20-9989-59E93B408364}" type="presParOf" srcId="{103E5E03-452B-4C6B-AEF8-1B8D10FA13E0}" destId="{7614D5BD-D81D-42DF-A89A-E4D956D1BDE7}" srcOrd="1" destOrd="0" presId="urn:microsoft.com/office/officeart/2005/8/layout/list1"/>
    <dgm:cxn modelId="{792DD288-22D5-4204-90AA-70364FCECBCF}" type="presParOf" srcId="{D069B437-8327-4186-AB18-49C1DB87B0BC}" destId="{A043C0F6-BDC5-4AC3-AB9D-E1B12A635430}" srcOrd="9" destOrd="0" presId="urn:microsoft.com/office/officeart/2005/8/layout/list1"/>
    <dgm:cxn modelId="{63A5769D-48CA-4D63-B9E8-1AB4C1863DC4}" type="presParOf" srcId="{D069B437-8327-4186-AB18-49C1DB87B0BC}" destId="{66168490-724A-4187-BF83-2A60B0E1FE19}" srcOrd="10" destOrd="0" presId="urn:microsoft.com/office/officeart/2005/8/layout/list1"/>
    <dgm:cxn modelId="{C9B4CC46-C354-4D3C-914E-B7223DFD9FDB}" type="presParOf" srcId="{D069B437-8327-4186-AB18-49C1DB87B0BC}" destId="{FCFFE31F-3363-4BF3-BBAA-BAAEF5EB367A}" srcOrd="11" destOrd="0" presId="urn:microsoft.com/office/officeart/2005/8/layout/list1"/>
    <dgm:cxn modelId="{941B566A-5997-4926-9AFF-F7049F8AAB20}" type="presParOf" srcId="{D069B437-8327-4186-AB18-49C1DB87B0BC}" destId="{05CCC4E1-B5F7-49DC-A48E-C7AF2029CB70}" srcOrd="12" destOrd="0" presId="urn:microsoft.com/office/officeart/2005/8/layout/list1"/>
    <dgm:cxn modelId="{D001D8BF-A023-4926-99B8-53D5ABAD9290}" type="presParOf" srcId="{05CCC4E1-B5F7-49DC-A48E-C7AF2029CB70}" destId="{438EA6CA-AA04-47CF-9215-691AE686CD1C}" srcOrd="0" destOrd="0" presId="urn:microsoft.com/office/officeart/2005/8/layout/list1"/>
    <dgm:cxn modelId="{E5661692-B1BE-4710-A422-182890A9BAA9}" type="presParOf" srcId="{05CCC4E1-B5F7-49DC-A48E-C7AF2029CB70}" destId="{B57D5E1D-D7CA-4126-B318-A59C929EBD4E}" srcOrd="1" destOrd="0" presId="urn:microsoft.com/office/officeart/2005/8/layout/list1"/>
    <dgm:cxn modelId="{CB50564E-37A6-41B2-ADF4-76FB865C03DC}" type="presParOf" srcId="{D069B437-8327-4186-AB18-49C1DB87B0BC}" destId="{F8582BE8-9497-4750-82E3-BC497AE4004F}" srcOrd="13" destOrd="0" presId="urn:microsoft.com/office/officeart/2005/8/layout/list1"/>
    <dgm:cxn modelId="{34196BDF-5D8B-4E2C-A4D5-0CFACD2F2E97}" type="presParOf" srcId="{D069B437-8327-4186-AB18-49C1DB87B0BC}" destId="{C6BC8093-DA78-4D3D-9881-0B491884E014}"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EEA831D-E072-41F6-AA17-E2DB2F77C0A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F7A7F00-FF1C-4018-AEA4-AB5B136FB350}">
      <dgm:prSet custT="1"/>
      <dgm:spPr/>
      <dgm:t>
        <a:bodyPr/>
        <a:lstStyle/>
        <a:p>
          <a:pPr>
            <a:lnSpc>
              <a:spcPct val="100000"/>
            </a:lnSpc>
          </a:pPr>
          <a:r>
            <a:rPr lang="es-GT" sz="2000" i="1" dirty="0"/>
            <a:t>Big Data: ¿En qué consiste? Su importancia, desafíos y gobernabilidad</a:t>
          </a:r>
          <a:r>
            <a:rPr lang="es-GT" sz="2000" dirty="0"/>
            <a:t>. (s. f.). https://www.powerdata.es/big-data</a:t>
          </a:r>
          <a:endParaRPr lang="en-US" sz="2000" dirty="0"/>
        </a:p>
      </dgm:t>
    </dgm:pt>
    <dgm:pt modelId="{733C13EA-FA59-4D1F-A7A2-8ECDD3831E3B}" type="parTrans" cxnId="{97A7B599-96C9-43D2-A6CD-002A707D1911}">
      <dgm:prSet/>
      <dgm:spPr/>
      <dgm:t>
        <a:bodyPr/>
        <a:lstStyle/>
        <a:p>
          <a:endParaRPr lang="en-US"/>
        </a:p>
      </dgm:t>
    </dgm:pt>
    <dgm:pt modelId="{B7EFE58F-059E-4226-9151-1E578323D38B}" type="sibTrans" cxnId="{97A7B599-96C9-43D2-A6CD-002A707D1911}">
      <dgm:prSet/>
      <dgm:spPr/>
      <dgm:t>
        <a:bodyPr/>
        <a:lstStyle/>
        <a:p>
          <a:endParaRPr lang="en-US"/>
        </a:p>
      </dgm:t>
    </dgm:pt>
    <dgm:pt modelId="{D241C14C-6B8A-4A6C-A626-49C730661568}">
      <dgm:prSet custT="1"/>
      <dgm:spPr/>
      <dgm:t>
        <a:bodyPr/>
        <a:lstStyle/>
        <a:p>
          <a:pPr>
            <a:lnSpc>
              <a:spcPct val="100000"/>
            </a:lnSpc>
          </a:pPr>
          <a:r>
            <a:rPr lang="en-US" sz="2000" dirty="0"/>
            <a:t>Chen, M. (2024, 23 </a:t>
          </a:r>
          <a:r>
            <a:rPr lang="en-US" sz="2000" dirty="0" err="1"/>
            <a:t>septiembre</a:t>
          </a:r>
          <a:r>
            <a:rPr lang="en-US" sz="2000" dirty="0"/>
            <a:t>). </a:t>
          </a:r>
          <a:r>
            <a:rPr lang="en-US" sz="2000" i="1" dirty="0"/>
            <a:t>What is big data?</a:t>
          </a:r>
          <a:r>
            <a:rPr lang="en-US" sz="2000" dirty="0"/>
            <a:t> https://www.oracle.com/es/big-data/what-is-big-data/</a:t>
          </a:r>
        </a:p>
      </dgm:t>
    </dgm:pt>
    <dgm:pt modelId="{46B790AD-1BF6-4437-8C91-71E7BE9173F8}" type="parTrans" cxnId="{8FBFECD0-7884-4658-89FC-FA25B86BB7D7}">
      <dgm:prSet/>
      <dgm:spPr/>
      <dgm:t>
        <a:bodyPr/>
        <a:lstStyle/>
        <a:p>
          <a:endParaRPr lang="en-US"/>
        </a:p>
      </dgm:t>
    </dgm:pt>
    <dgm:pt modelId="{0703F32C-BAD9-4F37-85D6-47CCD6671446}" type="sibTrans" cxnId="{8FBFECD0-7884-4658-89FC-FA25B86BB7D7}">
      <dgm:prSet/>
      <dgm:spPr/>
      <dgm:t>
        <a:bodyPr/>
        <a:lstStyle/>
        <a:p>
          <a:endParaRPr lang="en-US"/>
        </a:p>
      </dgm:t>
    </dgm:pt>
    <dgm:pt modelId="{B405EC5A-4779-4315-84AE-828C82252E2C}" type="pres">
      <dgm:prSet presAssocID="{8EEA831D-E072-41F6-AA17-E2DB2F77C0A9}" presName="root" presStyleCnt="0">
        <dgm:presLayoutVars>
          <dgm:dir/>
          <dgm:resizeHandles val="exact"/>
        </dgm:presLayoutVars>
      </dgm:prSet>
      <dgm:spPr/>
    </dgm:pt>
    <dgm:pt modelId="{805212D2-F819-41B7-822B-9403B233BD6F}" type="pres">
      <dgm:prSet presAssocID="{CF7A7F00-FF1C-4018-AEA4-AB5B136FB350}" presName="compNode" presStyleCnt="0"/>
      <dgm:spPr/>
    </dgm:pt>
    <dgm:pt modelId="{287A7C38-CF7E-4715-89FF-E6CF3B67723A}" type="pres">
      <dgm:prSet presAssocID="{CF7A7F00-FF1C-4018-AEA4-AB5B136FB350}" presName="bgRect" presStyleLbl="bgShp" presStyleIdx="0" presStyleCnt="2"/>
      <dgm:spPr/>
    </dgm:pt>
    <dgm:pt modelId="{28FF6A92-F409-4D63-AB7E-E40B3EE38F5D}" type="pres">
      <dgm:prSet presAssocID="{CF7A7F00-FF1C-4018-AEA4-AB5B136FB35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1C0BE451-B6FD-443C-AA02-767945DCE610}" type="pres">
      <dgm:prSet presAssocID="{CF7A7F00-FF1C-4018-AEA4-AB5B136FB350}" presName="spaceRect" presStyleCnt="0"/>
      <dgm:spPr/>
    </dgm:pt>
    <dgm:pt modelId="{20208C83-BA37-4DFB-B1AB-D7E0FBC8DEF5}" type="pres">
      <dgm:prSet presAssocID="{CF7A7F00-FF1C-4018-AEA4-AB5B136FB350}" presName="parTx" presStyleLbl="revTx" presStyleIdx="0" presStyleCnt="2">
        <dgm:presLayoutVars>
          <dgm:chMax val="0"/>
          <dgm:chPref val="0"/>
        </dgm:presLayoutVars>
      </dgm:prSet>
      <dgm:spPr/>
    </dgm:pt>
    <dgm:pt modelId="{812503EE-6778-4294-BA08-A4CE84ABC114}" type="pres">
      <dgm:prSet presAssocID="{B7EFE58F-059E-4226-9151-1E578323D38B}" presName="sibTrans" presStyleCnt="0"/>
      <dgm:spPr/>
    </dgm:pt>
    <dgm:pt modelId="{0505EAAE-1ACB-446A-AFF8-62C8546C581F}" type="pres">
      <dgm:prSet presAssocID="{D241C14C-6B8A-4A6C-A626-49C730661568}" presName="compNode" presStyleCnt="0"/>
      <dgm:spPr/>
    </dgm:pt>
    <dgm:pt modelId="{F04B6D6B-BD3A-40E7-8B34-7AADDD37077C}" type="pres">
      <dgm:prSet presAssocID="{D241C14C-6B8A-4A6C-A626-49C730661568}" presName="bgRect" presStyleLbl="bgShp" presStyleIdx="1" presStyleCnt="2"/>
      <dgm:spPr/>
    </dgm:pt>
    <dgm:pt modelId="{1DCE6EE9-C2FF-4F5B-A31C-09E840790181}" type="pres">
      <dgm:prSet presAssocID="{D241C14C-6B8A-4A6C-A626-49C73066156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ncing Cloud"/>
        </a:ext>
      </dgm:extLst>
    </dgm:pt>
    <dgm:pt modelId="{6C963001-C5B3-4537-83C8-4BB4A4624F82}" type="pres">
      <dgm:prSet presAssocID="{D241C14C-6B8A-4A6C-A626-49C730661568}" presName="spaceRect" presStyleCnt="0"/>
      <dgm:spPr/>
    </dgm:pt>
    <dgm:pt modelId="{643FD102-A2BC-4871-A2EB-0AF9BE490EAB}" type="pres">
      <dgm:prSet presAssocID="{D241C14C-6B8A-4A6C-A626-49C730661568}" presName="parTx" presStyleLbl="revTx" presStyleIdx="1" presStyleCnt="2">
        <dgm:presLayoutVars>
          <dgm:chMax val="0"/>
          <dgm:chPref val="0"/>
        </dgm:presLayoutVars>
      </dgm:prSet>
      <dgm:spPr/>
    </dgm:pt>
  </dgm:ptLst>
  <dgm:cxnLst>
    <dgm:cxn modelId="{FA00115D-893C-448E-AFE1-B31F37A9DD4E}" type="presOf" srcId="{CF7A7F00-FF1C-4018-AEA4-AB5B136FB350}" destId="{20208C83-BA37-4DFB-B1AB-D7E0FBC8DEF5}" srcOrd="0" destOrd="0" presId="urn:microsoft.com/office/officeart/2018/2/layout/IconVerticalSolidList"/>
    <dgm:cxn modelId="{C65D0E61-328F-4E88-9421-C83BDFB176D9}" type="presOf" srcId="{8EEA831D-E072-41F6-AA17-E2DB2F77C0A9}" destId="{B405EC5A-4779-4315-84AE-828C82252E2C}" srcOrd="0" destOrd="0" presId="urn:microsoft.com/office/officeart/2018/2/layout/IconVerticalSolidList"/>
    <dgm:cxn modelId="{2CEC5387-D0DD-47E1-87DB-2D176E118447}" type="presOf" srcId="{D241C14C-6B8A-4A6C-A626-49C730661568}" destId="{643FD102-A2BC-4871-A2EB-0AF9BE490EAB}" srcOrd="0" destOrd="0" presId="urn:microsoft.com/office/officeart/2018/2/layout/IconVerticalSolidList"/>
    <dgm:cxn modelId="{97A7B599-96C9-43D2-A6CD-002A707D1911}" srcId="{8EEA831D-E072-41F6-AA17-E2DB2F77C0A9}" destId="{CF7A7F00-FF1C-4018-AEA4-AB5B136FB350}" srcOrd="0" destOrd="0" parTransId="{733C13EA-FA59-4D1F-A7A2-8ECDD3831E3B}" sibTransId="{B7EFE58F-059E-4226-9151-1E578323D38B}"/>
    <dgm:cxn modelId="{8FBFECD0-7884-4658-89FC-FA25B86BB7D7}" srcId="{8EEA831D-E072-41F6-AA17-E2DB2F77C0A9}" destId="{D241C14C-6B8A-4A6C-A626-49C730661568}" srcOrd="1" destOrd="0" parTransId="{46B790AD-1BF6-4437-8C91-71E7BE9173F8}" sibTransId="{0703F32C-BAD9-4F37-85D6-47CCD6671446}"/>
    <dgm:cxn modelId="{45DE1567-442B-445F-BBC9-E3B2EB72CB72}" type="presParOf" srcId="{B405EC5A-4779-4315-84AE-828C82252E2C}" destId="{805212D2-F819-41B7-822B-9403B233BD6F}" srcOrd="0" destOrd="0" presId="urn:microsoft.com/office/officeart/2018/2/layout/IconVerticalSolidList"/>
    <dgm:cxn modelId="{5E225261-502F-4F42-8215-2FB8F4805155}" type="presParOf" srcId="{805212D2-F819-41B7-822B-9403B233BD6F}" destId="{287A7C38-CF7E-4715-89FF-E6CF3B67723A}" srcOrd="0" destOrd="0" presId="urn:microsoft.com/office/officeart/2018/2/layout/IconVerticalSolidList"/>
    <dgm:cxn modelId="{6F06BB3D-3018-4A33-8E1D-A5969C388EA0}" type="presParOf" srcId="{805212D2-F819-41B7-822B-9403B233BD6F}" destId="{28FF6A92-F409-4D63-AB7E-E40B3EE38F5D}" srcOrd="1" destOrd="0" presId="urn:microsoft.com/office/officeart/2018/2/layout/IconVerticalSolidList"/>
    <dgm:cxn modelId="{17B1917E-3829-4020-BA2E-4B6C4349DB47}" type="presParOf" srcId="{805212D2-F819-41B7-822B-9403B233BD6F}" destId="{1C0BE451-B6FD-443C-AA02-767945DCE610}" srcOrd="2" destOrd="0" presId="urn:microsoft.com/office/officeart/2018/2/layout/IconVerticalSolidList"/>
    <dgm:cxn modelId="{A0047F22-34FA-4EDB-A9AD-A7B750A1C9D3}" type="presParOf" srcId="{805212D2-F819-41B7-822B-9403B233BD6F}" destId="{20208C83-BA37-4DFB-B1AB-D7E0FBC8DEF5}" srcOrd="3" destOrd="0" presId="urn:microsoft.com/office/officeart/2018/2/layout/IconVerticalSolidList"/>
    <dgm:cxn modelId="{E1A82104-4787-4B20-9C3B-4B89FF15DA32}" type="presParOf" srcId="{B405EC5A-4779-4315-84AE-828C82252E2C}" destId="{812503EE-6778-4294-BA08-A4CE84ABC114}" srcOrd="1" destOrd="0" presId="urn:microsoft.com/office/officeart/2018/2/layout/IconVerticalSolidList"/>
    <dgm:cxn modelId="{03FFD81B-1808-4CA4-95B8-A9B280DA1549}" type="presParOf" srcId="{B405EC5A-4779-4315-84AE-828C82252E2C}" destId="{0505EAAE-1ACB-446A-AFF8-62C8546C581F}" srcOrd="2" destOrd="0" presId="urn:microsoft.com/office/officeart/2018/2/layout/IconVerticalSolidList"/>
    <dgm:cxn modelId="{FBD8D544-6F4E-4944-AF61-6BBD536A6083}" type="presParOf" srcId="{0505EAAE-1ACB-446A-AFF8-62C8546C581F}" destId="{F04B6D6B-BD3A-40E7-8B34-7AADDD37077C}" srcOrd="0" destOrd="0" presId="urn:microsoft.com/office/officeart/2018/2/layout/IconVerticalSolidList"/>
    <dgm:cxn modelId="{198B5541-4372-47B4-B694-04EC859F3D8C}" type="presParOf" srcId="{0505EAAE-1ACB-446A-AFF8-62C8546C581F}" destId="{1DCE6EE9-C2FF-4F5B-A31C-09E840790181}" srcOrd="1" destOrd="0" presId="urn:microsoft.com/office/officeart/2018/2/layout/IconVerticalSolidList"/>
    <dgm:cxn modelId="{AF197E58-9EEA-4285-AE36-AB41C80CE9A5}" type="presParOf" srcId="{0505EAAE-1ACB-446A-AFF8-62C8546C581F}" destId="{6C963001-C5B3-4537-83C8-4BB4A4624F82}" srcOrd="2" destOrd="0" presId="urn:microsoft.com/office/officeart/2018/2/layout/IconVerticalSolidList"/>
    <dgm:cxn modelId="{49B9D017-006E-4F18-9C85-44F3CB9FECBC}" type="presParOf" srcId="{0505EAAE-1ACB-446A-AFF8-62C8546C581F}" destId="{643FD102-A2BC-4871-A2EB-0AF9BE490EA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E4E097-513D-4AFE-860B-AE4A5435EE37}">
      <dsp:nvSpPr>
        <dsp:cNvPr id="0" name=""/>
        <dsp:cNvSpPr/>
      </dsp:nvSpPr>
      <dsp:spPr>
        <a:xfrm rot="5400000">
          <a:off x="6132882" y="-2502165"/>
          <a:ext cx="979698" cy="6233159"/>
        </a:xfrm>
        <a:prstGeom prst="round2Same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s-GT" sz="1900" kern="1200"/>
            <a:t>Una biblioteca esencial para realizar cálculos numéricos, especialmente con arrays (matrices). </a:t>
          </a:r>
          <a:endParaRPr lang="en-US" sz="1900" kern="1200"/>
        </a:p>
      </dsp:txBody>
      <dsp:txXfrm rot="-5400000">
        <a:off x="3506152" y="172390"/>
        <a:ext cx="6185334" cy="884048"/>
      </dsp:txXfrm>
    </dsp:sp>
    <dsp:sp modelId="{198CB713-D956-4463-8586-3CC5A1719BC8}">
      <dsp:nvSpPr>
        <dsp:cNvPr id="0" name=""/>
        <dsp:cNvSpPr/>
      </dsp:nvSpPr>
      <dsp:spPr>
        <a:xfrm>
          <a:off x="0" y="2103"/>
          <a:ext cx="3506152" cy="1224622"/>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s-GT" sz="3400" b="1" kern="1200"/>
            <a:t>NumPy</a:t>
          </a:r>
          <a:r>
            <a:rPr lang="es-GT" sz="3400" kern="1200"/>
            <a:t>:</a:t>
          </a:r>
          <a:endParaRPr lang="en-US" sz="3400" kern="1200"/>
        </a:p>
      </dsp:txBody>
      <dsp:txXfrm>
        <a:off x="59781" y="61884"/>
        <a:ext cx="3386590" cy="1105060"/>
      </dsp:txXfrm>
    </dsp:sp>
    <dsp:sp modelId="{98CEF7DD-2C45-4B1B-9C69-380AAD34D163}">
      <dsp:nvSpPr>
        <dsp:cNvPr id="0" name=""/>
        <dsp:cNvSpPr/>
      </dsp:nvSpPr>
      <dsp:spPr>
        <a:xfrm rot="5400000">
          <a:off x="6132882" y="-1216310"/>
          <a:ext cx="979698" cy="6233159"/>
        </a:xfrm>
        <a:prstGeom prst="round2SameRect">
          <a:avLst/>
        </a:prstGeom>
        <a:solidFill>
          <a:schemeClr val="accent2">
            <a:tint val="40000"/>
            <a:alpha val="90000"/>
            <a:hueOff val="-904888"/>
            <a:satOff val="5195"/>
            <a:lumOff val="343"/>
            <a:alphaOff val="0"/>
          </a:schemeClr>
        </a:solidFill>
        <a:ln w="15875" cap="rnd" cmpd="sng" algn="ctr">
          <a:solidFill>
            <a:schemeClr val="accent2">
              <a:tint val="40000"/>
              <a:alpha val="90000"/>
              <a:hueOff val="-904888"/>
              <a:satOff val="5195"/>
              <a:lumOff val="34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s-GT" sz="1900" kern="1200"/>
            <a:t>Una biblioteca para trabajar con DataFrames (tablas) y realizar análisis de datos. </a:t>
          </a:r>
          <a:endParaRPr lang="en-US" sz="1900" kern="1200"/>
        </a:p>
      </dsp:txBody>
      <dsp:txXfrm rot="-5400000">
        <a:off x="3506152" y="1458245"/>
        <a:ext cx="6185334" cy="884048"/>
      </dsp:txXfrm>
    </dsp:sp>
    <dsp:sp modelId="{BD9796C7-6768-45D7-A2D6-73EB379E7CF7}">
      <dsp:nvSpPr>
        <dsp:cNvPr id="0" name=""/>
        <dsp:cNvSpPr/>
      </dsp:nvSpPr>
      <dsp:spPr>
        <a:xfrm>
          <a:off x="0" y="1287957"/>
          <a:ext cx="3506152" cy="1224622"/>
        </a:xfrm>
        <a:prstGeom prst="roundRect">
          <a:avLst/>
        </a:prstGeom>
        <a:solidFill>
          <a:schemeClr val="accent2">
            <a:hueOff val="-718792"/>
            <a:satOff val="4944"/>
            <a:lumOff val="54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s-GT" sz="3400" b="1" kern="1200"/>
            <a:t>Pandas</a:t>
          </a:r>
          <a:r>
            <a:rPr lang="es-GT" sz="3400" kern="1200"/>
            <a:t>:</a:t>
          </a:r>
          <a:endParaRPr lang="en-US" sz="3400" kern="1200"/>
        </a:p>
      </dsp:txBody>
      <dsp:txXfrm>
        <a:off x="59781" y="1347738"/>
        <a:ext cx="3386590" cy="1105060"/>
      </dsp:txXfrm>
    </dsp:sp>
    <dsp:sp modelId="{B05DF24C-C064-45B8-918E-1E69DA8ED2C9}">
      <dsp:nvSpPr>
        <dsp:cNvPr id="0" name=""/>
        <dsp:cNvSpPr/>
      </dsp:nvSpPr>
      <dsp:spPr>
        <a:xfrm rot="5400000">
          <a:off x="6132882" y="69543"/>
          <a:ext cx="979698" cy="6233159"/>
        </a:xfrm>
        <a:prstGeom prst="round2SameRect">
          <a:avLst/>
        </a:prstGeom>
        <a:solidFill>
          <a:schemeClr val="accent2">
            <a:tint val="40000"/>
            <a:alpha val="90000"/>
            <a:hueOff val="-1809776"/>
            <a:satOff val="10390"/>
            <a:lumOff val="686"/>
            <a:alphaOff val="0"/>
          </a:schemeClr>
        </a:solidFill>
        <a:ln w="15875" cap="rnd" cmpd="sng" algn="ctr">
          <a:solidFill>
            <a:schemeClr val="accent2">
              <a:tint val="40000"/>
              <a:alpha val="90000"/>
              <a:hueOff val="-1809776"/>
              <a:satOff val="10390"/>
              <a:lumOff val="68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s-GT" sz="1900" kern="1200"/>
            <a:t>Bibliotecas para crear visualizaciones de datos, como gráficos, histogramas, etc. </a:t>
          </a:r>
          <a:endParaRPr lang="en-US" sz="1900" kern="1200"/>
        </a:p>
      </dsp:txBody>
      <dsp:txXfrm rot="-5400000">
        <a:off x="3506152" y="2744099"/>
        <a:ext cx="6185334" cy="884048"/>
      </dsp:txXfrm>
    </dsp:sp>
    <dsp:sp modelId="{B49148F4-096A-4632-BD8F-3552DF71825F}">
      <dsp:nvSpPr>
        <dsp:cNvPr id="0" name=""/>
        <dsp:cNvSpPr/>
      </dsp:nvSpPr>
      <dsp:spPr>
        <a:xfrm>
          <a:off x="0" y="2573811"/>
          <a:ext cx="3506152" cy="1224622"/>
        </a:xfrm>
        <a:prstGeom prst="roundRect">
          <a:avLst/>
        </a:prstGeom>
        <a:solidFill>
          <a:schemeClr val="accent2">
            <a:hueOff val="-1437584"/>
            <a:satOff val="9889"/>
            <a:lumOff val="109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s-GT" sz="3400" b="1" kern="1200"/>
            <a:t>Matplotlib y Seaborn</a:t>
          </a:r>
          <a:r>
            <a:rPr lang="es-GT" sz="3400" kern="1200"/>
            <a:t>:</a:t>
          </a:r>
          <a:endParaRPr lang="en-US" sz="3400" kern="1200"/>
        </a:p>
      </dsp:txBody>
      <dsp:txXfrm>
        <a:off x="59781" y="2633592"/>
        <a:ext cx="3386590" cy="1105060"/>
      </dsp:txXfrm>
    </dsp:sp>
    <dsp:sp modelId="{44B7E1F4-E4E0-4D7C-85DE-C99BB384F04C}">
      <dsp:nvSpPr>
        <dsp:cNvPr id="0" name=""/>
        <dsp:cNvSpPr/>
      </dsp:nvSpPr>
      <dsp:spPr>
        <a:xfrm rot="5400000">
          <a:off x="6132882" y="1355397"/>
          <a:ext cx="979698" cy="6233159"/>
        </a:xfrm>
        <a:prstGeom prst="round2SameRect">
          <a:avLst/>
        </a:prstGeom>
        <a:solidFill>
          <a:schemeClr val="accent2">
            <a:tint val="40000"/>
            <a:alpha val="90000"/>
            <a:hueOff val="-2714664"/>
            <a:satOff val="15584"/>
            <a:lumOff val="1028"/>
            <a:alphaOff val="0"/>
          </a:schemeClr>
        </a:solidFill>
        <a:ln w="15875" cap="rnd" cmpd="sng" algn="ctr">
          <a:solidFill>
            <a:schemeClr val="accent2">
              <a:tint val="40000"/>
              <a:alpha val="90000"/>
              <a:hueOff val="-2714664"/>
              <a:satOff val="15584"/>
              <a:lumOff val="10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s-GT" sz="1900" kern="1200"/>
            <a:t>Una biblioteca popular para el aprendizaje automático, que permite realizar tareas de clasificación, regresión, etc. </a:t>
          </a:r>
          <a:endParaRPr lang="en-US" sz="1900" kern="1200"/>
        </a:p>
      </dsp:txBody>
      <dsp:txXfrm rot="-5400000">
        <a:off x="3506152" y="4029953"/>
        <a:ext cx="6185334" cy="884048"/>
      </dsp:txXfrm>
    </dsp:sp>
    <dsp:sp modelId="{95D5D853-E551-48EA-81E3-B15CDE8DDADE}">
      <dsp:nvSpPr>
        <dsp:cNvPr id="0" name=""/>
        <dsp:cNvSpPr/>
      </dsp:nvSpPr>
      <dsp:spPr>
        <a:xfrm>
          <a:off x="0" y="3859665"/>
          <a:ext cx="3506152" cy="1224622"/>
        </a:xfrm>
        <a:prstGeom prst="roundRect">
          <a:avLst/>
        </a:prstGeom>
        <a:solidFill>
          <a:schemeClr val="accent2">
            <a:hueOff val="-2156377"/>
            <a:satOff val="14833"/>
            <a:lumOff val="164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s-GT" sz="3400" b="1" kern="1200"/>
            <a:t>Scikit-learn</a:t>
          </a:r>
          <a:r>
            <a:rPr lang="es-GT" sz="3400" kern="1200"/>
            <a:t>:</a:t>
          </a:r>
          <a:endParaRPr lang="en-US" sz="3400" kern="1200"/>
        </a:p>
      </dsp:txBody>
      <dsp:txXfrm>
        <a:off x="59781" y="3919446"/>
        <a:ext cx="3386590" cy="1105060"/>
      </dsp:txXfrm>
    </dsp:sp>
    <dsp:sp modelId="{32DACCA3-458F-4659-8DF8-38568E032D28}">
      <dsp:nvSpPr>
        <dsp:cNvPr id="0" name=""/>
        <dsp:cNvSpPr/>
      </dsp:nvSpPr>
      <dsp:spPr>
        <a:xfrm rot="5400000">
          <a:off x="6132882" y="2641251"/>
          <a:ext cx="979698" cy="6233159"/>
        </a:xfrm>
        <a:prstGeom prst="round2SameRect">
          <a:avLst/>
        </a:prstGeom>
        <a:solidFill>
          <a:schemeClr val="accent2">
            <a:tint val="40000"/>
            <a:alpha val="90000"/>
            <a:hueOff val="-3619552"/>
            <a:satOff val="20779"/>
            <a:lumOff val="1371"/>
            <a:alphaOff val="0"/>
          </a:schemeClr>
        </a:solidFill>
        <a:ln w="15875" cap="rnd" cmpd="sng" algn="ctr">
          <a:solidFill>
            <a:schemeClr val="accent2">
              <a:tint val="40000"/>
              <a:alpha val="90000"/>
              <a:hueOff val="-3619552"/>
              <a:satOff val="20779"/>
              <a:lumOff val="137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s-GT" sz="1900" kern="1200"/>
            <a:t>Una biblioteca para crear gráficos interactivos. </a:t>
          </a:r>
          <a:endParaRPr lang="en-US" sz="1900" kern="1200"/>
        </a:p>
      </dsp:txBody>
      <dsp:txXfrm rot="-5400000">
        <a:off x="3506152" y="5315807"/>
        <a:ext cx="6185334" cy="884048"/>
      </dsp:txXfrm>
    </dsp:sp>
    <dsp:sp modelId="{D42FF6D2-021A-4D70-98AC-6FE63F08BC37}">
      <dsp:nvSpPr>
        <dsp:cNvPr id="0" name=""/>
        <dsp:cNvSpPr/>
      </dsp:nvSpPr>
      <dsp:spPr>
        <a:xfrm>
          <a:off x="0" y="5145519"/>
          <a:ext cx="3506152" cy="1224622"/>
        </a:xfrm>
        <a:prstGeom prst="roundRect">
          <a:avLst/>
        </a:prstGeom>
        <a:solidFill>
          <a:schemeClr val="accent2">
            <a:hueOff val="-2875169"/>
            <a:satOff val="19778"/>
            <a:lumOff val="219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s-GT" sz="3400" b="1" kern="1200"/>
            <a:t>Plotly</a:t>
          </a:r>
          <a:r>
            <a:rPr lang="es-GT" sz="3400" kern="1200"/>
            <a:t>:</a:t>
          </a:r>
          <a:endParaRPr lang="en-US" sz="3400" kern="1200"/>
        </a:p>
      </dsp:txBody>
      <dsp:txXfrm>
        <a:off x="59781" y="5205300"/>
        <a:ext cx="3386590" cy="1105060"/>
      </dsp:txXfrm>
    </dsp:sp>
    <dsp:sp modelId="{D2E01153-DE29-40CC-8972-05460CDD7589}">
      <dsp:nvSpPr>
        <dsp:cNvPr id="0" name=""/>
        <dsp:cNvSpPr/>
      </dsp:nvSpPr>
      <dsp:spPr>
        <a:xfrm rot="5400000">
          <a:off x="6132882" y="3927105"/>
          <a:ext cx="979698" cy="6233159"/>
        </a:xfrm>
        <a:prstGeom prst="round2SameRect">
          <a:avLst/>
        </a:prstGeom>
        <a:solidFill>
          <a:schemeClr val="accent2">
            <a:tint val="40000"/>
            <a:alpha val="90000"/>
            <a:hueOff val="-4524440"/>
            <a:satOff val="25974"/>
            <a:lumOff val="1714"/>
            <a:alphaOff val="0"/>
          </a:schemeClr>
        </a:solidFill>
        <a:ln w="15875" cap="rnd" cmpd="sng" algn="ctr">
          <a:solidFill>
            <a:schemeClr val="accent2">
              <a:tint val="40000"/>
              <a:alpha val="90000"/>
              <a:hueOff val="-4524440"/>
              <a:satOff val="25974"/>
              <a:lumOff val="17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s-GT" sz="1900" kern="1200"/>
            <a:t>Frameworks para la creación de redes neuronales y el aprendizaje profundo. </a:t>
          </a:r>
          <a:endParaRPr lang="en-US" sz="1900" kern="1200"/>
        </a:p>
      </dsp:txBody>
      <dsp:txXfrm rot="-5400000">
        <a:off x="3506152" y="6601661"/>
        <a:ext cx="6185334" cy="884048"/>
      </dsp:txXfrm>
    </dsp:sp>
    <dsp:sp modelId="{4A176CC7-31F9-4A6D-B1EB-0FBB5D3ABF12}">
      <dsp:nvSpPr>
        <dsp:cNvPr id="0" name=""/>
        <dsp:cNvSpPr/>
      </dsp:nvSpPr>
      <dsp:spPr>
        <a:xfrm>
          <a:off x="0" y="6431373"/>
          <a:ext cx="3506152" cy="1224622"/>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s-GT" sz="3400" b="1" kern="1200"/>
            <a:t>TensorFlow y PyTorch</a:t>
          </a:r>
          <a:r>
            <a:rPr lang="es-GT" sz="3400" kern="1200"/>
            <a:t>:</a:t>
          </a:r>
          <a:endParaRPr lang="en-US" sz="3400" kern="1200"/>
        </a:p>
      </dsp:txBody>
      <dsp:txXfrm>
        <a:off x="59781" y="6491154"/>
        <a:ext cx="3386590" cy="11050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4671D-11C2-4D72-8616-84D439519467}">
      <dsp:nvSpPr>
        <dsp:cNvPr id="0" name=""/>
        <dsp:cNvSpPr/>
      </dsp:nvSpPr>
      <dsp:spPr>
        <a:xfrm>
          <a:off x="0" y="241470"/>
          <a:ext cx="9739312" cy="288288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GT" sz="2200" kern="1200" dirty="0">
              <a:latin typeface="Open Sans"/>
              <a:ea typeface="Open Sans"/>
              <a:cs typeface="Open Sans"/>
              <a:sym typeface="Open Sans"/>
            </a:rPr>
            <a:t>Cuando hablamos de Big Data nos referimos a conjuntos de datos o combinaciones de conjuntos de datos cuyo </a:t>
          </a:r>
          <a:r>
            <a:rPr lang="es-GT" sz="2200" b="1" kern="1200" dirty="0">
              <a:latin typeface="Open Sans"/>
              <a:ea typeface="Open Sans"/>
              <a:cs typeface="Open Sans"/>
              <a:sym typeface="Open Sans"/>
            </a:rPr>
            <a:t>tamaño (volumen)</a:t>
          </a:r>
          <a:r>
            <a:rPr lang="es-GT" sz="2200" kern="1200" dirty="0">
              <a:latin typeface="Open Sans"/>
              <a:ea typeface="Open Sans"/>
              <a:cs typeface="Open Sans"/>
              <a:sym typeface="Open Sans"/>
            </a:rPr>
            <a:t>, </a:t>
          </a:r>
          <a:r>
            <a:rPr lang="es-GT" sz="2200" b="1" kern="1200" dirty="0">
              <a:latin typeface="Open Sans"/>
              <a:ea typeface="Open Sans"/>
              <a:cs typeface="Open Sans"/>
              <a:sym typeface="Open Sans"/>
            </a:rPr>
            <a:t>complejidad (variabilidad)</a:t>
          </a:r>
          <a:r>
            <a:rPr lang="es-GT" sz="2200" kern="1200" dirty="0">
              <a:latin typeface="Open Sans"/>
              <a:ea typeface="Open Sans"/>
              <a:cs typeface="Open Sans"/>
              <a:sym typeface="Open Sans"/>
            </a:rPr>
            <a:t> y </a:t>
          </a:r>
          <a:r>
            <a:rPr lang="es-GT" sz="2200" b="1" kern="1200" dirty="0">
              <a:latin typeface="Open Sans"/>
              <a:ea typeface="Open Sans"/>
              <a:cs typeface="Open Sans"/>
              <a:sym typeface="Open Sans"/>
            </a:rPr>
            <a:t>velocidad de crecimiento (velocidad) </a:t>
          </a:r>
          <a:r>
            <a:rPr lang="es-GT" sz="2200" kern="1200" dirty="0">
              <a:latin typeface="Open Sans"/>
              <a:ea typeface="Open Sans"/>
              <a:cs typeface="Open Sans"/>
              <a:sym typeface="Open Sans"/>
            </a:rPr>
            <a:t>dificultan su captura, gestión, procesamiento o análisis mediante tecnologías y herramientas convencionales, tales como bases de datos relacionales y estadísticas convencionales o paquetes de visualización, dentro del tiempo necesario para que sean útiles.</a:t>
          </a:r>
          <a:endParaRPr lang="en-US" sz="2200" kern="1200" dirty="0"/>
        </a:p>
      </dsp:txBody>
      <dsp:txXfrm>
        <a:off x="140731" y="382201"/>
        <a:ext cx="9457850" cy="2601418"/>
      </dsp:txXfrm>
    </dsp:sp>
    <dsp:sp modelId="{9B1E6435-131A-449D-B453-8C6337480167}">
      <dsp:nvSpPr>
        <dsp:cNvPr id="0" name=""/>
        <dsp:cNvSpPr/>
      </dsp:nvSpPr>
      <dsp:spPr>
        <a:xfrm>
          <a:off x="0" y="3187710"/>
          <a:ext cx="9739312" cy="2882880"/>
        </a:xfrm>
        <a:prstGeom prst="roundRect">
          <a:avLst/>
        </a:prstGeom>
        <a:solidFill>
          <a:schemeClr val="accent2">
            <a:hueOff val="-1796981"/>
            <a:satOff val="12361"/>
            <a:lumOff val="137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GT" sz="2200" kern="1200" dirty="0">
              <a:latin typeface="Open Sans"/>
              <a:ea typeface="Open Sans"/>
              <a:cs typeface="Open Sans"/>
              <a:sym typeface="Open Sans"/>
            </a:rPr>
            <a:t>Tradicionalmente, hemos reconocido los big data por tres características: </a:t>
          </a:r>
          <a:r>
            <a:rPr lang="es-GT" sz="2200" b="1" kern="1200" dirty="0">
              <a:latin typeface="Open Sans"/>
              <a:ea typeface="Open Sans"/>
              <a:cs typeface="Open Sans"/>
              <a:sym typeface="Open Sans"/>
            </a:rPr>
            <a:t>variedad, volumen y velocidad</a:t>
          </a:r>
          <a:r>
            <a:rPr lang="es-GT" sz="2200" kern="1200" dirty="0">
              <a:latin typeface="Open Sans"/>
              <a:ea typeface="Open Sans"/>
              <a:cs typeface="Open Sans"/>
              <a:sym typeface="Open Sans"/>
            </a:rPr>
            <a:t>, también conocidas como las "tres V". Sin embargo, han surgido dos V adicionales en los últimos años: </a:t>
          </a:r>
          <a:r>
            <a:rPr lang="es-GT" sz="2200" b="1" kern="1200" dirty="0">
              <a:latin typeface="Open Sans"/>
              <a:ea typeface="Open Sans"/>
              <a:cs typeface="Open Sans"/>
              <a:sym typeface="Open Sans"/>
            </a:rPr>
            <a:t>valor y veracidad.</a:t>
          </a:r>
          <a:endParaRPr lang="en-US" sz="2200" kern="1200" dirty="0"/>
        </a:p>
      </dsp:txBody>
      <dsp:txXfrm>
        <a:off x="140731" y="3328441"/>
        <a:ext cx="9457850" cy="2601418"/>
      </dsp:txXfrm>
    </dsp:sp>
    <dsp:sp modelId="{294B8CE6-5AA9-468F-A174-4BBC79C6F5EA}">
      <dsp:nvSpPr>
        <dsp:cNvPr id="0" name=""/>
        <dsp:cNvSpPr/>
      </dsp:nvSpPr>
      <dsp:spPr>
        <a:xfrm>
          <a:off x="0" y="6133950"/>
          <a:ext cx="9739312" cy="2882880"/>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GT" sz="2200" kern="1200" dirty="0">
              <a:latin typeface="Open Sans"/>
              <a:ea typeface="Open Sans"/>
              <a:cs typeface="Open Sans"/>
              <a:sym typeface="Open Sans"/>
            </a:rPr>
            <a:t>Los fundamentos de Python para análisis de datos incluyen los fundamentos básicos de la programación en Python, así como las bibliotecas y herramientas específicas que facilitan el manejo y análisis de datos.</a:t>
          </a:r>
          <a:endParaRPr lang="en-US" sz="2200" kern="1200" dirty="0"/>
        </a:p>
      </dsp:txBody>
      <dsp:txXfrm>
        <a:off x="140731" y="6274681"/>
        <a:ext cx="9457850" cy="26014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8119E-E0F0-4A00-BD96-9500976E428C}">
      <dsp:nvSpPr>
        <dsp:cNvPr id="0" name=""/>
        <dsp:cNvSpPr/>
      </dsp:nvSpPr>
      <dsp:spPr>
        <a:xfrm>
          <a:off x="0" y="532057"/>
          <a:ext cx="9739312" cy="1304100"/>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479044" rIns="755879" bIns="163576" numCol="1" spcCol="1270" anchor="t" anchorCtr="0">
          <a:noAutofit/>
        </a:bodyPr>
        <a:lstStyle/>
        <a:p>
          <a:pPr marL="228600" lvl="1" indent="-228600" algn="l" defTabSz="1022350">
            <a:lnSpc>
              <a:spcPct val="90000"/>
            </a:lnSpc>
            <a:spcBef>
              <a:spcPct val="0"/>
            </a:spcBef>
            <a:spcAft>
              <a:spcPct val="15000"/>
            </a:spcAft>
            <a:buChar char="•"/>
          </a:pPr>
          <a:r>
            <a:rPr lang="es-GT" sz="2300" kern="1200" dirty="0"/>
            <a:t>Se estimula al introducir Hadoop, </a:t>
          </a:r>
          <a:r>
            <a:rPr lang="es-GT" sz="2300" kern="1200" dirty="0" err="1"/>
            <a:t>Spark</a:t>
          </a:r>
          <a:r>
            <a:rPr lang="es-GT" sz="2300" kern="1200" dirty="0"/>
            <a:t> y </a:t>
          </a:r>
          <a:r>
            <a:rPr lang="es-GT" sz="2300" kern="1200" dirty="0" err="1"/>
            <a:t>PySpark</a:t>
          </a:r>
          <a:r>
            <a:rPr lang="es-GT" sz="2300" kern="1200" dirty="0"/>
            <a:t>, lo que exige al estudiante salir de su zona de confort.</a:t>
          </a:r>
          <a:endParaRPr lang="en-US" sz="2300" kern="1200" dirty="0"/>
        </a:p>
      </dsp:txBody>
      <dsp:txXfrm>
        <a:off x="0" y="532057"/>
        <a:ext cx="9739312" cy="1304100"/>
      </dsp:txXfrm>
    </dsp:sp>
    <dsp:sp modelId="{80B9DF85-48C6-42E7-80D3-AA555544C198}">
      <dsp:nvSpPr>
        <dsp:cNvPr id="0" name=""/>
        <dsp:cNvSpPr/>
      </dsp:nvSpPr>
      <dsp:spPr>
        <a:xfrm>
          <a:off x="486965" y="192577"/>
          <a:ext cx="6817518" cy="67896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022350">
            <a:lnSpc>
              <a:spcPct val="90000"/>
            </a:lnSpc>
            <a:spcBef>
              <a:spcPct val="0"/>
            </a:spcBef>
            <a:spcAft>
              <a:spcPct val="35000"/>
            </a:spcAft>
            <a:buNone/>
          </a:pPr>
          <a:r>
            <a:rPr lang="es-GT" sz="2300" kern="1200" dirty="0"/>
            <a:t>Adaptabilidad tecnológica</a:t>
          </a:r>
          <a:endParaRPr lang="en-US" sz="2300" kern="1200" dirty="0"/>
        </a:p>
      </dsp:txBody>
      <dsp:txXfrm>
        <a:off x="520109" y="225721"/>
        <a:ext cx="6751230" cy="612672"/>
      </dsp:txXfrm>
    </dsp:sp>
    <dsp:sp modelId="{FE353E8B-8CBC-43E5-8194-85BE7CE1A78A}">
      <dsp:nvSpPr>
        <dsp:cNvPr id="0" name=""/>
        <dsp:cNvSpPr/>
      </dsp:nvSpPr>
      <dsp:spPr>
        <a:xfrm>
          <a:off x="0" y="2299837"/>
          <a:ext cx="9739312" cy="1304100"/>
        </a:xfrm>
        <a:prstGeom prst="rect">
          <a:avLst/>
        </a:prstGeom>
        <a:solidFill>
          <a:schemeClr val="lt1">
            <a:alpha val="90000"/>
            <a:hueOff val="0"/>
            <a:satOff val="0"/>
            <a:lumOff val="0"/>
            <a:alphaOff val="0"/>
          </a:schemeClr>
        </a:solidFill>
        <a:ln w="15875" cap="rnd" cmpd="sng" algn="ctr">
          <a:solidFill>
            <a:schemeClr val="accent2">
              <a:hueOff val="-1197987"/>
              <a:satOff val="8241"/>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479044" rIns="755879" bIns="163576" numCol="1" spcCol="1270" anchor="t" anchorCtr="0">
          <a:noAutofit/>
        </a:bodyPr>
        <a:lstStyle/>
        <a:p>
          <a:pPr marL="228600" lvl="1" indent="-228600" algn="l" defTabSz="1022350">
            <a:lnSpc>
              <a:spcPct val="90000"/>
            </a:lnSpc>
            <a:spcBef>
              <a:spcPct val="0"/>
            </a:spcBef>
            <a:spcAft>
              <a:spcPct val="15000"/>
            </a:spcAft>
            <a:buChar char="•"/>
          </a:pPr>
          <a:r>
            <a:rPr lang="es-GT" sz="2300" kern="1200" dirty="0"/>
            <a:t>Se desarrolla al explorar datos con Pandas y compararlo con </a:t>
          </a:r>
          <a:r>
            <a:rPr lang="es-GT" sz="2300" kern="1200" dirty="0" err="1"/>
            <a:t>PySpark</a:t>
          </a:r>
          <a:r>
            <a:rPr lang="es-GT" sz="2300" kern="1200" dirty="0"/>
            <a:t>, visualizando ventajas por tipo de volumen.</a:t>
          </a:r>
          <a:endParaRPr lang="en-US" sz="2300" kern="1200" dirty="0"/>
        </a:p>
      </dsp:txBody>
      <dsp:txXfrm>
        <a:off x="0" y="2299837"/>
        <a:ext cx="9739312" cy="1304100"/>
      </dsp:txXfrm>
    </dsp:sp>
    <dsp:sp modelId="{BD295BE4-EC1E-4F37-908B-8220FB3552ED}">
      <dsp:nvSpPr>
        <dsp:cNvPr id="0" name=""/>
        <dsp:cNvSpPr/>
      </dsp:nvSpPr>
      <dsp:spPr>
        <a:xfrm>
          <a:off x="486965" y="1960357"/>
          <a:ext cx="6817518" cy="678960"/>
        </a:xfrm>
        <a:prstGeom prst="roundRect">
          <a:avLst/>
        </a:prstGeom>
        <a:solidFill>
          <a:schemeClr val="accent2">
            <a:hueOff val="-1197987"/>
            <a:satOff val="8241"/>
            <a:lumOff val="91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022350">
            <a:lnSpc>
              <a:spcPct val="90000"/>
            </a:lnSpc>
            <a:spcBef>
              <a:spcPct val="0"/>
            </a:spcBef>
            <a:spcAft>
              <a:spcPct val="35000"/>
            </a:spcAft>
            <a:buNone/>
          </a:pPr>
          <a:r>
            <a:rPr lang="es-GT" sz="2300" kern="1200" dirty="0"/>
            <a:t>Pensamiento analítico</a:t>
          </a:r>
          <a:endParaRPr lang="en-US" sz="2300" kern="1200" dirty="0"/>
        </a:p>
      </dsp:txBody>
      <dsp:txXfrm>
        <a:off x="520109" y="1993501"/>
        <a:ext cx="6751230" cy="612672"/>
      </dsp:txXfrm>
    </dsp:sp>
    <dsp:sp modelId="{66168490-724A-4187-BF83-2A60B0E1FE19}">
      <dsp:nvSpPr>
        <dsp:cNvPr id="0" name=""/>
        <dsp:cNvSpPr/>
      </dsp:nvSpPr>
      <dsp:spPr>
        <a:xfrm>
          <a:off x="0" y="4067617"/>
          <a:ext cx="9739312" cy="1304100"/>
        </a:xfrm>
        <a:prstGeom prst="rect">
          <a:avLst/>
        </a:prstGeom>
        <a:solidFill>
          <a:schemeClr val="lt1">
            <a:alpha val="90000"/>
            <a:hueOff val="0"/>
            <a:satOff val="0"/>
            <a:lumOff val="0"/>
            <a:alphaOff val="0"/>
          </a:schemeClr>
        </a:solidFill>
        <a:ln w="15875" cap="rnd" cmpd="sng" algn="ctr">
          <a:solidFill>
            <a:schemeClr val="accent2">
              <a:hueOff val="-2395974"/>
              <a:satOff val="16481"/>
              <a:lumOff val="182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479044" rIns="755879" bIns="163576" numCol="1" spcCol="1270" anchor="t" anchorCtr="0">
          <a:noAutofit/>
        </a:bodyPr>
        <a:lstStyle/>
        <a:p>
          <a:pPr marL="228600" lvl="1" indent="-228600" algn="l" defTabSz="1022350">
            <a:lnSpc>
              <a:spcPct val="90000"/>
            </a:lnSpc>
            <a:spcBef>
              <a:spcPct val="0"/>
            </a:spcBef>
            <a:spcAft>
              <a:spcPct val="15000"/>
            </a:spcAft>
            <a:buChar char="•"/>
          </a:pPr>
          <a:r>
            <a:rPr lang="es-GT" sz="2300" kern="1200" dirty="0"/>
            <a:t>Se requiere para superar errores típicos en entornos distribuidos, desde fallos de carga hasta problemas con </a:t>
          </a:r>
          <a:r>
            <a:rPr lang="es-GT" sz="2300" kern="1200" dirty="0" err="1"/>
            <a:t>clusters</a:t>
          </a:r>
          <a:r>
            <a:rPr lang="es-GT" sz="2300" kern="1200" dirty="0"/>
            <a:t>.</a:t>
          </a:r>
          <a:endParaRPr lang="en-US" sz="2300" kern="1200" dirty="0"/>
        </a:p>
      </dsp:txBody>
      <dsp:txXfrm>
        <a:off x="0" y="4067617"/>
        <a:ext cx="9739312" cy="1304100"/>
      </dsp:txXfrm>
    </dsp:sp>
    <dsp:sp modelId="{7614D5BD-D81D-42DF-A89A-E4D956D1BDE7}">
      <dsp:nvSpPr>
        <dsp:cNvPr id="0" name=""/>
        <dsp:cNvSpPr/>
      </dsp:nvSpPr>
      <dsp:spPr>
        <a:xfrm>
          <a:off x="486965" y="3728137"/>
          <a:ext cx="6817518" cy="678960"/>
        </a:xfrm>
        <a:prstGeom prst="roundRect">
          <a:avLst/>
        </a:prstGeom>
        <a:solidFill>
          <a:schemeClr val="accent2">
            <a:hueOff val="-2395974"/>
            <a:satOff val="16481"/>
            <a:lumOff val="182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022350">
            <a:lnSpc>
              <a:spcPct val="90000"/>
            </a:lnSpc>
            <a:spcBef>
              <a:spcPct val="0"/>
            </a:spcBef>
            <a:spcAft>
              <a:spcPct val="35000"/>
            </a:spcAft>
            <a:buNone/>
          </a:pPr>
          <a:r>
            <a:rPr lang="es-GT" sz="2300" kern="1200" dirty="0"/>
            <a:t>Persistencia</a:t>
          </a:r>
          <a:endParaRPr lang="en-US" sz="2300" kern="1200" dirty="0"/>
        </a:p>
      </dsp:txBody>
      <dsp:txXfrm>
        <a:off x="520109" y="3761281"/>
        <a:ext cx="6751230" cy="612672"/>
      </dsp:txXfrm>
    </dsp:sp>
    <dsp:sp modelId="{C6BC8093-DA78-4D3D-9881-0B491884E014}">
      <dsp:nvSpPr>
        <dsp:cNvPr id="0" name=""/>
        <dsp:cNvSpPr/>
      </dsp:nvSpPr>
      <dsp:spPr>
        <a:xfrm>
          <a:off x="0" y="5835397"/>
          <a:ext cx="9739312" cy="1630125"/>
        </a:xfrm>
        <a:prstGeom prst="rect">
          <a:avLst/>
        </a:prstGeom>
        <a:solidFill>
          <a:schemeClr val="lt1">
            <a:alpha val="90000"/>
            <a:hueOff val="0"/>
            <a:satOff val="0"/>
            <a:lumOff val="0"/>
            <a:alphaOff val="0"/>
          </a:schemeClr>
        </a:solidFill>
        <a:ln w="15875" cap="rnd" cmpd="sng" algn="ctr">
          <a:solidFill>
            <a:schemeClr val="accent2">
              <a:hueOff val="-3593961"/>
              <a:satOff val="24722"/>
              <a:lumOff val="274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479044" rIns="755879" bIns="163576" numCol="1" spcCol="1270" anchor="t" anchorCtr="0">
          <a:noAutofit/>
        </a:bodyPr>
        <a:lstStyle/>
        <a:p>
          <a:pPr marL="228600" lvl="1" indent="-228600" algn="l" defTabSz="1022350">
            <a:lnSpc>
              <a:spcPct val="90000"/>
            </a:lnSpc>
            <a:spcBef>
              <a:spcPct val="0"/>
            </a:spcBef>
            <a:spcAft>
              <a:spcPct val="15000"/>
            </a:spcAft>
            <a:buChar char="•"/>
          </a:pPr>
          <a:r>
            <a:rPr lang="es-GT" sz="2300" kern="1200" dirty="0"/>
            <a:t>Se activa al mostrar cómo Big Data permite análisis no posibles con métodos tradicionales, abriendo oportunidades de mejora empresarial.</a:t>
          </a:r>
          <a:endParaRPr lang="en-US" sz="2300" kern="1200" dirty="0"/>
        </a:p>
      </dsp:txBody>
      <dsp:txXfrm>
        <a:off x="0" y="5835397"/>
        <a:ext cx="9739312" cy="1630125"/>
      </dsp:txXfrm>
    </dsp:sp>
    <dsp:sp modelId="{B57D5E1D-D7CA-4126-B318-A59C929EBD4E}">
      <dsp:nvSpPr>
        <dsp:cNvPr id="0" name=""/>
        <dsp:cNvSpPr/>
      </dsp:nvSpPr>
      <dsp:spPr>
        <a:xfrm>
          <a:off x="486965" y="5495917"/>
          <a:ext cx="6817518" cy="678960"/>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022350">
            <a:lnSpc>
              <a:spcPct val="90000"/>
            </a:lnSpc>
            <a:spcBef>
              <a:spcPct val="0"/>
            </a:spcBef>
            <a:spcAft>
              <a:spcPct val="35000"/>
            </a:spcAft>
            <a:buNone/>
          </a:pPr>
          <a:r>
            <a:rPr lang="es-GT" sz="2300" kern="1200" dirty="0"/>
            <a:t>Innovación</a:t>
          </a:r>
          <a:endParaRPr lang="en-US" sz="2300" kern="1200" dirty="0"/>
        </a:p>
      </dsp:txBody>
      <dsp:txXfrm>
        <a:off x="520109" y="5529061"/>
        <a:ext cx="6751230" cy="6126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7A7C38-CF7E-4715-89FF-E6CF3B67723A}">
      <dsp:nvSpPr>
        <dsp:cNvPr id="0" name=""/>
        <dsp:cNvSpPr/>
      </dsp:nvSpPr>
      <dsp:spPr>
        <a:xfrm>
          <a:off x="0" y="1033054"/>
          <a:ext cx="15028070" cy="190717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FF6A92-F409-4D63-AB7E-E40B3EE38F5D}">
      <dsp:nvSpPr>
        <dsp:cNvPr id="0" name=""/>
        <dsp:cNvSpPr/>
      </dsp:nvSpPr>
      <dsp:spPr>
        <a:xfrm>
          <a:off x="576921" y="1462169"/>
          <a:ext cx="1048947" cy="10489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208C83-BA37-4DFB-B1AB-D7E0FBC8DEF5}">
      <dsp:nvSpPr>
        <dsp:cNvPr id="0" name=""/>
        <dsp:cNvSpPr/>
      </dsp:nvSpPr>
      <dsp:spPr>
        <a:xfrm>
          <a:off x="2202789" y="1033054"/>
          <a:ext cx="12825280" cy="1907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843" tIns="201843" rIns="201843" bIns="201843" numCol="1" spcCol="1270" anchor="ctr" anchorCtr="0">
          <a:noAutofit/>
        </a:bodyPr>
        <a:lstStyle/>
        <a:p>
          <a:pPr marL="0" lvl="0" indent="0" algn="l" defTabSz="889000">
            <a:lnSpc>
              <a:spcPct val="100000"/>
            </a:lnSpc>
            <a:spcBef>
              <a:spcPct val="0"/>
            </a:spcBef>
            <a:spcAft>
              <a:spcPct val="35000"/>
            </a:spcAft>
            <a:buNone/>
          </a:pPr>
          <a:r>
            <a:rPr lang="es-GT" sz="2000" i="1" kern="1200" dirty="0"/>
            <a:t>Big Data: ¿En qué consiste? Su importancia, desafíos y gobernabilidad</a:t>
          </a:r>
          <a:r>
            <a:rPr lang="es-GT" sz="2000" kern="1200" dirty="0"/>
            <a:t>. (s. f.). https://www.powerdata.es/big-data</a:t>
          </a:r>
          <a:endParaRPr lang="en-US" sz="2000" kern="1200" dirty="0"/>
        </a:p>
      </dsp:txBody>
      <dsp:txXfrm>
        <a:off x="2202789" y="1033054"/>
        <a:ext cx="12825280" cy="1907177"/>
      </dsp:txXfrm>
    </dsp:sp>
    <dsp:sp modelId="{F04B6D6B-BD3A-40E7-8B34-7AADDD37077C}">
      <dsp:nvSpPr>
        <dsp:cNvPr id="0" name=""/>
        <dsp:cNvSpPr/>
      </dsp:nvSpPr>
      <dsp:spPr>
        <a:xfrm>
          <a:off x="0" y="3417025"/>
          <a:ext cx="15028070" cy="190717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CE6EE9-C2FF-4F5B-A31C-09E840790181}">
      <dsp:nvSpPr>
        <dsp:cNvPr id="0" name=""/>
        <dsp:cNvSpPr/>
      </dsp:nvSpPr>
      <dsp:spPr>
        <a:xfrm>
          <a:off x="576921" y="3846140"/>
          <a:ext cx="1048947" cy="10489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3FD102-A2BC-4871-A2EB-0AF9BE490EAB}">
      <dsp:nvSpPr>
        <dsp:cNvPr id="0" name=""/>
        <dsp:cNvSpPr/>
      </dsp:nvSpPr>
      <dsp:spPr>
        <a:xfrm>
          <a:off x="2202789" y="3417025"/>
          <a:ext cx="12825280" cy="1907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843" tIns="201843" rIns="201843" bIns="201843" numCol="1" spcCol="1270" anchor="ctr" anchorCtr="0">
          <a:noAutofit/>
        </a:bodyPr>
        <a:lstStyle/>
        <a:p>
          <a:pPr marL="0" lvl="0" indent="0" algn="l" defTabSz="889000">
            <a:lnSpc>
              <a:spcPct val="100000"/>
            </a:lnSpc>
            <a:spcBef>
              <a:spcPct val="0"/>
            </a:spcBef>
            <a:spcAft>
              <a:spcPct val="35000"/>
            </a:spcAft>
            <a:buNone/>
          </a:pPr>
          <a:r>
            <a:rPr lang="en-US" sz="2000" kern="1200" dirty="0"/>
            <a:t>Chen, M. (2024, 23 </a:t>
          </a:r>
          <a:r>
            <a:rPr lang="en-US" sz="2000" kern="1200" dirty="0" err="1"/>
            <a:t>septiembre</a:t>
          </a:r>
          <a:r>
            <a:rPr lang="en-US" sz="2000" kern="1200" dirty="0"/>
            <a:t>). </a:t>
          </a:r>
          <a:r>
            <a:rPr lang="en-US" sz="2000" i="1" kern="1200" dirty="0"/>
            <a:t>What is big data?</a:t>
          </a:r>
          <a:r>
            <a:rPr lang="en-US" sz="2000" kern="1200" dirty="0"/>
            <a:t> https://www.oracle.com/es/big-data/what-is-big-data/</a:t>
          </a:r>
        </a:p>
      </dsp:txBody>
      <dsp:txXfrm>
        <a:off x="2202789" y="3417025"/>
        <a:ext cx="12825280" cy="190717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819150" y="-7144"/>
            <a:ext cx="7522368" cy="10294145"/>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4392602" y="2070103"/>
            <a:ext cx="12861933" cy="3924299"/>
          </a:xfrm>
        </p:spPr>
        <p:txBody>
          <a:bodyPr anchor="b">
            <a:normAutofit/>
          </a:bodyPr>
          <a:lstStyle>
            <a:lvl1pPr algn="r">
              <a:defRPr sz="9000">
                <a:effectLst/>
              </a:defRPr>
            </a:lvl1pPr>
          </a:lstStyle>
          <a:p>
            <a:r>
              <a:rPr lang="en-US"/>
              <a:t>Click to edit Master title style</a:t>
            </a:r>
            <a:endParaRPr lang="en-US" dirty="0"/>
          </a:p>
        </p:txBody>
      </p:sp>
      <p:sp>
        <p:nvSpPr>
          <p:cNvPr id="3" name="Subtitle 2"/>
          <p:cNvSpPr>
            <a:spLocks noGrp="1"/>
          </p:cNvSpPr>
          <p:nvPr>
            <p:ph type="subTitle" idx="1"/>
          </p:nvPr>
        </p:nvSpPr>
        <p:spPr>
          <a:xfrm>
            <a:off x="6773066" y="5994401"/>
            <a:ext cx="10481468" cy="2082801"/>
          </a:xfrm>
        </p:spPr>
        <p:txBody>
          <a:bodyPr anchor="t">
            <a:normAutofit/>
          </a:bodyPr>
          <a:lstStyle>
            <a:lvl1pPr marL="0" indent="0" algn="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a:xfrm>
            <a:off x="7998618" y="8824913"/>
            <a:ext cx="6486066" cy="547688"/>
          </a:xfrm>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098802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a:xfrm>
            <a:off x="16427785" y="8800697"/>
            <a:ext cx="826751" cy="547688"/>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8903818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8419" y="4000498"/>
            <a:ext cx="13396121" cy="3165573"/>
          </a:xfrm>
        </p:spPr>
        <p:txBody>
          <a:bodyPr anchor="b"/>
          <a:lstStyle>
            <a:lvl1pPr algn="r">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3858417" y="7166072"/>
            <a:ext cx="13396122"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080113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26467" y="1028701"/>
            <a:ext cx="15028070" cy="26288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226469" y="4000499"/>
            <a:ext cx="7342583" cy="4686302"/>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911951" y="4000500"/>
            <a:ext cx="7342584" cy="4686300"/>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5928076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2658269" y="3987800"/>
            <a:ext cx="6910782"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226467"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320731" y="4000500"/>
            <a:ext cx="6933806"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911951"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s-GT"/>
          </a:p>
        </p:txBody>
      </p:sp>
      <p:sp>
        <p:nvSpPr>
          <p:cNvPr id="8" name="Footer Placeholder 7"/>
          <p:cNvSpPr>
            <a:spLocks noGrp="1"/>
          </p:cNvSpPr>
          <p:nvPr>
            <p:ph type="ftr" sz="quarter" idx="11"/>
          </p:nvPr>
        </p:nvSpPr>
        <p:spPr/>
        <p:txBody>
          <a:bodyPr/>
          <a:lstStyle/>
          <a:p>
            <a:endParaRPr lang="es-GT"/>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040587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s-GT"/>
          </a:p>
        </p:txBody>
      </p:sp>
      <p:sp>
        <p:nvSpPr>
          <p:cNvPr id="4" name="Footer Placeholder 3"/>
          <p:cNvSpPr>
            <a:spLocks noGrp="1"/>
          </p:cNvSpPr>
          <p:nvPr>
            <p:ph type="ftr" sz="quarter" idx="11"/>
          </p:nvPr>
        </p:nvSpPr>
        <p:spPr/>
        <p:txBody>
          <a:bodyPr/>
          <a:lstStyle/>
          <a:p>
            <a:endParaRPr lang="es-G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9301951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GT"/>
          </a:p>
        </p:txBody>
      </p:sp>
      <p:sp>
        <p:nvSpPr>
          <p:cNvPr id="3" name="Footer Placeholder 2"/>
          <p:cNvSpPr>
            <a:spLocks noGrp="1"/>
          </p:cNvSpPr>
          <p:nvPr>
            <p:ph type="ftr" sz="quarter" idx="11"/>
          </p:nvPr>
        </p:nvSpPr>
        <p:spPr/>
        <p:txBody>
          <a:bodyPr/>
          <a:lstStyle/>
          <a:p>
            <a:endParaRPr lang="es-GT"/>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222934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2400300"/>
            <a:ext cx="5323682" cy="2057400"/>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7893050" y="1028699"/>
            <a:ext cx="9361485" cy="7658102"/>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26469" y="4457700"/>
            <a:ext cx="5323682" cy="2743200"/>
          </a:xfrm>
        </p:spPr>
        <p:txBody>
          <a:bodyPr>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984854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4086" y="2628899"/>
            <a:ext cx="8139237" cy="2057400"/>
          </a:xfrm>
        </p:spPr>
        <p:txBody>
          <a:bodyPr anchor="b">
            <a:normAutofit/>
          </a:bodyPr>
          <a:lstStyle>
            <a:lvl1pPr algn="ctr">
              <a:defRPr sz="42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11392023" y="1371600"/>
            <a:ext cx="4921461" cy="6858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4086" y="4686299"/>
            <a:ext cx="8139237" cy="2743200"/>
          </a:xfrm>
        </p:spPr>
        <p:txBody>
          <a:bodyPr>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5947782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7" y="7099298"/>
            <a:ext cx="15028067" cy="850107"/>
          </a:xfrm>
        </p:spPr>
        <p:txBody>
          <a:bodyPr anchor="b">
            <a:normAutofit/>
          </a:bodyPr>
          <a:lstStyle>
            <a:lvl1pPr algn="ctr">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9018" y="1398168"/>
            <a:ext cx="12338916" cy="474746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6467" y="7949405"/>
            <a:ext cx="15028067"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300642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1028700"/>
            <a:ext cx="15028067" cy="4572000"/>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9" y="6515100"/>
            <a:ext cx="15028070"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0242962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655217" y="5143499"/>
            <a:ext cx="12799223" cy="571500"/>
          </a:xfrm>
        </p:spPr>
        <p:txBody>
          <a:bodyPr anchor="ctr">
            <a:normAutofit/>
          </a:bodyPr>
          <a:lstStyle>
            <a:lvl1pPr marL="0" indent="0">
              <a:buFontTx/>
              <a:buNone/>
              <a:defRPr sz="27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2226467" y="6515100"/>
            <a:ext cx="15028067"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2682789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226470" y="4962872"/>
            <a:ext cx="15028064" cy="2203200"/>
          </a:xfrm>
        </p:spPr>
        <p:txBody>
          <a:bodyPr anchor="b">
            <a:normAutofit/>
          </a:bodyPr>
          <a:lstStyle>
            <a:lvl1pPr algn="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8" y="7166072"/>
            <a:ext cx="15028065"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4228902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226470" y="5829300"/>
            <a:ext cx="15028065" cy="1333500"/>
          </a:xfrm>
        </p:spPr>
        <p:txBody>
          <a:bodyPr vert="horz" lIns="91440" tIns="45720" rIns="91440" bIns="45720" rtlCol="0" anchor="b">
            <a:normAutofit/>
          </a:bodyPr>
          <a:lstStyle>
            <a:lvl1pPr algn="r">
              <a:buNone/>
              <a:defRPr lang="en-US" sz="36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8" y="7162800"/>
            <a:ext cx="15028065" cy="1524000"/>
          </a:xfrm>
        </p:spPr>
        <p:txBody>
          <a:bodyPr anchor="t">
            <a:normAutofit/>
          </a:bodyPr>
          <a:lstStyle>
            <a:lvl1pPr marL="0" indent="0" algn="r">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2142220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26470" y="1028701"/>
            <a:ext cx="15028068" cy="409098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2226469" y="5257800"/>
            <a:ext cx="15028070" cy="1257300"/>
          </a:xfrm>
        </p:spPr>
        <p:txBody>
          <a:bodyPr vert="horz" lIns="91440" tIns="45720" rIns="91440" bIns="45720" rtlCol="0" anchor="b">
            <a:normAutofit/>
          </a:bodyPr>
          <a:lstStyle>
            <a:lvl1pPr>
              <a:buNone/>
              <a:defRPr lang="en-US" sz="42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7" y="6515100"/>
            <a:ext cx="15028070" cy="21717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5107255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19395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98983" y="1028700"/>
            <a:ext cx="2655554" cy="76581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26468" y="1028700"/>
            <a:ext cx="12029613" cy="76581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0554389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226219" y="1"/>
            <a:ext cx="3655220" cy="10287002"/>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2226467" y="1028701"/>
            <a:ext cx="15028070" cy="26288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6466" y="4000499"/>
            <a:ext cx="15028070" cy="468630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598984" y="8824913"/>
            <a:ext cx="1714500"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endParaRPr lang="es-GT"/>
          </a:p>
        </p:txBody>
      </p:sp>
      <p:sp>
        <p:nvSpPr>
          <p:cNvPr id="5" name="Footer Placeholder 4"/>
          <p:cNvSpPr>
            <a:spLocks noGrp="1"/>
          </p:cNvSpPr>
          <p:nvPr>
            <p:ph type="ftr" sz="quarter" idx="3"/>
          </p:nvPr>
        </p:nvSpPr>
        <p:spPr>
          <a:xfrm>
            <a:off x="3858419" y="8824913"/>
            <a:ext cx="10626266" cy="547688"/>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s-GT"/>
          </a:p>
        </p:txBody>
      </p:sp>
      <p:sp>
        <p:nvSpPr>
          <p:cNvPr id="6" name="Slide Number Placeholder 5"/>
          <p:cNvSpPr>
            <a:spLocks noGrp="1"/>
          </p:cNvSpPr>
          <p:nvPr>
            <p:ph type="sldNum" sz="quarter" idx="4"/>
          </p:nvPr>
        </p:nvSpPr>
        <p:spPr>
          <a:xfrm>
            <a:off x="16427785" y="8824913"/>
            <a:ext cx="826751"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62733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txStyles>
    <p:titleStyle>
      <a:lvl1pPr algn="ctr" defTabSz="685800" rtl="0" eaLnBrk="1" latinLnBrk="0" hangingPunct="1">
        <a:spcBef>
          <a:spcPct val="0"/>
        </a:spcBef>
        <a:buNone/>
        <a:defRPr sz="6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lumMod val="75000"/>
          </a:schemeClr>
        </a:buClr>
        <a:buSzPct val="145000"/>
        <a:buFont typeface="Arial"/>
        <a:buChar char="•"/>
        <a:defRPr sz="3600" kern="1200" cap="none">
          <a:solidFill>
            <a:schemeClr val="tx1"/>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lumMod val="75000"/>
          </a:schemeClr>
        </a:buClr>
        <a:buSzPct val="145000"/>
        <a:buFont typeface="Arial"/>
        <a:buChar char="•"/>
        <a:defRPr sz="3000" kern="1200" cap="none">
          <a:solidFill>
            <a:schemeClr val="tx1"/>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lumMod val="75000"/>
          </a:schemeClr>
        </a:buClr>
        <a:buSzPct val="145000"/>
        <a:buFont typeface="Arial"/>
        <a:buChar char="•"/>
        <a:defRPr sz="2700" kern="1200" cap="none">
          <a:solidFill>
            <a:schemeClr val="tx1"/>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lumMod val="75000"/>
          </a:schemeClr>
        </a:buClr>
        <a:buSzPct val="145000"/>
        <a:buFont typeface="Arial"/>
        <a:buChar char="•"/>
        <a:defRPr sz="2400" kern="1200" cap="none">
          <a:solidFill>
            <a:schemeClr val="tx1"/>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7" name="Picture 6" descr="A computer and tablet with graphs and charts&#10;&#10;AI-generated content may be incorrect.">
            <a:extLst>
              <a:ext uri="{FF2B5EF4-FFF2-40B4-BE49-F238E27FC236}">
                <a16:creationId xmlns:a16="http://schemas.microsoft.com/office/drawing/2014/main" id="{0F32ACC8-9316-C735-A51C-1F8235F1B8B0}"/>
              </a:ext>
            </a:extLst>
          </p:cNvPr>
          <p:cNvPicPr>
            <a:picLocks noChangeAspect="1"/>
          </p:cNvPicPr>
          <p:nvPr/>
        </p:nvPicPr>
        <p:blipFill>
          <a:blip r:embed="rId3"/>
          <a:stretch>
            <a:fillRect/>
          </a:stretch>
        </p:blipFill>
        <p:spPr>
          <a:xfrm>
            <a:off x="10127482" y="5715865"/>
            <a:ext cx="8160517" cy="4571135"/>
          </a:xfrm>
          <a:prstGeom prst="rect">
            <a:avLst/>
          </a:prstGeom>
        </p:spPr>
      </p:pic>
      <p:sp>
        <p:nvSpPr>
          <p:cNvPr id="86" name="Google Shape;86;p1"/>
          <p:cNvSpPr txBox="1"/>
          <p:nvPr/>
        </p:nvSpPr>
        <p:spPr>
          <a:xfrm>
            <a:off x="809303" y="7107850"/>
            <a:ext cx="8588697"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dirty="0">
                <a:solidFill>
                  <a:srgbClr val="131416"/>
                </a:solidFill>
                <a:latin typeface="Open Sans"/>
                <a:ea typeface="Open Sans"/>
                <a:cs typeface="Open Sans"/>
                <a:sym typeface="Open Sans"/>
              </a:rPr>
              <a:t>Seminario de Sistemas 2</a:t>
            </a:r>
            <a:endParaRPr sz="5000" b="1" i="0" u="none" strike="noStrike" cap="none" dirty="0">
              <a:solidFill>
                <a:srgbClr val="131416"/>
              </a:solidFill>
              <a:latin typeface="Open Sans"/>
              <a:ea typeface="Open Sans"/>
              <a:cs typeface="Open Sans"/>
              <a:sym typeface="Open Sans"/>
            </a:endParaRPr>
          </a:p>
        </p:txBody>
      </p:sp>
      <p:sp>
        <p:nvSpPr>
          <p:cNvPr id="87" name="Google Shape;87;p1"/>
          <p:cNvSpPr txBox="1"/>
          <p:nvPr/>
        </p:nvSpPr>
        <p:spPr>
          <a:xfrm>
            <a:off x="2155441" y="1512847"/>
            <a:ext cx="15214600" cy="396416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GT" sz="9200" b="1" i="0" u="none" strike="noStrike" cap="none" noProof="0" dirty="0">
                <a:solidFill>
                  <a:srgbClr val="131416"/>
                </a:solidFill>
                <a:latin typeface="Open Sans"/>
                <a:ea typeface="Open Sans"/>
                <a:cs typeface="Open Sans"/>
                <a:sym typeface="Open Sans"/>
              </a:rPr>
              <a:t>Análisis y ecosistemas Big Data</a:t>
            </a:r>
            <a:endParaRPr lang="es-GT" noProof="0" dirty="0"/>
          </a:p>
        </p:txBody>
      </p:sp>
      <p:sp>
        <p:nvSpPr>
          <p:cNvPr id="88" name="Google Shape;88;p1"/>
          <p:cNvSpPr txBox="1"/>
          <p:nvPr/>
        </p:nvSpPr>
        <p:spPr>
          <a:xfrm>
            <a:off x="3146103" y="8185068"/>
            <a:ext cx="6981379" cy="1615250"/>
          </a:xfrm>
          <a:prstGeom prst="rect">
            <a:avLst/>
          </a:prstGeom>
          <a:noFill/>
          <a:ln>
            <a:noFill/>
          </a:ln>
        </p:spPr>
        <p:txBody>
          <a:bodyPr spcFirstLastPara="1" wrap="square" lIns="0" tIns="0" rIns="0" bIns="0" anchor="t" anchorCtr="0">
            <a:spAutoFit/>
          </a:bodyPr>
          <a:lstStyle/>
          <a:p>
            <a:pPr marL="0" marR="0" lvl="0" indent="0" rtl="0">
              <a:lnSpc>
                <a:spcPct val="140016"/>
              </a:lnSpc>
              <a:spcBef>
                <a:spcPts val="0"/>
              </a:spcBef>
              <a:spcAft>
                <a:spcPts val="0"/>
              </a:spcAft>
              <a:buNone/>
            </a:pPr>
            <a:r>
              <a:rPr lang="en-US" sz="2499" b="1" i="0" u="none" strike="noStrike" cap="none" dirty="0">
                <a:solidFill>
                  <a:srgbClr val="131416"/>
                </a:solidFill>
                <a:latin typeface="Open Sans"/>
                <a:ea typeface="Open Sans"/>
                <a:cs typeface="Open Sans"/>
                <a:sym typeface="Open Sans"/>
              </a:rPr>
              <a:t>Escuela de Ingenieria de </a:t>
            </a:r>
            <a:r>
              <a:rPr lang="es-GT" sz="2499" b="1" i="0" u="none" strike="noStrike" cap="none" noProof="0" dirty="0">
                <a:solidFill>
                  <a:srgbClr val="131416"/>
                </a:solidFill>
                <a:latin typeface="Open Sans"/>
                <a:ea typeface="Open Sans"/>
                <a:cs typeface="Open Sans"/>
                <a:sym typeface="Open Sans"/>
              </a:rPr>
              <a:t>Ciencias</a:t>
            </a:r>
            <a:r>
              <a:rPr lang="en-US" sz="2499" b="1" i="0" u="none" strike="noStrike" cap="none" dirty="0">
                <a:solidFill>
                  <a:srgbClr val="131416"/>
                </a:solidFill>
                <a:latin typeface="Open Sans"/>
                <a:ea typeface="Open Sans"/>
                <a:cs typeface="Open Sans"/>
                <a:sym typeface="Open Sans"/>
              </a:rPr>
              <a:t> Y Sistemas</a:t>
            </a:r>
          </a:p>
          <a:p>
            <a:pPr>
              <a:lnSpc>
                <a:spcPct val="140016"/>
              </a:lnSpc>
            </a:pPr>
            <a:r>
              <a:rPr lang="es-GT" sz="2499" b="1" i="0" u="none" strike="noStrike" cap="none" noProof="0" dirty="0">
                <a:solidFill>
                  <a:srgbClr val="131416"/>
                </a:solidFill>
                <a:latin typeface="Open Sans"/>
                <a:ea typeface="Open Sans"/>
                <a:cs typeface="Open Sans"/>
                <a:sym typeface="Open Sans"/>
              </a:rPr>
              <a:t>Facultad</a:t>
            </a:r>
            <a:r>
              <a:rPr lang="en-US" sz="2499" b="1" i="0" u="none" strike="noStrike" cap="none" dirty="0">
                <a:solidFill>
                  <a:srgbClr val="131416"/>
                </a:solidFill>
                <a:latin typeface="Open Sans"/>
                <a:ea typeface="Open Sans"/>
                <a:cs typeface="Open Sans"/>
                <a:sym typeface="Open Sans"/>
              </a:rPr>
              <a:t> de Ingenieria</a:t>
            </a:r>
          </a:p>
          <a:p>
            <a:pPr>
              <a:lnSpc>
                <a:spcPct val="140016"/>
              </a:lnSpc>
            </a:pPr>
            <a:r>
              <a:rPr lang="es-GT" sz="2499" b="1" i="0" u="none" strike="noStrike" cap="none" dirty="0">
                <a:solidFill>
                  <a:srgbClr val="131416"/>
                </a:solidFill>
                <a:latin typeface="Open Sans"/>
                <a:ea typeface="Open Sans"/>
                <a:cs typeface="Open Sans"/>
                <a:sym typeface="Open Sans"/>
              </a:rPr>
              <a:t>Universidad de San Carlos de Guatemala</a:t>
            </a:r>
            <a:endParaRPr sz="2499" b="1" i="0" u="none" strike="noStrike" cap="none" dirty="0">
              <a:solidFill>
                <a:srgbClr val="131416"/>
              </a:solidFill>
              <a:latin typeface="Open Sans"/>
              <a:ea typeface="Open Sans"/>
              <a:cs typeface="Open Sans"/>
              <a:sym typeface="Open Sans"/>
            </a:endParaRPr>
          </a:p>
        </p:txBody>
      </p:sp>
      <p:pic>
        <p:nvPicPr>
          <p:cNvPr id="9" name="Picture 8" descr="A two logos with text&#10;&#10;AI-generated content may be incorrect.">
            <a:extLst>
              <a:ext uri="{FF2B5EF4-FFF2-40B4-BE49-F238E27FC236}">
                <a16:creationId xmlns:a16="http://schemas.microsoft.com/office/drawing/2014/main" id="{F08DB48C-BC69-8D52-604F-91598647E3B8}"/>
              </a:ext>
            </a:extLst>
          </p:cNvPr>
          <p:cNvPicPr>
            <a:picLocks noChangeAspect="1"/>
          </p:cNvPicPr>
          <p:nvPr/>
        </p:nvPicPr>
        <p:blipFill>
          <a:blip r:embed="rId4"/>
          <a:stretch>
            <a:fillRect/>
          </a:stretch>
        </p:blipFill>
        <p:spPr>
          <a:xfrm>
            <a:off x="11315699" y="0"/>
            <a:ext cx="6972300" cy="18478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grpSp>
        <p:nvGrpSpPr>
          <p:cNvPr id="96" name="Google Shape;96;p2"/>
          <p:cNvGrpSpPr/>
          <p:nvPr/>
        </p:nvGrpSpPr>
        <p:grpSpPr>
          <a:xfrm>
            <a:off x="1568376" y="5074884"/>
            <a:ext cx="4826233" cy="845385"/>
            <a:chOff x="0" y="-38655"/>
            <a:chExt cx="1964221" cy="359923"/>
          </a:xfrm>
        </p:grpSpPr>
        <p:sp>
          <p:nvSpPr>
            <p:cNvPr id="97" name="Google Shape;9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98" name="Google Shape;98;p2"/>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¿Qué es Big Data? (4 V)</a:t>
              </a:r>
              <a:endParaRPr lang="es-GT" noProof="0" dirty="0"/>
            </a:p>
          </p:txBody>
        </p:sp>
      </p:grpSp>
      <p:sp>
        <p:nvSpPr>
          <p:cNvPr id="99" name="Google Shape;99;p2"/>
          <p:cNvSpPr/>
          <p:nvPr/>
        </p:nvSpPr>
        <p:spPr>
          <a:xfrm>
            <a:off x="1684278" y="523382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00" name="Google Shape;100;p2"/>
          <p:cNvGrpSpPr/>
          <p:nvPr/>
        </p:nvGrpSpPr>
        <p:grpSpPr>
          <a:xfrm>
            <a:off x="2713402" y="3863800"/>
            <a:ext cx="4115190" cy="1267162"/>
            <a:chOff x="0" y="-36600"/>
            <a:chExt cx="1083836" cy="409938"/>
          </a:xfrm>
        </p:grpSpPr>
        <p:sp>
          <p:nvSpPr>
            <p:cNvPr id="101" name="Google Shape;101;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02" name="Google Shape;102;p2"/>
            <p:cNvSpPr txBox="1"/>
            <p:nvPr/>
          </p:nvSpPr>
          <p:spPr>
            <a:xfrm>
              <a:off x="0" y="-366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None/>
              </a:pPr>
              <a:r>
                <a:rPr lang="es-GT" sz="2799" b="0" i="0" u="none" strike="noStrike" cap="none" noProof="0" dirty="0">
                  <a:solidFill>
                    <a:srgbClr val="000000"/>
                  </a:solidFill>
                  <a:latin typeface="Arial"/>
                  <a:ea typeface="Arial"/>
                  <a:cs typeface="Arial"/>
                  <a:sym typeface="Arial"/>
                </a:rPr>
                <a:t>RECORDATORIOS</a:t>
              </a:r>
              <a:endParaRPr lang="es-GT" noProof="0" dirty="0"/>
            </a:p>
          </p:txBody>
        </p:sp>
      </p:grpSp>
      <p:sp>
        <p:nvSpPr>
          <p:cNvPr id="103" name="Google Shape;103;p2"/>
          <p:cNvSpPr/>
          <p:nvPr/>
        </p:nvSpPr>
        <p:spPr>
          <a:xfrm>
            <a:off x="1760876" y="4052276"/>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04" name="Google Shape;104;p2"/>
          <p:cNvSpPr txBox="1"/>
          <p:nvPr/>
        </p:nvSpPr>
        <p:spPr>
          <a:xfrm>
            <a:off x="2216562" y="442037"/>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s-GT" sz="15000" i="0" u="none" strike="noStrike" cap="none" noProof="0" dirty="0">
                <a:solidFill>
                  <a:srgbClr val="131416"/>
                </a:solidFill>
                <a:latin typeface="Pacifico"/>
                <a:ea typeface="Pacifico"/>
                <a:cs typeface="Pacifico"/>
                <a:sym typeface="Pacifico"/>
              </a:rPr>
              <a:t>Agenda</a:t>
            </a:r>
            <a:endParaRPr lang="es-GT" noProof="0" dirty="0">
              <a:latin typeface="Pacifico"/>
              <a:ea typeface="Pacifico"/>
              <a:cs typeface="Pacifico"/>
              <a:sym typeface="Pacifico"/>
            </a:endParaRPr>
          </a:p>
        </p:txBody>
      </p:sp>
      <p:sp>
        <p:nvSpPr>
          <p:cNvPr id="105" name="Google Shape;105;p2"/>
          <p:cNvSpPr txBox="1"/>
          <p:nvPr/>
        </p:nvSpPr>
        <p:spPr>
          <a:xfrm>
            <a:off x="10105990" y="390767"/>
            <a:ext cx="8416800" cy="2308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s-GT" sz="15000" i="0" u="none" strike="noStrike" cap="none" noProof="0" dirty="0">
                <a:solidFill>
                  <a:srgbClr val="131416"/>
                </a:solidFill>
                <a:latin typeface="Lobster"/>
                <a:ea typeface="Lobster"/>
                <a:cs typeface="Lobster"/>
                <a:sym typeface="Lobster"/>
              </a:rPr>
              <a:t>Recursos</a:t>
            </a:r>
            <a:endParaRPr lang="es-GT" noProof="0" dirty="0">
              <a:latin typeface="Lobster"/>
              <a:ea typeface="Lobster"/>
              <a:cs typeface="Lobster"/>
              <a:sym typeface="Lobster"/>
            </a:endParaRPr>
          </a:p>
        </p:txBody>
      </p:sp>
      <p:grpSp>
        <p:nvGrpSpPr>
          <p:cNvPr id="106" name="Google Shape;106;p2"/>
          <p:cNvGrpSpPr/>
          <p:nvPr/>
        </p:nvGrpSpPr>
        <p:grpSpPr>
          <a:xfrm>
            <a:off x="11739805" y="2798634"/>
            <a:ext cx="5353646" cy="1701145"/>
            <a:chOff x="0" y="-114300"/>
            <a:chExt cx="1410014" cy="448038"/>
          </a:xfrm>
        </p:grpSpPr>
        <p:sp>
          <p:nvSpPr>
            <p:cNvPr id="107" name="Google Shape;107;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08" name="Google Shape;108;p2"/>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None/>
              </a:pPr>
              <a:r>
                <a:rPr lang="es-GT" sz="4499" b="0" i="0" u="none" strike="noStrike" cap="none" noProof="0" dirty="0">
                  <a:solidFill>
                    <a:srgbClr val="000000"/>
                  </a:solidFill>
                  <a:latin typeface="Arial"/>
                  <a:ea typeface="Arial"/>
                  <a:cs typeface="Arial"/>
                  <a:sym typeface="Arial"/>
                </a:rPr>
                <a:t>Link del Video</a:t>
              </a:r>
              <a:endParaRPr lang="es-GT" noProof="0" dirty="0"/>
            </a:p>
          </p:txBody>
        </p:sp>
      </p:grpSp>
      <p:grpSp>
        <p:nvGrpSpPr>
          <p:cNvPr id="109" name="Google Shape;109;p2"/>
          <p:cNvGrpSpPr/>
          <p:nvPr/>
        </p:nvGrpSpPr>
        <p:grpSpPr>
          <a:xfrm>
            <a:off x="11739805" y="4598683"/>
            <a:ext cx="5353646" cy="1701145"/>
            <a:chOff x="0" y="-114300"/>
            <a:chExt cx="1410014" cy="448038"/>
          </a:xfrm>
        </p:grpSpPr>
        <p:sp>
          <p:nvSpPr>
            <p:cNvPr id="110" name="Google Shape;110;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11" name="Google Shape;111;p2"/>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None/>
              </a:pPr>
              <a:r>
                <a:rPr lang="es-GT" sz="4499" b="0" i="0" u="none" strike="noStrike" cap="none" noProof="0" dirty="0">
                  <a:solidFill>
                    <a:srgbClr val="000000"/>
                  </a:solidFill>
                  <a:latin typeface="Arial"/>
                  <a:ea typeface="Arial"/>
                  <a:cs typeface="Arial"/>
                  <a:sym typeface="Arial"/>
                </a:rPr>
                <a:t>Link de </a:t>
              </a:r>
              <a:r>
                <a:rPr lang="es-GT" sz="4499" dirty="0">
                  <a:solidFill>
                    <a:srgbClr val="000000"/>
                  </a:solidFill>
                  <a:latin typeface="Arial"/>
                  <a:ea typeface="Arial"/>
                  <a:cs typeface="Arial"/>
                  <a:sym typeface="Arial"/>
                </a:rPr>
                <a:t>Quiz</a:t>
              </a:r>
              <a:endParaRPr lang="es-GT" noProof="0" dirty="0"/>
            </a:p>
          </p:txBody>
        </p:sp>
      </p:grpSp>
      <p:grpSp>
        <p:nvGrpSpPr>
          <p:cNvPr id="10" name="Google Shape;96;p2">
            <a:extLst>
              <a:ext uri="{FF2B5EF4-FFF2-40B4-BE49-F238E27FC236}">
                <a16:creationId xmlns:a16="http://schemas.microsoft.com/office/drawing/2014/main" id="{6E8552C1-DDF1-4ABD-5F96-B60781CD6C68}"/>
              </a:ext>
            </a:extLst>
          </p:cNvPr>
          <p:cNvGrpSpPr/>
          <p:nvPr/>
        </p:nvGrpSpPr>
        <p:grpSpPr>
          <a:xfrm>
            <a:off x="1452477" y="5810834"/>
            <a:ext cx="4826233" cy="845385"/>
            <a:chOff x="0" y="-38655"/>
            <a:chExt cx="1964221" cy="359923"/>
          </a:xfrm>
        </p:grpSpPr>
        <p:sp>
          <p:nvSpPr>
            <p:cNvPr id="11" name="Google Shape;97;p2">
              <a:extLst>
                <a:ext uri="{FF2B5EF4-FFF2-40B4-BE49-F238E27FC236}">
                  <a16:creationId xmlns:a16="http://schemas.microsoft.com/office/drawing/2014/main" id="{CF5FE8FC-3BD6-2F69-30B6-6E855CD1C598}"/>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 name="Google Shape;98;p2">
              <a:extLst>
                <a:ext uri="{FF2B5EF4-FFF2-40B4-BE49-F238E27FC236}">
                  <a16:creationId xmlns:a16="http://schemas.microsoft.com/office/drawing/2014/main" id="{AD570773-E209-EAC7-F15A-27758532A607}"/>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Arquitectura de Hadoop</a:t>
              </a:r>
              <a:endParaRPr lang="es-GT" noProof="0" dirty="0"/>
            </a:p>
          </p:txBody>
        </p:sp>
      </p:grpSp>
      <p:sp>
        <p:nvSpPr>
          <p:cNvPr id="13" name="Google Shape;99;p2">
            <a:extLst>
              <a:ext uri="{FF2B5EF4-FFF2-40B4-BE49-F238E27FC236}">
                <a16:creationId xmlns:a16="http://schemas.microsoft.com/office/drawing/2014/main" id="{3BEE7767-573D-E26B-0465-AA0FEC03A20F}"/>
              </a:ext>
            </a:extLst>
          </p:cNvPr>
          <p:cNvSpPr/>
          <p:nvPr/>
        </p:nvSpPr>
        <p:spPr>
          <a:xfrm>
            <a:off x="1568377" y="596977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4" name="Google Shape;96;p2">
            <a:extLst>
              <a:ext uri="{FF2B5EF4-FFF2-40B4-BE49-F238E27FC236}">
                <a16:creationId xmlns:a16="http://schemas.microsoft.com/office/drawing/2014/main" id="{C5AA762B-A004-5E25-1690-EEB520FCCFA6}"/>
              </a:ext>
            </a:extLst>
          </p:cNvPr>
          <p:cNvGrpSpPr/>
          <p:nvPr/>
        </p:nvGrpSpPr>
        <p:grpSpPr>
          <a:xfrm>
            <a:off x="1307518" y="6520243"/>
            <a:ext cx="7145729" cy="845385"/>
            <a:chOff x="0" y="-38655"/>
            <a:chExt cx="1964221" cy="359923"/>
          </a:xfrm>
        </p:grpSpPr>
        <p:sp>
          <p:nvSpPr>
            <p:cNvPr id="15" name="Google Shape;97;p2">
              <a:extLst>
                <a:ext uri="{FF2B5EF4-FFF2-40B4-BE49-F238E27FC236}">
                  <a16:creationId xmlns:a16="http://schemas.microsoft.com/office/drawing/2014/main" id="{9D0F252B-9B26-9C75-45E9-2ECA79489F00}"/>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6" name="Google Shape;98;p2">
              <a:extLst>
                <a:ext uri="{FF2B5EF4-FFF2-40B4-BE49-F238E27FC236}">
                  <a16:creationId xmlns:a16="http://schemas.microsoft.com/office/drawing/2014/main" id="{2C72DFB1-FD3A-684B-4838-805A536F4C32}"/>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Fundamentos de Python para análisis</a:t>
              </a:r>
              <a:endParaRPr lang="es-GT" noProof="0" dirty="0"/>
            </a:p>
          </p:txBody>
        </p:sp>
      </p:grpSp>
      <p:sp>
        <p:nvSpPr>
          <p:cNvPr id="17" name="Google Shape;99;p2">
            <a:extLst>
              <a:ext uri="{FF2B5EF4-FFF2-40B4-BE49-F238E27FC236}">
                <a16:creationId xmlns:a16="http://schemas.microsoft.com/office/drawing/2014/main" id="{25E92E04-0AC7-AEBF-8B4E-B63A672A86E3}"/>
              </a:ext>
            </a:extLst>
          </p:cNvPr>
          <p:cNvSpPr/>
          <p:nvPr/>
        </p:nvSpPr>
        <p:spPr>
          <a:xfrm>
            <a:off x="1423418" y="6679179"/>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22" name="Google Shape;96;p2">
            <a:extLst>
              <a:ext uri="{FF2B5EF4-FFF2-40B4-BE49-F238E27FC236}">
                <a16:creationId xmlns:a16="http://schemas.microsoft.com/office/drawing/2014/main" id="{705C6ABC-AF47-4CB0-E688-D293EA0CDF2E}"/>
              </a:ext>
            </a:extLst>
          </p:cNvPr>
          <p:cNvGrpSpPr/>
          <p:nvPr/>
        </p:nvGrpSpPr>
        <p:grpSpPr>
          <a:xfrm>
            <a:off x="1191618" y="7247487"/>
            <a:ext cx="6256318" cy="845385"/>
            <a:chOff x="0" y="-38655"/>
            <a:chExt cx="1964221" cy="359923"/>
          </a:xfrm>
        </p:grpSpPr>
        <p:sp>
          <p:nvSpPr>
            <p:cNvPr id="23" name="Google Shape;97;p2">
              <a:extLst>
                <a:ext uri="{FF2B5EF4-FFF2-40B4-BE49-F238E27FC236}">
                  <a16:creationId xmlns:a16="http://schemas.microsoft.com/office/drawing/2014/main" id="{2AEE9104-1A26-FB95-BB2F-162D3C9BB695}"/>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24" name="Google Shape;98;p2">
              <a:extLst>
                <a:ext uri="{FF2B5EF4-FFF2-40B4-BE49-F238E27FC236}">
                  <a16:creationId xmlns:a16="http://schemas.microsoft.com/office/drawing/2014/main" id="{4878B0EF-515C-9C2E-B8F1-D1ED40F111C7}"/>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Exploración de datos en Pandas</a:t>
              </a:r>
              <a:endParaRPr lang="es-GT" noProof="0" dirty="0"/>
            </a:p>
          </p:txBody>
        </p:sp>
      </p:grpSp>
      <p:sp>
        <p:nvSpPr>
          <p:cNvPr id="25" name="Google Shape;99;p2">
            <a:extLst>
              <a:ext uri="{FF2B5EF4-FFF2-40B4-BE49-F238E27FC236}">
                <a16:creationId xmlns:a16="http://schemas.microsoft.com/office/drawing/2014/main" id="{F7733642-EB1F-1A22-CCAA-F2A84307320E}"/>
              </a:ext>
            </a:extLst>
          </p:cNvPr>
          <p:cNvSpPr/>
          <p:nvPr/>
        </p:nvSpPr>
        <p:spPr>
          <a:xfrm>
            <a:off x="1307518" y="740642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26" name="Google Shape;96;p2">
            <a:extLst>
              <a:ext uri="{FF2B5EF4-FFF2-40B4-BE49-F238E27FC236}">
                <a16:creationId xmlns:a16="http://schemas.microsoft.com/office/drawing/2014/main" id="{287C2518-078E-531A-BC03-5B1A4C947917}"/>
              </a:ext>
            </a:extLst>
          </p:cNvPr>
          <p:cNvGrpSpPr/>
          <p:nvPr/>
        </p:nvGrpSpPr>
        <p:grpSpPr>
          <a:xfrm>
            <a:off x="1929162" y="7962643"/>
            <a:ext cx="4781354" cy="845385"/>
            <a:chOff x="0" y="-38655"/>
            <a:chExt cx="1964221" cy="359923"/>
          </a:xfrm>
        </p:grpSpPr>
        <p:sp>
          <p:nvSpPr>
            <p:cNvPr id="27" name="Google Shape;97;p2">
              <a:extLst>
                <a:ext uri="{FF2B5EF4-FFF2-40B4-BE49-F238E27FC236}">
                  <a16:creationId xmlns:a16="http://schemas.microsoft.com/office/drawing/2014/main" id="{A50EB05D-EFF5-E5C2-E81C-E344A10FBDB0}"/>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28" name="Google Shape;98;p2">
              <a:extLst>
                <a:ext uri="{FF2B5EF4-FFF2-40B4-BE49-F238E27FC236}">
                  <a16:creationId xmlns:a16="http://schemas.microsoft.com/office/drawing/2014/main" id="{0620F0DA-4736-6652-90BC-299278A23299}"/>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Carga desde data </a:t>
              </a:r>
              <a:r>
                <a:rPr lang="es-GT" sz="2799" dirty="0" err="1">
                  <a:solidFill>
                    <a:srgbClr val="000000"/>
                  </a:solidFill>
                  <a:latin typeface="Arial"/>
                  <a:cs typeface="Arial"/>
                  <a:sym typeface="Arial"/>
                </a:rPr>
                <a:t>lakes</a:t>
              </a:r>
              <a:endParaRPr lang="es-GT" noProof="0" dirty="0"/>
            </a:p>
          </p:txBody>
        </p:sp>
      </p:grpSp>
      <p:sp>
        <p:nvSpPr>
          <p:cNvPr id="29" name="Google Shape;99;p2">
            <a:extLst>
              <a:ext uri="{FF2B5EF4-FFF2-40B4-BE49-F238E27FC236}">
                <a16:creationId xmlns:a16="http://schemas.microsoft.com/office/drawing/2014/main" id="{453A8091-5A5B-9998-BFDD-94D8EBF702D4}"/>
              </a:ext>
            </a:extLst>
          </p:cNvPr>
          <p:cNvSpPr/>
          <p:nvPr/>
        </p:nvSpPr>
        <p:spPr>
          <a:xfrm>
            <a:off x="2045061" y="8121579"/>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789314" y="0"/>
            <a:ext cx="7522369" cy="10294145"/>
            <a:chOff x="2928938" y="-4763"/>
            <a:chExt cx="5014912" cy="6862763"/>
          </a:xfrm>
        </p:grpSpPr>
        <p:sp>
          <p:nvSpPr>
            <p:cNvPr id="30"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GT" dirty="0"/>
            </a:p>
          </p:txBody>
        </p:sp>
        <p:sp>
          <p:nvSpPr>
            <p:cNvPr id="31"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32"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33" name="Freeform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34" name="Freeform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GT" dirty="0"/>
            </a:p>
          </p:txBody>
        </p:sp>
        <p:sp>
          <p:nvSpPr>
            <p:cNvPr id="35" name="Freeform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grpSp>
      <p:sp>
        <p:nvSpPr>
          <p:cNvPr id="2" name="Title 1">
            <a:extLst>
              <a:ext uri="{FF2B5EF4-FFF2-40B4-BE49-F238E27FC236}">
                <a16:creationId xmlns:a16="http://schemas.microsoft.com/office/drawing/2014/main" id="{89C2A35C-1B47-743F-6979-6CC7E733EAE6}"/>
              </a:ext>
            </a:extLst>
          </p:cNvPr>
          <p:cNvSpPr>
            <a:spLocks noGrp="1"/>
          </p:cNvSpPr>
          <p:nvPr>
            <p:ph type="title"/>
          </p:nvPr>
        </p:nvSpPr>
        <p:spPr>
          <a:xfrm>
            <a:off x="1527286" y="1028700"/>
            <a:ext cx="11117738" cy="2628898"/>
          </a:xfrm>
        </p:spPr>
        <p:txBody>
          <a:bodyPr>
            <a:normAutofit/>
          </a:bodyPr>
          <a:lstStyle/>
          <a:p>
            <a:pPr algn="l"/>
            <a:r>
              <a:rPr lang="en-US" i="0" u="none" strike="noStrike" cap="none" dirty="0">
                <a:latin typeface="Impact"/>
                <a:ea typeface="Impact"/>
                <a:cs typeface="Impact"/>
                <a:sym typeface="Impact"/>
              </a:rPr>
              <a:t>COMPETENCIA(S) QUE DESARROLLAREMOS</a:t>
            </a:r>
            <a:endParaRPr lang="es-GT" dirty="0"/>
          </a:p>
        </p:txBody>
      </p:sp>
      <p:sp>
        <p:nvSpPr>
          <p:cNvPr id="3" name="Content Placeholder 2">
            <a:extLst>
              <a:ext uri="{FF2B5EF4-FFF2-40B4-BE49-F238E27FC236}">
                <a16:creationId xmlns:a16="http://schemas.microsoft.com/office/drawing/2014/main" id="{AA521087-E5EA-C46B-DEB3-FF96351C1922}"/>
              </a:ext>
            </a:extLst>
          </p:cNvPr>
          <p:cNvSpPr>
            <a:spLocks noGrp="1"/>
          </p:cNvSpPr>
          <p:nvPr>
            <p:ph idx="1"/>
          </p:nvPr>
        </p:nvSpPr>
        <p:spPr>
          <a:xfrm>
            <a:off x="1527285" y="4000497"/>
            <a:ext cx="10865404" cy="5792431"/>
          </a:xfrm>
        </p:spPr>
        <p:txBody>
          <a:bodyPr anchor="t">
            <a:noAutofit/>
          </a:bodyPr>
          <a:lstStyle/>
          <a:p>
            <a:r>
              <a:rPr lang="es-GT" sz="4800" dirty="0">
                <a:latin typeface="Open Sans"/>
                <a:ea typeface="Open Sans"/>
                <a:cs typeface="Open Sans"/>
                <a:sym typeface="Open Sans"/>
              </a:rPr>
              <a:t>Utiliza entornos de procesamiento distribuido con bibliotecas como </a:t>
            </a:r>
            <a:r>
              <a:rPr lang="es-GT" sz="4800" dirty="0" err="1">
                <a:latin typeface="Open Sans"/>
                <a:ea typeface="Open Sans"/>
                <a:cs typeface="Open Sans"/>
                <a:sym typeface="Open Sans"/>
              </a:rPr>
              <a:t>PySpark</a:t>
            </a:r>
            <a:r>
              <a:rPr lang="es-GT" sz="4800" dirty="0">
                <a:latin typeface="Open Sans"/>
                <a:ea typeface="Open Sans"/>
                <a:cs typeface="Open Sans"/>
                <a:sym typeface="Open Sans"/>
              </a:rPr>
              <a:t> y herramientas Big Data para procesar grandes volúmenes de datos estructurados y no estructurados </a:t>
            </a:r>
            <a:endParaRPr lang="es-GT" sz="4800" dirty="0"/>
          </a:p>
        </p:txBody>
      </p:sp>
    </p:spTree>
    <p:extLst>
      <p:ext uri="{BB962C8B-B14F-4D97-AF65-F5344CB8AC3E}">
        <p14:creationId xmlns:p14="http://schemas.microsoft.com/office/powerpoint/2010/main" val="6880336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4DFAAE7-061D-4086-99EC-872CB3050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0FA2D8-0262-A811-858D-1DB474094B67}"/>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¿Qué es Big Data?</a:t>
            </a:r>
            <a:endParaRPr lang="es-GT" dirty="0"/>
          </a:p>
        </p:txBody>
      </p:sp>
      <p:sp>
        <p:nvSpPr>
          <p:cNvPr id="29" name="Rectangle 28">
            <a:extLst>
              <a:ext uri="{FF2B5EF4-FFF2-40B4-BE49-F238E27FC236}">
                <a16:creationId xmlns:a16="http://schemas.microsoft.com/office/drawing/2014/main" id="{E7570099-A243-48DD-9EAE-36F4AC095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Freeform 6">
            <a:extLst>
              <a:ext uri="{FF2B5EF4-FFF2-40B4-BE49-F238E27FC236}">
                <a16:creationId xmlns:a16="http://schemas.microsoft.com/office/drawing/2014/main" id="{45E4A74B-6514-424A-ADFA-C232FA6B9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dirty="0"/>
          </a:p>
        </p:txBody>
      </p:sp>
      <p:sp>
        <p:nvSpPr>
          <p:cNvPr id="33" name="Freeform 7">
            <a:extLst>
              <a:ext uri="{FF2B5EF4-FFF2-40B4-BE49-F238E27FC236}">
                <a16:creationId xmlns:a16="http://schemas.microsoft.com/office/drawing/2014/main" id="{F61C5C86-C785-4B92-9F2D-133B8B8C2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35" name="Freeform 12">
            <a:extLst>
              <a:ext uri="{FF2B5EF4-FFF2-40B4-BE49-F238E27FC236}">
                <a16:creationId xmlns:a16="http://schemas.microsoft.com/office/drawing/2014/main" id="{954D0BF9-002C-4D3A-A222-C166094A5D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37" name="Freeform 13">
            <a:extLst>
              <a:ext uri="{FF2B5EF4-FFF2-40B4-BE49-F238E27FC236}">
                <a16:creationId xmlns:a16="http://schemas.microsoft.com/office/drawing/2014/main" id="{6080EB6E-D69F-43B1-91EC-75C303342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39" name="Freeform: Shape 38">
            <a:extLst>
              <a:ext uri="{FF2B5EF4-FFF2-40B4-BE49-F238E27FC236}">
                <a16:creationId xmlns:a16="http://schemas.microsoft.com/office/drawing/2014/main" id="{21BA816A-EE68-4A96-BA05-73303B2F4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dirty="0"/>
          </a:p>
        </p:txBody>
      </p:sp>
      <p:sp>
        <p:nvSpPr>
          <p:cNvPr id="41" name="Freeform 15">
            <a:extLst>
              <a:ext uri="{FF2B5EF4-FFF2-40B4-BE49-F238E27FC236}">
                <a16:creationId xmlns:a16="http://schemas.microsoft.com/office/drawing/2014/main" id="{22A94CDB-5D63-4C75-9CB6-6C18CDF37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sp>
        <p:nvSpPr>
          <p:cNvPr id="3" name="Content Placeholder 2">
            <a:extLst>
              <a:ext uri="{FF2B5EF4-FFF2-40B4-BE49-F238E27FC236}">
                <a16:creationId xmlns:a16="http://schemas.microsoft.com/office/drawing/2014/main" id="{7379920C-76C9-6AC0-A586-0EB34D3858FD}"/>
              </a:ext>
            </a:extLst>
          </p:cNvPr>
          <p:cNvSpPr>
            <a:spLocks noGrp="1"/>
          </p:cNvSpPr>
          <p:nvPr>
            <p:ph idx="1"/>
          </p:nvPr>
        </p:nvSpPr>
        <p:spPr>
          <a:xfrm>
            <a:off x="5781676" y="4000498"/>
            <a:ext cx="11472858" cy="4686302"/>
          </a:xfrm>
        </p:spPr>
        <p:txBody>
          <a:bodyPr anchor="t">
            <a:normAutofit fontScale="77500" lnSpcReduction="20000"/>
          </a:bodyPr>
          <a:lstStyle/>
          <a:p>
            <a:r>
              <a:rPr lang="es-GT" sz="4400" dirty="0">
                <a:latin typeface="Open Sans"/>
                <a:ea typeface="Open Sans"/>
                <a:cs typeface="Open Sans"/>
                <a:sym typeface="Open Sans"/>
              </a:rPr>
              <a:t>Cuando hablamos de Big Data nos referimos a conjuntos de datos o combinaciones de conjuntos de datos cuyo </a:t>
            </a:r>
            <a:r>
              <a:rPr lang="es-GT" sz="4400" b="1" dirty="0">
                <a:latin typeface="Open Sans"/>
                <a:ea typeface="Open Sans"/>
                <a:cs typeface="Open Sans"/>
                <a:sym typeface="Open Sans"/>
              </a:rPr>
              <a:t>tamaño (volumen)</a:t>
            </a:r>
            <a:r>
              <a:rPr lang="es-GT" sz="4400" dirty="0">
                <a:latin typeface="Open Sans"/>
                <a:ea typeface="Open Sans"/>
                <a:cs typeface="Open Sans"/>
                <a:sym typeface="Open Sans"/>
              </a:rPr>
              <a:t>, </a:t>
            </a:r>
            <a:r>
              <a:rPr lang="es-GT" sz="4400" b="1" dirty="0">
                <a:latin typeface="Open Sans"/>
                <a:ea typeface="Open Sans"/>
                <a:cs typeface="Open Sans"/>
                <a:sym typeface="Open Sans"/>
              </a:rPr>
              <a:t>complejidad (variabilidad)</a:t>
            </a:r>
            <a:r>
              <a:rPr lang="es-GT" sz="4400" dirty="0">
                <a:latin typeface="Open Sans"/>
                <a:ea typeface="Open Sans"/>
                <a:cs typeface="Open Sans"/>
                <a:sym typeface="Open Sans"/>
              </a:rPr>
              <a:t> y </a:t>
            </a:r>
            <a:r>
              <a:rPr lang="es-GT" sz="4400" b="1" dirty="0">
                <a:latin typeface="Open Sans"/>
                <a:ea typeface="Open Sans"/>
                <a:cs typeface="Open Sans"/>
                <a:sym typeface="Open Sans"/>
              </a:rPr>
              <a:t>velocidad de crecimiento (velocidad) </a:t>
            </a:r>
            <a:r>
              <a:rPr lang="es-GT" sz="4400" dirty="0">
                <a:latin typeface="Open Sans"/>
                <a:ea typeface="Open Sans"/>
                <a:cs typeface="Open Sans"/>
                <a:sym typeface="Open Sans"/>
              </a:rPr>
              <a:t>dificultan su captura, gestión, procesamiento o análisis mediante tecnologías y herramientas convencionales, tales como bases de datos relacionales y estadísticas convencionales o paquetes de visualización, dentro del tiempo necesario para que sean útiles.</a:t>
            </a:r>
          </a:p>
          <a:p>
            <a:endParaRPr lang="es-GT" sz="4400" dirty="0">
              <a:latin typeface="Open Sans"/>
              <a:ea typeface="Open Sans"/>
              <a:cs typeface="Open Sans"/>
              <a:sym typeface="Open Sans"/>
            </a:endParaRPr>
          </a:p>
        </p:txBody>
      </p:sp>
    </p:spTree>
    <p:extLst>
      <p:ext uri="{BB962C8B-B14F-4D97-AF65-F5344CB8AC3E}">
        <p14:creationId xmlns:p14="http://schemas.microsoft.com/office/powerpoint/2010/main" val="375883537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0DB0A3ED-3282-7676-574F-E2D86BE30A2D}"/>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E58E813-381D-7930-9BCB-7E04BCE1B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3038BA3-406B-CBC7-CE3F-400D827645C7}"/>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¿Qué es Big Data?</a:t>
            </a:r>
            <a:endParaRPr lang="es-GT" dirty="0"/>
          </a:p>
        </p:txBody>
      </p:sp>
      <p:sp>
        <p:nvSpPr>
          <p:cNvPr id="29" name="Rectangle 28">
            <a:extLst>
              <a:ext uri="{FF2B5EF4-FFF2-40B4-BE49-F238E27FC236}">
                <a16:creationId xmlns:a16="http://schemas.microsoft.com/office/drawing/2014/main" id="{1BCCE2FE-02E5-7642-8D17-42C3BC32E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Freeform 6">
            <a:extLst>
              <a:ext uri="{FF2B5EF4-FFF2-40B4-BE49-F238E27FC236}">
                <a16:creationId xmlns:a16="http://schemas.microsoft.com/office/drawing/2014/main" id="{6486F6E3-E6B5-D9A1-846B-A136AD348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dirty="0"/>
          </a:p>
        </p:txBody>
      </p:sp>
      <p:sp>
        <p:nvSpPr>
          <p:cNvPr id="33" name="Freeform 7">
            <a:extLst>
              <a:ext uri="{FF2B5EF4-FFF2-40B4-BE49-F238E27FC236}">
                <a16:creationId xmlns:a16="http://schemas.microsoft.com/office/drawing/2014/main" id="{4726BE5E-E203-480A-2065-C674EAC923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35" name="Freeform 12">
            <a:extLst>
              <a:ext uri="{FF2B5EF4-FFF2-40B4-BE49-F238E27FC236}">
                <a16:creationId xmlns:a16="http://schemas.microsoft.com/office/drawing/2014/main" id="{95B0FC91-2A71-53AC-20D2-E844A1F99D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37" name="Freeform 13">
            <a:extLst>
              <a:ext uri="{FF2B5EF4-FFF2-40B4-BE49-F238E27FC236}">
                <a16:creationId xmlns:a16="http://schemas.microsoft.com/office/drawing/2014/main" id="{CF5CBDD6-BFC2-69A0-E5D6-C7C2A93A00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39" name="Freeform: Shape 38">
            <a:extLst>
              <a:ext uri="{FF2B5EF4-FFF2-40B4-BE49-F238E27FC236}">
                <a16:creationId xmlns:a16="http://schemas.microsoft.com/office/drawing/2014/main" id="{51BC0E05-1672-BFCA-0876-290A919EE1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dirty="0"/>
          </a:p>
        </p:txBody>
      </p:sp>
      <p:sp>
        <p:nvSpPr>
          <p:cNvPr id="41" name="Freeform 15">
            <a:extLst>
              <a:ext uri="{FF2B5EF4-FFF2-40B4-BE49-F238E27FC236}">
                <a16:creationId xmlns:a16="http://schemas.microsoft.com/office/drawing/2014/main" id="{B888779D-DFFB-E118-FD91-31FF5B03CB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sp>
        <p:nvSpPr>
          <p:cNvPr id="3" name="Content Placeholder 2">
            <a:extLst>
              <a:ext uri="{FF2B5EF4-FFF2-40B4-BE49-F238E27FC236}">
                <a16:creationId xmlns:a16="http://schemas.microsoft.com/office/drawing/2014/main" id="{8E6DC90A-8E60-BD23-C1ED-B6E03DA45913}"/>
              </a:ext>
            </a:extLst>
          </p:cNvPr>
          <p:cNvSpPr>
            <a:spLocks noGrp="1"/>
          </p:cNvSpPr>
          <p:nvPr>
            <p:ph idx="1"/>
          </p:nvPr>
        </p:nvSpPr>
        <p:spPr>
          <a:xfrm>
            <a:off x="5781676" y="4000498"/>
            <a:ext cx="11472858" cy="4686302"/>
          </a:xfrm>
        </p:spPr>
        <p:txBody>
          <a:bodyPr anchor="t">
            <a:normAutofit fontScale="92500" lnSpcReduction="20000"/>
          </a:bodyPr>
          <a:lstStyle/>
          <a:p>
            <a:r>
              <a:rPr lang="es-GT" sz="4400" dirty="0">
                <a:latin typeface="Open Sans"/>
                <a:ea typeface="Open Sans"/>
                <a:cs typeface="Open Sans"/>
                <a:sym typeface="Open Sans"/>
              </a:rPr>
              <a:t>Aunque el tamaño utilizado para determinar si un conjunto de datos determinado se considera Big Data no está firmemente definido y sigue cambiando con el tiempo, la mayoría de los analistas y profesionales actualmente se refieren a conjuntos de datos que van desde </a:t>
            </a:r>
            <a:r>
              <a:rPr lang="es-GT" sz="4400" b="1" dirty="0">
                <a:latin typeface="Open Sans"/>
                <a:ea typeface="Open Sans"/>
                <a:cs typeface="Open Sans"/>
                <a:sym typeface="Open Sans"/>
              </a:rPr>
              <a:t>30-50 Terabytes a varios </a:t>
            </a:r>
            <a:r>
              <a:rPr lang="es-GT" sz="4400" b="1" dirty="0" err="1">
                <a:latin typeface="Open Sans"/>
                <a:ea typeface="Open Sans"/>
                <a:cs typeface="Open Sans"/>
                <a:sym typeface="Open Sans"/>
              </a:rPr>
              <a:t>Petabytes</a:t>
            </a:r>
            <a:r>
              <a:rPr lang="es-GT" sz="4400" b="1" dirty="0">
                <a:latin typeface="Open Sans"/>
                <a:ea typeface="Open Sans"/>
                <a:cs typeface="Open Sans"/>
                <a:sym typeface="Open Sans"/>
              </a:rPr>
              <a:t>.</a:t>
            </a:r>
          </a:p>
          <a:p>
            <a:endParaRPr lang="es-GT" sz="4400" dirty="0">
              <a:latin typeface="Open Sans"/>
              <a:ea typeface="Open Sans"/>
              <a:cs typeface="Open Sans"/>
              <a:sym typeface="Open Sans"/>
            </a:endParaRPr>
          </a:p>
        </p:txBody>
      </p:sp>
    </p:spTree>
    <p:extLst>
      <p:ext uri="{BB962C8B-B14F-4D97-AF65-F5344CB8AC3E}">
        <p14:creationId xmlns:p14="http://schemas.microsoft.com/office/powerpoint/2010/main" val="357907128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FA36F8D3-35DC-EF1C-04C4-9F650D5BCB43}"/>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F3C20DA-0456-D5B3-35E5-0AF6CA236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298B140-4939-6A6C-ACA0-6271990079AD}"/>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¿Qué es Big Data?</a:t>
            </a:r>
            <a:endParaRPr lang="es-GT" dirty="0"/>
          </a:p>
        </p:txBody>
      </p:sp>
      <p:sp>
        <p:nvSpPr>
          <p:cNvPr id="29" name="Rectangle 28">
            <a:extLst>
              <a:ext uri="{FF2B5EF4-FFF2-40B4-BE49-F238E27FC236}">
                <a16:creationId xmlns:a16="http://schemas.microsoft.com/office/drawing/2014/main" id="{EA8D2A4A-D00C-F388-9D4E-0CB463B1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Freeform 6">
            <a:extLst>
              <a:ext uri="{FF2B5EF4-FFF2-40B4-BE49-F238E27FC236}">
                <a16:creationId xmlns:a16="http://schemas.microsoft.com/office/drawing/2014/main" id="{B8FCB54D-6E4F-FD49-DAA4-7582F983E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dirty="0"/>
          </a:p>
        </p:txBody>
      </p:sp>
      <p:sp>
        <p:nvSpPr>
          <p:cNvPr id="33" name="Freeform 7">
            <a:extLst>
              <a:ext uri="{FF2B5EF4-FFF2-40B4-BE49-F238E27FC236}">
                <a16:creationId xmlns:a16="http://schemas.microsoft.com/office/drawing/2014/main" id="{0DD20D47-CCB7-0606-B1E4-78300823F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35" name="Freeform 12">
            <a:extLst>
              <a:ext uri="{FF2B5EF4-FFF2-40B4-BE49-F238E27FC236}">
                <a16:creationId xmlns:a16="http://schemas.microsoft.com/office/drawing/2014/main" id="{473BF6D9-92AC-032B-DFC8-0FD73AE9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37" name="Freeform 13">
            <a:extLst>
              <a:ext uri="{FF2B5EF4-FFF2-40B4-BE49-F238E27FC236}">
                <a16:creationId xmlns:a16="http://schemas.microsoft.com/office/drawing/2014/main" id="{0D49A827-F1C7-A866-A79E-58B490F1D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39" name="Freeform: Shape 38">
            <a:extLst>
              <a:ext uri="{FF2B5EF4-FFF2-40B4-BE49-F238E27FC236}">
                <a16:creationId xmlns:a16="http://schemas.microsoft.com/office/drawing/2014/main" id="{0D6890D7-73CD-AAD2-3D62-7EBC9FF085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dirty="0"/>
          </a:p>
        </p:txBody>
      </p:sp>
      <p:sp>
        <p:nvSpPr>
          <p:cNvPr id="41" name="Freeform 15">
            <a:extLst>
              <a:ext uri="{FF2B5EF4-FFF2-40B4-BE49-F238E27FC236}">
                <a16:creationId xmlns:a16="http://schemas.microsoft.com/office/drawing/2014/main" id="{F51E5AB2-1693-022E-BF5C-74E27709A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sp>
        <p:nvSpPr>
          <p:cNvPr id="3" name="Content Placeholder 2">
            <a:extLst>
              <a:ext uri="{FF2B5EF4-FFF2-40B4-BE49-F238E27FC236}">
                <a16:creationId xmlns:a16="http://schemas.microsoft.com/office/drawing/2014/main" id="{840C048A-4C90-8AF8-48B4-CA08FAC2F856}"/>
              </a:ext>
            </a:extLst>
          </p:cNvPr>
          <p:cNvSpPr>
            <a:spLocks noGrp="1"/>
          </p:cNvSpPr>
          <p:nvPr>
            <p:ph idx="1"/>
          </p:nvPr>
        </p:nvSpPr>
        <p:spPr>
          <a:xfrm>
            <a:off x="5781676" y="4000498"/>
            <a:ext cx="11472858" cy="4686302"/>
          </a:xfrm>
        </p:spPr>
        <p:txBody>
          <a:bodyPr anchor="t">
            <a:normAutofit fontScale="77500" lnSpcReduction="20000"/>
          </a:bodyPr>
          <a:lstStyle/>
          <a:p>
            <a:r>
              <a:rPr lang="es-GT" sz="4400" dirty="0">
                <a:latin typeface="Open Sans"/>
                <a:ea typeface="Open Sans"/>
                <a:cs typeface="Open Sans"/>
                <a:sym typeface="Open Sans"/>
              </a:rPr>
              <a:t>La naturaleza compleja del Big Data se debe principalmente a la naturaleza no estructurada de gran parte de los datos generados por las tecnologías modernas, como los  web logs, la identificación por radiofrecuencia (RFID), los sensores incorporados en dispositivos, la maquinaria, los vehículos, las búsquedas en Internet, las redes sociales como Facebook, computadoras portátiles, teléfonos inteligentes y otros teléfonos móviles, dispositivos GPS y registros de centros de llamadas.</a:t>
            </a:r>
          </a:p>
        </p:txBody>
      </p:sp>
    </p:spTree>
    <p:extLst>
      <p:ext uri="{BB962C8B-B14F-4D97-AF65-F5344CB8AC3E}">
        <p14:creationId xmlns:p14="http://schemas.microsoft.com/office/powerpoint/2010/main" val="320567966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A3D4-4AF6-194D-3A31-0AA76DE05CC2}"/>
              </a:ext>
            </a:extLst>
          </p:cNvPr>
          <p:cNvSpPr>
            <a:spLocks noGrp="1"/>
          </p:cNvSpPr>
          <p:nvPr>
            <p:ph type="title"/>
          </p:nvPr>
        </p:nvSpPr>
        <p:spPr/>
        <p:txBody>
          <a:bodyPr/>
          <a:lstStyle/>
          <a:p>
            <a:r>
              <a:rPr lang="es-GT" i="0" u="none" strike="noStrike" cap="none" noProof="0" dirty="0">
                <a:latin typeface="Impact"/>
                <a:ea typeface="Impact"/>
                <a:cs typeface="Impact"/>
                <a:sym typeface="Impact"/>
              </a:rPr>
              <a:t>¿Cuáles son las cinco "V" de Big Data?</a:t>
            </a:r>
            <a:endParaRPr lang="es-GT" dirty="0"/>
          </a:p>
        </p:txBody>
      </p:sp>
      <p:sp>
        <p:nvSpPr>
          <p:cNvPr id="3" name="Content Placeholder 2">
            <a:extLst>
              <a:ext uri="{FF2B5EF4-FFF2-40B4-BE49-F238E27FC236}">
                <a16:creationId xmlns:a16="http://schemas.microsoft.com/office/drawing/2014/main" id="{30309189-9EEB-6D71-C3CE-FEB85FF99FA7}"/>
              </a:ext>
            </a:extLst>
          </p:cNvPr>
          <p:cNvSpPr>
            <a:spLocks noGrp="1"/>
          </p:cNvSpPr>
          <p:nvPr>
            <p:ph idx="1"/>
          </p:nvPr>
        </p:nvSpPr>
        <p:spPr/>
        <p:txBody>
          <a:bodyPr>
            <a:normAutofit/>
          </a:bodyPr>
          <a:lstStyle/>
          <a:p>
            <a:r>
              <a:rPr lang="es-GT" dirty="0">
                <a:latin typeface="Open Sans"/>
                <a:ea typeface="Open Sans"/>
                <a:cs typeface="Open Sans"/>
                <a:sym typeface="Open Sans"/>
              </a:rPr>
              <a:t>Tradicionalmente, hemos reconocido los big data por tres características: </a:t>
            </a:r>
            <a:r>
              <a:rPr lang="es-GT" b="1" dirty="0">
                <a:latin typeface="Open Sans"/>
                <a:ea typeface="Open Sans"/>
                <a:cs typeface="Open Sans"/>
                <a:sym typeface="Open Sans"/>
              </a:rPr>
              <a:t>variedad, volumen y velocidad</a:t>
            </a:r>
            <a:r>
              <a:rPr lang="es-GT" dirty="0">
                <a:latin typeface="Open Sans"/>
                <a:ea typeface="Open Sans"/>
                <a:cs typeface="Open Sans"/>
                <a:sym typeface="Open Sans"/>
              </a:rPr>
              <a:t>, también conocidas como las "tres V". Sin embargo, han surgido dos V adicionales en los últimos años: </a:t>
            </a:r>
            <a:r>
              <a:rPr lang="es-GT" b="1" dirty="0">
                <a:latin typeface="Open Sans"/>
                <a:ea typeface="Open Sans"/>
                <a:cs typeface="Open Sans"/>
                <a:sym typeface="Open Sans"/>
              </a:rPr>
              <a:t>valor y veracidad.</a:t>
            </a:r>
            <a:endParaRPr lang="es-GT" sz="3600" b="1" dirty="0">
              <a:latin typeface="Open Sans"/>
              <a:ea typeface="Open Sans"/>
              <a:cs typeface="Open Sans"/>
              <a:sym typeface="Open Sans"/>
            </a:endParaRPr>
          </a:p>
        </p:txBody>
      </p:sp>
    </p:spTree>
    <p:extLst>
      <p:ext uri="{BB962C8B-B14F-4D97-AF65-F5344CB8AC3E}">
        <p14:creationId xmlns:p14="http://schemas.microsoft.com/office/powerpoint/2010/main" val="23893890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FA87E-0683-3049-1420-FC620AFD1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343C9-6BF3-1951-C43B-217262B795CD}"/>
              </a:ext>
            </a:extLst>
          </p:cNvPr>
          <p:cNvSpPr>
            <a:spLocks noGrp="1"/>
          </p:cNvSpPr>
          <p:nvPr>
            <p:ph type="title"/>
          </p:nvPr>
        </p:nvSpPr>
        <p:spPr/>
        <p:txBody>
          <a:bodyPr/>
          <a:lstStyle/>
          <a:p>
            <a:r>
              <a:rPr lang="es-GT" i="0" u="none" strike="noStrike" cap="none" noProof="0" dirty="0">
                <a:latin typeface="Impact"/>
                <a:ea typeface="Impact"/>
                <a:cs typeface="Impact"/>
                <a:sym typeface="Impact"/>
              </a:rPr>
              <a:t>¿Cuáles son las cinco "V" de Big Data?</a:t>
            </a:r>
            <a:endParaRPr lang="es-GT" dirty="0"/>
          </a:p>
        </p:txBody>
      </p:sp>
      <p:sp>
        <p:nvSpPr>
          <p:cNvPr id="3" name="Content Placeholder 2">
            <a:extLst>
              <a:ext uri="{FF2B5EF4-FFF2-40B4-BE49-F238E27FC236}">
                <a16:creationId xmlns:a16="http://schemas.microsoft.com/office/drawing/2014/main" id="{ECECDDDE-8E6E-CA29-80D7-381501169ED3}"/>
              </a:ext>
            </a:extLst>
          </p:cNvPr>
          <p:cNvSpPr>
            <a:spLocks noGrp="1"/>
          </p:cNvSpPr>
          <p:nvPr>
            <p:ph idx="1"/>
          </p:nvPr>
        </p:nvSpPr>
        <p:spPr/>
        <p:txBody>
          <a:bodyPr>
            <a:normAutofit/>
          </a:bodyPr>
          <a:lstStyle/>
          <a:p>
            <a:r>
              <a:rPr lang="es-GT" b="1" dirty="0">
                <a:latin typeface="Open Sans"/>
                <a:ea typeface="Open Sans"/>
                <a:cs typeface="Open Sans"/>
                <a:sym typeface="Open Sans"/>
              </a:rPr>
              <a:t>Volumen</a:t>
            </a:r>
            <a:r>
              <a:rPr lang="es-GT" dirty="0">
                <a:latin typeface="Open Sans"/>
                <a:ea typeface="Open Sans"/>
                <a:cs typeface="Open Sans"/>
                <a:sym typeface="Open Sans"/>
              </a:rPr>
              <a:t>. La cantidad de datos importa. Con big data, tendrás que procesar grandes volúmenes de datos no estructurados de baja densidad. Puede tratarse de datos de valor desconocido, como </a:t>
            </a:r>
            <a:r>
              <a:rPr lang="es-GT" dirty="0" err="1">
                <a:latin typeface="Open Sans"/>
                <a:ea typeface="Open Sans"/>
                <a:cs typeface="Open Sans"/>
                <a:sym typeface="Open Sans"/>
              </a:rPr>
              <a:t>feeds</a:t>
            </a:r>
            <a:r>
              <a:rPr lang="es-GT" dirty="0">
                <a:latin typeface="Open Sans"/>
                <a:ea typeface="Open Sans"/>
                <a:cs typeface="Open Sans"/>
                <a:sym typeface="Open Sans"/>
              </a:rPr>
              <a:t> de datos de X (antes llamado Twitter), flujos de clics de una página web o aplicación para móviles, o equipo con sensores. Para algunas organizaciones, esto puede suponer decenas de terabytes de datos. Para otras, incluso cientos de </a:t>
            </a:r>
            <a:r>
              <a:rPr lang="es-GT" dirty="0" err="1">
                <a:latin typeface="Open Sans"/>
                <a:ea typeface="Open Sans"/>
                <a:cs typeface="Open Sans"/>
                <a:sym typeface="Open Sans"/>
              </a:rPr>
              <a:t>petabytes</a:t>
            </a:r>
            <a:r>
              <a:rPr lang="es-GT" dirty="0">
                <a:latin typeface="Open Sans"/>
                <a:ea typeface="Open Sans"/>
                <a:cs typeface="Open Sans"/>
                <a:sym typeface="Open Sans"/>
              </a:rPr>
              <a:t>.</a:t>
            </a:r>
            <a:endParaRPr lang="es-GT" sz="3600" dirty="0">
              <a:latin typeface="Open Sans"/>
              <a:ea typeface="Open Sans"/>
              <a:cs typeface="Open Sans"/>
              <a:sym typeface="Open Sans"/>
            </a:endParaRPr>
          </a:p>
        </p:txBody>
      </p:sp>
    </p:spTree>
    <p:extLst>
      <p:ext uri="{BB962C8B-B14F-4D97-AF65-F5344CB8AC3E}">
        <p14:creationId xmlns:p14="http://schemas.microsoft.com/office/powerpoint/2010/main" val="84118156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C916-4376-5027-2A46-29352D7D7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5DFD58-E9E5-600F-3A09-38A5E2BF0818}"/>
              </a:ext>
            </a:extLst>
          </p:cNvPr>
          <p:cNvSpPr>
            <a:spLocks noGrp="1"/>
          </p:cNvSpPr>
          <p:nvPr>
            <p:ph type="title"/>
          </p:nvPr>
        </p:nvSpPr>
        <p:spPr/>
        <p:txBody>
          <a:bodyPr/>
          <a:lstStyle/>
          <a:p>
            <a:r>
              <a:rPr lang="es-GT" i="0" u="none" strike="noStrike" cap="none" noProof="0" dirty="0">
                <a:latin typeface="Impact"/>
                <a:ea typeface="Impact"/>
                <a:cs typeface="Impact"/>
                <a:sym typeface="Impact"/>
              </a:rPr>
              <a:t>¿Cuáles son las cinco "V" de Big Data?</a:t>
            </a:r>
            <a:endParaRPr lang="es-GT" dirty="0"/>
          </a:p>
        </p:txBody>
      </p:sp>
      <p:sp>
        <p:nvSpPr>
          <p:cNvPr id="3" name="Content Placeholder 2">
            <a:extLst>
              <a:ext uri="{FF2B5EF4-FFF2-40B4-BE49-F238E27FC236}">
                <a16:creationId xmlns:a16="http://schemas.microsoft.com/office/drawing/2014/main" id="{DB3B06FA-117D-17A5-92D1-68169A9A46FF}"/>
              </a:ext>
            </a:extLst>
          </p:cNvPr>
          <p:cNvSpPr>
            <a:spLocks noGrp="1"/>
          </p:cNvSpPr>
          <p:nvPr>
            <p:ph idx="1"/>
          </p:nvPr>
        </p:nvSpPr>
        <p:spPr/>
        <p:txBody>
          <a:bodyPr>
            <a:normAutofit/>
          </a:bodyPr>
          <a:lstStyle/>
          <a:p>
            <a:r>
              <a:rPr lang="es-GT" b="1" dirty="0">
                <a:latin typeface="Open Sans"/>
                <a:ea typeface="Open Sans"/>
                <a:cs typeface="Open Sans"/>
                <a:sym typeface="Open Sans"/>
              </a:rPr>
              <a:t>Velocidad</a:t>
            </a:r>
            <a:r>
              <a:rPr lang="es-GT" dirty="0">
                <a:latin typeface="Open Sans"/>
                <a:ea typeface="Open Sans"/>
                <a:cs typeface="Open Sans"/>
                <a:sym typeface="Open Sans"/>
              </a:rPr>
              <a:t>. La velocidad es el ritmo al que se reciben los datos y (posiblemente) al que se aplica alguna acción. La mayor velocidad de los datos normalmente se transmite directamente a la memoria, en vez de escribirse en un disco. Algunos productos inteligentes habilitados para Internet funcionan en tiempo real o prácticamente en tiempo real y requieren una evaluación y actuación en tiempo real.</a:t>
            </a:r>
            <a:endParaRPr lang="es-GT" sz="3600" dirty="0">
              <a:latin typeface="Open Sans"/>
              <a:ea typeface="Open Sans"/>
              <a:cs typeface="Open Sans"/>
              <a:sym typeface="Open Sans"/>
            </a:endParaRPr>
          </a:p>
        </p:txBody>
      </p:sp>
    </p:spTree>
    <p:extLst>
      <p:ext uri="{BB962C8B-B14F-4D97-AF65-F5344CB8AC3E}">
        <p14:creationId xmlns:p14="http://schemas.microsoft.com/office/powerpoint/2010/main" val="170579430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486F2-ADE5-E8CF-C257-0E1638833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8FF2A-DBB0-0A7A-DE39-59EFA46E5B5F}"/>
              </a:ext>
            </a:extLst>
          </p:cNvPr>
          <p:cNvSpPr>
            <a:spLocks noGrp="1"/>
          </p:cNvSpPr>
          <p:nvPr>
            <p:ph type="title"/>
          </p:nvPr>
        </p:nvSpPr>
        <p:spPr/>
        <p:txBody>
          <a:bodyPr/>
          <a:lstStyle/>
          <a:p>
            <a:r>
              <a:rPr lang="es-GT" i="0" u="none" strike="noStrike" cap="none" noProof="0" dirty="0">
                <a:latin typeface="Impact"/>
                <a:ea typeface="Impact"/>
                <a:cs typeface="Impact"/>
                <a:sym typeface="Impact"/>
              </a:rPr>
              <a:t>¿Cuáles son las cinco "V" de Big Data?</a:t>
            </a:r>
            <a:endParaRPr lang="es-GT" dirty="0"/>
          </a:p>
        </p:txBody>
      </p:sp>
      <p:sp>
        <p:nvSpPr>
          <p:cNvPr id="3" name="Content Placeholder 2">
            <a:extLst>
              <a:ext uri="{FF2B5EF4-FFF2-40B4-BE49-F238E27FC236}">
                <a16:creationId xmlns:a16="http://schemas.microsoft.com/office/drawing/2014/main" id="{861B6C87-2B14-512E-0EE3-51924FB14E64}"/>
              </a:ext>
            </a:extLst>
          </p:cNvPr>
          <p:cNvSpPr>
            <a:spLocks noGrp="1"/>
          </p:cNvSpPr>
          <p:nvPr>
            <p:ph idx="1"/>
          </p:nvPr>
        </p:nvSpPr>
        <p:spPr/>
        <p:txBody>
          <a:bodyPr>
            <a:normAutofit/>
          </a:bodyPr>
          <a:lstStyle/>
          <a:p>
            <a:r>
              <a:rPr lang="es-GT" b="1" dirty="0">
                <a:latin typeface="Open Sans"/>
                <a:ea typeface="Open Sans"/>
                <a:cs typeface="Open Sans"/>
                <a:sym typeface="Open Sans"/>
              </a:rPr>
              <a:t>Variedad</a:t>
            </a:r>
            <a:r>
              <a:rPr lang="es-GT" dirty="0">
                <a:latin typeface="Open Sans"/>
                <a:ea typeface="Open Sans"/>
                <a:cs typeface="Open Sans"/>
                <a:sym typeface="Open Sans"/>
              </a:rPr>
              <a:t>. La variedad hace referencia a los diversos tipos de datos disponibles. Los datos convencionales eran estructurados y podían organizarse claramente en una base de datos relacional. Con el auge del big data, los datos se presentan en nuevos tipos de datos no estructurados. Los tipos de datos no estructurados y semiestructurados, como el texto, audio o video, requieren un preprocesamiento adicional para poder obtener significado y habilitar los metadatos.</a:t>
            </a:r>
            <a:endParaRPr lang="es-GT" sz="3600" dirty="0">
              <a:latin typeface="Open Sans"/>
              <a:ea typeface="Open Sans"/>
              <a:cs typeface="Open Sans"/>
              <a:sym typeface="Open Sans"/>
            </a:endParaRPr>
          </a:p>
        </p:txBody>
      </p:sp>
    </p:spTree>
    <p:extLst>
      <p:ext uri="{BB962C8B-B14F-4D97-AF65-F5344CB8AC3E}">
        <p14:creationId xmlns:p14="http://schemas.microsoft.com/office/powerpoint/2010/main" val="90591462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091BD-0330-F307-E64F-F73E31B6E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99293-B6D7-85DB-8FD9-3F3C46B7C3DF}"/>
              </a:ext>
            </a:extLst>
          </p:cNvPr>
          <p:cNvSpPr>
            <a:spLocks noGrp="1"/>
          </p:cNvSpPr>
          <p:nvPr>
            <p:ph type="title"/>
          </p:nvPr>
        </p:nvSpPr>
        <p:spPr/>
        <p:txBody>
          <a:bodyPr/>
          <a:lstStyle/>
          <a:p>
            <a:r>
              <a:rPr lang="es-GT" i="0" u="none" strike="noStrike" cap="none" noProof="0" dirty="0">
                <a:latin typeface="Impact"/>
                <a:ea typeface="Impact"/>
                <a:cs typeface="Impact"/>
                <a:sym typeface="Impact"/>
              </a:rPr>
              <a:t>¿Cuáles son las cinco "V" de Big Data?</a:t>
            </a:r>
            <a:endParaRPr lang="es-GT" dirty="0"/>
          </a:p>
        </p:txBody>
      </p:sp>
      <p:sp>
        <p:nvSpPr>
          <p:cNvPr id="3" name="Content Placeholder 2">
            <a:extLst>
              <a:ext uri="{FF2B5EF4-FFF2-40B4-BE49-F238E27FC236}">
                <a16:creationId xmlns:a16="http://schemas.microsoft.com/office/drawing/2014/main" id="{CA3B61AA-429A-D772-40CE-88B2FE534435}"/>
              </a:ext>
            </a:extLst>
          </p:cNvPr>
          <p:cNvSpPr>
            <a:spLocks noGrp="1"/>
          </p:cNvSpPr>
          <p:nvPr>
            <p:ph idx="1"/>
          </p:nvPr>
        </p:nvSpPr>
        <p:spPr/>
        <p:txBody>
          <a:bodyPr>
            <a:normAutofit/>
          </a:bodyPr>
          <a:lstStyle/>
          <a:p>
            <a:r>
              <a:rPr lang="es-GT" b="1" dirty="0">
                <a:latin typeface="Open Sans"/>
                <a:ea typeface="Open Sans"/>
                <a:cs typeface="Open Sans"/>
                <a:sym typeface="Open Sans"/>
              </a:rPr>
              <a:t>Veracidad</a:t>
            </a:r>
            <a:r>
              <a:rPr lang="es-GT" dirty="0">
                <a:latin typeface="Open Sans"/>
                <a:ea typeface="Open Sans"/>
                <a:cs typeface="Open Sans"/>
                <a:sym typeface="Open Sans"/>
              </a:rPr>
              <a:t>. ¿Cuál es la veracidad de tus datos y cuánto puedes confiar en ellos? La idea de veracidad de los datos está ligada a otros conceptos funcionales, como la calidad y la integridad de los datos. En última instancia, todos ellos se solapan y dirigen la organización hacia un repositorio de datos que proporciona datos de alta calidad, precisos y confiables para potenciar las percepciones y las decisiones.</a:t>
            </a:r>
          </a:p>
        </p:txBody>
      </p:sp>
    </p:spTree>
    <p:extLst>
      <p:ext uri="{BB962C8B-B14F-4D97-AF65-F5344CB8AC3E}">
        <p14:creationId xmlns:p14="http://schemas.microsoft.com/office/powerpoint/2010/main" val="275988891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58348-6742-AB63-F8C4-31FB06570F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0D2AE-CBF4-7019-ACEC-34796AA3AA70}"/>
              </a:ext>
            </a:extLst>
          </p:cNvPr>
          <p:cNvSpPr>
            <a:spLocks noGrp="1"/>
          </p:cNvSpPr>
          <p:nvPr>
            <p:ph type="title"/>
          </p:nvPr>
        </p:nvSpPr>
        <p:spPr/>
        <p:txBody>
          <a:bodyPr/>
          <a:lstStyle/>
          <a:p>
            <a:r>
              <a:rPr lang="es-GT" i="0" u="none" strike="noStrike" cap="none" noProof="0" dirty="0">
                <a:latin typeface="Impact"/>
                <a:ea typeface="Impact"/>
                <a:cs typeface="Impact"/>
                <a:sym typeface="Impact"/>
              </a:rPr>
              <a:t>¿Cuáles son las cinco "V" de Big Data?</a:t>
            </a:r>
            <a:endParaRPr lang="es-GT" dirty="0"/>
          </a:p>
        </p:txBody>
      </p:sp>
      <p:sp>
        <p:nvSpPr>
          <p:cNvPr id="3" name="Content Placeholder 2">
            <a:extLst>
              <a:ext uri="{FF2B5EF4-FFF2-40B4-BE49-F238E27FC236}">
                <a16:creationId xmlns:a16="http://schemas.microsoft.com/office/drawing/2014/main" id="{43553D9A-CA8E-8625-34F9-8B7E60C27651}"/>
              </a:ext>
            </a:extLst>
          </p:cNvPr>
          <p:cNvSpPr>
            <a:spLocks noGrp="1"/>
          </p:cNvSpPr>
          <p:nvPr>
            <p:ph idx="1"/>
          </p:nvPr>
        </p:nvSpPr>
        <p:spPr/>
        <p:txBody>
          <a:bodyPr>
            <a:normAutofit/>
          </a:bodyPr>
          <a:lstStyle/>
          <a:p>
            <a:r>
              <a:rPr lang="es-GT" b="1" dirty="0">
                <a:latin typeface="Open Sans"/>
                <a:ea typeface="Open Sans"/>
                <a:cs typeface="Open Sans"/>
                <a:sym typeface="Open Sans"/>
              </a:rPr>
              <a:t>Valor</a:t>
            </a:r>
            <a:r>
              <a:rPr lang="es-GT" dirty="0">
                <a:latin typeface="Open Sans"/>
                <a:ea typeface="Open Sans"/>
                <a:cs typeface="Open Sans"/>
                <a:sym typeface="Open Sans"/>
              </a:rPr>
              <a:t>. Los datos tienen un valor interno en los negocios. Sin embargo, no tienen ninguna utilidad hasta que dicho valor se descubre. Debido a que el big data reúne tanto la amplitud como la profundidad de las estadísticas, en algún lugar de toda esa información se encuentran estadísticas que pueden beneficiar a tu organización. Este valor puede ser interno, como procesos operativos que podrían optimizarse, o externo, como sugerencias de perfiles de clientes que pueden maximizar el compromiso.</a:t>
            </a:r>
          </a:p>
        </p:txBody>
      </p:sp>
    </p:spTree>
    <p:extLst>
      <p:ext uri="{BB962C8B-B14F-4D97-AF65-F5344CB8AC3E}">
        <p14:creationId xmlns:p14="http://schemas.microsoft.com/office/powerpoint/2010/main" val="231460240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095AF080-DAB4-5268-5453-4273337502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DFAAE7-061D-4086-99EC-872CB3050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DB1EE7-FFFF-200A-A7CA-3C98EBE16F44}"/>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Fundamentos de Python para análisis</a:t>
            </a:r>
            <a:endParaRPr lang="es-GT" dirty="0"/>
          </a:p>
        </p:txBody>
      </p:sp>
      <p:sp>
        <p:nvSpPr>
          <p:cNvPr id="10" name="Rectangle 9">
            <a:extLst>
              <a:ext uri="{FF2B5EF4-FFF2-40B4-BE49-F238E27FC236}">
                <a16:creationId xmlns:a16="http://schemas.microsoft.com/office/drawing/2014/main" id="{E7570099-A243-48DD-9EAE-36F4AC095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6">
            <a:extLst>
              <a:ext uri="{FF2B5EF4-FFF2-40B4-BE49-F238E27FC236}">
                <a16:creationId xmlns:a16="http://schemas.microsoft.com/office/drawing/2014/main" id="{45E4A74B-6514-424A-ADFA-C232FA6B9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a:p>
        </p:txBody>
      </p:sp>
      <p:sp>
        <p:nvSpPr>
          <p:cNvPr id="14" name="Freeform 7">
            <a:extLst>
              <a:ext uri="{FF2B5EF4-FFF2-40B4-BE49-F238E27FC236}">
                <a16:creationId xmlns:a16="http://schemas.microsoft.com/office/drawing/2014/main" id="{F61C5C86-C785-4B92-9F2D-133B8B8C2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a:p>
        </p:txBody>
      </p:sp>
      <p:sp>
        <p:nvSpPr>
          <p:cNvPr id="16" name="Freeform 12">
            <a:extLst>
              <a:ext uri="{FF2B5EF4-FFF2-40B4-BE49-F238E27FC236}">
                <a16:creationId xmlns:a16="http://schemas.microsoft.com/office/drawing/2014/main" id="{954D0BF9-002C-4D3A-A222-C166094A5D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a:p>
        </p:txBody>
      </p:sp>
      <p:sp>
        <p:nvSpPr>
          <p:cNvPr id="18" name="Freeform 13">
            <a:extLst>
              <a:ext uri="{FF2B5EF4-FFF2-40B4-BE49-F238E27FC236}">
                <a16:creationId xmlns:a16="http://schemas.microsoft.com/office/drawing/2014/main" id="{6080EB6E-D69F-43B1-91EC-75C303342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a:p>
        </p:txBody>
      </p:sp>
      <p:sp>
        <p:nvSpPr>
          <p:cNvPr id="20" name="Freeform: Shape 19">
            <a:extLst>
              <a:ext uri="{FF2B5EF4-FFF2-40B4-BE49-F238E27FC236}">
                <a16:creationId xmlns:a16="http://schemas.microsoft.com/office/drawing/2014/main" id="{21BA816A-EE68-4A96-BA05-73303B2F4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a:p>
        </p:txBody>
      </p:sp>
      <p:sp>
        <p:nvSpPr>
          <p:cNvPr id="22" name="Freeform 15">
            <a:extLst>
              <a:ext uri="{FF2B5EF4-FFF2-40B4-BE49-F238E27FC236}">
                <a16:creationId xmlns:a16="http://schemas.microsoft.com/office/drawing/2014/main" id="{22A94CDB-5D63-4C75-9CB6-6C18CDF37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a:p>
        </p:txBody>
      </p:sp>
      <p:sp>
        <p:nvSpPr>
          <p:cNvPr id="3" name="Content Placeholder 2">
            <a:extLst>
              <a:ext uri="{FF2B5EF4-FFF2-40B4-BE49-F238E27FC236}">
                <a16:creationId xmlns:a16="http://schemas.microsoft.com/office/drawing/2014/main" id="{A032E64A-3EEF-20A0-071C-F029BCF97091}"/>
              </a:ext>
            </a:extLst>
          </p:cNvPr>
          <p:cNvSpPr>
            <a:spLocks noGrp="1"/>
          </p:cNvSpPr>
          <p:nvPr>
            <p:ph idx="1"/>
          </p:nvPr>
        </p:nvSpPr>
        <p:spPr>
          <a:xfrm>
            <a:off x="5781676" y="4000498"/>
            <a:ext cx="11472858" cy="4686302"/>
          </a:xfrm>
        </p:spPr>
        <p:txBody>
          <a:bodyPr anchor="t">
            <a:noAutofit/>
          </a:bodyPr>
          <a:lstStyle/>
          <a:p>
            <a:r>
              <a:rPr lang="es-GT" dirty="0">
                <a:latin typeface="Open Sans"/>
                <a:ea typeface="Open Sans"/>
                <a:cs typeface="Open Sans"/>
                <a:sym typeface="Open Sans"/>
              </a:rPr>
              <a:t>Los fundamentos de Python para análisis de datos incluyen los fundamentos básicos de la programación en Python, así como las bibliotecas y herramientas específicas que facilitan el manejo y análisis de datos.</a:t>
            </a:r>
          </a:p>
        </p:txBody>
      </p:sp>
    </p:spTree>
    <p:extLst>
      <p:ext uri="{BB962C8B-B14F-4D97-AF65-F5344CB8AC3E}">
        <p14:creationId xmlns:p14="http://schemas.microsoft.com/office/powerpoint/2010/main" val="323875521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48B55BB4-7CE2-8572-7B8E-D3FF69FC83D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6B110F-E2BE-674F-2857-01ABA527A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EBEFF5-9E5C-1388-B550-0F3D6AB287C4}"/>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Fundamentos de Python para análisis</a:t>
            </a:r>
            <a:endParaRPr lang="es-GT" dirty="0"/>
          </a:p>
        </p:txBody>
      </p:sp>
      <p:sp>
        <p:nvSpPr>
          <p:cNvPr id="10" name="Rectangle 9">
            <a:extLst>
              <a:ext uri="{FF2B5EF4-FFF2-40B4-BE49-F238E27FC236}">
                <a16:creationId xmlns:a16="http://schemas.microsoft.com/office/drawing/2014/main" id="{7DF4C0C1-E42A-1E63-40A0-52E2C09E6D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6">
            <a:extLst>
              <a:ext uri="{FF2B5EF4-FFF2-40B4-BE49-F238E27FC236}">
                <a16:creationId xmlns:a16="http://schemas.microsoft.com/office/drawing/2014/main" id="{629D2931-93F9-B418-3B2F-52C9FB149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a:p>
        </p:txBody>
      </p:sp>
      <p:sp>
        <p:nvSpPr>
          <p:cNvPr id="14" name="Freeform 7">
            <a:extLst>
              <a:ext uri="{FF2B5EF4-FFF2-40B4-BE49-F238E27FC236}">
                <a16:creationId xmlns:a16="http://schemas.microsoft.com/office/drawing/2014/main" id="{87CE857B-0C13-A71C-473A-2A7B72254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a:p>
        </p:txBody>
      </p:sp>
      <p:sp>
        <p:nvSpPr>
          <p:cNvPr id="16" name="Freeform 12">
            <a:extLst>
              <a:ext uri="{FF2B5EF4-FFF2-40B4-BE49-F238E27FC236}">
                <a16:creationId xmlns:a16="http://schemas.microsoft.com/office/drawing/2014/main" id="{F588AC93-CB55-342F-3F24-D969848AE2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a:p>
        </p:txBody>
      </p:sp>
      <p:sp>
        <p:nvSpPr>
          <p:cNvPr id="18" name="Freeform 13">
            <a:extLst>
              <a:ext uri="{FF2B5EF4-FFF2-40B4-BE49-F238E27FC236}">
                <a16:creationId xmlns:a16="http://schemas.microsoft.com/office/drawing/2014/main" id="{7479327D-009A-5907-F8C7-2515C1A81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a:p>
        </p:txBody>
      </p:sp>
      <p:sp>
        <p:nvSpPr>
          <p:cNvPr id="20" name="Freeform: Shape 19">
            <a:extLst>
              <a:ext uri="{FF2B5EF4-FFF2-40B4-BE49-F238E27FC236}">
                <a16:creationId xmlns:a16="http://schemas.microsoft.com/office/drawing/2014/main" id="{B1722A76-1EA3-8D51-0948-56501533A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a:p>
        </p:txBody>
      </p:sp>
      <p:sp>
        <p:nvSpPr>
          <p:cNvPr id="22" name="Freeform 15">
            <a:extLst>
              <a:ext uri="{FF2B5EF4-FFF2-40B4-BE49-F238E27FC236}">
                <a16:creationId xmlns:a16="http://schemas.microsoft.com/office/drawing/2014/main" id="{3D1AA638-43AC-5A0C-07EA-DE221062A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a:p>
        </p:txBody>
      </p:sp>
      <p:sp>
        <p:nvSpPr>
          <p:cNvPr id="3" name="Content Placeholder 2">
            <a:extLst>
              <a:ext uri="{FF2B5EF4-FFF2-40B4-BE49-F238E27FC236}">
                <a16:creationId xmlns:a16="http://schemas.microsoft.com/office/drawing/2014/main" id="{137407CF-78F7-5647-2C75-207FC6594B47}"/>
              </a:ext>
            </a:extLst>
          </p:cNvPr>
          <p:cNvSpPr>
            <a:spLocks noGrp="1"/>
          </p:cNvSpPr>
          <p:nvPr>
            <p:ph idx="1"/>
          </p:nvPr>
        </p:nvSpPr>
        <p:spPr>
          <a:xfrm>
            <a:off x="5781676" y="4000498"/>
            <a:ext cx="11472858" cy="4686302"/>
          </a:xfrm>
        </p:spPr>
        <p:txBody>
          <a:bodyPr anchor="t">
            <a:noAutofit/>
          </a:bodyPr>
          <a:lstStyle/>
          <a:p>
            <a:r>
              <a:rPr lang="es-GT" dirty="0">
                <a:latin typeface="Open Sans"/>
                <a:ea typeface="Open Sans"/>
                <a:cs typeface="Open Sans"/>
                <a:sym typeface="Open Sans"/>
              </a:rPr>
              <a:t>Esto implica aprender sobre tipos de datos, estructuras de datos, control de flujo, funciones y módulos, además de familiarizarse con bibliotecas como </a:t>
            </a:r>
            <a:r>
              <a:rPr lang="es-GT" dirty="0" err="1">
                <a:latin typeface="Open Sans"/>
                <a:ea typeface="Open Sans"/>
                <a:cs typeface="Open Sans"/>
                <a:sym typeface="Open Sans"/>
              </a:rPr>
              <a:t>NumPy</a:t>
            </a:r>
            <a:r>
              <a:rPr lang="es-GT" dirty="0">
                <a:latin typeface="Open Sans"/>
                <a:ea typeface="Open Sans"/>
                <a:cs typeface="Open Sans"/>
                <a:sym typeface="Open Sans"/>
              </a:rPr>
              <a:t>, Pandas y </a:t>
            </a:r>
            <a:r>
              <a:rPr lang="es-GT" dirty="0" err="1">
                <a:latin typeface="Open Sans"/>
                <a:ea typeface="Open Sans"/>
                <a:cs typeface="Open Sans"/>
                <a:sym typeface="Open Sans"/>
              </a:rPr>
              <a:t>Matplotlib</a:t>
            </a:r>
            <a:r>
              <a:rPr lang="es-GT" dirty="0">
                <a:latin typeface="Open Sans"/>
                <a:ea typeface="Open Sans"/>
                <a:cs typeface="Open Sans"/>
                <a:sym typeface="Open Sans"/>
              </a:rPr>
              <a:t>, </a:t>
            </a:r>
          </a:p>
        </p:txBody>
      </p:sp>
    </p:spTree>
    <p:extLst>
      <p:ext uri="{BB962C8B-B14F-4D97-AF65-F5344CB8AC3E}">
        <p14:creationId xmlns:p14="http://schemas.microsoft.com/office/powerpoint/2010/main" val="13017327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C6F5D-26A6-0EFC-15F5-8615BE862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65FDE-0663-554F-706B-E8FB21F136D6}"/>
              </a:ext>
            </a:extLst>
          </p:cNvPr>
          <p:cNvSpPr>
            <a:spLocks noGrp="1"/>
          </p:cNvSpPr>
          <p:nvPr>
            <p:ph type="title"/>
          </p:nvPr>
        </p:nvSpPr>
        <p:spPr/>
        <p:txBody>
          <a:bodyPr/>
          <a:lstStyle/>
          <a:p>
            <a:r>
              <a:rPr lang="es-GT" i="0" u="none" strike="noStrike" cap="none" noProof="0" dirty="0">
                <a:latin typeface="Impact"/>
                <a:ea typeface="Impact"/>
                <a:cs typeface="Impact"/>
                <a:sym typeface="Impact"/>
              </a:rPr>
              <a:t>Fundamentos de la Programación en Python</a:t>
            </a:r>
            <a:endParaRPr lang="es-GT" dirty="0"/>
          </a:p>
        </p:txBody>
      </p:sp>
      <p:sp>
        <p:nvSpPr>
          <p:cNvPr id="3" name="Content Placeholder 2">
            <a:extLst>
              <a:ext uri="{FF2B5EF4-FFF2-40B4-BE49-F238E27FC236}">
                <a16:creationId xmlns:a16="http://schemas.microsoft.com/office/drawing/2014/main" id="{C4DDD2F2-C951-D98A-EB30-AB4AE50968F1}"/>
              </a:ext>
            </a:extLst>
          </p:cNvPr>
          <p:cNvSpPr>
            <a:spLocks noGrp="1"/>
          </p:cNvSpPr>
          <p:nvPr>
            <p:ph idx="1"/>
          </p:nvPr>
        </p:nvSpPr>
        <p:spPr/>
        <p:txBody>
          <a:bodyPr>
            <a:normAutofit fontScale="77500" lnSpcReduction="20000"/>
          </a:bodyPr>
          <a:lstStyle/>
          <a:p>
            <a:r>
              <a:rPr lang="es-GT" dirty="0">
                <a:latin typeface="Open Sans"/>
                <a:ea typeface="Open Sans"/>
                <a:cs typeface="Open Sans"/>
                <a:sym typeface="Open Sans"/>
              </a:rPr>
              <a:t>Tipos de datos: Aprender a manejar números (</a:t>
            </a:r>
            <a:r>
              <a:rPr lang="es-GT" dirty="0" err="1">
                <a:latin typeface="Open Sans"/>
                <a:ea typeface="Open Sans"/>
                <a:cs typeface="Open Sans"/>
                <a:sym typeface="Open Sans"/>
              </a:rPr>
              <a:t>int</a:t>
            </a:r>
            <a:r>
              <a:rPr lang="es-GT" dirty="0">
                <a:latin typeface="Open Sans"/>
                <a:ea typeface="Open Sans"/>
                <a:cs typeface="Open Sans"/>
                <a:sym typeface="Open Sans"/>
              </a:rPr>
              <a:t>, </a:t>
            </a:r>
            <a:r>
              <a:rPr lang="es-GT" dirty="0" err="1">
                <a:latin typeface="Open Sans"/>
                <a:ea typeface="Open Sans"/>
                <a:cs typeface="Open Sans"/>
                <a:sym typeface="Open Sans"/>
              </a:rPr>
              <a:t>float</a:t>
            </a:r>
            <a:r>
              <a:rPr lang="es-GT" dirty="0">
                <a:latin typeface="Open Sans"/>
                <a:ea typeface="Open Sans"/>
                <a:cs typeface="Open Sans"/>
                <a:sym typeface="Open Sans"/>
              </a:rPr>
              <a:t>), cadenas de texto (</a:t>
            </a:r>
            <a:r>
              <a:rPr lang="es-GT" dirty="0" err="1">
                <a:latin typeface="Open Sans"/>
                <a:ea typeface="Open Sans"/>
                <a:cs typeface="Open Sans"/>
                <a:sym typeface="Open Sans"/>
              </a:rPr>
              <a:t>str</a:t>
            </a:r>
            <a:r>
              <a:rPr lang="es-GT" dirty="0">
                <a:latin typeface="Open Sans"/>
                <a:ea typeface="Open Sans"/>
                <a:cs typeface="Open Sans"/>
                <a:sym typeface="Open Sans"/>
              </a:rPr>
              <a:t>), listas, tuplas y diccionarios, que son los bloques de construcción de los programas.</a:t>
            </a:r>
          </a:p>
          <a:p>
            <a:r>
              <a:rPr lang="es-GT" dirty="0">
                <a:latin typeface="Open Sans"/>
                <a:ea typeface="Open Sans"/>
                <a:cs typeface="Open Sans"/>
                <a:sym typeface="Open Sans"/>
              </a:rPr>
              <a:t>Estructuras de datos: Comprender la diferencia entre listas, tuplas y diccionarios, cómo se utilizan y cómo interactúan en el análisis de datos.</a:t>
            </a:r>
          </a:p>
          <a:p>
            <a:r>
              <a:rPr lang="es-GT" dirty="0">
                <a:latin typeface="Open Sans"/>
                <a:ea typeface="Open Sans"/>
                <a:cs typeface="Open Sans"/>
                <a:sym typeface="Open Sans"/>
              </a:rPr>
              <a:t>Control de flujo: Dominar el uso de condicionales (</a:t>
            </a:r>
            <a:r>
              <a:rPr lang="es-GT" dirty="0" err="1">
                <a:latin typeface="Open Sans"/>
                <a:ea typeface="Open Sans"/>
                <a:cs typeface="Open Sans"/>
                <a:sym typeface="Open Sans"/>
              </a:rPr>
              <a:t>if</a:t>
            </a:r>
            <a:r>
              <a:rPr lang="es-GT" dirty="0">
                <a:latin typeface="Open Sans"/>
                <a:ea typeface="Open Sans"/>
                <a:cs typeface="Open Sans"/>
                <a:sym typeface="Open Sans"/>
              </a:rPr>
              <a:t>, </a:t>
            </a:r>
            <a:r>
              <a:rPr lang="es-GT" dirty="0" err="1">
                <a:latin typeface="Open Sans"/>
                <a:ea typeface="Open Sans"/>
                <a:cs typeface="Open Sans"/>
                <a:sym typeface="Open Sans"/>
              </a:rPr>
              <a:t>else</a:t>
            </a:r>
            <a:r>
              <a:rPr lang="es-GT" dirty="0">
                <a:latin typeface="Open Sans"/>
                <a:ea typeface="Open Sans"/>
                <a:cs typeface="Open Sans"/>
                <a:sym typeface="Open Sans"/>
              </a:rPr>
              <a:t>) para tomar decisiones en el código y bucles (for, </a:t>
            </a:r>
            <a:r>
              <a:rPr lang="es-GT" dirty="0" err="1">
                <a:latin typeface="Open Sans"/>
                <a:ea typeface="Open Sans"/>
                <a:cs typeface="Open Sans"/>
                <a:sym typeface="Open Sans"/>
              </a:rPr>
              <a:t>while</a:t>
            </a:r>
            <a:r>
              <a:rPr lang="es-GT" dirty="0">
                <a:latin typeface="Open Sans"/>
                <a:ea typeface="Open Sans"/>
                <a:cs typeface="Open Sans"/>
                <a:sym typeface="Open Sans"/>
              </a:rPr>
              <a:t>) para repetir acciones.</a:t>
            </a:r>
          </a:p>
          <a:p>
            <a:r>
              <a:rPr lang="es-GT" dirty="0">
                <a:latin typeface="Open Sans"/>
                <a:ea typeface="Open Sans"/>
                <a:cs typeface="Open Sans"/>
                <a:sym typeface="Open Sans"/>
              </a:rPr>
              <a:t>Funciones: Aprender a crear y utilizar funciones para organizar y reutilizar código.</a:t>
            </a:r>
          </a:p>
          <a:p>
            <a:r>
              <a:rPr lang="es-GT" dirty="0">
                <a:latin typeface="Open Sans"/>
                <a:ea typeface="Open Sans"/>
                <a:cs typeface="Open Sans"/>
                <a:sym typeface="Open Sans"/>
              </a:rPr>
              <a:t>Módulos: Entender cómo importar y utilizar módulos (como </a:t>
            </a:r>
            <a:r>
              <a:rPr lang="es-GT" dirty="0" err="1">
                <a:latin typeface="Open Sans"/>
                <a:ea typeface="Open Sans"/>
                <a:cs typeface="Open Sans"/>
                <a:sym typeface="Open Sans"/>
              </a:rPr>
              <a:t>math</a:t>
            </a:r>
            <a:r>
              <a:rPr lang="es-GT" dirty="0">
                <a:latin typeface="Open Sans"/>
                <a:ea typeface="Open Sans"/>
                <a:cs typeface="Open Sans"/>
                <a:sym typeface="Open Sans"/>
              </a:rPr>
              <a:t> o </a:t>
            </a:r>
            <a:r>
              <a:rPr lang="es-GT" dirty="0" err="1">
                <a:latin typeface="Open Sans"/>
                <a:ea typeface="Open Sans"/>
                <a:cs typeface="Open Sans"/>
                <a:sym typeface="Open Sans"/>
              </a:rPr>
              <a:t>random</a:t>
            </a:r>
            <a:r>
              <a:rPr lang="es-GT" dirty="0">
                <a:latin typeface="Open Sans"/>
                <a:ea typeface="Open Sans"/>
                <a:cs typeface="Open Sans"/>
                <a:sym typeface="Open Sans"/>
              </a:rPr>
              <a:t>) para acceder a funciones predefinidas.</a:t>
            </a:r>
          </a:p>
          <a:p>
            <a:r>
              <a:rPr lang="es-GT" dirty="0">
                <a:latin typeface="Open Sans"/>
                <a:ea typeface="Open Sans"/>
                <a:cs typeface="Open Sans"/>
                <a:sym typeface="Open Sans"/>
              </a:rPr>
              <a:t>Objetos y clases: Introducción a los conceptos de programación orientada a objetos. </a:t>
            </a:r>
            <a:endParaRPr lang="es-GT" sz="3600" dirty="0">
              <a:latin typeface="Open Sans"/>
              <a:ea typeface="Open Sans"/>
              <a:cs typeface="Open Sans"/>
              <a:sym typeface="Open Sans"/>
            </a:endParaRPr>
          </a:p>
        </p:txBody>
      </p:sp>
    </p:spTree>
    <p:extLst>
      <p:ext uri="{BB962C8B-B14F-4D97-AF65-F5344CB8AC3E}">
        <p14:creationId xmlns:p14="http://schemas.microsoft.com/office/powerpoint/2010/main" val="39257040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272E2DBE-D1FB-9ECF-3797-F75399851F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6605563" cy="10287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0194CC1-EE73-86B2-39B4-06F96DC01D72}"/>
              </a:ext>
            </a:extLst>
          </p:cNvPr>
          <p:cNvSpPr>
            <a:spLocks noGrp="1"/>
          </p:cNvSpPr>
          <p:nvPr>
            <p:ph type="title"/>
          </p:nvPr>
        </p:nvSpPr>
        <p:spPr>
          <a:xfrm>
            <a:off x="802531" y="1028700"/>
            <a:ext cx="3959943" cy="7658100"/>
          </a:xfrm>
        </p:spPr>
        <p:txBody>
          <a:bodyPr>
            <a:normAutofit/>
          </a:bodyPr>
          <a:lstStyle/>
          <a:p>
            <a:r>
              <a:rPr lang="es-GT" sz="5100" i="0" u="none" strike="noStrike" cap="none" noProof="0">
                <a:solidFill>
                  <a:srgbClr val="FFFFFF"/>
                </a:solidFill>
                <a:latin typeface="Impact"/>
                <a:ea typeface="Impact"/>
                <a:cs typeface="Impact"/>
                <a:sym typeface="Impact"/>
              </a:rPr>
              <a:t>Bibliotecas y Herramientas para Análisis de Datos</a:t>
            </a:r>
            <a:endParaRPr lang="es-GT" sz="5100">
              <a:solidFill>
                <a:srgbClr val="FFFFFF"/>
              </a:solidFill>
            </a:endParaRP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2938" y="0"/>
            <a:ext cx="3655219" cy="10287002"/>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GT"/>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GT"/>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GT"/>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GT"/>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GT"/>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GT"/>
            </a:p>
          </p:txBody>
        </p:sp>
      </p:grpSp>
      <p:graphicFrame>
        <p:nvGraphicFramePr>
          <p:cNvPr id="5" name="Content Placeholder 2">
            <a:extLst>
              <a:ext uri="{FF2B5EF4-FFF2-40B4-BE49-F238E27FC236}">
                <a16:creationId xmlns:a16="http://schemas.microsoft.com/office/drawing/2014/main" id="{1049CC10-FB83-3BD3-A692-EDDDCE3EBFEC}"/>
              </a:ext>
            </a:extLst>
          </p:cNvPr>
          <p:cNvGraphicFramePr>
            <a:graphicFrameLocks noGrp="1"/>
          </p:cNvGraphicFramePr>
          <p:nvPr>
            <p:ph idx="1"/>
            <p:extLst>
              <p:ext uri="{D42A27DB-BD31-4B8C-83A1-F6EECF244321}">
                <p14:modId xmlns:p14="http://schemas.microsoft.com/office/powerpoint/2010/main" val="2124091332"/>
              </p:ext>
            </p:extLst>
          </p:nvPr>
        </p:nvGraphicFramePr>
        <p:xfrm>
          <a:off x="7515225" y="1028700"/>
          <a:ext cx="9739312" cy="7658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49292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6605563" cy="10287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306536D9-58BE-FE9E-2A5A-1C614EEF9134}"/>
              </a:ext>
            </a:extLst>
          </p:cNvPr>
          <p:cNvSpPr>
            <a:spLocks noGrp="1"/>
          </p:cNvSpPr>
          <p:nvPr>
            <p:ph type="title"/>
          </p:nvPr>
        </p:nvSpPr>
        <p:spPr>
          <a:xfrm>
            <a:off x="802531" y="1028700"/>
            <a:ext cx="3959943" cy="7658100"/>
          </a:xfrm>
        </p:spPr>
        <p:txBody>
          <a:bodyPr>
            <a:normAutofit/>
          </a:bodyPr>
          <a:lstStyle/>
          <a:p>
            <a:r>
              <a:rPr lang="en-US" sz="5600" i="0" u="none" strike="noStrike" cap="none" dirty="0">
                <a:solidFill>
                  <a:srgbClr val="FFFFFF"/>
                </a:solidFill>
                <a:latin typeface="Impact"/>
                <a:ea typeface="Impact"/>
                <a:cs typeface="Impact"/>
                <a:sym typeface="Impact"/>
              </a:rPr>
              <a:t>CONCEPTOS CLAVE APRENDIDOS </a:t>
            </a:r>
            <a:endParaRPr lang="es-GT" sz="5600" dirty="0">
              <a:solidFill>
                <a:srgbClr val="FFFFFF"/>
              </a:solidFill>
            </a:endParaRP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2938" y="0"/>
            <a:ext cx="3655219" cy="10287002"/>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GT" dirty="0"/>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GT" dirty="0"/>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GT" dirty="0"/>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GT" dirty="0"/>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GT" dirty="0"/>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GT" dirty="0"/>
            </a:p>
          </p:txBody>
        </p:sp>
      </p:grpSp>
      <p:graphicFrame>
        <p:nvGraphicFramePr>
          <p:cNvPr id="5" name="Content Placeholder 2">
            <a:extLst>
              <a:ext uri="{FF2B5EF4-FFF2-40B4-BE49-F238E27FC236}">
                <a16:creationId xmlns:a16="http://schemas.microsoft.com/office/drawing/2014/main" id="{A53FC35C-237C-AFF6-21EF-4265D50B7A87}"/>
              </a:ext>
            </a:extLst>
          </p:cNvPr>
          <p:cNvGraphicFramePr>
            <a:graphicFrameLocks noGrp="1"/>
          </p:cNvGraphicFramePr>
          <p:nvPr>
            <p:ph idx="1"/>
            <p:extLst>
              <p:ext uri="{D42A27DB-BD31-4B8C-83A1-F6EECF244321}">
                <p14:modId xmlns:p14="http://schemas.microsoft.com/office/powerpoint/2010/main" val="1369968806"/>
              </p:ext>
            </p:extLst>
          </p:nvPr>
        </p:nvGraphicFramePr>
        <p:xfrm>
          <a:off x="7515225" y="1028699"/>
          <a:ext cx="9739312" cy="9258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53525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6605563" cy="10287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D525AD2-AB70-952A-CBA2-67D26616DDCD}"/>
              </a:ext>
            </a:extLst>
          </p:cNvPr>
          <p:cNvSpPr>
            <a:spLocks noGrp="1"/>
          </p:cNvSpPr>
          <p:nvPr>
            <p:ph type="title"/>
          </p:nvPr>
        </p:nvSpPr>
        <p:spPr>
          <a:xfrm>
            <a:off x="802531" y="1028700"/>
            <a:ext cx="3959943" cy="7658100"/>
          </a:xfrm>
        </p:spPr>
        <p:txBody>
          <a:bodyPr>
            <a:normAutofit/>
          </a:bodyPr>
          <a:lstStyle/>
          <a:p>
            <a:r>
              <a:rPr lang="es-GT" i="0" u="none" strike="noStrike" cap="none" dirty="0">
                <a:solidFill>
                  <a:srgbClr val="FFFFFF"/>
                </a:solidFill>
                <a:latin typeface="Impact"/>
                <a:ea typeface="Impact"/>
                <a:cs typeface="Impact"/>
                <a:sym typeface="Impact"/>
              </a:rPr>
              <a:t>VALOR y ACTITUD</a:t>
            </a:r>
            <a:endParaRPr lang="es-GT" dirty="0">
              <a:solidFill>
                <a:srgbClr val="FFFFFF"/>
              </a:solidFill>
            </a:endParaRP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2938" y="0"/>
            <a:ext cx="3655219" cy="10287002"/>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GT" dirty="0"/>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GT" dirty="0"/>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GT" dirty="0"/>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GT" dirty="0"/>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GT" dirty="0"/>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GT" dirty="0"/>
            </a:p>
          </p:txBody>
        </p:sp>
      </p:grpSp>
      <p:graphicFrame>
        <p:nvGraphicFramePr>
          <p:cNvPr id="5" name="Content Placeholder 2">
            <a:extLst>
              <a:ext uri="{FF2B5EF4-FFF2-40B4-BE49-F238E27FC236}">
                <a16:creationId xmlns:a16="http://schemas.microsoft.com/office/drawing/2014/main" id="{95AEEF6B-008C-49C0-DB75-C00443894168}"/>
              </a:ext>
            </a:extLst>
          </p:cNvPr>
          <p:cNvGraphicFramePr>
            <a:graphicFrameLocks noGrp="1"/>
          </p:cNvGraphicFramePr>
          <p:nvPr>
            <p:ph idx="1"/>
            <p:extLst>
              <p:ext uri="{D42A27DB-BD31-4B8C-83A1-F6EECF244321}">
                <p14:modId xmlns:p14="http://schemas.microsoft.com/office/powerpoint/2010/main" val="161060598"/>
              </p:ext>
            </p:extLst>
          </p:nvPr>
        </p:nvGraphicFramePr>
        <p:xfrm>
          <a:off x="7515225" y="1028700"/>
          <a:ext cx="9739312" cy="7658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5530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D9C4C-9A6D-0563-2ECB-205B8916AA89}"/>
              </a:ext>
            </a:extLst>
          </p:cNvPr>
          <p:cNvSpPr>
            <a:spLocks noGrp="1"/>
          </p:cNvSpPr>
          <p:nvPr>
            <p:ph type="title"/>
          </p:nvPr>
        </p:nvSpPr>
        <p:spPr/>
        <p:txBody>
          <a:bodyPr/>
          <a:lstStyle/>
          <a:p>
            <a:r>
              <a:rPr lang="en-US" sz="6000" i="0" u="none" strike="noStrike" cap="none">
                <a:solidFill>
                  <a:srgbClr val="131416"/>
                </a:solidFill>
                <a:latin typeface="Impact"/>
                <a:ea typeface="Impact"/>
                <a:cs typeface="Impact"/>
                <a:sym typeface="Impact"/>
              </a:rPr>
              <a:t>REFERENCIAS</a:t>
            </a:r>
            <a:endParaRPr lang="es-GT" dirty="0"/>
          </a:p>
        </p:txBody>
      </p:sp>
      <p:graphicFrame>
        <p:nvGraphicFramePr>
          <p:cNvPr id="10" name="Content Placeholder 3">
            <a:extLst>
              <a:ext uri="{FF2B5EF4-FFF2-40B4-BE49-F238E27FC236}">
                <a16:creationId xmlns:a16="http://schemas.microsoft.com/office/drawing/2014/main" id="{1B65AD3B-8239-540A-4E07-C741D4B6A94E}"/>
              </a:ext>
            </a:extLst>
          </p:cNvPr>
          <p:cNvGraphicFramePr>
            <a:graphicFrameLocks noGrp="1"/>
          </p:cNvGraphicFramePr>
          <p:nvPr>
            <p:ph idx="1"/>
            <p:extLst>
              <p:ext uri="{D42A27DB-BD31-4B8C-83A1-F6EECF244321}">
                <p14:modId xmlns:p14="http://schemas.microsoft.com/office/powerpoint/2010/main" val="1143308022"/>
              </p:ext>
            </p:extLst>
          </p:nvPr>
        </p:nvGraphicFramePr>
        <p:xfrm>
          <a:off x="2226466" y="3048000"/>
          <a:ext cx="15028070" cy="63572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015637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9"/>
          <p:cNvSpPr txBox="1"/>
          <p:nvPr/>
        </p:nvSpPr>
        <p:spPr>
          <a:xfrm>
            <a:off x="4437795" y="3389104"/>
            <a:ext cx="8658900" cy="2928494"/>
          </a:xfrm>
          <a:prstGeom prst="rect">
            <a:avLst/>
          </a:prstGeom>
          <a:noFill/>
          <a:ln>
            <a:noFill/>
          </a:ln>
        </p:spPr>
        <p:txBody>
          <a:bodyPr spcFirstLastPara="1" wrap="square" lIns="0" tIns="0" rIns="0" bIns="0" anchor="t" anchorCtr="0">
            <a:spAutoFit/>
          </a:bodyPr>
          <a:lstStyle/>
          <a:p>
            <a:pPr marL="0" marR="0" lvl="0" indent="0" algn="ctr" rtl="0">
              <a:lnSpc>
                <a:spcPct val="104000"/>
              </a:lnSpc>
              <a:spcBef>
                <a:spcPts val="0"/>
              </a:spcBef>
              <a:spcAft>
                <a:spcPts val="0"/>
              </a:spcAft>
              <a:buNone/>
            </a:pPr>
            <a:r>
              <a:rPr lang="en-US" sz="6099" i="0" u="none" strike="noStrike" cap="none" dirty="0">
                <a:solidFill>
                  <a:srgbClr val="131416"/>
                </a:solidFill>
                <a:latin typeface="Impact"/>
                <a:ea typeface="Impact"/>
                <a:cs typeface="Impact"/>
                <a:sym typeface="Impact"/>
              </a:rPr>
              <a:t>¡GRACIAS POR SU  ATENCIÓN!</a:t>
            </a:r>
            <a:endParaRPr dirty="0">
              <a:latin typeface="Impact"/>
              <a:ea typeface="Impact"/>
              <a:cs typeface="Impact"/>
              <a:sym typeface="Impact"/>
            </a:endParaRPr>
          </a:p>
          <a:p>
            <a:pPr marL="0" marR="0" lvl="0" indent="0" algn="just" rtl="0">
              <a:lnSpc>
                <a:spcPct val="104000"/>
              </a:lnSpc>
              <a:spcBef>
                <a:spcPts val="0"/>
              </a:spcBef>
              <a:spcAft>
                <a:spcPts val="0"/>
              </a:spcAft>
              <a:buNone/>
            </a:pPr>
            <a:endParaRPr sz="6099" i="0" u="none" strike="noStrike" cap="none" dirty="0">
              <a:solidFill>
                <a:srgbClr val="131416"/>
              </a:solidFill>
              <a:latin typeface="Impact"/>
              <a:ea typeface="Impact"/>
              <a:cs typeface="Impact"/>
              <a:sym typeface="Impact"/>
            </a:endParaRPr>
          </a:p>
        </p:txBody>
      </p:sp>
      <p:sp>
        <p:nvSpPr>
          <p:cNvPr id="185" name="Google Shape;185;p9"/>
          <p:cNvSpPr txBox="1"/>
          <p:nvPr/>
        </p:nvSpPr>
        <p:spPr>
          <a:xfrm>
            <a:off x="5414714" y="5958103"/>
            <a:ext cx="6704991" cy="89852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None/>
            </a:pPr>
            <a:r>
              <a:rPr lang="en-US" sz="5000" b="0" i="0" u="none" strike="noStrike" cap="none" dirty="0">
                <a:solidFill>
                  <a:srgbClr val="131416"/>
                </a:solidFill>
                <a:latin typeface="Arial"/>
                <a:ea typeface="Arial"/>
                <a:cs typeface="Arial"/>
                <a:sym typeface="Arial"/>
              </a:rPr>
              <a:t>DUDAS</a:t>
            </a:r>
            <a:endParaRPr dirty="0"/>
          </a:p>
        </p:txBody>
      </p:sp>
      <p:sp>
        <p:nvSpPr>
          <p:cNvPr id="186" name="Google Shape;186;p9"/>
          <p:cNvSpPr/>
          <p:nvPr/>
        </p:nvSpPr>
        <p:spPr>
          <a:xfrm>
            <a:off x="13963751" y="10287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a:p>
        </p:txBody>
      </p:sp>
      <p:sp>
        <p:nvSpPr>
          <p:cNvPr id="187" name="Google Shape;187;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None/>
            </a:pPr>
            <a:r>
              <a:rPr lang="en-US" sz="2000" b="0" i="0" u="none" strike="noStrike" cap="non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739</TotalTime>
  <Words>1468</Words>
  <Application>Microsoft Office PowerPoint</Application>
  <PresentationFormat>Custom</PresentationFormat>
  <Paragraphs>78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Open Sans</vt:lpstr>
      <vt:lpstr>Arial</vt:lpstr>
      <vt:lpstr>Pacifico</vt:lpstr>
      <vt:lpstr>Impact</vt:lpstr>
      <vt:lpstr>Lobster</vt:lpstr>
      <vt:lpstr>Century Gothic</vt:lpstr>
      <vt:lpstr>Corbel</vt:lpstr>
      <vt:lpstr>Parallax</vt:lpstr>
      <vt:lpstr>PowerPoint Presentation</vt:lpstr>
      <vt:lpstr>PowerPoint Presentation</vt:lpstr>
      <vt:lpstr>COMPETENCIA(S) QUE DESARROLLAREMOS</vt:lpstr>
      <vt:lpstr>¿Qué es Big Data?</vt:lpstr>
      <vt:lpstr>¿Qué es Big Data?</vt:lpstr>
      <vt:lpstr>¿Qué es Big Data?</vt:lpstr>
      <vt:lpstr>¿Cuáles son las cinco "V" de Big Data?</vt:lpstr>
      <vt:lpstr>¿Cuáles son las cinco "V" de Big Data?</vt:lpstr>
      <vt:lpstr>¿Cuáles son las cinco "V" de Big Data?</vt:lpstr>
      <vt:lpstr>¿Cuáles son las cinco "V" de Big Data?</vt:lpstr>
      <vt:lpstr>¿Cuáles son las cinco "V" de Big Data?</vt:lpstr>
      <vt:lpstr>¿Cuáles son las cinco "V" de Big Data?</vt:lpstr>
      <vt:lpstr>Fundamentos de Python para análisis</vt:lpstr>
      <vt:lpstr>Fundamentos de Python para análisis</vt:lpstr>
      <vt:lpstr>Fundamentos de la Programación en Python</vt:lpstr>
      <vt:lpstr>Bibliotecas y Herramientas para Análisis de Datos</vt:lpstr>
      <vt:lpstr>CONCEPTOS CLAVE APRENDIDOS </vt:lpstr>
      <vt:lpstr>VALOR y ACTITUD</vt:lpstr>
      <vt:lpstr>REFERENCIAS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José Alejandro Lorenty Herrera</cp:lastModifiedBy>
  <cp:revision>1</cp:revision>
  <dcterms:created xsi:type="dcterms:W3CDTF">2006-08-16T00:00:00Z</dcterms:created>
  <dcterms:modified xsi:type="dcterms:W3CDTF">2025-06-01T17:36:52Z</dcterms:modified>
</cp:coreProperties>
</file>