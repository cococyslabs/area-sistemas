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10287000" cx="18288000"/>
  <p:notesSz cx="6858000" cy="9144000"/>
  <p:embeddedFontLst>
    <p:embeddedFont>
      <p:font typeface="Lobster"/>
      <p:regular r:id="rId29"/>
    </p:embeddedFont>
    <p:embeddedFont>
      <p:font typeface="Corbel"/>
      <p:regular r:id="rId30"/>
      <p:bold r:id="rId31"/>
      <p:italic r:id="rId32"/>
      <p:boldItalic r:id="rId33"/>
    </p:embeddedFont>
    <p:embeddedFont>
      <p:font typeface="Pacifico"/>
      <p:regular r:id="rId34"/>
    </p:embeddedFont>
    <p:embeddedFont>
      <p:font typeface="Open Sans"/>
      <p:regular r:id="rId35"/>
      <p:bold r:id="rId36"/>
      <p:italic r:id="rId37"/>
      <p:boldItalic r:id="rId38"/>
    </p:embeddedFont>
    <p:embeddedFont>
      <p:font typeface="Century Gothic"/>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3" roundtripDataSignature="AMtx7mg9xs43ePCN2tb3mTN7mO6fP9aQ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D02FBA-71B4-48B3-B009-148BCFB987AB}">
  <a:tblStyle styleId="{43D02FBA-71B4-48B3-B009-148BCFB987AB}" styleName="Table_0">
    <a:wholeTbl>
      <a:tcTxStyle b="off" i="off">
        <a:font>
          <a:latin typeface="Corbel"/>
          <a:ea typeface="Corbel"/>
          <a:cs typeface="Corbe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F1FB"/>
          </a:solidFill>
        </a:fill>
      </a:tcStyle>
    </a:wholeTbl>
    <a:band1H>
      <a:tcTxStyle/>
      <a:tcStyle>
        <a:fill>
          <a:solidFill>
            <a:srgbClr val="CCE2F8"/>
          </a:solidFill>
        </a:fill>
      </a:tcStyle>
    </a:band1H>
    <a:band2H>
      <a:tcTxStyle/>
    </a:band2H>
    <a:band1V>
      <a:tcTxStyle/>
      <a:tcStyle>
        <a:fill>
          <a:solidFill>
            <a:srgbClr val="CCE2F8"/>
          </a:solidFill>
        </a:fill>
      </a:tcStyle>
    </a:band1V>
    <a:band2V>
      <a:tcTxStyle/>
    </a:band2V>
    <a:lastCol>
      <a:tcTxStyle b="on" i="off">
        <a:font>
          <a:latin typeface="Corbel"/>
          <a:ea typeface="Corbel"/>
          <a:cs typeface="Corbel"/>
        </a:font>
        <a:schemeClr val="lt1"/>
      </a:tcTxStyle>
      <a:tcStyle>
        <a:fill>
          <a:solidFill>
            <a:schemeClr val="accent1"/>
          </a:solidFill>
        </a:fill>
      </a:tcStyle>
    </a:lastCol>
    <a:firstCol>
      <a:tcTxStyle b="on" i="off">
        <a:font>
          <a:latin typeface="Corbel"/>
          <a:ea typeface="Corbel"/>
          <a:cs typeface="Corbel"/>
        </a:font>
        <a:schemeClr val="lt1"/>
      </a:tcTxStyle>
      <a:tcStyle>
        <a:fill>
          <a:solidFill>
            <a:schemeClr val="accent1"/>
          </a:solidFill>
        </a:fill>
      </a:tcStyle>
    </a:firstCol>
    <a:lastRow>
      <a:tcTxStyle b="on" i="off">
        <a:font>
          <a:latin typeface="Corbel"/>
          <a:ea typeface="Corbel"/>
          <a:cs typeface="Corbe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orbel"/>
          <a:ea typeface="Corbel"/>
          <a:cs typeface="Corbe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enturyGothic-bold.fntdata"/><Relationship Id="rId20" Type="http://schemas.openxmlformats.org/officeDocument/2006/relationships/slide" Target="slides/slide13.xml"/><Relationship Id="rId42" Type="http://schemas.openxmlformats.org/officeDocument/2006/relationships/font" Target="fonts/CenturyGothic-boldItalic.fntdata"/><Relationship Id="rId41" Type="http://schemas.openxmlformats.org/officeDocument/2006/relationships/font" Target="fonts/CenturyGothic-italic.fntdata"/><Relationship Id="rId22" Type="http://schemas.openxmlformats.org/officeDocument/2006/relationships/slide" Target="slides/slide15.xml"/><Relationship Id="rId21" Type="http://schemas.openxmlformats.org/officeDocument/2006/relationships/slide" Target="slides/slide14.xml"/><Relationship Id="rId43" Type="http://customschemas.google.com/relationships/presentationmetadata" Target="meta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Lobster-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Corbel-bold.fntdata"/><Relationship Id="rId30" Type="http://schemas.openxmlformats.org/officeDocument/2006/relationships/font" Target="fonts/Corbel-regular.fntdata"/><Relationship Id="rId11" Type="http://schemas.openxmlformats.org/officeDocument/2006/relationships/slide" Target="slides/slide4.xml"/><Relationship Id="rId33" Type="http://schemas.openxmlformats.org/officeDocument/2006/relationships/font" Target="fonts/Corbel-boldItalic.fntdata"/><Relationship Id="rId10" Type="http://schemas.openxmlformats.org/officeDocument/2006/relationships/slide" Target="slides/slide3.xml"/><Relationship Id="rId32" Type="http://schemas.openxmlformats.org/officeDocument/2006/relationships/font" Target="fonts/Corbel-italic.fntdata"/><Relationship Id="rId13" Type="http://schemas.openxmlformats.org/officeDocument/2006/relationships/slide" Target="slides/slide6.xml"/><Relationship Id="rId35" Type="http://schemas.openxmlformats.org/officeDocument/2006/relationships/font" Target="fonts/OpenSans-regular.fntdata"/><Relationship Id="rId12" Type="http://schemas.openxmlformats.org/officeDocument/2006/relationships/slide" Target="slides/slide5.xml"/><Relationship Id="rId34" Type="http://schemas.openxmlformats.org/officeDocument/2006/relationships/font" Target="fonts/Pacifico-regular.fntdata"/><Relationship Id="rId15" Type="http://schemas.openxmlformats.org/officeDocument/2006/relationships/slide" Target="slides/slide8.xml"/><Relationship Id="rId37" Type="http://schemas.openxmlformats.org/officeDocument/2006/relationships/font" Target="fonts/OpenSans-italic.fntdata"/><Relationship Id="rId14" Type="http://schemas.openxmlformats.org/officeDocument/2006/relationships/slide" Target="slides/slide7.xml"/><Relationship Id="rId36" Type="http://schemas.openxmlformats.org/officeDocument/2006/relationships/font" Target="fonts/OpenSans-bold.fntdata"/><Relationship Id="rId17" Type="http://schemas.openxmlformats.org/officeDocument/2006/relationships/slide" Target="slides/slide10.xml"/><Relationship Id="rId39" Type="http://schemas.openxmlformats.org/officeDocument/2006/relationships/font" Target="fonts/CenturyGothic-regular.fntdata"/><Relationship Id="rId16" Type="http://schemas.openxmlformats.org/officeDocument/2006/relationships/slide" Target="slides/slide9.xml"/><Relationship Id="rId38" Type="http://schemas.openxmlformats.org/officeDocument/2006/relationships/font" Target="fonts/OpenSans-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0" name="Google Shape;48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41"/>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1"/>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1"/>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3"/>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3"/>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25" name="Google Shape;25;p43"/>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3"/>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3"/>
          <p:cNvSpPr txBox="1"/>
          <p:nvPr>
            <p:ph idx="12" type="sldNum"/>
          </p:nvPr>
        </p:nvSpPr>
        <p:spPr>
          <a:xfrm>
            <a:off x="16427785" y="8800697"/>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8" name="Shape 28"/>
        <p:cNvGrpSpPr/>
        <p:nvPr/>
      </p:nvGrpSpPr>
      <p:grpSpPr>
        <a:xfrm>
          <a:off x="0" y="0"/>
          <a:ext cx="0" cy="0"/>
          <a:chOff x="0" y="0"/>
          <a:chExt cx="0" cy="0"/>
        </a:xfrm>
      </p:grpSpPr>
      <p:grpSp>
        <p:nvGrpSpPr>
          <p:cNvPr id="29" name="Google Shape;29;p45"/>
          <p:cNvGrpSpPr/>
          <p:nvPr/>
        </p:nvGrpSpPr>
        <p:grpSpPr>
          <a:xfrm>
            <a:off x="819150" y="-7144"/>
            <a:ext cx="7522368" cy="10294145"/>
            <a:chOff x="2928938" y="-4763"/>
            <a:chExt cx="5014912" cy="6862763"/>
          </a:xfrm>
        </p:grpSpPr>
        <p:sp>
          <p:nvSpPr>
            <p:cNvPr id="30" name="Google Shape;30;p45"/>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sp>
        <p:sp>
          <p:nvSpPr>
            <p:cNvPr id="31" name="Google Shape;31;p45"/>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sp>
        <p:sp>
          <p:nvSpPr>
            <p:cNvPr id="32" name="Google Shape;32;p45"/>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sp>
        <p:sp>
          <p:nvSpPr>
            <p:cNvPr id="33" name="Google Shape;33;p45"/>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sp>
        <p:sp>
          <p:nvSpPr>
            <p:cNvPr id="34" name="Google Shape;34;p45"/>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sp>
        <p:sp>
          <p:nvSpPr>
            <p:cNvPr id="35" name="Google Shape;35;p45"/>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6" name="Google Shape;36;p45"/>
          <p:cNvSpPr txBox="1"/>
          <p:nvPr>
            <p:ph type="ctrTitle"/>
          </p:nvPr>
        </p:nvSpPr>
        <p:spPr>
          <a:xfrm>
            <a:off x="4392602" y="2070103"/>
            <a:ext cx="12861933" cy="3924299"/>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9000"/>
              <a:buFont typeface="Corbel"/>
              <a:buNone/>
              <a:defRPr sz="9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5"/>
          <p:cNvSpPr txBox="1"/>
          <p:nvPr>
            <p:ph idx="1" type="subTitle"/>
          </p:nvPr>
        </p:nvSpPr>
        <p:spPr>
          <a:xfrm>
            <a:off x="6773066" y="5994401"/>
            <a:ext cx="10481468" cy="2082801"/>
          </a:xfrm>
          <a:prstGeom prst="rect">
            <a:avLst/>
          </a:prstGeom>
          <a:noFill/>
          <a:ln>
            <a:noFill/>
          </a:ln>
        </p:spPr>
        <p:txBody>
          <a:bodyPr anchorCtr="0" anchor="t" bIns="45700" lIns="91425" spcFirstLastPara="1" rIns="91425" wrap="square" tIns="45700">
            <a:normAutofit/>
          </a:bodyPr>
          <a:lstStyle>
            <a:lvl1pPr lvl="0" algn="r">
              <a:spcBef>
                <a:spcPts val="630"/>
              </a:spcBef>
              <a:spcAft>
                <a:spcPts val="0"/>
              </a:spcAft>
              <a:buSzPts val="4568"/>
              <a:buNone/>
              <a:defRPr sz="3150">
                <a:solidFill>
                  <a:schemeClr val="dk1"/>
                </a:solidFill>
              </a:defRPr>
            </a:lvl1pPr>
            <a:lvl2pPr lvl="1" algn="ctr">
              <a:spcBef>
                <a:spcPts val="900"/>
              </a:spcBef>
              <a:spcAft>
                <a:spcPts val="0"/>
              </a:spcAft>
              <a:buSzPts val="4350"/>
              <a:buNone/>
              <a:defRPr>
                <a:solidFill>
                  <a:srgbClr val="888888"/>
                </a:solidFill>
              </a:defRPr>
            </a:lvl2pPr>
            <a:lvl3pPr lvl="2" algn="ctr">
              <a:spcBef>
                <a:spcPts val="900"/>
              </a:spcBef>
              <a:spcAft>
                <a:spcPts val="0"/>
              </a:spcAft>
              <a:buSzPts val="3915"/>
              <a:buNone/>
              <a:defRPr>
                <a:solidFill>
                  <a:srgbClr val="888888"/>
                </a:solidFill>
              </a:defRPr>
            </a:lvl3pPr>
            <a:lvl4pPr lvl="3" algn="ctr">
              <a:spcBef>
                <a:spcPts val="900"/>
              </a:spcBef>
              <a:spcAft>
                <a:spcPts val="0"/>
              </a:spcAft>
              <a:buSzPts val="3480"/>
              <a:buNone/>
              <a:defRPr>
                <a:solidFill>
                  <a:srgbClr val="888888"/>
                </a:solidFill>
              </a:defRPr>
            </a:lvl4pPr>
            <a:lvl5pPr lvl="4" algn="ctr">
              <a:spcBef>
                <a:spcPts val="900"/>
              </a:spcBef>
              <a:spcAft>
                <a:spcPts val="0"/>
              </a:spcAft>
              <a:buSzPts val="3045"/>
              <a:buNone/>
              <a:defRPr>
                <a:solidFill>
                  <a:srgbClr val="888888"/>
                </a:solidFill>
              </a:defRPr>
            </a:lvl5pPr>
            <a:lvl6pPr lvl="5" algn="ctr">
              <a:spcBef>
                <a:spcPts val="900"/>
              </a:spcBef>
              <a:spcAft>
                <a:spcPts val="0"/>
              </a:spcAft>
              <a:buSzPts val="3045"/>
              <a:buNone/>
              <a:defRPr>
                <a:solidFill>
                  <a:srgbClr val="888888"/>
                </a:solidFill>
              </a:defRPr>
            </a:lvl6pPr>
            <a:lvl7pPr lvl="6" algn="ctr">
              <a:spcBef>
                <a:spcPts val="900"/>
              </a:spcBef>
              <a:spcAft>
                <a:spcPts val="0"/>
              </a:spcAft>
              <a:buSzPts val="3045"/>
              <a:buNone/>
              <a:defRPr>
                <a:solidFill>
                  <a:srgbClr val="888888"/>
                </a:solidFill>
              </a:defRPr>
            </a:lvl7pPr>
            <a:lvl8pPr lvl="7" algn="ctr">
              <a:spcBef>
                <a:spcPts val="900"/>
              </a:spcBef>
              <a:spcAft>
                <a:spcPts val="0"/>
              </a:spcAft>
              <a:buSzPts val="3045"/>
              <a:buNone/>
              <a:defRPr>
                <a:solidFill>
                  <a:srgbClr val="888888"/>
                </a:solidFill>
              </a:defRPr>
            </a:lvl8pPr>
            <a:lvl9pPr lvl="8" algn="ctr">
              <a:spcBef>
                <a:spcPts val="900"/>
              </a:spcBef>
              <a:spcAft>
                <a:spcPts val="900"/>
              </a:spcAft>
              <a:buSzPts val="3045"/>
              <a:buNone/>
              <a:defRPr>
                <a:solidFill>
                  <a:srgbClr val="888888"/>
                </a:solidFill>
              </a:defRPr>
            </a:lvl9pPr>
          </a:lstStyle>
          <a:p/>
        </p:txBody>
      </p:sp>
      <p:sp>
        <p:nvSpPr>
          <p:cNvPr id="38" name="Google Shape;38;p45"/>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5"/>
          <p:cNvSpPr txBox="1"/>
          <p:nvPr>
            <p:ph idx="11" type="ftr"/>
          </p:nvPr>
        </p:nvSpPr>
        <p:spPr>
          <a:xfrm>
            <a:off x="7998618" y="8824913"/>
            <a:ext cx="64860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5"/>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46"/>
          <p:cNvSpPr txBox="1"/>
          <p:nvPr>
            <p:ph type="title"/>
          </p:nvPr>
        </p:nvSpPr>
        <p:spPr>
          <a:xfrm>
            <a:off x="3858419" y="4000498"/>
            <a:ext cx="13396121" cy="3165573"/>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6000"/>
              <a:buFont typeface="Corbel"/>
              <a:buNone/>
              <a:defRPr b="0" sz="6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6"/>
          <p:cNvSpPr txBox="1"/>
          <p:nvPr>
            <p:ph idx="1" type="body"/>
          </p:nvPr>
        </p:nvSpPr>
        <p:spPr>
          <a:xfrm>
            <a:off x="3858417" y="7166072"/>
            <a:ext cx="13396122" cy="12906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44" name="Google Shape;44;p46"/>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6"/>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6"/>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47"/>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7"/>
          <p:cNvSpPr txBox="1"/>
          <p:nvPr>
            <p:ph idx="1" type="body"/>
          </p:nvPr>
        </p:nvSpPr>
        <p:spPr>
          <a:xfrm>
            <a:off x="2226469" y="4000499"/>
            <a:ext cx="7342583" cy="4686302"/>
          </a:xfrm>
          <a:prstGeom prst="rect">
            <a:avLst/>
          </a:prstGeom>
          <a:noFill/>
          <a:ln>
            <a:noFill/>
          </a:ln>
        </p:spPr>
        <p:txBody>
          <a:bodyPr anchorCtr="0" anchor="ctr"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0" name="Google Shape;50;p47"/>
          <p:cNvSpPr txBox="1"/>
          <p:nvPr>
            <p:ph idx="2" type="body"/>
          </p:nvPr>
        </p:nvSpPr>
        <p:spPr>
          <a:xfrm>
            <a:off x="9911951" y="4000500"/>
            <a:ext cx="7342584" cy="4686300"/>
          </a:xfrm>
          <a:prstGeom prst="rect">
            <a:avLst/>
          </a:prstGeom>
          <a:noFill/>
          <a:ln>
            <a:noFill/>
          </a:ln>
        </p:spPr>
        <p:txBody>
          <a:bodyPr anchorCtr="0" anchor="ctr"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1" name="Google Shape;51;p47"/>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7"/>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7"/>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48"/>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8"/>
          <p:cNvSpPr txBox="1"/>
          <p:nvPr>
            <p:ph idx="1" type="body"/>
          </p:nvPr>
        </p:nvSpPr>
        <p:spPr>
          <a:xfrm>
            <a:off x="2658269" y="3987800"/>
            <a:ext cx="6910782" cy="864393"/>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6090"/>
              <a:buNone/>
              <a:defRPr b="0" sz="4200">
                <a:solidFill>
                  <a:srgbClr val="1186C3"/>
                </a:solidFill>
              </a:defRPr>
            </a:lvl1pPr>
            <a:lvl2pPr indent="-228600" lvl="1" marL="914400" algn="l">
              <a:spcBef>
                <a:spcPts val="900"/>
              </a:spcBef>
              <a:spcAft>
                <a:spcPts val="0"/>
              </a:spcAft>
              <a:buSzPts val="4350"/>
              <a:buNone/>
              <a:defRPr b="1" sz="3000"/>
            </a:lvl2pPr>
            <a:lvl3pPr indent="-228600" lvl="2" marL="1371600" algn="l">
              <a:spcBef>
                <a:spcPts val="900"/>
              </a:spcBef>
              <a:spcAft>
                <a:spcPts val="0"/>
              </a:spcAft>
              <a:buSzPts val="3915"/>
              <a:buNone/>
              <a:defRPr b="1" sz="2700"/>
            </a:lvl3pPr>
            <a:lvl4pPr indent="-228600" lvl="3" marL="1828800" algn="l">
              <a:spcBef>
                <a:spcPts val="900"/>
              </a:spcBef>
              <a:spcAft>
                <a:spcPts val="0"/>
              </a:spcAft>
              <a:buSzPts val="3480"/>
              <a:buNone/>
              <a:defRPr b="1" sz="2400"/>
            </a:lvl4pPr>
            <a:lvl5pPr indent="-228600" lvl="4" marL="2286000" algn="l">
              <a:spcBef>
                <a:spcPts val="900"/>
              </a:spcBef>
              <a:spcAft>
                <a:spcPts val="0"/>
              </a:spcAft>
              <a:buSzPts val="3480"/>
              <a:buNone/>
              <a:defRPr b="1" sz="2400"/>
            </a:lvl5pPr>
            <a:lvl6pPr indent="-228600" lvl="5" marL="2743200" algn="l">
              <a:spcBef>
                <a:spcPts val="900"/>
              </a:spcBef>
              <a:spcAft>
                <a:spcPts val="0"/>
              </a:spcAft>
              <a:buSzPts val="3480"/>
              <a:buNone/>
              <a:defRPr b="1" sz="2400"/>
            </a:lvl6pPr>
            <a:lvl7pPr indent="-228600" lvl="6" marL="3200400" algn="l">
              <a:spcBef>
                <a:spcPts val="900"/>
              </a:spcBef>
              <a:spcAft>
                <a:spcPts val="0"/>
              </a:spcAft>
              <a:buSzPts val="3480"/>
              <a:buNone/>
              <a:defRPr b="1" sz="2400"/>
            </a:lvl7pPr>
            <a:lvl8pPr indent="-228600" lvl="7" marL="3657600" algn="l">
              <a:spcBef>
                <a:spcPts val="900"/>
              </a:spcBef>
              <a:spcAft>
                <a:spcPts val="0"/>
              </a:spcAft>
              <a:buSzPts val="3480"/>
              <a:buNone/>
              <a:defRPr b="1" sz="2400"/>
            </a:lvl8pPr>
            <a:lvl9pPr indent="-228600" lvl="8" marL="4114800" algn="l">
              <a:spcBef>
                <a:spcPts val="900"/>
              </a:spcBef>
              <a:spcAft>
                <a:spcPts val="900"/>
              </a:spcAft>
              <a:buSzPts val="3480"/>
              <a:buNone/>
              <a:defRPr b="1" sz="2400"/>
            </a:lvl9pPr>
          </a:lstStyle>
          <a:p/>
        </p:txBody>
      </p:sp>
      <p:sp>
        <p:nvSpPr>
          <p:cNvPr id="57" name="Google Shape;57;p48"/>
          <p:cNvSpPr txBox="1"/>
          <p:nvPr>
            <p:ph idx="2" type="body"/>
          </p:nvPr>
        </p:nvSpPr>
        <p:spPr>
          <a:xfrm>
            <a:off x="2226467" y="5003006"/>
            <a:ext cx="7342584" cy="3683793"/>
          </a:xfrm>
          <a:prstGeom prst="rect">
            <a:avLst/>
          </a:prstGeom>
          <a:noFill/>
          <a:ln>
            <a:noFill/>
          </a:ln>
        </p:spPr>
        <p:txBody>
          <a:bodyPr anchorCtr="0" anchor="t"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8" name="Google Shape;58;p48"/>
          <p:cNvSpPr txBox="1"/>
          <p:nvPr>
            <p:ph idx="3" type="body"/>
          </p:nvPr>
        </p:nvSpPr>
        <p:spPr>
          <a:xfrm>
            <a:off x="10320731" y="4000500"/>
            <a:ext cx="6933806" cy="864393"/>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6090"/>
              <a:buNone/>
              <a:defRPr b="0" sz="4200">
                <a:solidFill>
                  <a:srgbClr val="1186C3"/>
                </a:solidFill>
              </a:defRPr>
            </a:lvl1pPr>
            <a:lvl2pPr indent="-228600" lvl="1" marL="914400" algn="l">
              <a:spcBef>
                <a:spcPts val="900"/>
              </a:spcBef>
              <a:spcAft>
                <a:spcPts val="0"/>
              </a:spcAft>
              <a:buSzPts val="4350"/>
              <a:buNone/>
              <a:defRPr b="1" sz="3000"/>
            </a:lvl2pPr>
            <a:lvl3pPr indent="-228600" lvl="2" marL="1371600" algn="l">
              <a:spcBef>
                <a:spcPts val="900"/>
              </a:spcBef>
              <a:spcAft>
                <a:spcPts val="0"/>
              </a:spcAft>
              <a:buSzPts val="3915"/>
              <a:buNone/>
              <a:defRPr b="1" sz="2700"/>
            </a:lvl3pPr>
            <a:lvl4pPr indent="-228600" lvl="3" marL="1828800" algn="l">
              <a:spcBef>
                <a:spcPts val="900"/>
              </a:spcBef>
              <a:spcAft>
                <a:spcPts val="0"/>
              </a:spcAft>
              <a:buSzPts val="3480"/>
              <a:buNone/>
              <a:defRPr b="1" sz="2400"/>
            </a:lvl4pPr>
            <a:lvl5pPr indent="-228600" lvl="4" marL="2286000" algn="l">
              <a:spcBef>
                <a:spcPts val="900"/>
              </a:spcBef>
              <a:spcAft>
                <a:spcPts val="0"/>
              </a:spcAft>
              <a:buSzPts val="3480"/>
              <a:buNone/>
              <a:defRPr b="1" sz="2400"/>
            </a:lvl5pPr>
            <a:lvl6pPr indent="-228600" lvl="5" marL="2743200" algn="l">
              <a:spcBef>
                <a:spcPts val="900"/>
              </a:spcBef>
              <a:spcAft>
                <a:spcPts val="0"/>
              </a:spcAft>
              <a:buSzPts val="3480"/>
              <a:buNone/>
              <a:defRPr b="1" sz="2400"/>
            </a:lvl6pPr>
            <a:lvl7pPr indent="-228600" lvl="6" marL="3200400" algn="l">
              <a:spcBef>
                <a:spcPts val="900"/>
              </a:spcBef>
              <a:spcAft>
                <a:spcPts val="0"/>
              </a:spcAft>
              <a:buSzPts val="3480"/>
              <a:buNone/>
              <a:defRPr b="1" sz="2400"/>
            </a:lvl7pPr>
            <a:lvl8pPr indent="-228600" lvl="7" marL="3657600" algn="l">
              <a:spcBef>
                <a:spcPts val="900"/>
              </a:spcBef>
              <a:spcAft>
                <a:spcPts val="0"/>
              </a:spcAft>
              <a:buSzPts val="3480"/>
              <a:buNone/>
              <a:defRPr b="1" sz="2400"/>
            </a:lvl8pPr>
            <a:lvl9pPr indent="-228600" lvl="8" marL="4114800" algn="l">
              <a:spcBef>
                <a:spcPts val="900"/>
              </a:spcBef>
              <a:spcAft>
                <a:spcPts val="900"/>
              </a:spcAft>
              <a:buSzPts val="3480"/>
              <a:buNone/>
              <a:defRPr b="1" sz="2400"/>
            </a:lvl9pPr>
          </a:lstStyle>
          <a:p/>
        </p:txBody>
      </p:sp>
      <p:sp>
        <p:nvSpPr>
          <p:cNvPr id="59" name="Google Shape;59;p48"/>
          <p:cNvSpPr txBox="1"/>
          <p:nvPr>
            <p:ph idx="4" type="body"/>
          </p:nvPr>
        </p:nvSpPr>
        <p:spPr>
          <a:xfrm>
            <a:off x="9911951" y="5003006"/>
            <a:ext cx="7342584" cy="3683793"/>
          </a:xfrm>
          <a:prstGeom prst="rect">
            <a:avLst/>
          </a:prstGeom>
          <a:noFill/>
          <a:ln>
            <a:noFill/>
          </a:ln>
        </p:spPr>
        <p:txBody>
          <a:bodyPr anchorCtr="0" anchor="t"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60" name="Google Shape;60;p48"/>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8"/>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8"/>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49"/>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9"/>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9"/>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9"/>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50"/>
          <p:cNvSpPr txBox="1"/>
          <p:nvPr>
            <p:ph type="title"/>
          </p:nvPr>
        </p:nvSpPr>
        <p:spPr>
          <a:xfrm>
            <a:off x="2226469" y="2400300"/>
            <a:ext cx="5323682"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3600"/>
              <a:buFont typeface="Corbe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0"/>
          <p:cNvSpPr txBox="1"/>
          <p:nvPr>
            <p:ph idx="1" type="body"/>
          </p:nvPr>
        </p:nvSpPr>
        <p:spPr>
          <a:xfrm>
            <a:off x="7893050" y="1028699"/>
            <a:ext cx="9361485" cy="7658102"/>
          </a:xfrm>
          <a:prstGeom prst="rect">
            <a:avLst/>
          </a:prstGeom>
          <a:noFill/>
          <a:ln>
            <a:noFill/>
          </a:ln>
        </p:spPr>
        <p:txBody>
          <a:bodyPr anchorCtr="0" anchor="ctr" bIns="45700" lIns="91425" spcFirstLastPara="1" rIns="91425" wrap="square" tIns="45700">
            <a:normAutofit/>
          </a:bodyPr>
          <a:lstStyle>
            <a:lvl1pPr indent="-504825" lvl="0" marL="457200" algn="l">
              <a:spcBef>
                <a:spcPts val="600"/>
              </a:spcBef>
              <a:spcAft>
                <a:spcPts val="0"/>
              </a:spcAft>
              <a:buSzPts val="4350"/>
              <a:buChar char="•"/>
              <a:defRPr sz="3000"/>
            </a:lvl1pPr>
            <a:lvl2pPr indent="-477202" lvl="1" marL="914400" algn="l">
              <a:spcBef>
                <a:spcPts val="900"/>
              </a:spcBef>
              <a:spcAft>
                <a:spcPts val="0"/>
              </a:spcAft>
              <a:buSzPts val="3915"/>
              <a:buChar char="•"/>
              <a:defRPr sz="2700"/>
            </a:lvl2pPr>
            <a:lvl3pPr indent="-449580" lvl="2" marL="1371600" algn="l">
              <a:spcBef>
                <a:spcPts val="900"/>
              </a:spcBef>
              <a:spcAft>
                <a:spcPts val="0"/>
              </a:spcAft>
              <a:buSzPts val="3480"/>
              <a:buChar char="•"/>
              <a:defRPr sz="2400"/>
            </a:lvl3pPr>
            <a:lvl4pPr indent="-421957" lvl="3" marL="1828800" algn="l">
              <a:spcBef>
                <a:spcPts val="900"/>
              </a:spcBef>
              <a:spcAft>
                <a:spcPts val="0"/>
              </a:spcAft>
              <a:buSzPts val="3045"/>
              <a:buChar char="•"/>
              <a:defRPr sz="2100"/>
            </a:lvl4pPr>
            <a:lvl5pPr indent="-421957" lvl="4" marL="2286000" algn="l">
              <a:spcBef>
                <a:spcPts val="900"/>
              </a:spcBef>
              <a:spcAft>
                <a:spcPts val="0"/>
              </a:spcAft>
              <a:buSzPts val="3045"/>
              <a:buChar char="•"/>
              <a:defRPr sz="2100"/>
            </a:lvl5pPr>
            <a:lvl6pPr indent="-421957" lvl="5" marL="2743200" algn="l">
              <a:spcBef>
                <a:spcPts val="900"/>
              </a:spcBef>
              <a:spcAft>
                <a:spcPts val="0"/>
              </a:spcAft>
              <a:buSzPts val="3045"/>
              <a:buChar char="•"/>
              <a:defRPr sz="2100"/>
            </a:lvl6pPr>
            <a:lvl7pPr indent="-421957" lvl="6" marL="3200400" algn="l">
              <a:spcBef>
                <a:spcPts val="900"/>
              </a:spcBef>
              <a:spcAft>
                <a:spcPts val="0"/>
              </a:spcAft>
              <a:buSzPts val="3045"/>
              <a:buChar char="•"/>
              <a:defRPr sz="2100"/>
            </a:lvl7pPr>
            <a:lvl8pPr indent="-421957" lvl="7" marL="3657600" algn="l">
              <a:spcBef>
                <a:spcPts val="900"/>
              </a:spcBef>
              <a:spcAft>
                <a:spcPts val="0"/>
              </a:spcAft>
              <a:buSzPts val="3045"/>
              <a:buChar char="•"/>
              <a:defRPr sz="2100"/>
            </a:lvl8pPr>
            <a:lvl9pPr indent="-421957" lvl="8" marL="4114800" algn="l">
              <a:spcBef>
                <a:spcPts val="900"/>
              </a:spcBef>
              <a:spcAft>
                <a:spcPts val="900"/>
              </a:spcAft>
              <a:buSzPts val="3045"/>
              <a:buChar char="•"/>
              <a:defRPr sz="2100"/>
            </a:lvl9pPr>
          </a:lstStyle>
          <a:p/>
        </p:txBody>
      </p:sp>
      <p:sp>
        <p:nvSpPr>
          <p:cNvPr id="71" name="Google Shape;71;p50"/>
          <p:cNvSpPr txBox="1"/>
          <p:nvPr>
            <p:ph idx="2" type="body"/>
          </p:nvPr>
        </p:nvSpPr>
        <p:spPr>
          <a:xfrm>
            <a:off x="2226469" y="4457700"/>
            <a:ext cx="5323682" cy="2743200"/>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3480"/>
              <a:buNone/>
              <a:defRPr sz="24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72" name="Google Shape;72;p50"/>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0"/>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50"/>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51"/>
          <p:cNvSpPr txBox="1"/>
          <p:nvPr>
            <p:ph type="title"/>
          </p:nvPr>
        </p:nvSpPr>
        <p:spPr>
          <a:xfrm>
            <a:off x="2224086" y="2628899"/>
            <a:ext cx="8139237"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4200"/>
              <a:buFont typeface="Corbel"/>
              <a:buNone/>
              <a:defRPr b="0"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1"/>
          <p:cNvSpPr/>
          <p:nvPr>
            <p:ph idx="2" type="pic"/>
          </p:nvPr>
        </p:nvSpPr>
        <p:spPr>
          <a:xfrm>
            <a:off x="11392023" y="1371600"/>
            <a:ext cx="4921461" cy="6858000"/>
          </a:xfrm>
          <a:prstGeom prst="roundRect">
            <a:avLst>
              <a:gd fmla="val 4280" name="adj"/>
            </a:avLst>
          </a:prstGeom>
          <a:noFill/>
          <a:ln cap="flat" cmpd="sng" w="38100">
            <a:solidFill>
              <a:schemeClr val="lt2"/>
            </a:solidFill>
            <a:prstDash val="solid"/>
            <a:round/>
            <a:headEnd len="sm" w="sm" type="none"/>
            <a:tailEnd len="sm" w="sm" type="none"/>
          </a:ln>
        </p:spPr>
      </p:sp>
      <p:sp>
        <p:nvSpPr>
          <p:cNvPr id="78" name="Google Shape;78;p51"/>
          <p:cNvSpPr txBox="1"/>
          <p:nvPr>
            <p:ph idx="1" type="body"/>
          </p:nvPr>
        </p:nvSpPr>
        <p:spPr>
          <a:xfrm>
            <a:off x="2224086" y="4686299"/>
            <a:ext cx="8139237" cy="2743200"/>
          </a:xfrm>
          <a:prstGeom prst="rect">
            <a:avLst/>
          </a:prstGeom>
          <a:noFill/>
          <a:ln>
            <a:noFill/>
          </a:ln>
        </p:spPr>
        <p:txBody>
          <a:bodyPr anchorCtr="0" anchor="ctr" bIns="45700" lIns="91425" spcFirstLastPara="1" rIns="91425" wrap="square" tIns="45700">
            <a:normAutofit/>
          </a:bodyPr>
          <a:lstStyle>
            <a:lvl1pPr indent="-228600" lvl="0" marL="457200" algn="ctr">
              <a:spcBef>
                <a:spcPts val="540"/>
              </a:spcBef>
              <a:spcAft>
                <a:spcPts val="0"/>
              </a:spcAft>
              <a:buSzPts val="3915"/>
              <a:buNone/>
              <a:defRPr sz="27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79" name="Google Shape;79;p51"/>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51"/>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1"/>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2" name="Shape 82"/>
        <p:cNvGrpSpPr/>
        <p:nvPr/>
      </p:nvGrpSpPr>
      <p:grpSpPr>
        <a:xfrm>
          <a:off x="0" y="0"/>
          <a:ext cx="0" cy="0"/>
          <a:chOff x="0" y="0"/>
          <a:chExt cx="0" cy="0"/>
        </a:xfrm>
      </p:grpSpPr>
      <p:sp>
        <p:nvSpPr>
          <p:cNvPr id="83" name="Google Shape;83;p52"/>
          <p:cNvSpPr txBox="1"/>
          <p:nvPr>
            <p:ph type="title"/>
          </p:nvPr>
        </p:nvSpPr>
        <p:spPr>
          <a:xfrm>
            <a:off x="2226467" y="7099298"/>
            <a:ext cx="15028067" cy="850107"/>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3600"/>
              <a:buFont typeface="Corbe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2"/>
          <p:cNvSpPr/>
          <p:nvPr>
            <p:ph idx="2" type="pic"/>
          </p:nvPr>
        </p:nvSpPr>
        <p:spPr>
          <a:xfrm>
            <a:off x="3579018" y="1398168"/>
            <a:ext cx="12338916" cy="4747464"/>
          </a:xfrm>
          <a:prstGeom prst="roundRect">
            <a:avLst>
              <a:gd fmla="val 4380" name="adj"/>
            </a:avLst>
          </a:prstGeom>
          <a:noFill/>
          <a:ln cap="flat" cmpd="sng" w="38100">
            <a:solidFill>
              <a:schemeClr val="lt2"/>
            </a:solidFill>
            <a:prstDash val="solid"/>
            <a:round/>
            <a:headEnd len="sm" w="sm" type="none"/>
            <a:tailEnd len="sm" w="sm" type="none"/>
          </a:ln>
        </p:spPr>
      </p:sp>
      <p:sp>
        <p:nvSpPr>
          <p:cNvPr id="85" name="Google Shape;85;p52"/>
          <p:cNvSpPr txBox="1"/>
          <p:nvPr>
            <p:ph idx="1" type="body"/>
          </p:nvPr>
        </p:nvSpPr>
        <p:spPr>
          <a:xfrm>
            <a:off x="2226467" y="7949405"/>
            <a:ext cx="15028067" cy="740568"/>
          </a:xfrm>
          <a:prstGeom prst="rect">
            <a:avLst/>
          </a:prstGeom>
          <a:noFill/>
          <a:ln>
            <a:noFill/>
          </a:ln>
        </p:spPr>
        <p:txBody>
          <a:bodyPr anchorCtr="0" anchor="ctr" bIns="45700" lIns="91425" spcFirstLastPara="1" rIns="91425" wrap="square" tIns="45700">
            <a:normAutofit/>
          </a:bodyPr>
          <a:lstStyle>
            <a:lvl1pPr indent="-228600" lvl="0" marL="457200" algn="ctr">
              <a:spcBef>
                <a:spcPts val="420"/>
              </a:spcBef>
              <a:spcAft>
                <a:spcPts val="0"/>
              </a:spcAft>
              <a:buSzPts val="3045"/>
              <a:buNone/>
              <a:defRPr sz="21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86" name="Google Shape;86;p52"/>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2"/>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2"/>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9" name="Shape 89"/>
        <p:cNvGrpSpPr/>
        <p:nvPr/>
      </p:nvGrpSpPr>
      <p:grpSpPr>
        <a:xfrm>
          <a:off x="0" y="0"/>
          <a:ext cx="0" cy="0"/>
          <a:chOff x="0" y="0"/>
          <a:chExt cx="0" cy="0"/>
        </a:xfrm>
      </p:grpSpPr>
      <p:sp>
        <p:nvSpPr>
          <p:cNvPr id="90" name="Google Shape;90;p53"/>
          <p:cNvSpPr txBox="1"/>
          <p:nvPr>
            <p:ph type="title"/>
          </p:nvPr>
        </p:nvSpPr>
        <p:spPr>
          <a:xfrm>
            <a:off x="2226469" y="1028700"/>
            <a:ext cx="15028067" cy="4572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3"/>
          <p:cNvSpPr txBox="1"/>
          <p:nvPr>
            <p:ph idx="1" type="body"/>
          </p:nvPr>
        </p:nvSpPr>
        <p:spPr>
          <a:xfrm>
            <a:off x="2226469" y="6515100"/>
            <a:ext cx="15028070" cy="2171700"/>
          </a:xfrm>
          <a:prstGeom prst="rect">
            <a:avLst/>
          </a:prstGeom>
          <a:noFill/>
          <a:ln>
            <a:noFill/>
          </a:ln>
        </p:spPr>
        <p:txBody>
          <a:bodyPr anchorCtr="0" anchor="ctr" bIns="45700" lIns="91425" spcFirstLastPara="1" rIns="91425" wrap="square" tIns="45700">
            <a:normAutofit/>
          </a:bodyPr>
          <a:lstStyle>
            <a:lvl1pPr indent="-228600" lvl="0" marL="457200" algn="ct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92" name="Google Shape;92;p53"/>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3"/>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3"/>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5" name="Shape 95"/>
        <p:cNvGrpSpPr/>
        <p:nvPr/>
      </p:nvGrpSpPr>
      <p:grpSpPr>
        <a:xfrm>
          <a:off x="0" y="0"/>
          <a:ext cx="0" cy="0"/>
          <a:chOff x="0" y="0"/>
          <a:chExt cx="0" cy="0"/>
        </a:xfrm>
      </p:grpSpPr>
      <p:sp>
        <p:nvSpPr>
          <p:cNvPr id="96" name="Google Shape;96;p54"/>
          <p:cNvSpPr txBox="1"/>
          <p:nvPr/>
        </p:nvSpPr>
        <p:spPr>
          <a:xfrm>
            <a:off x="2397918" y="1294535"/>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97" name="Google Shape;97;p54"/>
          <p:cNvSpPr txBox="1"/>
          <p:nvPr/>
        </p:nvSpPr>
        <p:spPr>
          <a:xfrm>
            <a:off x="16340138" y="4229099"/>
            <a:ext cx="914400" cy="877164"/>
          </a:xfrm>
          <a:prstGeom prst="rect">
            <a:avLst/>
          </a:prstGeom>
          <a:noFill/>
          <a:ln>
            <a:noFill/>
          </a:ln>
        </p:spPr>
        <p:txBody>
          <a:bodyPr anchorCtr="0" anchor="ctr" bIns="68575" lIns="137150" spcFirstLastPara="1" rIns="137150" wrap="square" tIns="68575">
            <a:noAutofit/>
          </a:bodyPr>
          <a:lstStyle/>
          <a:p>
            <a:pPr indent="0" lvl="0" marL="0" marR="0" rtl="0" algn="r">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98" name="Google Shape;98;p54"/>
          <p:cNvSpPr txBox="1"/>
          <p:nvPr>
            <p:ph type="title"/>
          </p:nvPr>
        </p:nvSpPr>
        <p:spPr>
          <a:xfrm>
            <a:off x="3312318" y="1028701"/>
            <a:ext cx="13485018" cy="41147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54"/>
          <p:cNvSpPr txBox="1"/>
          <p:nvPr>
            <p:ph idx="1" type="body"/>
          </p:nvPr>
        </p:nvSpPr>
        <p:spPr>
          <a:xfrm>
            <a:off x="3655217" y="5143499"/>
            <a:ext cx="12799223" cy="571500"/>
          </a:xfrm>
          <a:prstGeom prst="rect">
            <a:avLst/>
          </a:prstGeom>
          <a:noFill/>
          <a:ln>
            <a:noFill/>
          </a:ln>
        </p:spPr>
        <p:txBody>
          <a:bodyPr anchorCtr="0" anchor="ctr" bIns="45700" lIns="91425" spcFirstLastPara="1" rIns="91425" wrap="square" tIns="45700">
            <a:normAutofit/>
          </a:bodyPr>
          <a:lstStyle>
            <a:lvl1pPr indent="-228600" lvl="0" marL="457200" algn="l">
              <a:spcBef>
                <a:spcPts val="540"/>
              </a:spcBef>
              <a:spcAft>
                <a:spcPts val="0"/>
              </a:spcAft>
              <a:buSzPts val="3915"/>
              <a:buFont typeface="Corbel"/>
              <a:buNone/>
              <a:defRPr sz="2700"/>
            </a:lvl1pPr>
            <a:lvl2pPr indent="-228600" lvl="1" marL="914400" algn="l">
              <a:spcBef>
                <a:spcPts val="900"/>
              </a:spcBef>
              <a:spcAft>
                <a:spcPts val="0"/>
              </a:spcAft>
              <a:buSzPts val="4350"/>
              <a:buFont typeface="Corbel"/>
              <a:buNone/>
              <a:defRPr/>
            </a:lvl2pPr>
            <a:lvl3pPr indent="-228600" lvl="2" marL="1371600" algn="l">
              <a:spcBef>
                <a:spcPts val="900"/>
              </a:spcBef>
              <a:spcAft>
                <a:spcPts val="0"/>
              </a:spcAft>
              <a:buSzPts val="3915"/>
              <a:buFont typeface="Corbel"/>
              <a:buNone/>
              <a:defRPr/>
            </a:lvl3pPr>
            <a:lvl4pPr indent="-228600" lvl="3" marL="1828800" algn="l">
              <a:spcBef>
                <a:spcPts val="900"/>
              </a:spcBef>
              <a:spcAft>
                <a:spcPts val="0"/>
              </a:spcAft>
              <a:buSzPts val="3480"/>
              <a:buFont typeface="Corbel"/>
              <a:buNone/>
              <a:defRPr/>
            </a:lvl4pPr>
            <a:lvl5pPr indent="-228600" lvl="4" marL="2286000" algn="l">
              <a:spcBef>
                <a:spcPts val="900"/>
              </a:spcBef>
              <a:spcAft>
                <a:spcPts val="0"/>
              </a:spcAft>
              <a:buSzPts val="3045"/>
              <a:buFont typeface="Corbel"/>
              <a:buNone/>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00" name="Google Shape;100;p54"/>
          <p:cNvSpPr txBox="1"/>
          <p:nvPr>
            <p:ph idx="2" type="body"/>
          </p:nvPr>
        </p:nvSpPr>
        <p:spPr>
          <a:xfrm>
            <a:off x="2226467" y="6515100"/>
            <a:ext cx="15028067" cy="2171700"/>
          </a:xfrm>
          <a:prstGeom prst="rect">
            <a:avLst/>
          </a:prstGeom>
          <a:noFill/>
          <a:ln>
            <a:noFill/>
          </a:ln>
        </p:spPr>
        <p:txBody>
          <a:bodyPr anchorCtr="0" anchor="ctr" bIns="45700" lIns="91425" spcFirstLastPara="1" rIns="91425" wrap="square" tIns="45700">
            <a:normAutofit/>
          </a:bodyPr>
          <a:lstStyle>
            <a:lvl1pPr indent="-228600" lvl="0" marL="457200" algn="ct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01" name="Google Shape;101;p54"/>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4"/>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54"/>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4" name="Shape 104"/>
        <p:cNvGrpSpPr/>
        <p:nvPr/>
      </p:nvGrpSpPr>
      <p:grpSpPr>
        <a:xfrm>
          <a:off x="0" y="0"/>
          <a:ext cx="0" cy="0"/>
          <a:chOff x="0" y="0"/>
          <a:chExt cx="0" cy="0"/>
        </a:xfrm>
      </p:grpSpPr>
      <p:sp>
        <p:nvSpPr>
          <p:cNvPr id="105" name="Google Shape;105;p55"/>
          <p:cNvSpPr txBox="1"/>
          <p:nvPr>
            <p:ph type="title"/>
          </p:nvPr>
        </p:nvSpPr>
        <p:spPr>
          <a:xfrm>
            <a:off x="2226470" y="4962872"/>
            <a:ext cx="15028064" cy="22032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800"/>
              <a:buFont typeface="Corbel"/>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5"/>
          <p:cNvSpPr txBox="1"/>
          <p:nvPr>
            <p:ph idx="1" type="body"/>
          </p:nvPr>
        </p:nvSpPr>
        <p:spPr>
          <a:xfrm>
            <a:off x="2226468" y="7166072"/>
            <a:ext cx="15028065" cy="12906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07" name="Google Shape;107;p55"/>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55"/>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5"/>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0" name="Shape 110"/>
        <p:cNvGrpSpPr/>
        <p:nvPr/>
      </p:nvGrpSpPr>
      <p:grpSpPr>
        <a:xfrm>
          <a:off x="0" y="0"/>
          <a:ext cx="0" cy="0"/>
          <a:chOff x="0" y="0"/>
          <a:chExt cx="0" cy="0"/>
        </a:xfrm>
      </p:grpSpPr>
      <p:sp>
        <p:nvSpPr>
          <p:cNvPr id="111" name="Google Shape;111;p56"/>
          <p:cNvSpPr txBox="1"/>
          <p:nvPr/>
        </p:nvSpPr>
        <p:spPr>
          <a:xfrm>
            <a:off x="2397918" y="1294535"/>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112" name="Google Shape;112;p56"/>
          <p:cNvSpPr txBox="1"/>
          <p:nvPr/>
        </p:nvSpPr>
        <p:spPr>
          <a:xfrm>
            <a:off x="16340138" y="4229099"/>
            <a:ext cx="914400" cy="877164"/>
          </a:xfrm>
          <a:prstGeom prst="rect">
            <a:avLst/>
          </a:prstGeom>
          <a:noFill/>
          <a:ln>
            <a:noFill/>
          </a:ln>
        </p:spPr>
        <p:txBody>
          <a:bodyPr anchorCtr="0" anchor="ctr" bIns="68575" lIns="137150" spcFirstLastPara="1" rIns="137150" wrap="square" tIns="68575">
            <a:noAutofit/>
          </a:bodyPr>
          <a:lstStyle/>
          <a:p>
            <a:pPr indent="0" lvl="0" marL="0" marR="0" rtl="0" algn="r">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113" name="Google Shape;113;p56"/>
          <p:cNvSpPr txBox="1"/>
          <p:nvPr>
            <p:ph type="title"/>
          </p:nvPr>
        </p:nvSpPr>
        <p:spPr>
          <a:xfrm>
            <a:off x="3312318" y="1028701"/>
            <a:ext cx="13485018" cy="41147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56"/>
          <p:cNvSpPr txBox="1"/>
          <p:nvPr>
            <p:ph idx="1" type="body"/>
          </p:nvPr>
        </p:nvSpPr>
        <p:spPr>
          <a:xfrm>
            <a:off x="2226470" y="5829300"/>
            <a:ext cx="15028065" cy="1333500"/>
          </a:xfrm>
          <a:prstGeom prst="rect">
            <a:avLst/>
          </a:prstGeom>
          <a:noFill/>
          <a:ln>
            <a:noFill/>
          </a:ln>
        </p:spPr>
        <p:txBody>
          <a:bodyPr anchorCtr="0" anchor="b" bIns="45700" lIns="91425" spcFirstLastPara="1" rIns="91425" wrap="square" tIns="45700">
            <a:normAutofit/>
          </a:bodyPr>
          <a:lstStyle>
            <a:lvl1pPr indent="-228600" lvl="0" marL="457200" algn="r">
              <a:spcBef>
                <a:spcPts val="720"/>
              </a:spcBef>
              <a:spcAft>
                <a:spcPts val="0"/>
              </a:spcAft>
              <a:buSzPts val="5220"/>
              <a:buNone/>
              <a:defRPr b="0" sz="3600" cap="none">
                <a:solidFill>
                  <a:schemeClr val="dk1"/>
                </a:solidFill>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15" name="Google Shape;115;p56"/>
          <p:cNvSpPr txBox="1"/>
          <p:nvPr>
            <p:ph idx="2" type="body"/>
          </p:nvPr>
        </p:nvSpPr>
        <p:spPr>
          <a:xfrm>
            <a:off x="2226468" y="7162800"/>
            <a:ext cx="15028065" cy="1524000"/>
          </a:xfrm>
          <a:prstGeom prst="rect">
            <a:avLst/>
          </a:prstGeom>
          <a:noFill/>
          <a:ln>
            <a:noFill/>
          </a:ln>
        </p:spPr>
        <p:txBody>
          <a:bodyPr anchorCtr="0" anchor="t" bIns="45700" lIns="91425" spcFirstLastPara="1" rIns="91425" wrap="square" tIns="45700">
            <a:normAutofit/>
          </a:bodyPr>
          <a:lstStyle>
            <a:lvl1pPr indent="-228600" lvl="0" marL="457200" algn="r">
              <a:spcBef>
                <a:spcPts val="540"/>
              </a:spcBef>
              <a:spcAft>
                <a:spcPts val="0"/>
              </a:spcAft>
              <a:buSzPts val="3915"/>
              <a:buNone/>
              <a:defRPr sz="27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16" name="Google Shape;116;p56"/>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6"/>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56"/>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19" name="Shape 119"/>
        <p:cNvGrpSpPr/>
        <p:nvPr/>
      </p:nvGrpSpPr>
      <p:grpSpPr>
        <a:xfrm>
          <a:off x="0" y="0"/>
          <a:ext cx="0" cy="0"/>
          <a:chOff x="0" y="0"/>
          <a:chExt cx="0" cy="0"/>
        </a:xfrm>
      </p:grpSpPr>
      <p:sp>
        <p:nvSpPr>
          <p:cNvPr id="120" name="Google Shape;120;p57"/>
          <p:cNvSpPr txBox="1"/>
          <p:nvPr>
            <p:ph type="title"/>
          </p:nvPr>
        </p:nvSpPr>
        <p:spPr>
          <a:xfrm>
            <a:off x="2226470" y="1028701"/>
            <a:ext cx="15028068" cy="409098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57"/>
          <p:cNvSpPr txBox="1"/>
          <p:nvPr>
            <p:ph idx="1" type="body"/>
          </p:nvPr>
        </p:nvSpPr>
        <p:spPr>
          <a:xfrm>
            <a:off x="2226469" y="5257800"/>
            <a:ext cx="15028070" cy="1257300"/>
          </a:xfrm>
          <a:prstGeom prst="rect">
            <a:avLst/>
          </a:prstGeom>
          <a:noFill/>
          <a:ln>
            <a:noFill/>
          </a:ln>
        </p:spPr>
        <p:txBody>
          <a:bodyPr anchorCtr="0" anchor="b" bIns="45700" lIns="91425" spcFirstLastPara="1" rIns="91425" wrap="square" tIns="45700">
            <a:normAutofit/>
          </a:bodyPr>
          <a:lstStyle>
            <a:lvl1pPr indent="-228600" lvl="0" marL="457200" algn="l">
              <a:spcBef>
                <a:spcPts val="840"/>
              </a:spcBef>
              <a:spcAft>
                <a:spcPts val="0"/>
              </a:spcAft>
              <a:buSzPts val="6090"/>
              <a:buNone/>
              <a:defRPr b="0" sz="4200" cap="none">
                <a:solidFill>
                  <a:schemeClr val="dk1"/>
                </a:solidFill>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22" name="Google Shape;122;p57"/>
          <p:cNvSpPr txBox="1"/>
          <p:nvPr>
            <p:ph idx="2" type="body"/>
          </p:nvPr>
        </p:nvSpPr>
        <p:spPr>
          <a:xfrm>
            <a:off x="2226467" y="6515100"/>
            <a:ext cx="15028070" cy="2171700"/>
          </a:xfrm>
          <a:prstGeom prst="rect">
            <a:avLst/>
          </a:prstGeom>
          <a:noFill/>
          <a:ln>
            <a:noFill/>
          </a:ln>
        </p:spPr>
        <p:txBody>
          <a:bodyPr anchorCtr="0" anchor="t" bIns="45700" lIns="91425" spcFirstLastPara="1" rIns="91425" wrap="square" tIns="45700">
            <a:normAutofit/>
          </a:bodyPr>
          <a:lstStyle>
            <a:lvl1pPr indent="-228600" lvl="0" marL="457200" algn="l">
              <a:spcBef>
                <a:spcPts val="540"/>
              </a:spcBef>
              <a:spcAft>
                <a:spcPts val="0"/>
              </a:spcAft>
              <a:buSzPts val="3915"/>
              <a:buNone/>
              <a:defRPr sz="27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23" name="Google Shape;123;p57"/>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57"/>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57"/>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6" name="Shape 126"/>
        <p:cNvGrpSpPr/>
        <p:nvPr/>
      </p:nvGrpSpPr>
      <p:grpSpPr>
        <a:xfrm>
          <a:off x="0" y="0"/>
          <a:ext cx="0" cy="0"/>
          <a:chOff x="0" y="0"/>
          <a:chExt cx="0" cy="0"/>
        </a:xfrm>
      </p:grpSpPr>
      <p:sp>
        <p:nvSpPr>
          <p:cNvPr id="127" name="Google Shape;127;p58"/>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58"/>
          <p:cNvSpPr txBox="1"/>
          <p:nvPr>
            <p:ph idx="1" type="body"/>
          </p:nvPr>
        </p:nvSpPr>
        <p:spPr>
          <a:xfrm rot="5400000">
            <a:off x="7397350" y="-1170385"/>
            <a:ext cx="4686302" cy="15028070"/>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29" name="Google Shape;129;p58"/>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58"/>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58"/>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2" name="Shape 132"/>
        <p:cNvGrpSpPr/>
        <p:nvPr/>
      </p:nvGrpSpPr>
      <p:grpSpPr>
        <a:xfrm>
          <a:off x="0" y="0"/>
          <a:ext cx="0" cy="0"/>
          <a:chOff x="0" y="0"/>
          <a:chExt cx="0" cy="0"/>
        </a:xfrm>
      </p:grpSpPr>
      <p:sp>
        <p:nvSpPr>
          <p:cNvPr id="133" name="Google Shape;133;p59"/>
          <p:cNvSpPr txBox="1"/>
          <p:nvPr>
            <p:ph type="title"/>
          </p:nvPr>
        </p:nvSpPr>
        <p:spPr>
          <a:xfrm rot="5400000">
            <a:off x="12097710" y="3529973"/>
            <a:ext cx="7658100" cy="2655554"/>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59"/>
          <p:cNvSpPr txBox="1"/>
          <p:nvPr>
            <p:ph idx="1" type="body"/>
          </p:nvPr>
        </p:nvSpPr>
        <p:spPr>
          <a:xfrm rot="5400000">
            <a:off x="4412225" y="-1157057"/>
            <a:ext cx="7658100" cy="12029613"/>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35" name="Google Shape;135;p59"/>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59"/>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59"/>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1" name="Shape 151"/>
        <p:cNvGrpSpPr/>
        <p:nvPr/>
      </p:nvGrpSpPr>
      <p:grpSpPr>
        <a:xfrm>
          <a:off x="0" y="0"/>
          <a:ext cx="0" cy="0"/>
          <a:chOff x="0" y="0"/>
          <a:chExt cx="0" cy="0"/>
        </a:xfrm>
      </p:grpSpPr>
      <p:sp>
        <p:nvSpPr>
          <p:cNvPr id="152" name="Google Shape;152;p44"/>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44"/>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54" name="Google Shape;154;p44"/>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44"/>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44"/>
          <p:cNvSpPr txBox="1"/>
          <p:nvPr>
            <p:ph idx="12" type="sldNum"/>
          </p:nvPr>
        </p:nvSpPr>
        <p:spPr>
          <a:xfrm>
            <a:off x="16427785" y="8800697"/>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lt1"/>
              </a:buClr>
              <a:buSzPts val="1500"/>
              <a:buFont typeface="Corbel"/>
              <a:buNone/>
              <a:defRPr/>
            </a:lvl1pPr>
            <a:lvl2pPr indent="0" lvl="1" marL="0" algn="r">
              <a:spcBef>
                <a:spcPts val="0"/>
              </a:spcBef>
              <a:spcAft>
                <a:spcPts val="0"/>
              </a:spcAft>
              <a:buClr>
                <a:schemeClr val="lt1"/>
              </a:buClr>
              <a:buSzPts val="1500"/>
              <a:buFont typeface="Corbel"/>
              <a:buNone/>
              <a:defRPr/>
            </a:lvl2pPr>
            <a:lvl3pPr indent="0" lvl="2" marL="0" algn="r">
              <a:spcBef>
                <a:spcPts val="0"/>
              </a:spcBef>
              <a:spcAft>
                <a:spcPts val="0"/>
              </a:spcAft>
              <a:buClr>
                <a:schemeClr val="lt1"/>
              </a:buClr>
              <a:buSzPts val="1500"/>
              <a:buFont typeface="Corbel"/>
              <a:buNone/>
              <a:defRPr/>
            </a:lvl3pPr>
            <a:lvl4pPr indent="0" lvl="3" marL="0" algn="r">
              <a:spcBef>
                <a:spcPts val="0"/>
              </a:spcBef>
              <a:spcAft>
                <a:spcPts val="0"/>
              </a:spcAft>
              <a:buClr>
                <a:schemeClr val="lt1"/>
              </a:buClr>
              <a:buSzPts val="1500"/>
              <a:buFont typeface="Corbel"/>
              <a:buNone/>
              <a:defRPr/>
            </a:lvl4pPr>
            <a:lvl5pPr indent="0" lvl="4" marL="0" algn="r">
              <a:spcBef>
                <a:spcPts val="0"/>
              </a:spcBef>
              <a:spcAft>
                <a:spcPts val="0"/>
              </a:spcAft>
              <a:buClr>
                <a:schemeClr val="lt1"/>
              </a:buClr>
              <a:buSzPts val="1500"/>
              <a:buFont typeface="Corbel"/>
              <a:buNone/>
              <a:defRPr/>
            </a:lvl5pPr>
            <a:lvl6pPr indent="0" lvl="5" marL="0" algn="r">
              <a:spcBef>
                <a:spcPts val="0"/>
              </a:spcBef>
              <a:spcAft>
                <a:spcPts val="0"/>
              </a:spcAft>
              <a:buClr>
                <a:schemeClr val="lt1"/>
              </a:buClr>
              <a:buSzPts val="1500"/>
              <a:buFont typeface="Corbel"/>
              <a:buNone/>
              <a:defRPr/>
            </a:lvl6pPr>
            <a:lvl7pPr indent="0" lvl="6" marL="0" algn="r">
              <a:spcBef>
                <a:spcPts val="0"/>
              </a:spcBef>
              <a:spcAft>
                <a:spcPts val="0"/>
              </a:spcAft>
              <a:buClr>
                <a:schemeClr val="lt1"/>
              </a:buClr>
              <a:buSzPts val="1500"/>
              <a:buFont typeface="Corbel"/>
              <a:buNone/>
              <a:defRPr/>
            </a:lvl7pPr>
            <a:lvl8pPr indent="0" lvl="7" marL="0" algn="r">
              <a:spcBef>
                <a:spcPts val="0"/>
              </a:spcBef>
              <a:spcAft>
                <a:spcPts val="0"/>
              </a:spcAft>
              <a:buClr>
                <a:schemeClr val="lt1"/>
              </a:buClr>
              <a:buSzPts val="1500"/>
              <a:buFont typeface="Corbel"/>
              <a:buNone/>
              <a:defRPr/>
            </a:lvl8pPr>
            <a:lvl9pPr indent="0" lvl="8" marL="0" algn="r">
              <a:spcBef>
                <a:spcPts val="0"/>
              </a:spcBef>
              <a:spcAft>
                <a:spcPts val="0"/>
              </a:spcAft>
              <a:buClr>
                <a:schemeClr val="lt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8.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40"/>
          <p:cNvGrpSpPr/>
          <p:nvPr/>
        </p:nvGrpSpPr>
        <p:grpSpPr>
          <a:xfrm>
            <a:off x="226219" y="1"/>
            <a:ext cx="3655220" cy="10287002"/>
            <a:chOff x="1320800" y="0"/>
            <a:chExt cx="2436813" cy="6858001"/>
          </a:xfrm>
        </p:grpSpPr>
        <p:sp>
          <p:nvSpPr>
            <p:cNvPr id="7" name="Google Shape;7;p40"/>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8" name="Google Shape;8;p40"/>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sp>
        <p:sp>
          <p:nvSpPr>
            <p:cNvPr id="9" name="Google Shape;9;p40"/>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sp>
        <p:sp>
          <p:nvSpPr>
            <p:cNvPr id="10" name="Google Shape;10;p40"/>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1" name="Google Shape;11;p40"/>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2" name="Google Shape;12;p40"/>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3" name="Google Shape;13;p40"/>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6000"/>
              <a:buFont typeface="Corbel"/>
              <a:buNone/>
              <a:defRPr b="0" i="0" sz="6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4" name="Google Shape;14;p40"/>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560070" lvl="0" marL="457200" marR="0" rtl="0" algn="l">
              <a:spcBef>
                <a:spcPts val="720"/>
              </a:spcBef>
              <a:spcAft>
                <a:spcPts val="0"/>
              </a:spcAft>
              <a:buClr>
                <a:srgbClr val="1186C3"/>
              </a:buClr>
              <a:buSzPts val="5220"/>
              <a:buFont typeface="Arial"/>
              <a:buChar char="•"/>
              <a:defRPr b="0" i="0" sz="3600" u="none" cap="none" strike="noStrike">
                <a:solidFill>
                  <a:schemeClr val="dk1"/>
                </a:solidFill>
                <a:latin typeface="Corbel"/>
                <a:ea typeface="Corbel"/>
                <a:cs typeface="Corbel"/>
                <a:sym typeface="Corbel"/>
              </a:defRPr>
            </a:lvl1pPr>
            <a:lvl2pPr indent="-504825" lvl="1" marL="914400" marR="0" rtl="0" algn="l">
              <a:spcBef>
                <a:spcPts val="900"/>
              </a:spcBef>
              <a:spcAft>
                <a:spcPts val="0"/>
              </a:spcAft>
              <a:buClr>
                <a:srgbClr val="1186C3"/>
              </a:buClr>
              <a:buSzPts val="4350"/>
              <a:buFont typeface="Arial"/>
              <a:buChar char="•"/>
              <a:defRPr b="0" i="0" sz="3000" u="none" cap="none" strike="noStrike">
                <a:solidFill>
                  <a:schemeClr val="dk1"/>
                </a:solidFill>
                <a:latin typeface="Corbel"/>
                <a:ea typeface="Corbel"/>
                <a:cs typeface="Corbel"/>
                <a:sym typeface="Corbel"/>
              </a:defRPr>
            </a:lvl2pPr>
            <a:lvl3pPr indent="-477202" lvl="2" marL="1371600" marR="0" rtl="0" algn="l">
              <a:spcBef>
                <a:spcPts val="900"/>
              </a:spcBef>
              <a:spcAft>
                <a:spcPts val="0"/>
              </a:spcAft>
              <a:buClr>
                <a:srgbClr val="1186C3"/>
              </a:buClr>
              <a:buSzPts val="3915"/>
              <a:buFont typeface="Arial"/>
              <a:buChar char="•"/>
              <a:defRPr b="0" i="0" sz="2700" u="none" cap="none" strike="noStrike">
                <a:solidFill>
                  <a:schemeClr val="dk1"/>
                </a:solidFill>
                <a:latin typeface="Corbel"/>
                <a:ea typeface="Corbel"/>
                <a:cs typeface="Corbel"/>
                <a:sym typeface="Corbel"/>
              </a:defRPr>
            </a:lvl3pPr>
            <a:lvl4pPr indent="-449580" lvl="3" marL="1828800" marR="0" rtl="0" algn="l">
              <a:spcBef>
                <a:spcPts val="900"/>
              </a:spcBef>
              <a:spcAft>
                <a:spcPts val="0"/>
              </a:spcAft>
              <a:buClr>
                <a:srgbClr val="1186C3"/>
              </a:buClr>
              <a:buSzPts val="3480"/>
              <a:buFont typeface="Arial"/>
              <a:buChar char="•"/>
              <a:defRPr b="0" i="0" sz="2400" u="none" cap="none" strike="noStrike">
                <a:solidFill>
                  <a:schemeClr val="dk1"/>
                </a:solidFill>
                <a:latin typeface="Corbel"/>
                <a:ea typeface="Corbel"/>
                <a:cs typeface="Corbel"/>
                <a:sym typeface="Corbel"/>
              </a:defRPr>
            </a:lvl4pPr>
            <a:lvl5pPr indent="-421957" lvl="4" marL="22860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5pPr>
            <a:lvl6pPr indent="-421957" lvl="5" marL="27432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6pPr>
            <a:lvl7pPr indent="-421957" lvl="6" marL="32004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7pPr>
            <a:lvl8pPr indent="-421957" lvl="7" marL="36576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8pPr>
            <a:lvl9pPr indent="-421957" lvl="8" marL="4114800" marR="0" rtl="0" algn="l">
              <a:spcBef>
                <a:spcPts val="900"/>
              </a:spcBef>
              <a:spcAft>
                <a:spcPts val="900"/>
              </a:spcAft>
              <a:buClr>
                <a:srgbClr val="1186C3"/>
              </a:buClr>
              <a:buSzPts val="3045"/>
              <a:buFont typeface="Arial"/>
              <a:buChar char="•"/>
              <a:defRPr b="0" i="0" sz="2100" u="none" cap="none" strike="noStrike">
                <a:solidFill>
                  <a:schemeClr val="dk1"/>
                </a:solidFill>
                <a:latin typeface="Corbel"/>
                <a:ea typeface="Corbel"/>
                <a:cs typeface="Corbel"/>
                <a:sym typeface="Corbel"/>
              </a:defRPr>
            </a:lvl9pPr>
          </a:lstStyle>
          <a:p/>
        </p:txBody>
      </p:sp>
      <p:sp>
        <p:nvSpPr>
          <p:cNvPr id="15" name="Google Shape;15;p40"/>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40"/>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7" name="Google Shape;17;p40"/>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1pPr>
            <a:lvl2pPr indent="0" lvl="1"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2pPr>
            <a:lvl3pPr indent="0" lvl="2"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3pPr>
            <a:lvl4pPr indent="0" lvl="3"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4pPr>
            <a:lvl5pPr indent="0" lvl="4"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5pPr>
            <a:lvl6pPr indent="0" lvl="5"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6pPr>
            <a:lvl7pPr indent="0" lvl="6"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7pPr>
            <a:lvl8pPr indent="0" lvl="7"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8pPr>
            <a:lvl9pPr indent="0" lvl="8"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mc:AlternateContent>
    <mc:Choice Requires="p14">
      <p:transition spd="slow" p14:dur="1300">
        <p14:pan dir="u"/>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38" name="Shape 138"/>
        <p:cNvGrpSpPr/>
        <p:nvPr/>
      </p:nvGrpSpPr>
      <p:grpSpPr>
        <a:xfrm>
          <a:off x="0" y="0"/>
          <a:ext cx="0" cy="0"/>
          <a:chOff x="0" y="0"/>
          <a:chExt cx="0" cy="0"/>
        </a:xfrm>
      </p:grpSpPr>
      <p:grpSp>
        <p:nvGrpSpPr>
          <p:cNvPr id="139" name="Google Shape;139;p42"/>
          <p:cNvGrpSpPr/>
          <p:nvPr/>
        </p:nvGrpSpPr>
        <p:grpSpPr>
          <a:xfrm>
            <a:off x="226219" y="1"/>
            <a:ext cx="3655220" cy="10287002"/>
            <a:chOff x="1320800" y="0"/>
            <a:chExt cx="2436813" cy="6858001"/>
          </a:xfrm>
        </p:grpSpPr>
        <p:sp>
          <p:nvSpPr>
            <p:cNvPr id="140" name="Google Shape;140;p42"/>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141" name="Google Shape;141;p42"/>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FEFEFE"/>
            </a:solidFill>
            <a:ln>
              <a:noFill/>
            </a:ln>
          </p:spPr>
        </p:sp>
        <p:sp>
          <p:nvSpPr>
            <p:cNvPr id="142" name="Google Shape;142;p42"/>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FEFEFE"/>
            </a:solidFill>
            <a:ln>
              <a:noFill/>
            </a:ln>
          </p:spPr>
        </p:sp>
        <p:sp>
          <p:nvSpPr>
            <p:cNvPr id="143" name="Google Shape;143;p42"/>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44" name="Google Shape;144;p42"/>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45" name="Google Shape;145;p42"/>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FEFEFE"/>
            </a:solidFill>
            <a:ln>
              <a:noFill/>
            </a:ln>
          </p:spPr>
        </p:sp>
      </p:grpSp>
      <p:sp>
        <p:nvSpPr>
          <p:cNvPr id="146" name="Google Shape;146;p42"/>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lt1"/>
              </a:buClr>
              <a:buSzPts val="6000"/>
              <a:buFont typeface="Corbel"/>
              <a:buNone/>
              <a:defRPr b="0" i="0" sz="600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47" name="Google Shape;147;p42"/>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560070" lvl="0" marL="457200" marR="0" rtl="0" algn="l">
              <a:spcBef>
                <a:spcPts val="720"/>
              </a:spcBef>
              <a:spcAft>
                <a:spcPts val="0"/>
              </a:spcAft>
              <a:buClr>
                <a:srgbClr val="1186C3"/>
              </a:buClr>
              <a:buSzPts val="5220"/>
              <a:buFont typeface="Arial"/>
              <a:buChar char="•"/>
              <a:defRPr b="0" i="0" sz="3600" u="none" cap="none" strike="noStrike">
                <a:solidFill>
                  <a:schemeClr val="lt1"/>
                </a:solidFill>
                <a:latin typeface="Corbel"/>
                <a:ea typeface="Corbel"/>
                <a:cs typeface="Corbel"/>
                <a:sym typeface="Corbel"/>
              </a:defRPr>
            </a:lvl1pPr>
            <a:lvl2pPr indent="-504825" lvl="1" marL="914400" marR="0" rtl="0" algn="l">
              <a:spcBef>
                <a:spcPts val="900"/>
              </a:spcBef>
              <a:spcAft>
                <a:spcPts val="0"/>
              </a:spcAft>
              <a:buClr>
                <a:srgbClr val="1186C3"/>
              </a:buClr>
              <a:buSzPts val="4350"/>
              <a:buFont typeface="Arial"/>
              <a:buChar char="•"/>
              <a:defRPr b="0" i="0" sz="3000" u="none" cap="none" strike="noStrike">
                <a:solidFill>
                  <a:schemeClr val="lt1"/>
                </a:solidFill>
                <a:latin typeface="Corbel"/>
                <a:ea typeface="Corbel"/>
                <a:cs typeface="Corbel"/>
                <a:sym typeface="Corbel"/>
              </a:defRPr>
            </a:lvl2pPr>
            <a:lvl3pPr indent="-477202" lvl="2" marL="1371600" marR="0" rtl="0" algn="l">
              <a:spcBef>
                <a:spcPts val="900"/>
              </a:spcBef>
              <a:spcAft>
                <a:spcPts val="0"/>
              </a:spcAft>
              <a:buClr>
                <a:srgbClr val="1186C3"/>
              </a:buClr>
              <a:buSzPts val="3915"/>
              <a:buFont typeface="Arial"/>
              <a:buChar char="•"/>
              <a:defRPr b="0" i="0" sz="2700" u="none" cap="none" strike="noStrike">
                <a:solidFill>
                  <a:schemeClr val="lt1"/>
                </a:solidFill>
                <a:latin typeface="Corbel"/>
                <a:ea typeface="Corbel"/>
                <a:cs typeface="Corbel"/>
                <a:sym typeface="Corbel"/>
              </a:defRPr>
            </a:lvl3pPr>
            <a:lvl4pPr indent="-449580" lvl="3" marL="1828800" marR="0" rtl="0" algn="l">
              <a:spcBef>
                <a:spcPts val="900"/>
              </a:spcBef>
              <a:spcAft>
                <a:spcPts val="0"/>
              </a:spcAft>
              <a:buClr>
                <a:srgbClr val="1186C3"/>
              </a:buClr>
              <a:buSzPts val="3480"/>
              <a:buFont typeface="Arial"/>
              <a:buChar char="•"/>
              <a:defRPr b="0" i="0" sz="2400" u="none" cap="none" strike="noStrike">
                <a:solidFill>
                  <a:schemeClr val="lt1"/>
                </a:solidFill>
                <a:latin typeface="Corbel"/>
                <a:ea typeface="Corbel"/>
                <a:cs typeface="Corbel"/>
                <a:sym typeface="Corbel"/>
              </a:defRPr>
            </a:lvl4pPr>
            <a:lvl5pPr indent="-421957" lvl="4" marL="22860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5pPr>
            <a:lvl6pPr indent="-421957" lvl="5" marL="27432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6pPr>
            <a:lvl7pPr indent="-421957" lvl="6" marL="32004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7pPr>
            <a:lvl8pPr indent="-421957" lvl="7" marL="36576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8pPr>
            <a:lvl9pPr indent="-421957" lvl="8" marL="4114800" marR="0" rtl="0" algn="l">
              <a:spcBef>
                <a:spcPts val="900"/>
              </a:spcBef>
              <a:spcAft>
                <a:spcPts val="900"/>
              </a:spcAft>
              <a:buClr>
                <a:srgbClr val="1186C3"/>
              </a:buClr>
              <a:buSzPts val="3045"/>
              <a:buFont typeface="Arial"/>
              <a:buChar char="•"/>
              <a:defRPr b="0" i="0" sz="2100" u="none" cap="none" strike="noStrike">
                <a:solidFill>
                  <a:schemeClr val="lt1"/>
                </a:solidFill>
                <a:latin typeface="Corbel"/>
                <a:ea typeface="Corbel"/>
                <a:cs typeface="Corbel"/>
                <a:sym typeface="Corbel"/>
              </a:defRPr>
            </a:lvl9pPr>
          </a:lstStyle>
          <a:p/>
        </p:txBody>
      </p:sp>
      <p:sp>
        <p:nvSpPr>
          <p:cNvPr id="148" name="Google Shape;148;p42"/>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49" name="Google Shape;149;p42"/>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50" name="Google Shape;150;p42"/>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1pPr>
            <a:lvl2pPr indent="0" lvl="1"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2pPr>
            <a:lvl3pPr indent="0" lvl="2"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3pPr>
            <a:lvl4pPr indent="0" lvl="3"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4pPr>
            <a:lvl5pPr indent="0" lvl="4"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5pPr>
            <a:lvl6pPr indent="0" lvl="5"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6pPr>
            <a:lvl7pPr indent="0" lvl="6"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7pPr>
            <a:lvl8pPr indent="0" lvl="7"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8pPr>
            <a:lvl9pPr indent="0" lvl="8"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2"/>
  </p:sldLayoutIdLst>
  <mc:AlternateContent>
    <mc:Choice Requires="p14">
      <p:transition spd="slow" p14:dur="1300">
        <p14:pan dir="u"/>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A computer and tablet with graphs and charts&#10;&#10;AI-generated content may be incorrect." id="161" name="Google Shape;161;p1"/>
          <p:cNvPicPr preferRelativeResize="0"/>
          <p:nvPr/>
        </p:nvPicPr>
        <p:blipFill rotWithShape="1">
          <a:blip r:embed="rId3">
            <a:alphaModFix/>
          </a:blip>
          <a:srcRect b="0" l="0" r="0" t="0"/>
          <a:stretch/>
        </p:blipFill>
        <p:spPr>
          <a:xfrm>
            <a:off x="10127482" y="5715865"/>
            <a:ext cx="8160517" cy="4571135"/>
          </a:xfrm>
          <a:prstGeom prst="rect">
            <a:avLst/>
          </a:prstGeom>
          <a:noFill/>
          <a:ln>
            <a:noFill/>
          </a:ln>
        </p:spPr>
      </p:pic>
      <p:sp>
        <p:nvSpPr>
          <p:cNvPr id="162" name="Google Shape;162;p1"/>
          <p:cNvSpPr txBox="1"/>
          <p:nvPr/>
        </p:nvSpPr>
        <p:spPr>
          <a:xfrm>
            <a:off x="809303" y="7107850"/>
            <a:ext cx="8588697" cy="10772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5000"/>
              <a:buFont typeface="Open Sans"/>
              <a:buNone/>
            </a:pPr>
            <a:r>
              <a:rPr b="1" i="0" lang="en-US" sz="5000" u="none" cap="none" strike="noStrike">
                <a:solidFill>
                  <a:srgbClr val="131416"/>
                </a:solidFill>
                <a:latin typeface="Open Sans"/>
                <a:ea typeface="Open Sans"/>
                <a:cs typeface="Open Sans"/>
                <a:sym typeface="Open Sans"/>
              </a:rPr>
              <a:t>Seminario de Sistemas 2</a:t>
            </a:r>
            <a:endParaRPr b="1" i="0" sz="5000" u="none" cap="none" strike="noStrike">
              <a:solidFill>
                <a:srgbClr val="131416"/>
              </a:solidFill>
              <a:latin typeface="Open Sans"/>
              <a:ea typeface="Open Sans"/>
              <a:cs typeface="Open Sans"/>
              <a:sym typeface="Open Sans"/>
            </a:endParaRPr>
          </a:p>
        </p:txBody>
      </p:sp>
      <p:sp>
        <p:nvSpPr>
          <p:cNvPr id="163" name="Google Shape;163;p1"/>
          <p:cNvSpPr txBox="1"/>
          <p:nvPr/>
        </p:nvSpPr>
        <p:spPr>
          <a:xfrm>
            <a:off x="2155441" y="1512847"/>
            <a:ext cx="15214600" cy="594624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9200"/>
              <a:buFont typeface="Open Sans"/>
              <a:buNone/>
            </a:pPr>
            <a:r>
              <a:rPr b="1" i="0" lang="en-US" sz="9200" u="none" cap="none" strike="noStrike">
                <a:solidFill>
                  <a:srgbClr val="131416"/>
                </a:solidFill>
                <a:latin typeface="Open Sans"/>
                <a:ea typeface="Open Sans"/>
                <a:cs typeface="Open Sans"/>
                <a:sym typeface="Open Sans"/>
              </a:rPr>
              <a:t>Fundamentos del proceso ETL y su aplicación en OLAP</a:t>
            </a:r>
            <a:endParaRPr b="0" i="0" sz="1800" u="none" cap="none" strike="noStrike">
              <a:solidFill>
                <a:schemeClr val="dk1"/>
              </a:solidFill>
              <a:latin typeface="Corbel"/>
              <a:ea typeface="Corbel"/>
              <a:cs typeface="Corbel"/>
              <a:sym typeface="Corbel"/>
            </a:endParaRPr>
          </a:p>
        </p:txBody>
      </p:sp>
      <p:sp>
        <p:nvSpPr>
          <p:cNvPr id="164" name="Google Shape;164;p1"/>
          <p:cNvSpPr txBox="1"/>
          <p:nvPr/>
        </p:nvSpPr>
        <p:spPr>
          <a:xfrm>
            <a:off x="3146103" y="8185068"/>
            <a:ext cx="6981379" cy="161525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Escuela de Ingenieria de Ciencias Y Sistemas</a:t>
            </a:r>
            <a:endParaRPr/>
          </a:p>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b="1" i="0" sz="2499" u="none" cap="none" strike="noStrike">
              <a:solidFill>
                <a:srgbClr val="131416"/>
              </a:solidFill>
              <a:latin typeface="Open Sans"/>
              <a:ea typeface="Open Sans"/>
              <a:cs typeface="Open Sans"/>
              <a:sym typeface="Open Sans"/>
            </a:endParaRPr>
          </a:p>
        </p:txBody>
      </p:sp>
      <p:pic>
        <p:nvPicPr>
          <p:cNvPr descr="A two logos with text&#10;&#10;AI-generated content may be incorrect." id="165" name="Google Shape;165;p1"/>
          <p:cNvPicPr preferRelativeResize="0"/>
          <p:nvPr/>
        </p:nvPicPr>
        <p:blipFill rotWithShape="1">
          <a:blip r:embed="rId4">
            <a:alphaModFix/>
          </a:blip>
          <a:srcRect b="0" l="0" r="0" t="0"/>
          <a:stretch/>
        </p:blipFill>
        <p:spPr>
          <a:xfrm>
            <a:off x="11315699" y="0"/>
            <a:ext cx="6972300" cy="1847850"/>
          </a:xfrm>
          <a:prstGeom prst="rect">
            <a:avLst/>
          </a:prstGeom>
          <a:noFill/>
          <a:ln>
            <a:noFill/>
          </a:ln>
        </p:spPr>
      </p:pic>
    </p:spTree>
  </p:cSld>
  <p:clrMapOvr>
    <a:masterClrMapping/>
  </p:clrMapOvr>
  <mc:AlternateContent>
    <mc:Choice Requires="p14">
      <p:transition spd="slow" p14:dur="1300">
        <p14:pan dir="u"/>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2"/>
          <p:cNvGrpSpPr/>
          <p:nvPr/>
        </p:nvGrpSpPr>
        <p:grpSpPr>
          <a:xfrm>
            <a:off x="1568377" y="5074884"/>
            <a:ext cx="3224849" cy="845385"/>
            <a:chOff x="0" y="-38655"/>
            <a:chExt cx="1964221" cy="359923"/>
          </a:xfrm>
        </p:grpSpPr>
        <p:sp>
          <p:nvSpPr>
            <p:cNvPr id="171" name="Google Shape;17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2" name="Google Shape;172;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¿Qué es ETL?</a:t>
              </a:r>
              <a:endParaRPr sz="1800">
                <a:solidFill>
                  <a:schemeClr val="dk1"/>
                </a:solidFill>
                <a:latin typeface="Corbel"/>
                <a:ea typeface="Corbel"/>
                <a:cs typeface="Corbel"/>
                <a:sym typeface="Corbel"/>
              </a:endParaRPr>
            </a:p>
          </p:txBody>
        </p:sp>
      </p:grpSp>
      <p:sp>
        <p:nvSpPr>
          <p:cNvPr id="173" name="Google Shape;173;p2"/>
          <p:cNvSpPr/>
          <p:nvPr/>
        </p:nvSpPr>
        <p:spPr>
          <a:xfrm>
            <a:off x="1684278" y="523382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74" name="Google Shape;174;p2"/>
          <p:cNvGrpSpPr/>
          <p:nvPr/>
        </p:nvGrpSpPr>
        <p:grpSpPr>
          <a:xfrm>
            <a:off x="2713402" y="3863800"/>
            <a:ext cx="4115190" cy="1267162"/>
            <a:chOff x="0" y="-36600"/>
            <a:chExt cx="1083836" cy="409938"/>
          </a:xfrm>
        </p:grpSpPr>
        <p:sp>
          <p:nvSpPr>
            <p:cNvPr id="175" name="Google Shape;175;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6" name="Google Shape;176;p2"/>
            <p:cNvSpPr txBox="1"/>
            <p:nvPr/>
          </p:nvSpPr>
          <p:spPr>
            <a:xfrm>
              <a:off x="0" y="-366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sz="1800">
                <a:solidFill>
                  <a:schemeClr val="dk1"/>
                </a:solidFill>
                <a:latin typeface="Corbel"/>
                <a:ea typeface="Corbel"/>
                <a:cs typeface="Corbel"/>
                <a:sym typeface="Corbel"/>
              </a:endParaRPr>
            </a:p>
          </p:txBody>
        </p:sp>
      </p:grpSp>
      <p:sp>
        <p:nvSpPr>
          <p:cNvPr id="177" name="Google Shape;177;p2"/>
          <p:cNvSpPr/>
          <p:nvPr/>
        </p:nvSpPr>
        <p:spPr>
          <a:xfrm>
            <a:off x="1760876" y="4052276"/>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8" name="Google Shape;178;p2"/>
          <p:cNvSpPr txBox="1"/>
          <p:nvPr/>
        </p:nvSpPr>
        <p:spPr>
          <a:xfrm>
            <a:off x="2216562" y="442037"/>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Pacifico"/>
              <a:buNone/>
            </a:pPr>
            <a:r>
              <a:rPr i="0" lang="en-US" sz="15000" u="none" cap="none" strike="noStrike">
                <a:solidFill>
                  <a:srgbClr val="131416"/>
                </a:solidFill>
                <a:latin typeface="Pacifico"/>
                <a:ea typeface="Pacifico"/>
                <a:cs typeface="Pacifico"/>
                <a:sym typeface="Pacifico"/>
              </a:rPr>
              <a:t>Agenda</a:t>
            </a:r>
            <a:endParaRPr sz="1800">
              <a:solidFill>
                <a:schemeClr val="dk1"/>
              </a:solidFill>
              <a:latin typeface="Pacifico"/>
              <a:ea typeface="Pacifico"/>
              <a:cs typeface="Pacifico"/>
              <a:sym typeface="Pacifico"/>
            </a:endParaRPr>
          </a:p>
        </p:txBody>
      </p:sp>
      <p:sp>
        <p:nvSpPr>
          <p:cNvPr id="179" name="Google Shape;179;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Lobster"/>
              <a:buNone/>
            </a:pPr>
            <a:r>
              <a:rPr i="0" lang="en-US" sz="15000" u="none" cap="none" strike="noStrike">
                <a:solidFill>
                  <a:srgbClr val="131416"/>
                </a:solidFill>
                <a:latin typeface="Lobster"/>
                <a:ea typeface="Lobster"/>
                <a:cs typeface="Lobster"/>
                <a:sym typeface="Lobster"/>
              </a:rPr>
              <a:t>Recursos</a:t>
            </a:r>
            <a:endParaRPr sz="1800">
              <a:solidFill>
                <a:schemeClr val="dk1"/>
              </a:solidFill>
              <a:latin typeface="Lobster"/>
              <a:ea typeface="Lobster"/>
              <a:cs typeface="Lobster"/>
              <a:sym typeface="Lobster"/>
            </a:endParaRPr>
          </a:p>
        </p:txBody>
      </p:sp>
      <p:grpSp>
        <p:nvGrpSpPr>
          <p:cNvPr id="180" name="Google Shape;180;p2"/>
          <p:cNvGrpSpPr/>
          <p:nvPr/>
        </p:nvGrpSpPr>
        <p:grpSpPr>
          <a:xfrm>
            <a:off x="11739805" y="2798634"/>
            <a:ext cx="5353646" cy="1701145"/>
            <a:chOff x="0" y="-114300"/>
            <a:chExt cx="1410014" cy="448038"/>
          </a:xfrm>
        </p:grpSpPr>
        <p:sp>
          <p:nvSpPr>
            <p:cNvPr id="181" name="Google Shape;181;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2" name="Google Shape;182;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del Video</a:t>
              </a:r>
              <a:endParaRPr sz="1800">
                <a:solidFill>
                  <a:schemeClr val="dk1"/>
                </a:solidFill>
                <a:latin typeface="Corbel"/>
                <a:ea typeface="Corbel"/>
                <a:cs typeface="Corbel"/>
                <a:sym typeface="Corbel"/>
              </a:endParaRPr>
            </a:p>
          </p:txBody>
        </p:sp>
      </p:grpSp>
      <p:grpSp>
        <p:nvGrpSpPr>
          <p:cNvPr id="183" name="Google Shape;183;p2"/>
          <p:cNvGrpSpPr/>
          <p:nvPr/>
        </p:nvGrpSpPr>
        <p:grpSpPr>
          <a:xfrm>
            <a:off x="11739805" y="4598683"/>
            <a:ext cx="5353646" cy="1701145"/>
            <a:chOff x="0" y="-114300"/>
            <a:chExt cx="1410014" cy="448038"/>
          </a:xfrm>
        </p:grpSpPr>
        <p:sp>
          <p:nvSpPr>
            <p:cNvPr id="184" name="Google Shape;184;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5" name="Google Shape;185;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a:t>
              </a:r>
              <a:r>
                <a:rPr lang="en-US" sz="4499">
                  <a:solidFill>
                    <a:srgbClr val="000000"/>
                  </a:solidFill>
                  <a:latin typeface="Arial"/>
                  <a:ea typeface="Arial"/>
                  <a:cs typeface="Arial"/>
                  <a:sym typeface="Arial"/>
                </a:rPr>
                <a:t>Quiz</a:t>
              </a:r>
              <a:endParaRPr sz="1800">
                <a:solidFill>
                  <a:schemeClr val="dk1"/>
                </a:solidFill>
                <a:latin typeface="Corbel"/>
                <a:ea typeface="Corbel"/>
                <a:cs typeface="Corbel"/>
                <a:sym typeface="Corbel"/>
              </a:endParaRPr>
            </a:p>
          </p:txBody>
        </p:sp>
      </p:grpSp>
      <p:grpSp>
        <p:nvGrpSpPr>
          <p:cNvPr id="186" name="Google Shape;186;p2"/>
          <p:cNvGrpSpPr/>
          <p:nvPr/>
        </p:nvGrpSpPr>
        <p:grpSpPr>
          <a:xfrm>
            <a:off x="1452477" y="5810834"/>
            <a:ext cx="4712349" cy="845385"/>
            <a:chOff x="0" y="-38655"/>
            <a:chExt cx="1964221" cy="359923"/>
          </a:xfrm>
        </p:grpSpPr>
        <p:sp>
          <p:nvSpPr>
            <p:cNvPr id="187" name="Google Shape;18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8" name="Google Shape;188;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Fases del proceso ETL</a:t>
              </a:r>
              <a:endParaRPr sz="1800">
                <a:solidFill>
                  <a:schemeClr val="dk1"/>
                </a:solidFill>
                <a:latin typeface="Corbel"/>
                <a:ea typeface="Corbel"/>
                <a:cs typeface="Corbel"/>
                <a:sym typeface="Corbel"/>
              </a:endParaRPr>
            </a:p>
          </p:txBody>
        </p:sp>
      </p:grpSp>
      <p:sp>
        <p:nvSpPr>
          <p:cNvPr id="189" name="Google Shape;189;p2"/>
          <p:cNvSpPr/>
          <p:nvPr/>
        </p:nvSpPr>
        <p:spPr>
          <a:xfrm>
            <a:off x="1568377" y="596977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0" name="Google Shape;190;p2"/>
          <p:cNvGrpSpPr/>
          <p:nvPr/>
        </p:nvGrpSpPr>
        <p:grpSpPr>
          <a:xfrm>
            <a:off x="1307518" y="6520243"/>
            <a:ext cx="6814213" cy="845385"/>
            <a:chOff x="0" y="-38655"/>
            <a:chExt cx="1964221" cy="359923"/>
          </a:xfrm>
        </p:grpSpPr>
        <p:sp>
          <p:nvSpPr>
            <p:cNvPr id="191" name="Google Shape;19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2" name="Google Shape;192;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Extracción, Transformación y Carga</a:t>
              </a:r>
              <a:endParaRPr sz="1800">
                <a:solidFill>
                  <a:schemeClr val="dk1"/>
                </a:solidFill>
                <a:latin typeface="Corbel"/>
                <a:ea typeface="Corbel"/>
                <a:cs typeface="Corbel"/>
                <a:sym typeface="Corbel"/>
              </a:endParaRPr>
            </a:p>
          </p:txBody>
        </p:sp>
      </p:grpSp>
      <p:sp>
        <p:nvSpPr>
          <p:cNvPr id="193" name="Google Shape;193;p2"/>
          <p:cNvSpPr/>
          <p:nvPr/>
        </p:nvSpPr>
        <p:spPr>
          <a:xfrm>
            <a:off x="1423418" y="667917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4" name="Google Shape;194;p2"/>
          <p:cNvGrpSpPr/>
          <p:nvPr/>
        </p:nvGrpSpPr>
        <p:grpSpPr>
          <a:xfrm>
            <a:off x="1191617" y="7247487"/>
            <a:ext cx="4698993" cy="845385"/>
            <a:chOff x="0" y="-38655"/>
            <a:chExt cx="1964221" cy="359923"/>
          </a:xfrm>
        </p:grpSpPr>
        <p:sp>
          <p:nvSpPr>
            <p:cNvPr id="195" name="Google Shape;19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6" name="Google Shape;196;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Características del ETL</a:t>
              </a:r>
              <a:endParaRPr sz="1800">
                <a:solidFill>
                  <a:schemeClr val="dk1"/>
                </a:solidFill>
                <a:latin typeface="Corbel"/>
                <a:ea typeface="Corbel"/>
                <a:cs typeface="Corbel"/>
                <a:sym typeface="Corbel"/>
              </a:endParaRPr>
            </a:p>
          </p:txBody>
        </p:sp>
      </p:grpSp>
      <p:sp>
        <p:nvSpPr>
          <p:cNvPr id="197" name="Google Shape;197;p2"/>
          <p:cNvSpPr/>
          <p:nvPr/>
        </p:nvSpPr>
        <p:spPr>
          <a:xfrm>
            <a:off x="1307518" y="740642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8" name="Google Shape;198;p2"/>
          <p:cNvGrpSpPr/>
          <p:nvPr/>
        </p:nvGrpSpPr>
        <p:grpSpPr>
          <a:xfrm>
            <a:off x="1929161" y="7962643"/>
            <a:ext cx="4425554" cy="845385"/>
            <a:chOff x="0" y="-38655"/>
            <a:chExt cx="1964221" cy="359923"/>
          </a:xfrm>
        </p:grpSpPr>
        <p:sp>
          <p:nvSpPr>
            <p:cNvPr id="199" name="Google Shape;19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00" name="Google Shape;200;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Rol del ETL en OLAP</a:t>
              </a:r>
              <a:endParaRPr sz="1800">
                <a:solidFill>
                  <a:schemeClr val="dk1"/>
                </a:solidFill>
                <a:latin typeface="Corbel"/>
                <a:ea typeface="Corbel"/>
                <a:cs typeface="Corbel"/>
                <a:sym typeface="Corbel"/>
              </a:endParaRPr>
            </a:p>
          </p:txBody>
        </p:sp>
      </p:grpSp>
      <p:sp>
        <p:nvSpPr>
          <p:cNvPr id="201" name="Google Shape;201;p2"/>
          <p:cNvSpPr/>
          <p:nvPr/>
        </p:nvSpPr>
        <p:spPr>
          <a:xfrm>
            <a:off x="2045061" y="812157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202" name="Google Shape;202;p2"/>
          <p:cNvGrpSpPr/>
          <p:nvPr/>
        </p:nvGrpSpPr>
        <p:grpSpPr>
          <a:xfrm>
            <a:off x="2811379" y="8663959"/>
            <a:ext cx="5167498" cy="845385"/>
            <a:chOff x="0" y="-38655"/>
            <a:chExt cx="1964221" cy="359923"/>
          </a:xfrm>
        </p:grpSpPr>
        <p:sp>
          <p:nvSpPr>
            <p:cNvPr id="203" name="Google Shape;203;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04" name="Google Shape;204;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Desafíos del proceso ETL</a:t>
              </a:r>
              <a:endParaRPr sz="1800">
                <a:solidFill>
                  <a:schemeClr val="dk1"/>
                </a:solidFill>
                <a:latin typeface="Corbel"/>
                <a:ea typeface="Corbel"/>
                <a:cs typeface="Corbel"/>
                <a:sym typeface="Corbel"/>
              </a:endParaRPr>
            </a:p>
          </p:txBody>
        </p:sp>
      </p:grpSp>
      <p:sp>
        <p:nvSpPr>
          <p:cNvPr id="205" name="Google Shape;205;p2"/>
          <p:cNvSpPr/>
          <p:nvPr/>
        </p:nvSpPr>
        <p:spPr>
          <a:xfrm>
            <a:off x="2927279" y="882289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9" name="Shape 209"/>
        <p:cNvGrpSpPr/>
        <p:nvPr/>
      </p:nvGrpSpPr>
      <p:grpSpPr>
        <a:xfrm>
          <a:off x="0" y="0"/>
          <a:ext cx="0" cy="0"/>
          <a:chOff x="0" y="0"/>
          <a:chExt cx="0" cy="0"/>
        </a:xfrm>
      </p:grpSpPr>
      <p:sp>
        <p:nvSpPr>
          <p:cNvPr id="210" name="Google Shape;210;p22"/>
          <p:cNvSpPr/>
          <p:nvPr/>
        </p:nvSpPr>
        <p:spPr>
          <a:xfrm>
            <a:off x="0" y="0"/>
            <a:ext cx="18288000"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grpSp>
        <p:nvGrpSpPr>
          <p:cNvPr id="211" name="Google Shape;211;p22"/>
          <p:cNvGrpSpPr/>
          <p:nvPr/>
        </p:nvGrpSpPr>
        <p:grpSpPr>
          <a:xfrm flipH="1">
            <a:off x="9789314" y="0"/>
            <a:ext cx="7522369" cy="10294145"/>
            <a:chOff x="2928938" y="-4763"/>
            <a:chExt cx="5014912" cy="6862763"/>
          </a:xfrm>
        </p:grpSpPr>
        <p:sp>
          <p:nvSpPr>
            <p:cNvPr id="212" name="Google Shape;212;p22"/>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3" name="Google Shape;213;p22"/>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4" name="Google Shape;214;p22"/>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5" name="Google Shape;215;p22"/>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6" name="Google Shape;216;p22"/>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7" name="Google Shape;217;p22"/>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218" name="Google Shape;218;p22"/>
          <p:cNvSpPr txBox="1"/>
          <p:nvPr>
            <p:ph type="title"/>
          </p:nvPr>
        </p:nvSpPr>
        <p:spPr>
          <a:xfrm>
            <a:off x="1527286" y="1028700"/>
            <a:ext cx="11117738" cy="262889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6000"/>
              <a:buFont typeface="Impact"/>
              <a:buNone/>
            </a:pPr>
            <a:r>
              <a:rPr i="0" lang="en-US" u="none" cap="none" strike="noStrike">
                <a:latin typeface="Impact"/>
                <a:ea typeface="Impact"/>
                <a:cs typeface="Impact"/>
                <a:sym typeface="Impact"/>
              </a:rPr>
              <a:t>COMPETENCIA(S) QUE DESARROLLAREMOS</a:t>
            </a:r>
            <a:endParaRPr/>
          </a:p>
        </p:txBody>
      </p:sp>
      <p:sp>
        <p:nvSpPr>
          <p:cNvPr id="219" name="Google Shape;219;p22"/>
          <p:cNvSpPr txBox="1"/>
          <p:nvPr>
            <p:ph idx="1" type="body"/>
          </p:nvPr>
        </p:nvSpPr>
        <p:spPr>
          <a:xfrm>
            <a:off x="1527285" y="4000497"/>
            <a:ext cx="10865404" cy="5792431"/>
          </a:xfrm>
          <a:prstGeom prst="rect">
            <a:avLst/>
          </a:prstGeom>
          <a:noFill/>
          <a:ln>
            <a:noFill/>
          </a:ln>
        </p:spPr>
        <p:txBody>
          <a:bodyPr anchorCtr="0" anchor="t" bIns="45700" lIns="91425" spcFirstLastPara="1" rIns="91425" wrap="square" tIns="45700">
            <a:noAutofit/>
          </a:bodyPr>
          <a:lstStyle/>
          <a:p>
            <a:pPr indent="-441960" lvl="0" marL="428625" rtl="0" algn="l">
              <a:spcBef>
                <a:spcPts val="0"/>
              </a:spcBef>
              <a:spcAft>
                <a:spcPts val="0"/>
              </a:spcAft>
              <a:buSzPts val="6960"/>
              <a:buChar char="•"/>
            </a:pPr>
            <a:r>
              <a:rPr lang="en-US" sz="4800">
                <a:latin typeface="Open Sans"/>
                <a:ea typeface="Open Sans"/>
                <a:cs typeface="Open Sans"/>
                <a:sym typeface="Open Sans"/>
              </a:rPr>
              <a:t>Implementa procesos ETL eficientes empleando herramientas como SSIS, Pentaho o Talend asegurando la transformación y carga efectiva de datos para su posterior análisis </a:t>
            </a:r>
            <a:endParaRPr sz="48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sp>
        <p:nvSpPr>
          <p:cNvPr id="224" name="Google Shape;224;p23"/>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25" name="Google Shape;225;p23"/>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¿Qué es ETL?</a:t>
            </a:r>
            <a:endParaRPr/>
          </a:p>
        </p:txBody>
      </p:sp>
      <p:sp>
        <p:nvSpPr>
          <p:cNvPr id="226" name="Google Shape;226;p23"/>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27" name="Google Shape;227;p23"/>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8" name="Google Shape;228;p23"/>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9" name="Google Shape;229;p23"/>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0" name="Google Shape;230;p23"/>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1" name="Google Shape;231;p23"/>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2" name="Google Shape;232;p23"/>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3" name="Google Shape;233;p23"/>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a:bodyPr>
          <a:lstStyle/>
          <a:p>
            <a:pPr indent="-428625" lvl="0" marL="428625" rtl="0" algn="l">
              <a:spcBef>
                <a:spcPts val="0"/>
              </a:spcBef>
              <a:spcAft>
                <a:spcPts val="0"/>
              </a:spcAft>
              <a:buSzPts val="6380"/>
              <a:buChar char="•"/>
            </a:pPr>
            <a:r>
              <a:rPr b="1" lang="en-US" sz="4400">
                <a:latin typeface="Open Sans"/>
                <a:ea typeface="Open Sans"/>
                <a:cs typeface="Open Sans"/>
                <a:sym typeface="Open Sans"/>
              </a:rPr>
              <a:t>Extracción, transformación y carga</a:t>
            </a:r>
            <a:r>
              <a:rPr lang="en-US" sz="4400">
                <a:latin typeface="Open Sans"/>
                <a:ea typeface="Open Sans"/>
                <a:cs typeface="Open Sans"/>
                <a:sym typeface="Open Sans"/>
              </a:rPr>
              <a:t> (ETL) es el proceso consistente en combinar datos de diferentes orígenes un gran </a:t>
            </a:r>
            <a:r>
              <a:rPr b="1" lang="en-US" sz="4400">
                <a:latin typeface="Open Sans"/>
                <a:ea typeface="Open Sans"/>
                <a:cs typeface="Open Sans"/>
                <a:sym typeface="Open Sans"/>
              </a:rPr>
              <a:t>repositorio central llamado almacenamiento de datos</a:t>
            </a:r>
            <a:r>
              <a:rPr lang="en-US" sz="4400">
                <a:latin typeface="Open Sans"/>
                <a:ea typeface="Open Sans"/>
                <a:cs typeface="Open Sans"/>
                <a:sym typeface="Open Sans"/>
              </a:rPr>
              <a:t>. </a:t>
            </a:r>
            <a:endParaRPr sz="44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7" name="Shape 237"/>
        <p:cNvGrpSpPr/>
        <p:nvPr/>
      </p:nvGrpSpPr>
      <p:grpSpPr>
        <a:xfrm>
          <a:off x="0" y="0"/>
          <a:ext cx="0" cy="0"/>
          <a:chOff x="0" y="0"/>
          <a:chExt cx="0" cy="0"/>
        </a:xfrm>
      </p:grpSpPr>
      <p:sp>
        <p:nvSpPr>
          <p:cNvPr id="238" name="Google Shape;238;p24"/>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39" name="Google Shape;239;p24"/>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¿Qué es ETL?</a:t>
            </a:r>
            <a:endParaRPr/>
          </a:p>
        </p:txBody>
      </p:sp>
      <p:sp>
        <p:nvSpPr>
          <p:cNvPr id="240" name="Google Shape;240;p24"/>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41" name="Google Shape;241;p24"/>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2" name="Google Shape;242;p24"/>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3" name="Google Shape;243;p24"/>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4" name="Google Shape;244;p24"/>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5" name="Google Shape;245;p24"/>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6" name="Google Shape;246;p24"/>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7" name="Google Shape;247;p24"/>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Autofit/>
          </a:bodyPr>
          <a:lstStyle/>
          <a:p>
            <a:pPr indent="-428625" lvl="0" marL="428625" rtl="0" algn="l">
              <a:spcBef>
                <a:spcPts val="0"/>
              </a:spcBef>
              <a:spcAft>
                <a:spcPts val="0"/>
              </a:spcAft>
              <a:buSzPts val="5800"/>
              <a:buChar char="•"/>
            </a:pPr>
            <a:r>
              <a:rPr lang="en-US" sz="4000">
                <a:latin typeface="Open Sans"/>
                <a:ea typeface="Open Sans"/>
                <a:cs typeface="Open Sans"/>
                <a:sym typeface="Open Sans"/>
              </a:rPr>
              <a:t>ETL utiliza un conjunto de </a:t>
            </a:r>
            <a:r>
              <a:rPr b="1" lang="en-US" sz="4000">
                <a:latin typeface="Open Sans"/>
                <a:ea typeface="Open Sans"/>
                <a:cs typeface="Open Sans"/>
                <a:sym typeface="Open Sans"/>
              </a:rPr>
              <a:t>reglas comerciales </a:t>
            </a:r>
            <a:r>
              <a:rPr lang="en-US" sz="4000">
                <a:latin typeface="Open Sans"/>
                <a:ea typeface="Open Sans"/>
                <a:cs typeface="Open Sans"/>
                <a:sym typeface="Open Sans"/>
              </a:rPr>
              <a:t>para limpiar y organizar datos en bruto y prepararlos para el </a:t>
            </a:r>
            <a:r>
              <a:rPr b="1" lang="en-US" sz="4000">
                <a:latin typeface="Open Sans"/>
                <a:ea typeface="Open Sans"/>
                <a:cs typeface="Open Sans"/>
                <a:sym typeface="Open Sans"/>
              </a:rPr>
              <a:t>almacenamiento</a:t>
            </a:r>
            <a:r>
              <a:rPr lang="en-US" sz="4000">
                <a:latin typeface="Open Sans"/>
                <a:ea typeface="Open Sans"/>
                <a:cs typeface="Open Sans"/>
                <a:sym typeface="Open Sans"/>
              </a:rPr>
              <a:t>, el </a:t>
            </a:r>
            <a:r>
              <a:rPr b="1" lang="en-US" sz="4000">
                <a:latin typeface="Open Sans"/>
                <a:ea typeface="Open Sans"/>
                <a:cs typeface="Open Sans"/>
                <a:sym typeface="Open Sans"/>
              </a:rPr>
              <a:t>análisis de datos </a:t>
            </a:r>
            <a:r>
              <a:rPr lang="en-US" sz="4000">
                <a:latin typeface="Open Sans"/>
                <a:ea typeface="Open Sans"/>
                <a:cs typeface="Open Sans"/>
                <a:sym typeface="Open Sans"/>
              </a:rPr>
              <a:t>y el </a:t>
            </a:r>
            <a:r>
              <a:rPr b="1" lang="en-US" sz="4000">
                <a:latin typeface="Open Sans"/>
                <a:ea typeface="Open Sans"/>
                <a:cs typeface="Open Sans"/>
                <a:sym typeface="Open Sans"/>
              </a:rPr>
              <a:t>machine learning </a:t>
            </a:r>
            <a:r>
              <a:rPr lang="en-US" sz="4000">
                <a:latin typeface="Open Sans"/>
                <a:ea typeface="Open Sans"/>
                <a:cs typeface="Open Sans"/>
                <a:sym typeface="Open Sans"/>
              </a:rPr>
              <a:t>(ML).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1" name="Shape 251"/>
        <p:cNvGrpSpPr/>
        <p:nvPr/>
      </p:nvGrpSpPr>
      <p:grpSpPr>
        <a:xfrm>
          <a:off x="0" y="0"/>
          <a:ext cx="0" cy="0"/>
          <a:chOff x="0" y="0"/>
          <a:chExt cx="0" cy="0"/>
        </a:xfrm>
      </p:grpSpPr>
      <p:sp>
        <p:nvSpPr>
          <p:cNvPr id="252" name="Google Shape;252;p25"/>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53" name="Google Shape;253;p25"/>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¿Qué es ETL?</a:t>
            </a:r>
            <a:endParaRPr/>
          </a:p>
        </p:txBody>
      </p:sp>
      <p:sp>
        <p:nvSpPr>
          <p:cNvPr id="254" name="Google Shape;254;p25"/>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55" name="Google Shape;255;p25"/>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6" name="Google Shape;256;p25"/>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7" name="Google Shape;257;p25"/>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8" name="Google Shape;258;p25"/>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9" name="Google Shape;259;p25"/>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0" name="Google Shape;260;p25"/>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1" name="Google Shape;261;p25"/>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Autofit/>
          </a:bodyPr>
          <a:lstStyle/>
          <a:p>
            <a:pPr indent="-428625" lvl="0" marL="428625" rtl="0" algn="l">
              <a:spcBef>
                <a:spcPts val="0"/>
              </a:spcBef>
              <a:spcAft>
                <a:spcPts val="0"/>
              </a:spcAft>
              <a:buSzPts val="5800"/>
              <a:buChar char="•"/>
            </a:pPr>
            <a:r>
              <a:rPr lang="en-US" sz="4000">
                <a:latin typeface="Open Sans"/>
                <a:ea typeface="Open Sans"/>
                <a:cs typeface="Open Sans"/>
                <a:sym typeface="Open Sans"/>
              </a:rPr>
              <a:t>Puede abordar necesidades de inteligencia empresarial específicas mediante análisis de datos (como la </a:t>
            </a:r>
            <a:r>
              <a:rPr b="1" lang="en-US" sz="4000">
                <a:latin typeface="Open Sans"/>
                <a:ea typeface="Open Sans"/>
                <a:cs typeface="Open Sans"/>
                <a:sym typeface="Open Sans"/>
              </a:rPr>
              <a:t>predicción del resultado de decisiones empresariales</a:t>
            </a:r>
            <a:r>
              <a:rPr lang="en-US" sz="4000">
                <a:latin typeface="Open Sans"/>
                <a:ea typeface="Open Sans"/>
                <a:cs typeface="Open Sans"/>
                <a:sym typeface="Open Sans"/>
              </a:rPr>
              <a:t>, la </a:t>
            </a:r>
            <a:r>
              <a:rPr b="1" lang="en-US" sz="4000">
                <a:latin typeface="Open Sans"/>
                <a:ea typeface="Open Sans"/>
                <a:cs typeface="Open Sans"/>
                <a:sym typeface="Open Sans"/>
              </a:rPr>
              <a:t>generación de informes y paneles</a:t>
            </a:r>
            <a:r>
              <a:rPr lang="en-US" sz="4000">
                <a:latin typeface="Open Sans"/>
                <a:ea typeface="Open Sans"/>
                <a:cs typeface="Open Sans"/>
                <a:sym typeface="Open Sans"/>
              </a:rPr>
              <a:t>, la </a:t>
            </a:r>
            <a:r>
              <a:rPr b="1" lang="en-US" sz="4000">
                <a:latin typeface="Open Sans"/>
                <a:ea typeface="Open Sans"/>
                <a:cs typeface="Open Sans"/>
                <a:sym typeface="Open Sans"/>
              </a:rPr>
              <a:t>reducción de la ineficacia operativa y más</a:t>
            </a:r>
            <a:r>
              <a:rPr lang="en-US" sz="4000">
                <a:latin typeface="Open Sans"/>
                <a:ea typeface="Open Sans"/>
                <a:cs typeface="Open Sans"/>
                <a:sym typeface="Open Sans"/>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5" name="Shape 265"/>
        <p:cNvGrpSpPr/>
        <p:nvPr/>
      </p:nvGrpSpPr>
      <p:grpSpPr>
        <a:xfrm>
          <a:off x="0" y="0"/>
          <a:ext cx="0" cy="0"/>
          <a:chOff x="0" y="0"/>
          <a:chExt cx="0" cy="0"/>
        </a:xfrm>
      </p:grpSpPr>
      <p:sp>
        <p:nvSpPr>
          <p:cNvPr id="266" name="Google Shape;266;p26"/>
          <p:cNvSpPr/>
          <p:nvPr/>
        </p:nvSpPr>
        <p:spPr>
          <a:xfrm>
            <a:off x="11604459" y="1"/>
            <a:ext cx="6683541"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67" name="Google Shape;267;p26"/>
          <p:cNvSpPr txBox="1"/>
          <p:nvPr>
            <p:ph type="title"/>
          </p:nvPr>
        </p:nvSpPr>
        <p:spPr>
          <a:xfrm>
            <a:off x="13757088" y="1611588"/>
            <a:ext cx="3665149" cy="656694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0000"/>
              </a:buClr>
              <a:buSzPts val="4700"/>
              <a:buFont typeface="Impact"/>
              <a:buNone/>
            </a:pPr>
            <a:r>
              <a:rPr i="0" lang="en-US" sz="4700" u="none" cap="none" strike="noStrike">
                <a:solidFill>
                  <a:srgbClr val="000000"/>
                </a:solidFill>
                <a:latin typeface="Impact"/>
                <a:ea typeface="Impact"/>
                <a:cs typeface="Impact"/>
                <a:sym typeface="Impact"/>
              </a:rPr>
              <a:t>¿Por qué es importante ETL?</a:t>
            </a:r>
            <a:endParaRPr sz="4700">
              <a:solidFill>
                <a:srgbClr val="000000"/>
              </a:solidFill>
            </a:endParaRPr>
          </a:p>
        </p:txBody>
      </p:sp>
      <p:sp>
        <p:nvSpPr>
          <p:cNvPr id="268" name="Google Shape;268;p26"/>
          <p:cNvSpPr/>
          <p:nvPr/>
        </p:nvSpPr>
        <p:spPr>
          <a:xfrm flipH="1" rot="10800000">
            <a:off x="0" y="0"/>
            <a:ext cx="13548150" cy="10287000"/>
          </a:xfrm>
          <a:custGeom>
            <a:rect b="b" l="l" r="r" t="t"/>
            <a:pathLst>
              <a:path extrusionOk="0" h="6858000" w="9032100">
                <a:moveTo>
                  <a:pt x="7891921" y="1602751"/>
                </a:moveTo>
                <a:lnTo>
                  <a:pt x="9032100" y="0"/>
                </a:lnTo>
                <a:lnTo>
                  <a:pt x="7880182" y="0"/>
                </a:lnTo>
                <a:lnTo>
                  <a:pt x="7880182" y="1528762"/>
                </a:lnTo>
                <a:close/>
                <a:moveTo>
                  <a:pt x="7880182" y="6858000"/>
                </a:moveTo>
                <a:lnTo>
                  <a:pt x="8725712" y="6858000"/>
                </a:lnTo>
                <a:lnTo>
                  <a:pt x="7891921" y="1602751"/>
                </a:lnTo>
                <a:lnTo>
                  <a:pt x="7880182" y="1619252"/>
                </a:lnTo>
                <a:close/>
                <a:moveTo>
                  <a:pt x="0" y="6858000"/>
                </a:moveTo>
                <a:lnTo>
                  <a:pt x="7880181" y="6858000"/>
                </a:lnTo>
                <a:lnTo>
                  <a:pt x="7880181" y="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grpSp>
        <p:nvGrpSpPr>
          <p:cNvPr id="269" name="Google Shape;269;p26"/>
          <p:cNvGrpSpPr/>
          <p:nvPr/>
        </p:nvGrpSpPr>
        <p:grpSpPr>
          <a:xfrm>
            <a:off x="11914000" y="0"/>
            <a:ext cx="3655220" cy="10287002"/>
            <a:chOff x="1320800" y="0"/>
            <a:chExt cx="2436813" cy="6858001"/>
          </a:xfrm>
        </p:grpSpPr>
        <p:sp>
          <p:nvSpPr>
            <p:cNvPr id="270" name="Google Shape;270;p26"/>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1" name="Google Shape;271;p26"/>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2" name="Google Shape;272;p26"/>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3" name="Google Shape;273;p26"/>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4" name="Google Shape;274;p26"/>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5" name="Google Shape;275;p26"/>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aphicFrame>
        <p:nvGraphicFramePr>
          <p:cNvPr id="276" name="Google Shape;276;p26"/>
          <p:cNvGraphicFramePr/>
          <p:nvPr/>
        </p:nvGraphicFramePr>
        <p:xfrm>
          <a:off x="172347" y="1091450"/>
          <a:ext cx="3000000" cy="3000000"/>
        </p:xfrm>
        <a:graphic>
          <a:graphicData uri="http://schemas.openxmlformats.org/drawingml/2006/table">
            <a:tbl>
              <a:tblPr bandRow="1" firstRow="1">
                <a:noFill/>
                <a:tableStyleId>{43D02FBA-71B4-48B3-B009-148BCFB987AB}</a:tableStyleId>
              </a:tblPr>
              <a:tblGrid>
                <a:gridCol w="11637175"/>
              </a:tblGrid>
              <a:tr h="1766275">
                <a:tc>
                  <a:txBody>
                    <a:bodyPr/>
                    <a:lstStyle/>
                    <a:p>
                      <a:pPr indent="0" lvl="0" marL="0" marR="0" rtl="0" algn="l">
                        <a:spcBef>
                          <a:spcPts val="0"/>
                        </a:spcBef>
                        <a:spcAft>
                          <a:spcPts val="0"/>
                        </a:spcAft>
                        <a:buNone/>
                      </a:pPr>
                      <a:r>
                        <a:rPr lang="en-US" sz="3600" u="none" cap="none" strike="noStrike"/>
                        <a:t>Las organizaciones de hoy tienen datos estructurados y no estructurados de varias fuentes, que incluyen:</a:t>
                      </a:r>
                      <a:endParaRPr/>
                    </a:p>
                  </a:txBody>
                  <a:tcPr marT="47125" marB="47125" marR="94225" marL="94225"/>
                </a:tc>
              </a:tr>
              <a:tr h="1766275">
                <a:tc>
                  <a:txBody>
                    <a:bodyPr/>
                    <a:lstStyle/>
                    <a:p>
                      <a:pPr indent="0" lvl="0" marL="0" marR="0" rtl="0" algn="l">
                        <a:spcBef>
                          <a:spcPts val="0"/>
                        </a:spcBef>
                        <a:spcAft>
                          <a:spcPts val="0"/>
                        </a:spcAft>
                        <a:buNone/>
                      </a:pPr>
                      <a:r>
                        <a:rPr lang="en-US" sz="3600"/>
                        <a:t>Datos de clientes de pagos en línea y sistemas de administración de la relación con el cliente (CRM)</a:t>
                      </a:r>
                      <a:endParaRPr/>
                    </a:p>
                  </a:txBody>
                  <a:tcPr marT="47125" marB="47125" marR="94225" marL="94225"/>
                </a:tc>
              </a:tr>
              <a:tr h="1299600">
                <a:tc>
                  <a:txBody>
                    <a:bodyPr/>
                    <a:lstStyle/>
                    <a:p>
                      <a:pPr indent="0" lvl="0" marL="0" marR="0" rtl="0" algn="l">
                        <a:spcBef>
                          <a:spcPts val="0"/>
                        </a:spcBef>
                        <a:spcAft>
                          <a:spcPts val="0"/>
                        </a:spcAft>
                        <a:buNone/>
                      </a:pPr>
                      <a:r>
                        <a:rPr lang="en-US" sz="3600"/>
                        <a:t>Datos de inventario y operaciones de sistemas de proveedores</a:t>
                      </a:r>
                      <a:endParaRPr/>
                    </a:p>
                  </a:txBody>
                  <a:tcPr marT="47125" marB="47125" marR="94225" marL="94225"/>
                </a:tc>
              </a:tr>
              <a:tr h="1299600">
                <a:tc>
                  <a:txBody>
                    <a:bodyPr/>
                    <a:lstStyle/>
                    <a:p>
                      <a:pPr indent="0" lvl="0" marL="0" marR="0" rtl="0" algn="l">
                        <a:spcBef>
                          <a:spcPts val="0"/>
                        </a:spcBef>
                        <a:spcAft>
                          <a:spcPts val="0"/>
                        </a:spcAft>
                        <a:buNone/>
                      </a:pPr>
                      <a:r>
                        <a:rPr lang="en-US" sz="3600"/>
                        <a:t>Datos de sensores de dispositivos de Internet de las cosas (IoT)</a:t>
                      </a:r>
                      <a:endParaRPr/>
                    </a:p>
                  </a:txBody>
                  <a:tcPr marT="47125" marB="47125" marR="94225" marL="94225"/>
                </a:tc>
              </a:tr>
              <a:tr h="1299600">
                <a:tc>
                  <a:txBody>
                    <a:bodyPr/>
                    <a:lstStyle/>
                    <a:p>
                      <a:pPr indent="0" lvl="0" marL="0" marR="0" rtl="0" algn="l">
                        <a:spcBef>
                          <a:spcPts val="0"/>
                        </a:spcBef>
                        <a:spcAft>
                          <a:spcPts val="0"/>
                        </a:spcAft>
                        <a:buNone/>
                      </a:pPr>
                      <a:r>
                        <a:rPr lang="en-US" sz="3600"/>
                        <a:t>Datos de marketing de las redes sociales y comentarios de los clientes</a:t>
                      </a:r>
                      <a:endParaRPr/>
                    </a:p>
                  </a:txBody>
                  <a:tcPr marT="47125" marB="47125" marR="94225" marL="94225"/>
                </a:tc>
              </a:tr>
              <a:tr h="1299600">
                <a:tc>
                  <a:txBody>
                    <a:bodyPr/>
                    <a:lstStyle/>
                    <a:p>
                      <a:pPr indent="0" lvl="0" marL="0" marR="0" rtl="0" algn="l">
                        <a:spcBef>
                          <a:spcPts val="0"/>
                        </a:spcBef>
                        <a:spcAft>
                          <a:spcPts val="0"/>
                        </a:spcAft>
                        <a:buNone/>
                      </a:pPr>
                      <a:r>
                        <a:rPr lang="en-US" sz="3600"/>
                        <a:t>Datos de los empleados de los sistemas internos de recursos humanos</a:t>
                      </a:r>
                      <a:endParaRPr/>
                    </a:p>
                  </a:txBody>
                  <a:tcPr marT="47125" marB="47125" marR="94225" marL="94225"/>
                </a:tc>
              </a:tr>
            </a:tbl>
          </a:graphicData>
        </a:graphic>
      </p:graphicFrame>
    </p:spTree>
  </p:cSld>
  <p:clrMapOvr>
    <a:masterClrMapping/>
  </p:clrMapOvr>
  <mc:AlternateContent>
    <mc:Choice Requires="p14">
      <p:transition spd="slow" p14:dur="1300">
        <p14:pan dir="u"/>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7"/>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Extracción</a:t>
            </a:r>
            <a:endParaRPr/>
          </a:p>
        </p:txBody>
      </p:sp>
      <p:sp>
        <p:nvSpPr>
          <p:cNvPr id="282" name="Google Shape;282;p27"/>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lnSpcReduction="10000"/>
          </a:bodyPr>
          <a:lstStyle/>
          <a:p>
            <a:pPr indent="-428625" lvl="0" marL="428625" rtl="0" algn="l">
              <a:spcBef>
                <a:spcPts val="0"/>
              </a:spcBef>
              <a:spcAft>
                <a:spcPts val="0"/>
              </a:spcAft>
              <a:buSzPts val="6380"/>
              <a:buChar char="•"/>
            </a:pPr>
            <a:r>
              <a:rPr lang="en-US" sz="4400">
                <a:latin typeface="Open Sans"/>
                <a:ea typeface="Open Sans"/>
                <a:cs typeface="Open Sans"/>
                <a:sym typeface="Open Sans"/>
              </a:rPr>
              <a:t>Durante la extracción de datos, </a:t>
            </a:r>
            <a:r>
              <a:rPr b="1" lang="en-US" sz="4400">
                <a:latin typeface="Open Sans"/>
                <a:ea typeface="Open Sans"/>
                <a:cs typeface="Open Sans"/>
                <a:sym typeface="Open Sans"/>
              </a:rPr>
              <a:t>los datos sin procesar se copian o exportan</a:t>
            </a:r>
            <a:r>
              <a:rPr lang="en-US" sz="4400">
                <a:latin typeface="Open Sans"/>
                <a:ea typeface="Open Sans"/>
                <a:cs typeface="Open Sans"/>
                <a:sym typeface="Open Sans"/>
              </a:rPr>
              <a:t> desde las ubicaciones de origen a una zona de preparación. Los equipos de gestión de datos pueden extraer datos de diversas fuentes. Los datos pueden ser estructurados o no estructurados.</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6" name="Shape 286"/>
        <p:cNvGrpSpPr/>
        <p:nvPr/>
      </p:nvGrpSpPr>
      <p:grpSpPr>
        <a:xfrm>
          <a:off x="0" y="0"/>
          <a:ext cx="0" cy="0"/>
          <a:chOff x="0" y="0"/>
          <a:chExt cx="0" cy="0"/>
        </a:xfrm>
      </p:grpSpPr>
      <p:sp>
        <p:nvSpPr>
          <p:cNvPr id="287" name="Google Shape;287;p28"/>
          <p:cNvSpPr txBox="1"/>
          <p:nvPr>
            <p:ph type="title"/>
          </p:nvPr>
        </p:nvSpPr>
        <p:spPr>
          <a:xfrm>
            <a:off x="2226466" y="1028700"/>
            <a:ext cx="1502807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Extracción</a:t>
            </a:r>
            <a:endParaRPr/>
          </a:p>
        </p:txBody>
      </p:sp>
      <p:pic>
        <p:nvPicPr>
          <p:cNvPr descr="Database" id="288" name="Google Shape;288;p28"/>
          <p:cNvPicPr preferRelativeResize="0"/>
          <p:nvPr/>
        </p:nvPicPr>
        <p:blipFill rotWithShape="1">
          <a:blip r:embed="rId4">
            <a:alphaModFix/>
          </a:blip>
          <a:srcRect b="0" l="0" r="0" t="0"/>
          <a:stretch/>
        </p:blipFill>
        <p:spPr>
          <a:xfrm>
            <a:off x="3161641" y="4114798"/>
            <a:ext cx="4571999" cy="4571999"/>
          </a:xfrm>
          <a:prstGeom prst="roundRect">
            <a:avLst>
              <a:gd fmla="val 4380" name="adj"/>
            </a:avLst>
          </a:prstGeom>
          <a:noFill/>
          <a:ln cap="flat" cmpd="sng" w="38100">
            <a:solidFill>
              <a:schemeClr val="lt2"/>
            </a:solidFill>
            <a:prstDash val="solid"/>
            <a:round/>
            <a:headEnd len="sm" w="sm" type="none"/>
            <a:tailEnd len="sm" w="sm" type="none"/>
          </a:ln>
        </p:spPr>
      </p:pic>
      <p:grpSp>
        <p:nvGrpSpPr>
          <p:cNvPr id="289" name="Google Shape;289;p28"/>
          <p:cNvGrpSpPr/>
          <p:nvPr/>
        </p:nvGrpSpPr>
        <p:grpSpPr>
          <a:xfrm>
            <a:off x="9024504" y="4043361"/>
            <a:ext cx="8230030" cy="4600574"/>
            <a:chOff x="0" y="42863"/>
            <a:chExt cx="8230030" cy="4600574"/>
          </a:xfrm>
        </p:grpSpPr>
        <p:sp>
          <p:nvSpPr>
            <p:cNvPr id="290" name="Google Shape;290;p28"/>
            <p:cNvSpPr/>
            <p:nvPr/>
          </p:nvSpPr>
          <p:spPr>
            <a:xfrm>
              <a:off x="0" y="42863"/>
              <a:ext cx="8230030" cy="839474"/>
            </a:xfrm>
            <a:prstGeom prst="roundRect">
              <a:avLst>
                <a:gd fmla="val 16667" name="adj"/>
              </a:avLst>
            </a:prstGeom>
            <a:solidFill>
              <a:srgbClr val="2FACEA"/>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8"/>
            <p:cNvSpPr txBox="1"/>
            <p:nvPr/>
          </p:nvSpPr>
          <p:spPr>
            <a:xfrm>
              <a:off x="40980" y="83843"/>
              <a:ext cx="8148070" cy="757514"/>
            </a:xfrm>
            <a:prstGeom prst="rect">
              <a:avLst/>
            </a:prstGeom>
            <a:noFill/>
            <a:ln>
              <a:noFill/>
            </a:ln>
          </p:spPr>
          <p:txBody>
            <a:bodyPr anchorCtr="0" anchor="ctr" bIns="133350" lIns="133350" spcFirstLastPara="1" rIns="133350" wrap="square" tIns="133350">
              <a:noAutofit/>
            </a:bodyPr>
            <a:lstStyle/>
            <a:p>
              <a:pPr indent="0" lvl="0" marL="0" marR="0" rtl="0" algn="l">
                <a:lnSpc>
                  <a:spcPct val="90000"/>
                </a:lnSpc>
                <a:spcBef>
                  <a:spcPts val="0"/>
                </a:spcBef>
                <a:spcAft>
                  <a:spcPts val="0"/>
                </a:spcAft>
                <a:buClr>
                  <a:schemeClr val="lt1"/>
                </a:buClr>
                <a:buSzPts val="3500"/>
                <a:buFont typeface="Corbel"/>
                <a:buNone/>
              </a:pPr>
              <a:r>
                <a:rPr lang="en-US" sz="3500">
                  <a:solidFill>
                    <a:schemeClr val="lt1"/>
                  </a:solidFill>
                  <a:latin typeface="Corbel"/>
                  <a:ea typeface="Corbel"/>
                  <a:cs typeface="Corbel"/>
                  <a:sym typeface="Corbel"/>
                </a:rPr>
                <a:t>Servidores SQL o NoSQL</a:t>
              </a:r>
              <a:endParaRPr sz="3500">
                <a:solidFill>
                  <a:schemeClr val="lt1"/>
                </a:solidFill>
                <a:latin typeface="Corbel"/>
                <a:ea typeface="Corbel"/>
                <a:cs typeface="Corbel"/>
                <a:sym typeface="Corbel"/>
              </a:endParaRPr>
            </a:p>
          </p:txBody>
        </p:sp>
        <p:sp>
          <p:nvSpPr>
            <p:cNvPr id="292" name="Google Shape;292;p28"/>
            <p:cNvSpPr/>
            <p:nvPr/>
          </p:nvSpPr>
          <p:spPr>
            <a:xfrm>
              <a:off x="0" y="983138"/>
              <a:ext cx="8230030" cy="839474"/>
            </a:xfrm>
            <a:prstGeom prst="roundRect">
              <a:avLst>
                <a:gd fmla="val 16667" name="adj"/>
              </a:avLst>
            </a:prstGeom>
            <a:solidFill>
              <a:srgbClr val="2FACEA"/>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8"/>
            <p:cNvSpPr txBox="1"/>
            <p:nvPr/>
          </p:nvSpPr>
          <p:spPr>
            <a:xfrm>
              <a:off x="40980" y="1024118"/>
              <a:ext cx="8148070" cy="757514"/>
            </a:xfrm>
            <a:prstGeom prst="rect">
              <a:avLst/>
            </a:prstGeom>
            <a:noFill/>
            <a:ln>
              <a:noFill/>
            </a:ln>
          </p:spPr>
          <p:txBody>
            <a:bodyPr anchorCtr="0" anchor="ctr" bIns="133350" lIns="133350" spcFirstLastPara="1" rIns="133350" wrap="square" tIns="133350">
              <a:noAutofit/>
            </a:bodyPr>
            <a:lstStyle/>
            <a:p>
              <a:pPr indent="0" lvl="0" marL="0" marR="0" rtl="0" algn="l">
                <a:lnSpc>
                  <a:spcPct val="90000"/>
                </a:lnSpc>
                <a:spcBef>
                  <a:spcPts val="0"/>
                </a:spcBef>
                <a:spcAft>
                  <a:spcPts val="0"/>
                </a:spcAft>
                <a:buClr>
                  <a:schemeClr val="lt1"/>
                </a:buClr>
                <a:buSzPts val="3500"/>
                <a:buFont typeface="Corbel"/>
                <a:buNone/>
              </a:pPr>
              <a:r>
                <a:rPr lang="en-US" sz="3500">
                  <a:solidFill>
                    <a:schemeClr val="lt1"/>
                  </a:solidFill>
                  <a:latin typeface="Corbel"/>
                  <a:ea typeface="Corbel"/>
                  <a:cs typeface="Corbel"/>
                  <a:sym typeface="Corbel"/>
                </a:rPr>
                <a:t>Sistemas CRM y ERP</a:t>
              </a:r>
              <a:endParaRPr sz="3500">
                <a:solidFill>
                  <a:schemeClr val="lt1"/>
                </a:solidFill>
                <a:latin typeface="Corbel"/>
                <a:ea typeface="Corbel"/>
                <a:cs typeface="Corbel"/>
                <a:sym typeface="Corbel"/>
              </a:endParaRPr>
            </a:p>
          </p:txBody>
        </p:sp>
        <p:sp>
          <p:nvSpPr>
            <p:cNvPr id="294" name="Google Shape;294;p28"/>
            <p:cNvSpPr/>
            <p:nvPr/>
          </p:nvSpPr>
          <p:spPr>
            <a:xfrm>
              <a:off x="0" y="1923413"/>
              <a:ext cx="8230030" cy="839474"/>
            </a:xfrm>
            <a:prstGeom prst="roundRect">
              <a:avLst>
                <a:gd fmla="val 16667" name="adj"/>
              </a:avLst>
            </a:prstGeom>
            <a:solidFill>
              <a:srgbClr val="2FACEA"/>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8"/>
            <p:cNvSpPr txBox="1"/>
            <p:nvPr/>
          </p:nvSpPr>
          <p:spPr>
            <a:xfrm>
              <a:off x="40980" y="1964393"/>
              <a:ext cx="8148070" cy="757514"/>
            </a:xfrm>
            <a:prstGeom prst="rect">
              <a:avLst/>
            </a:prstGeom>
            <a:noFill/>
            <a:ln>
              <a:noFill/>
            </a:ln>
          </p:spPr>
          <p:txBody>
            <a:bodyPr anchorCtr="0" anchor="ctr" bIns="133350" lIns="133350" spcFirstLastPara="1" rIns="133350" wrap="square" tIns="133350">
              <a:noAutofit/>
            </a:bodyPr>
            <a:lstStyle/>
            <a:p>
              <a:pPr indent="0" lvl="0" marL="0" marR="0" rtl="0" algn="l">
                <a:lnSpc>
                  <a:spcPct val="90000"/>
                </a:lnSpc>
                <a:spcBef>
                  <a:spcPts val="0"/>
                </a:spcBef>
                <a:spcAft>
                  <a:spcPts val="0"/>
                </a:spcAft>
                <a:buClr>
                  <a:schemeClr val="lt1"/>
                </a:buClr>
                <a:buSzPts val="3500"/>
                <a:buFont typeface="Corbel"/>
                <a:buNone/>
              </a:pPr>
              <a:r>
                <a:rPr lang="en-US" sz="3500">
                  <a:solidFill>
                    <a:schemeClr val="lt1"/>
                  </a:solidFill>
                  <a:latin typeface="Corbel"/>
                  <a:ea typeface="Corbel"/>
                  <a:cs typeface="Corbel"/>
                  <a:sym typeface="Corbel"/>
                </a:rPr>
                <a:t>Archivos sin formato</a:t>
              </a:r>
              <a:endParaRPr sz="3500">
                <a:solidFill>
                  <a:schemeClr val="lt1"/>
                </a:solidFill>
                <a:latin typeface="Corbel"/>
                <a:ea typeface="Corbel"/>
                <a:cs typeface="Corbel"/>
                <a:sym typeface="Corbel"/>
              </a:endParaRPr>
            </a:p>
          </p:txBody>
        </p:sp>
        <p:sp>
          <p:nvSpPr>
            <p:cNvPr id="296" name="Google Shape;296;p28"/>
            <p:cNvSpPr/>
            <p:nvPr/>
          </p:nvSpPr>
          <p:spPr>
            <a:xfrm>
              <a:off x="0" y="2863688"/>
              <a:ext cx="8230030" cy="839474"/>
            </a:xfrm>
            <a:prstGeom prst="roundRect">
              <a:avLst>
                <a:gd fmla="val 16667" name="adj"/>
              </a:avLst>
            </a:prstGeom>
            <a:solidFill>
              <a:srgbClr val="2FACEA"/>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8"/>
            <p:cNvSpPr txBox="1"/>
            <p:nvPr/>
          </p:nvSpPr>
          <p:spPr>
            <a:xfrm>
              <a:off x="40980" y="2904668"/>
              <a:ext cx="8148070" cy="757514"/>
            </a:xfrm>
            <a:prstGeom prst="rect">
              <a:avLst/>
            </a:prstGeom>
            <a:noFill/>
            <a:ln>
              <a:noFill/>
            </a:ln>
          </p:spPr>
          <p:txBody>
            <a:bodyPr anchorCtr="0" anchor="ctr" bIns="133350" lIns="133350" spcFirstLastPara="1" rIns="133350" wrap="square" tIns="133350">
              <a:noAutofit/>
            </a:bodyPr>
            <a:lstStyle/>
            <a:p>
              <a:pPr indent="0" lvl="0" marL="0" marR="0" rtl="0" algn="l">
                <a:lnSpc>
                  <a:spcPct val="90000"/>
                </a:lnSpc>
                <a:spcBef>
                  <a:spcPts val="0"/>
                </a:spcBef>
                <a:spcAft>
                  <a:spcPts val="0"/>
                </a:spcAft>
                <a:buClr>
                  <a:schemeClr val="lt1"/>
                </a:buClr>
                <a:buSzPts val="3500"/>
                <a:buFont typeface="Corbel"/>
                <a:buNone/>
              </a:pPr>
              <a:r>
                <a:rPr lang="en-US" sz="3500">
                  <a:solidFill>
                    <a:schemeClr val="lt1"/>
                  </a:solidFill>
                  <a:latin typeface="Corbel"/>
                  <a:ea typeface="Corbel"/>
                  <a:cs typeface="Corbel"/>
                  <a:sym typeface="Corbel"/>
                </a:rPr>
                <a:t>Correo electrónico</a:t>
              </a:r>
              <a:endParaRPr sz="3500">
                <a:solidFill>
                  <a:schemeClr val="lt1"/>
                </a:solidFill>
                <a:latin typeface="Corbel"/>
                <a:ea typeface="Corbel"/>
                <a:cs typeface="Corbel"/>
                <a:sym typeface="Corbel"/>
              </a:endParaRPr>
            </a:p>
          </p:txBody>
        </p:sp>
        <p:sp>
          <p:nvSpPr>
            <p:cNvPr id="298" name="Google Shape;298;p28"/>
            <p:cNvSpPr/>
            <p:nvPr/>
          </p:nvSpPr>
          <p:spPr>
            <a:xfrm>
              <a:off x="0" y="3803963"/>
              <a:ext cx="8230030" cy="839474"/>
            </a:xfrm>
            <a:prstGeom prst="roundRect">
              <a:avLst>
                <a:gd fmla="val 16667" name="adj"/>
              </a:avLst>
            </a:prstGeom>
            <a:solidFill>
              <a:srgbClr val="2FACEA"/>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8"/>
            <p:cNvSpPr txBox="1"/>
            <p:nvPr/>
          </p:nvSpPr>
          <p:spPr>
            <a:xfrm>
              <a:off x="40980" y="3844943"/>
              <a:ext cx="8148070" cy="757514"/>
            </a:xfrm>
            <a:prstGeom prst="rect">
              <a:avLst/>
            </a:prstGeom>
            <a:noFill/>
            <a:ln>
              <a:noFill/>
            </a:ln>
          </p:spPr>
          <p:txBody>
            <a:bodyPr anchorCtr="0" anchor="ctr" bIns="133350" lIns="133350" spcFirstLastPara="1" rIns="133350" wrap="square" tIns="133350">
              <a:noAutofit/>
            </a:bodyPr>
            <a:lstStyle/>
            <a:p>
              <a:pPr indent="0" lvl="0" marL="0" marR="0" rtl="0" algn="l">
                <a:lnSpc>
                  <a:spcPct val="90000"/>
                </a:lnSpc>
                <a:spcBef>
                  <a:spcPts val="0"/>
                </a:spcBef>
                <a:spcAft>
                  <a:spcPts val="0"/>
                </a:spcAft>
                <a:buClr>
                  <a:schemeClr val="lt1"/>
                </a:buClr>
                <a:buSzPts val="3500"/>
                <a:buFont typeface="Corbel"/>
                <a:buNone/>
              </a:pPr>
              <a:r>
                <a:rPr lang="en-US" sz="3500">
                  <a:solidFill>
                    <a:schemeClr val="lt1"/>
                  </a:solidFill>
                  <a:latin typeface="Corbel"/>
                  <a:ea typeface="Corbel"/>
                  <a:cs typeface="Corbel"/>
                  <a:sym typeface="Corbel"/>
                </a:rPr>
                <a:t>Páginas web</a:t>
              </a:r>
              <a:endParaRPr sz="3500">
                <a:solidFill>
                  <a:schemeClr val="lt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9"/>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Transformación</a:t>
            </a:r>
            <a:endParaRPr/>
          </a:p>
        </p:txBody>
      </p:sp>
      <p:sp>
        <p:nvSpPr>
          <p:cNvPr id="305" name="Google Shape;305;p29"/>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a:bodyPr>
          <a:lstStyle/>
          <a:p>
            <a:pPr indent="-428625" lvl="0" marL="428625" rtl="0" algn="l">
              <a:spcBef>
                <a:spcPts val="0"/>
              </a:spcBef>
              <a:spcAft>
                <a:spcPts val="0"/>
              </a:spcAft>
              <a:buSzPts val="6380"/>
              <a:buChar char="•"/>
            </a:pPr>
            <a:r>
              <a:rPr lang="en-US" sz="4400">
                <a:latin typeface="Open Sans"/>
                <a:ea typeface="Open Sans"/>
                <a:cs typeface="Open Sans"/>
                <a:sym typeface="Open Sans"/>
              </a:rPr>
              <a:t>En la zona de preparación, los datos sin procesar se procesan. Aquí, </a:t>
            </a:r>
            <a:r>
              <a:rPr b="1" lang="en-US" sz="4400">
                <a:latin typeface="Open Sans"/>
                <a:ea typeface="Open Sans"/>
                <a:cs typeface="Open Sans"/>
                <a:sym typeface="Open Sans"/>
              </a:rPr>
              <a:t>los datos se transforman y consolidan para su caso de uso analítico previsto</a:t>
            </a:r>
            <a:r>
              <a:rPr lang="en-US" sz="4400">
                <a:latin typeface="Open Sans"/>
                <a:ea typeface="Open Sans"/>
                <a:cs typeface="Open Sans"/>
                <a:sym typeface="Open Sans"/>
              </a:rPr>
              <a:t>.</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 name="Shape 309"/>
        <p:cNvGrpSpPr/>
        <p:nvPr/>
      </p:nvGrpSpPr>
      <p:grpSpPr>
        <a:xfrm>
          <a:off x="0" y="0"/>
          <a:ext cx="0" cy="0"/>
          <a:chOff x="0" y="0"/>
          <a:chExt cx="0" cy="0"/>
        </a:xfrm>
      </p:grpSpPr>
      <p:sp>
        <p:nvSpPr>
          <p:cNvPr id="310" name="Google Shape;310;p30"/>
          <p:cNvSpPr/>
          <p:nvPr/>
        </p:nvSpPr>
        <p:spPr>
          <a:xfrm>
            <a:off x="11604459" y="1"/>
            <a:ext cx="6683541"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11" name="Google Shape;311;p30"/>
          <p:cNvSpPr txBox="1"/>
          <p:nvPr>
            <p:ph type="title"/>
          </p:nvPr>
        </p:nvSpPr>
        <p:spPr>
          <a:xfrm>
            <a:off x="13757088" y="1611588"/>
            <a:ext cx="3665149" cy="656694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0000"/>
              </a:buClr>
              <a:buSzPts val="3800"/>
              <a:buFont typeface="Impact"/>
              <a:buNone/>
            </a:pPr>
            <a:r>
              <a:rPr i="0" lang="en-US" sz="3800" u="none" cap="none" strike="noStrike">
                <a:solidFill>
                  <a:srgbClr val="000000"/>
                </a:solidFill>
                <a:latin typeface="Impact"/>
                <a:ea typeface="Impact"/>
                <a:cs typeface="Impact"/>
                <a:sym typeface="Impact"/>
              </a:rPr>
              <a:t>Transformación</a:t>
            </a:r>
            <a:endParaRPr sz="3800">
              <a:solidFill>
                <a:srgbClr val="000000"/>
              </a:solidFill>
            </a:endParaRPr>
          </a:p>
        </p:txBody>
      </p:sp>
      <p:sp>
        <p:nvSpPr>
          <p:cNvPr id="312" name="Google Shape;312;p30"/>
          <p:cNvSpPr/>
          <p:nvPr/>
        </p:nvSpPr>
        <p:spPr>
          <a:xfrm flipH="1" rot="10800000">
            <a:off x="0" y="0"/>
            <a:ext cx="13548150" cy="10287000"/>
          </a:xfrm>
          <a:custGeom>
            <a:rect b="b" l="l" r="r" t="t"/>
            <a:pathLst>
              <a:path extrusionOk="0" h="6858000" w="9032100">
                <a:moveTo>
                  <a:pt x="7891921" y="1602751"/>
                </a:moveTo>
                <a:lnTo>
                  <a:pt x="9032100" y="0"/>
                </a:lnTo>
                <a:lnTo>
                  <a:pt x="7880182" y="0"/>
                </a:lnTo>
                <a:lnTo>
                  <a:pt x="7880182" y="1528762"/>
                </a:lnTo>
                <a:close/>
                <a:moveTo>
                  <a:pt x="7880182" y="6858000"/>
                </a:moveTo>
                <a:lnTo>
                  <a:pt x="8725712" y="6858000"/>
                </a:lnTo>
                <a:lnTo>
                  <a:pt x="7891921" y="1602751"/>
                </a:lnTo>
                <a:lnTo>
                  <a:pt x="7880182" y="1619252"/>
                </a:lnTo>
                <a:close/>
                <a:moveTo>
                  <a:pt x="0" y="6858000"/>
                </a:moveTo>
                <a:lnTo>
                  <a:pt x="7880181" y="6858000"/>
                </a:lnTo>
                <a:lnTo>
                  <a:pt x="7880181" y="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grpSp>
        <p:nvGrpSpPr>
          <p:cNvPr id="313" name="Google Shape;313;p30"/>
          <p:cNvGrpSpPr/>
          <p:nvPr/>
        </p:nvGrpSpPr>
        <p:grpSpPr>
          <a:xfrm>
            <a:off x="11914000" y="0"/>
            <a:ext cx="3655220" cy="10287002"/>
            <a:chOff x="1320800" y="0"/>
            <a:chExt cx="2436813" cy="6858001"/>
          </a:xfrm>
        </p:grpSpPr>
        <p:sp>
          <p:nvSpPr>
            <p:cNvPr id="314" name="Google Shape;314;p30"/>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15" name="Google Shape;315;p30"/>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16" name="Google Shape;316;p30"/>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17" name="Google Shape;317;p30"/>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18" name="Google Shape;318;p30"/>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19" name="Google Shape;319;p30"/>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320" name="Google Shape;320;p30"/>
          <p:cNvGrpSpPr/>
          <p:nvPr/>
        </p:nvGrpSpPr>
        <p:grpSpPr>
          <a:xfrm>
            <a:off x="965200" y="317308"/>
            <a:ext cx="10124282" cy="9704000"/>
            <a:chOff x="0" y="7593"/>
            <a:chExt cx="10124282" cy="9704000"/>
          </a:xfrm>
        </p:grpSpPr>
        <p:sp>
          <p:nvSpPr>
            <p:cNvPr id="321" name="Google Shape;321;p30"/>
            <p:cNvSpPr/>
            <p:nvPr/>
          </p:nvSpPr>
          <p:spPr>
            <a:xfrm>
              <a:off x="0" y="7593"/>
              <a:ext cx="10124282" cy="1617333"/>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0"/>
            <p:cNvSpPr/>
            <p:nvPr/>
          </p:nvSpPr>
          <p:spPr>
            <a:xfrm>
              <a:off x="489243" y="371493"/>
              <a:ext cx="889533" cy="889533"/>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0"/>
            <p:cNvSpPr/>
            <p:nvPr/>
          </p:nvSpPr>
          <p:spPr>
            <a:xfrm>
              <a:off x="1868020" y="7593"/>
              <a:ext cx="8256261" cy="161733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0"/>
            <p:cNvSpPr txBox="1"/>
            <p:nvPr/>
          </p:nvSpPr>
          <p:spPr>
            <a:xfrm>
              <a:off x="1868020" y="7593"/>
              <a:ext cx="8256261" cy="1617333"/>
            </a:xfrm>
            <a:prstGeom prst="rect">
              <a:avLst/>
            </a:prstGeom>
            <a:noFill/>
            <a:ln>
              <a:noFill/>
            </a:ln>
          </p:spPr>
          <p:txBody>
            <a:bodyPr anchorCtr="0" anchor="ctr" bIns="171150" lIns="171150" spcFirstLastPara="1" rIns="171150" wrap="square" tIns="171150">
              <a:noAutofit/>
            </a:bodyPr>
            <a:lstStyle/>
            <a:p>
              <a:pPr indent="0" lvl="0" marL="0" marR="0" rtl="0" algn="l">
                <a:lnSpc>
                  <a:spcPct val="90000"/>
                </a:lnSpc>
                <a:spcBef>
                  <a:spcPts val="0"/>
                </a:spcBef>
                <a:spcAft>
                  <a:spcPts val="0"/>
                </a:spcAft>
                <a:buClr>
                  <a:schemeClr val="dk1"/>
                </a:buClr>
                <a:buSzPts val="2400"/>
                <a:buFont typeface="Corbel"/>
                <a:buNone/>
              </a:pPr>
              <a:r>
                <a:rPr lang="en-US" sz="2400">
                  <a:solidFill>
                    <a:schemeClr val="dk1"/>
                  </a:solidFill>
                  <a:latin typeface="Corbel"/>
                  <a:ea typeface="Corbel"/>
                  <a:cs typeface="Corbel"/>
                  <a:sym typeface="Corbel"/>
                </a:rPr>
                <a:t>Filtrar, depurar, des duplicar, validar y autenticar los datos.</a:t>
              </a:r>
              <a:endParaRPr sz="2400">
                <a:solidFill>
                  <a:schemeClr val="dk1"/>
                </a:solidFill>
                <a:latin typeface="Corbel"/>
                <a:ea typeface="Corbel"/>
                <a:cs typeface="Corbel"/>
                <a:sym typeface="Corbel"/>
              </a:endParaRPr>
            </a:p>
          </p:txBody>
        </p:sp>
        <p:sp>
          <p:nvSpPr>
            <p:cNvPr id="325" name="Google Shape;325;p30"/>
            <p:cNvSpPr/>
            <p:nvPr/>
          </p:nvSpPr>
          <p:spPr>
            <a:xfrm>
              <a:off x="0" y="2029259"/>
              <a:ext cx="10124282" cy="1617333"/>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0"/>
            <p:cNvSpPr/>
            <p:nvPr/>
          </p:nvSpPr>
          <p:spPr>
            <a:xfrm>
              <a:off x="489243" y="2393159"/>
              <a:ext cx="889533" cy="889533"/>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0"/>
            <p:cNvSpPr/>
            <p:nvPr/>
          </p:nvSpPr>
          <p:spPr>
            <a:xfrm>
              <a:off x="1868020" y="2029259"/>
              <a:ext cx="8256261" cy="161733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0"/>
            <p:cNvSpPr txBox="1"/>
            <p:nvPr/>
          </p:nvSpPr>
          <p:spPr>
            <a:xfrm>
              <a:off x="1868020" y="2029259"/>
              <a:ext cx="8256261" cy="1617333"/>
            </a:xfrm>
            <a:prstGeom prst="rect">
              <a:avLst/>
            </a:prstGeom>
            <a:noFill/>
            <a:ln>
              <a:noFill/>
            </a:ln>
          </p:spPr>
          <p:txBody>
            <a:bodyPr anchorCtr="0" anchor="ctr" bIns="171150" lIns="171150" spcFirstLastPara="1" rIns="171150" wrap="square" tIns="171150">
              <a:noAutofit/>
            </a:bodyPr>
            <a:lstStyle/>
            <a:p>
              <a:pPr indent="0" lvl="0" marL="0" marR="0" rtl="0" algn="l">
                <a:lnSpc>
                  <a:spcPct val="90000"/>
                </a:lnSpc>
                <a:spcBef>
                  <a:spcPts val="0"/>
                </a:spcBef>
                <a:spcAft>
                  <a:spcPts val="0"/>
                </a:spcAft>
                <a:buClr>
                  <a:schemeClr val="dk1"/>
                </a:buClr>
                <a:buSzPts val="2400"/>
                <a:buFont typeface="Corbel"/>
                <a:buNone/>
              </a:pPr>
              <a:r>
                <a:rPr lang="en-US" sz="2400">
                  <a:solidFill>
                    <a:schemeClr val="dk1"/>
                  </a:solidFill>
                  <a:latin typeface="Corbel"/>
                  <a:ea typeface="Corbel"/>
                  <a:cs typeface="Corbel"/>
                  <a:sym typeface="Corbel"/>
                </a:rPr>
                <a:t>Realizar cálculos, traducciones o resúmenes a partir de los datos sin procesar.</a:t>
              </a:r>
              <a:endParaRPr sz="2400">
                <a:solidFill>
                  <a:schemeClr val="dk1"/>
                </a:solidFill>
                <a:latin typeface="Corbel"/>
                <a:ea typeface="Corbel"/>
                <a:cs typeface="Corbel"/>
                <a:sym typeface="Corbel"/>
              </a:endParaRPr>
            </a:p>
          </p:txBody>
        </p:sp>
        <p:sp>
          <p:nvSpPr>
            <p:cNvPr id="329" name="Google Shape;329;p30"/>
            <p:cNvSpPr/>
            <p:nvPr/>
          </p:nvSpPr>
          <p:spPr>
            <a:xfrm>
              <a:off x="0" y="4050926"/>
              <a:ext cx="10124282" cy="1617333"/>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0"/>
            <p:cNvSpPr/>
            <p:nvPr/>
          </p:nvSpPr>
          <p:spPr>
            <a:xfrm>
              <a:off x="489243" y="4414826"/>
              <a:ext cx="889533" cy="889533"/>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0"/>
            <p:cNvSpPr/>
            <p:nvPr/>
          </p:nvSpPr>
          <p:spPr>
            <a:xfrm>
              <a:off x="1868020" y="4050926"/>
              <a:ext cx="8256261" cy="161733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0"/>
            <p:cNvSpPr txBox="1"/>
            <p:nvPr/>
          </p:nvSpPr>
          <p:spPr>
            <a:xfrm>
              <a:off x="1868020" y="4050926"/>
              <a:ext cx="8256261" cy="1617333"/>
            </a:xfrm>
            <a:prstGeom prst="rect">
              <a:avLst/>
            </a:prstGeom>
            <a:noFill/>
            <a:ln>
              <a:noFill/>
            </a:ln>
          </p:spPr>
          <p:txBody>
            <a:bodyPr anchorCtr="0" anchor="ctr" bIns="171150" lIns="171150" spcFirstLastPara="1" rIns="171150" wrap="square" tIns="171150">
              <a:noAutofit/>
            </a:bodyPr>
            <a:lstStyle/>
            <a:p>
              <a:pPr indent="0" lvl="0" marL="0" marR="0" rtl="0" algn="l">
                <a:lnSpc>
                  <a:spcPct val="90000"/>
                </a:lnSpc>
                <a:spcBef>
                  <a:spcPts val="0"/>
                </a:spcBef>
                <a:spcAft>
                  <a:spcPts val="0"/>
                </a:spcAft>
                <a:buClr>
                  <a:schemeClr val="dk1"/>
                </a:buClr>
                <a:buSzPts val="2400"/>
                <a:buFont typeface="Corbel"/>
                <a:buNone/>
              </a:pPr>
              <a:r>
                <a:rPr lang="en-US" sz="2400">
                  <a:solidFill>
                    <a:schemeClr val="dk1"/>
                  </a:solidFill>
                  <a:latin typeface="Corbel"/>
                  <a:ea typeface="Corbel"/>
                  <a:cs typeface="Corbel"/>
                  <a:sym typeface="Corbel"/>
                </a:rPr>
                <a:t>La realización de auditorías para garantizar la calidad de los datos y la conformidad.</a:t>
              </a:r>
              <a:endParaRPr sz="2400">
                <a:solidFill>
                  <a:schemeClr val="dk1"/>
                </a:solidFill>
                <a:latin typeface="Corbel"/>
                <a:ea typeface="Corbel"/>
                <a:cs typeface="Corbel"/>
                <a:sym typeface="Corbel"/>
              </a:endParaRPr>
            </a:p>
          </p:txBody>
        </p:sp>
        <p:sp>
          <p:nvSpPr>
            <p:cNvPr id="333" name="Google Shape;333;p30"/>
            <p:cNvSpPr/>
            <p:nvPr/>
          </p:nvSpPr>
          <p:spPr>
            <a:xfrm>
              <a:off x="0" y="6072593"/>
              <a:ext cx="10124282" cy="1617333"/>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p:nvPr/>
          </p:nvSpPr>
          <p:spPr>
            <a:xfrm>
              <a:off x="489243" y="6436493"/>
              <a:ext cx="889533" cy="889533"/>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0"/>
            <p:cNvSpPr/>
            <p:nvPr/>
          </p:nvSpPr>
          <p:spPr>
            <a:xfrm>
              <a:off x="1868020" y="6072593"/>
              <a:ext cx="8256261" cy="161733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0"/>
            <p:cNvSpPr txBox="1"/>
            <p:nvPr/>
          </p:nvSpPr>
          <p:spPr>
            <a:xfrm>
              <a:off x="1868020" y="6072593"/>
              <a:ext cx="8256261" cy="1617333"/>
            </a:xfrm>
            <a:prstGeom prst="rect">
              <a:avLst/>
            </a:prstGeom>
            <a:noFill/>
            <a:ln>
              <a:noFill/>
            </a:ln>
          </p:spPr>
          <p:txBody>
            <a:bodyPr anchorCtr="0" anchor="ctr" bIns="171150" lIns="171150" spcFirstLastPara="1" rIns="171150" wrap="square" tIns="171150">
              <a:noAutofit/>
            </a:bodyPr>
            <a:lstStyle/>
            <a:p>
              <a:pPr indent="0" lvl="0" marL="0" marR="0" rtl="0" algn="l">
                <a:lnSpc>
                  <a:spcPct val="90000"/>
                </a:lnSpc>
                <a:spcBef>
                  <a:spcPts val="0"/>
                </a:spcBef>
                <a:spcAft>
                  <a:spcPts val="0"/>
                </a:spcAft>
                <a:buClr>
                  <a:schemeClr val="dk1"/>
                </a:buClr>
                <a:buSzPts val="2400"/>
                <a:buFont typeface="Corbel"/>
                <a:buNone/>
              </a:pPr>
              <a:r>
                <a:rPr lang="en-US" sz="2400">
                  <a:solidFill>
                    <a:schemeClr val="dk1"/>
                  </a:solidFill>
                  <a:latin typeface="Corbel"/>
                  <a:ea typeface="Corbel"/>
                  <a:cs typeface="Corbel"/>
                  <a:sym typeface="Corbel"/>
                </a:rPr>
                <a:t>Eliminar, cifrar o proteger los datos regulados por las autoridades sectoriales o gubernamentales.</a:t>
              </a:r>
              <a:endParaRPr sz="2400">
                <a:solidFill>
                  <a:schemeClr val="dk1"/>
                </a:solidFill>
                <a:latin typeface="Corbel"/>
                <a:ea typeface="Corbel"/>
                <a:cs typeface="Corbel"/>
                <a:sym typeface="Corbel"/>
              </a:endParaRPr>
            </a:p>
          </p:txBody>
        </p:sp>
        <p:sp>
          <p:nvSpPr>
            <p:cNvPr id="337" name="Google Shape;337;p30"/>
            <p:cNvSpPr/>
            <p:nvPr/>
          </p:nvSpPr>
          <p:spPr>
            <a:xfrm>
              <a:off x="0" y="8094260"/>
              <a:ext cx="10124282" cy="1617333"/>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0"/>
            <p:cNvSpPr/>
            <p:nvPr/>
          </p:nvSpPr>
          <p:spPr>
            <a:xfrm>
              <a:off x="489243" y="8458160"/>
              <a:ext cx="889533" cy="889533"/>
            </a:xfrm>
            <a:prstGeom prst="rect">
              <a:avLst/>
            </a:prstGeom>
            <a:blipFill rotWithShape="1">
              <a:blip r:embed="rId8">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0"/>
            <p:cNvSpPr/>
            <p:nvPr/>
          </p:nvSpPr>
          <p:spPr>
            <a:xfrm>
              <a:off x="1868020" y="8094260"/>
              <a:ext cx="8256261" cy="161733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0"/>
            <p:cNvSpPr txBox="1"/>
            <p:nvPr/>
          </p:nvSpPr>
          <p:spPr>
            <a:xfrm>
              <a:off x="1868020" y="8094260"/>
              <a:ext cx="8256261" cy="1617333"/>
            </a:xfrm>
            <a:prstGeom prst="rect">
              <a:avLst/>
            </a:prstGeom>
            <a:noFill/>
            <a:ln>
              <a:noFill/>
            </a:ln>
          </p:spPr>
          <p:txBody>
            <a:bodyPr anchorCtr="0" anchor="ctr" bIns="171150" lIns="171150" spcFirstLastPara="1" rIns="171150" wrap="square" tIns="171150">
              <a:noAutofit/>
            </a:bodyPr>
            <a:lstStyle/>
            <a:p>
              <a:pPr indent="0" lvl="0" marL="0" marR="0" rtl="0" algn="l">
                <a:lnSpc>
                  <a:spcPct val="90000"/>
                </a:lnSpc>
                <a:spcBef>
                  <a:spcPts val="0"/>
                </a:spcBef>
                <a:spcAft>
                  <a:spcPts val="0"/>
                </a:spcAft>
                <a:buClr>
                  <a:schemeClr val="dk1"/>
                </a:buClr>
                <a:buSzPts val="2400"/>
                <a:buFont typeface="Corbel"/>
                <a:buNone/>
              </a:pPr>
              <a:r>
                <a:rPr lang="en-US" sz="2400">
                  <a:solidFill>
                    <a:schemeClr val="dk1"/>
                  </a:solidFill>
                  <a:latin typeface="Corbel"/>
                  <a:ea typeface="Corbel"/>
                  <a:cs typeface="Corbel"/>
                  <a:sym typeface="Corbel"/>
                </a:rPr>
                <a:t>Formatear los datos en tablas o tablas unidas para que coincidan con el esquema del almacén de datos de destino.</a:t>
              </a:r>
              <a:endParaRPr sz="2400">
                <a:solidFill>
                  <a:schemeClr val="dk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1"/>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Carga</a:t>
            </a:r>
            <a:endParaRPr/>
          </a:p>
        </p:txBody>
      </p:sp>
      <p:sp>
        <p:nvSpPr>
          <p:cNvPr id="346" name="Google Shape;346;p31"/>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fontScale="92500" lnSpcReduction="20000"/>
          </a:bodyPr>
          <a:lstStyle/>
          <a:p>
            <a:pPr indent="-428625" lvl="0" marL="428625" rtl="0" algn="l">
              <a:spcBef>
                <a:spcPts val="0"/>
              </a:spcBef>
              <a:spcAft>
                <a:spcPts val="0"/>
              </a:spcAft>
              <a:buSzPct val="145000"/>
              <a:buChar char="•"/>
            </a:pPr>
            <a:r>
              <a:rPr lang="en-US" sz="4400">
                <a:latin typeface="Open Sans"/>
                <a:ea typeface="Open Sans"/>
                <a:cs typeface="Open Sans"/>
                <a:sym typeface="Open Sans"/>
              </a:rPr>
              <a:t>En este último paso, los datos transformados se trasladan de la zona de preparación a un almacén de datos de destino. Normalmente, esto implica una </a:t>
            </a:r>
            <a:r>
              <a:rPr b="1" lang="en-US" sz="4400">
                <a:latin typeface="Open Sans"/>
                <a:ea typeface="Open Sans"/>
                <a:cs typeface="Open Sans"/>
                <a:sym typeface="Open Sans"/>
              </a:rPr>
              <a:t>carga inicial de todos los datos</a:t>
            </a:r>
            <a:r>
              <a:rPr lang="en-US" sz="4400">
                <a:latin typeface="Open Sans"/>
                <a:ea typeface="Open Sans"/>
                <a:cs typeface="Open Sans"/>
                <a:sym typeface="Open Sans"/>
              </a:rPr>
              <a:t>, seguida de </a:t>
            </a:r>
            <a:r>
              <a:rPr b="1" lang="en-US" sz="4400">
                <a:latin typeface="Open Sans"/>
                <a:ea typeface="Open Sans"/>
                <a:cs typeface="Open Sans"/>
                <a:sym typeface="Open Sans"/>
              </a:rPr>
              <a:t>cargas periódicas de cambios incrementales </a:t>
            </a:r>
            <a:r>
              <a:rPr lang="en-US" sz="4400">
                <a:latin typeface="Open Sans"/>
                <a:ea typeface="Open Sans"/>
                <a:cs typeface="Open Sans"/>
                <a:sym typeface="Open Sans"/>
              </a:rPr>
              <a:t>de datos y, con menos frecuencia, actualizaciones completas para borrar y reemplazar datos en el almacén.</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0" name="Shape 350"/>
        <p:cNvGrpSpPr/>
        <p:nvPr/>
      </p:nvGrpSpPr>
      <p:grpSpPr>
        <a:xfrm>
          <a:off x="0" y="0"/>
          <a:ext cx="0" cy="0"/>
          <a:chOff x="0" y="0"/>
          <a:chExt cx="0" cy="0"/>
        </a:xfrm>
      </p:grpSpPr>
      <p:sp>
        <p:nvSpPr>
          <p:cNvPr id="351" name="Google Shape;351;p32"/>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grpSp>
        <p:nvGrpSpPr>
          <p:cNvPr id="352" name="Google Shape;352;p32"/>
          <p:cNvGrpSpPr/>
          <p:nvPr/>
        </p:nvGrpSpPr>
        <p:grpSpPr>
          <a:xfrm>
            <a:off x="226218" y="0"/>
            <a:ext cx="3655219" cy="10287002"/>
            <a:chOff x="1320800" y="0"/>
            <a:chExt cx="2436813" cy="6858001"/>
          </a:xfrm>
        </p:grpSpPr>
        <p:sp>
          <p:nvSpPr>
            <p:cNvPr id="353" name="Google Shape;353;p32"/>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54" name="Google Shape;354;p32"/>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55" name="Google Shape;355;p32"/>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56" name="Google Shape;356;p32"/>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57" name="Google Shape;357;p32"/>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58" name="Google Shape;358;p32"/>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sp>
        <p:nvSpPr>
          <p:cNvPr id="359" name="Google Shape;359;p32"/>
          <p:cNvSpPr txBox="1"/>
          <p:nvPr>
            <p:ph type="title"/>
          </p:nvPr>
        </p:nvSpPr>
        <p:spPr>
          <a:xfrm>
            <a:off x="2226468" y="1926076"/>
            <a:ext cx="4218577" cy="558575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0000"/>
              </a:buClr>
              <a:buSzPts val="5400"/>
              <a:buFont typeface="Impact"/>
              <a:buNone/>
            </a:pPr>
            <a:r>
              <a:rPr i="0" lang="en-US" sz="5400" u="none" cap="none" strike="noStrike">
                <a:solidFill>
                  <a:srgbClr val="000000"/>
                </a:solidFill>
                <a:latin typeface="Impact"/>
                <a:ea typeface="Impact"/>
                <a:cs typeface="Impact"/>
                <a:sym typeface="Impact"/>
              </a:rPr>
              <a:t>¿Cómo funciona la ETL?</a:t>
            </a:r>
            <a:endParaRPr sz="5400">
              <a:solidFill>
                <a:srgbClr val="000000"/>
              </a:solidFill>
            </a:endParaRPr>
          </a:p>
        </p:txBody>
      </p:sp>
      <p:sp>
        <p:nvSpPr>
          <p:cNvPr id="360" name="Google Shape;360;p32"/>
          <p:cNvSpPr/>
          <p:nvPr/>
        </p:nvSpPr>
        <p:spPr>
          <a:xfrm>
            <a:off x="6931743" y="973396"/>
            <a:ext cx="10322793" cy="7847946"/>
          </a:xfrm>
          <a:prstGeom prst="roundRect">
            <a:avLst>
              <a:gd fmla="val 4834" name="adj"/>
            </a:avLst>
          </a:prstGeom>
          <a:solidFill>
            <a:schemeClr val="lt1"/>
          </a:solid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grpSp>
        <p:nvGrpSpPr>
          <p:cNvPr id="361" name="Google Shape;361;p32"/>
          <p:cNvGrpSpPr/>
          <p:nvPr/>
        </p:nvGrpSpPr>
        <p:grpSpPr>
          <a:xfrm>
            <a:off x="7411801" y="1488271"/>
            <a:ext cx="9356039" cy="6849437"/>
            <a:chOff x="0" y="0"/>
            <a:chExt cx="9356039" cy="6849437"/>
          </a:xfrm>
        </p:grpSpPr>
        <p:sp>
          <p:nvSpPr>
            <p:cNvPr id="362" name="Google Shape;362;p32"/>
            <p:cNvSpPr/>
            <p:nvPr/>
          </p:nvSpPr>
          <p:spPr>
            <a:xfrm>
              <a:off x="0" y="0"/>
              <a:ext cx="9356039" cy="6849437"/>
            </a:xfrm>
            <a:prstGeom prst="rect">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2"/>
            <p:cNvSpPr txBox="1"/>
            <p:nvPr/>
          </p:nvSpPr>
          <p:spPr>
            <a:xfrm>
              <a:off x="0" y="0"/>
              <a:ext cx="9356039" cy="3698695"/>
            </a:xfrm>
            <a:prstGeom prst="rect">
              <a:avLst/>
            </a:prstGeom>
            <a:noFill/>
            <a:ln>
              <a:noFill/>
            </a:ln>
          </p:spPr>
          <p:txBody>
            <a:bodyPr anchorCtr="0" anchor="ctr" bIns="312925" lIns="312925" spcFirstLastPara="1" rIns="312925" wrap="square" tIns="312925">
              <a:noAutofit/>
            </a:bodyPr>
            <a:lstStyle/>
            <a:p>
              <a:pPr indent="0" lvl="0" marL="0" marR="0" rtl="0" algn="ctr">
                <a:lnSpc>
                  <a:spcPct val="90000"/>
                </a:lnSpc>
                <a:spcBef>
                  <a:spcPts val="0"/>
                </a:spcBef>
                <a:spcAft>
                  <a:spcPts val="0"/>
                </a:spcAft>
                <a:buClr>
                  <a:schemeClr val="lt1"/>
                </a:buClr>
                <a:buSzPts val="4400"/>
                <a:buFont typeface="Corbel"/>
                <a:buNone/>
              </a:pPr>
              <a:r>
                <a:rPr lang="en-US" sz="4400">
                  <a:solidFill>
                    <a:schemeClr val="lt1"/>
                  </a:solidFill>
                  <a:latin typeface="Corbel"/>
                  <a:ea typeface="Corbel"/>
                  <a:cs typeface="Corbel"/>
                  <a:sym typeface="Corbel"/>
                </a:rPr>
                <a:t>La extracción, transformación y carga (ETL) funciona moviendo datos del sistema de origen al sistema de destino a intervalos periódicos. El proceso ETL funciona en tres pasos:</a:t>
              </a:r>
              <a:endParaRPr sz="4400">
                <a:solidFill>
                  <a:schemeClr val="lt1"/>
                </a:solidFill>
                <a:latin typeface="Corbel"/>
                <a:ea typeface="Corbel"/>
                <a:cs typeface="Corbel"/>
                <a:sym typeface="Corbel"/>
              </a:endParaRPr>
            </a:p>
          </p:txBody>
        </p:sp>
        <p:sp>
          <p:nvSpPr>
            <p:cNvPr id="364" name="Google Shape;364;p32"/>
            <p:cNvSpPr/>
            <p:nvPr/>
          </p:nvSpPr>
          <p:spPr>
            <a:xfrm>
              <a:off x="4568" y="3561707"/>
              <a:ext cx="3115634" cy="3150741"/>
            </a:xfrm>
            <a:prstGeom prst="rect">
              <a:avLst/>
            </a:prstGeom>
            <a:solidFill>
              <a:srgbClr val="D7E9CF">
                <a:alpha val="89803"/>
              </a:srgbClr>
            </a:solidFill>
            <a:ln cap="rnd" cmpd="sng" w="15875">
              <a:solidFill>
                <a:srgbClr val="D7E9C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2"/>
            <p:cNvSpPr txBox="1"/>
            <p:nvPr/>
          </p:nvSpPr>
          <p:spPr>
            <a:xfrm>
              <a:off x="4568" y="3561707"/>
              <a:ext cx="3115634" cy="3150741"/>
            </a:xfrm>
            <a:prstGeom prst="rect">
              <a:avLst/>
            </a:prstGeom>
            <a:noFill/>
            <a:ln>
              <a:noFill/>
            </a:ln>
          </p:spPr>
          <p:txBody>
            <a:bodyPr anchorCtr="0" anchor="ctr" bIns="40625" lIns="227575" spcFirstLastPara="1" rIns="227575" wrap="square" tIns="40625">
              <a:noAutofit/>
            </a:bodyPr>
            <a:lstStyle/>
            <a:p>
              <a:pPr indent="0" lvl="0" marL="0" marR="0" rtl="0" algn="ctr">
                <a:lnSpc>
                  <a:spcPct val="90000"/>
                </a:lnSpc>
                <a:spcBef>
                  <a:spcPts val="0"/>
                </a:spcBef>
                <a:spcAft>
                  <a:spcPts val="0"/>
                </a:spcAft>
                <a:buClr>
                  <a:schemeClr val="dk1"/>
                </a:buClr>
                <a:buSzPts val="3200"/>
                <a:buFont typeface="Corbel"/>
                <a:buNone/>
              </a:pPr>
              <a:r>
                <a:rPr lang="en-US" sz="3200">
                  <a:solidFill>
                    <a:schemeClr val="dk1"/>
                  </a:solidFill>
                  <a:latin typeface="Corbel"/>
                  <a:ea typeface="Corbel"/>
                  <a:cs typeface="Corbel"/>
                  <a:sym typeface="Corbel"/>
                </a:rPr>
                <a:t>Extracción de los datos relevantes de la base de datos de origen.</a:t>
              </a:r>
              <a:endParaRPr sz="3200">
                <a:solidFill>
                  <a:schemeClr val="dk1"/>
                </a:solidFill>
                <a:latin typeface="Corbel"/>
                <a:ea typeface="Corbel"/>
                <a:cs typeface="Corbel"/>
                <a:sym typeface="Corbel"/>
              </a:endParaRPr>
            </a:p>
          </p:txBody>
        </p:sp>
        <p:sp>
          <p:nvSpPr>
            <p:cNvPr id="366" name="Google Shape;366;p32"/>
            <p:cNvSpPr/>
            <p:nvPr/>
          </p:nvSpPr>
          <p:spPr>
            <a:xfrm>
              <a:off x="3120202" y="3561707"/>
              <a:ext cx="3115634" cy="3150741"/>
            </a:xfrm>
            <a:prstGeom prst="rect">
              <a:avLst/>
            </a:prstGeom>
            <a:solidFill>
              <a:srgbClr val="F4DECD">
                <a:alpha val="89803"/>
              </a:srgbClr>
            </a:solidFill>
            <a:ln cap="rnd" cmpd="sng" w="15875">
              <a:solidFill>
                <a:srgbClr val="F4DECD">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2"/>
            <p:cNvSpPr txBox="1"/>
            <p:nvPr/>
          </p:nvSpPr>
          <p:spPr>
            <a:xfrm>
              <a:off x="3120202" y="3561707"/>
              <a:ext cx="3115634" cy="3150741"/>
            </a:xfrm>
            <a:prstGeom prst="rect">
              <a:avLst/>
            </a:prstGeom>
            <a:noFill/>
            <a:ln>
              <a:noFill/>
            </a:ln>
          </p:spPr>
          <p:txBody>
            <a:bodyPr anchorCtr="0" anchor="ctr" bIns="40625" lIns="227575" spcFirstLastPara="1" rIns="227575" wrap="square" tIns="40625">
              <a:noAutofit/>
            </a:bodyPr>
            <a:lstStyle/>
            <a:p>
              <a:pPr indent="0" lvl="0" marL="0" marR="0" rtl="0" algn="ctr">
                <a:lnSpc>
                  <a:spcPct val="90000"/>
                </a:lnSpc>
                <a:spcBef>
                  <a:spcPts val="0"/>
                </a:spcBef>
                <a:spcAft>
                  <a:spcPts val="0"/>
                </a:spcAft>
                <a:buClr>
                  <a:schemeClr val="dk1"/>
                </a:buClr>
                <a:buSzPts val="3200"/>
                <a:buFont typeface="Corbel"/>
                <a:buNone/>
              </a:pPr>
              <a:r>
                <a:rPr lang="en-US" sz="3200">
                  <a:solidFill>
                    <a:schemeClr val="dk1"/>
                  </a:solidFill>
                  <a:latin typeface="Corbel"/>
                  <a:ea typeface="Corbel"/>
                  <a:cs typeface="Corbel"/>
                  <a:sym typeface="Corbel"/>
                </a:rPr>
                <a:t>Transformación de los datos para que sean más adecuados para el análisis.</a:t>
              </a:r>
              <a:endParaRPr sz="3200">
                <a:solidFill>
                  <a:schemeClr val="dk1"/>
                </a:solidFill>
                <a:latin typeface="Corbel"/>
                <a:ea typeface="Corbel"/>
                <a:cs typeface="Corbel"/>
                <a:sym typeface="Corbel"/>
              </a:endParaRPr>
            </a:p>
          </p:txBody>
        </p:sp>
        <p:sp>
          <p:nvSpPr>
            <p:cNvPr id="368" name="Google Shape;368;p32"/>
            <p:cNvSpPr/>
            <p:nvPr/>
          </p:nvSpPr>
          <p:spPr>
            <a:xfrm>
              <a:off x="6235836" y="3561707"/>
              <a:ext cx="3115634" cy="3150741"/>
            </a:xfrm>
            <a:prstGeom prst="rect">
              <a:avLst/>
            </a:prstGeom>
            <a:solidFill>
              <a:srgbClr val="F0CECD">
                <a:alpha val="89803"/>
              </a:srgbClr>
            </a:solidFill>
            <a:ln cap="rnd" cmpd="sng" w="15875">
              <a:solidFill>
                <a:srgbClr val="F0CECD">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2"/>
            <p:cNvSpPr txBox="1"/>
            <p:nvPr/>
          </p:nvSpPr>
          <p:spPr>
            <a:xfrm>
              <a:off x="6235836" y="3561707"/>
              <a:ext cx="3115634" cy="3150741"/>
            </a:xfrm>
            <a:prstGeom prst="rect">
              <a:avLst/>
            </a:prstGeom>
            <a:noFill/>
            <a:ln>
              <a:noFill/>
            </a:ln>
          </p:spPr>
          <p:txBody>
            <a:bodyPr anchorCtr="0" anchor="ctr" bIns="40625" lIns="227575" spcFirstLastPara="1" rIns="227575" wrap="square" tIns="40625">
              <a:noAutofit/>
            </a:bodyPr>
            <a:lstStyle/>
            <a:p>
              <a:pPr indent="0" lvl="0" marL="0" marR="0" rtl="0" algn="ctr">
                <a:lnSpc>
                  <a:spcPct val="90000"/>
                </a:lnSpc>
                <a:spcBef>
                  <a:spcPts val="0"/>
                </a:spcBef>
                <a:spcAft>
                  <a:spcPts val="0"/>
                </a:spcAft>
                <a:buClr>
                  <a:schemeClr val="dk1"/>
                </a:buClr>
                <a:buSzPts val="3200"/>
                <a:buFont typeface="Corbel"/>
                <a:buNone/>
              </a:pPr>
              <a:r>
                <a:rPr lang="en-US" sz="3200">
                  <a:solidFill>
                    <a:schemeClr val="dk1"/>
                  </a:solidFill>
                  <a:latin typeface="Corbel"/>
                  <a:ea typeface="Corbel"/>
                  <a:cs typeface="Corbel"/>
                  <a:sym typeface="Corbel"/>
                </a:rPr>
                <a:t>Carga de los datos en la base de datos de destino.</a:t>
              </a:r>
              <a:endParaRPr sz="3200">
                <a:solidFill>
                  <a:schemeClr val="dk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3" name="Shape 373"/>
        <p:cNvGrpSpPr/>
        <p:nvPr/>
      </p:nvGrpSpPr>
      <p:grpSpPr>
        <a:xfrm>
          <a:off x="0" y="0"/>
          <a:ext cx="0" cy="0"/>
          <a:chOff x="0" y="0"/>
          <a:chExt cx="0" cy="0"/>
        </a:xfrm>
      </p:grpSpPr>
      <p:grpSp>
        <p:nvGrpSpPr>
          <p:cNvPr id="374" name="Google Shape;374;p33"/>
          <p:cNvGrpSpPr/>
          <p:nvPr/>
        </p:nvGrpSpPr>
        <p:grpSpPr>
          <a:xfrm>
            <a:off x="226218" y="0"/>
            <a:ext cx="3655219" cy="10287002"/>
            <a:chOff x="1320800" y="0"/>
            <a:chExt cx="2436813" cy="6858001"/>
          </a:xfrm>
        </p:grpSpPr>
        <p:sp>
          <p:nvSpPr>
            <p:cNvPr id="375" name="Google Shape;375;p33"/>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6" name="Google Shape;376;p33"/>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7" name="Google Shape;377;p33"/>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8" name="Google Shape;378;p33"/>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9" name="Google Shape;379;p33"/>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0" name="Google Shape;380;p33"/>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381" name="Google Shape;381;p33"/>
          <p:cNvGrpSpPr/>
          <p:nvPr/>
        </p:nvGrpSpPr>
        <p:grpSpPr>
          <a:xfrm>
            <a:off x="226218" y="0"/>
            <a:ext cx="3655219" cy="10287002"/>
            <a:chOff x="1320800" y="0"/>
            <a:chExt cx="2436813" cy="6858001"/>
          </a:xfrm>
        </p:grpSpPr>
        <p:sp>
          <p:nvSpPr>
            <p:cNvPr id="382" name="Google Shape;382;p33"/>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3" name="Google Shape;383;p33"/>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4" name="Google Shape;384;p33"/>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5" name="Google Shape;385;p33"/>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6" name="Google Shape;386;p33"/>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7" name="Google Shape;387;p33"/>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sp>
        <p:nvSpPr>
          <p:cNvPr id="388" name="Google Shape;388;p33"/>
          <p:cNvSpPr/>
          <p:nvPr/>
        </p:nvSpPr>
        <p:spPr>
          <a:xfrm>
            <a:off x="1194099" y="482601"/>
            <a:ext cx="16611301" cy="9321799"/>
          </a:xfrm>
          <a:custGeom>
            <a:rect b="b" l="l" r="r" t="t"/>
            <a:pathLst>
              <a:path extrusionOk="0" h="6214533" w="11074201">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pic>
        <p:nvPicPr>
          <p:cNvPr descr="A diagram of a cloud&#10;&#10;AI-generated content may be incorrect." id="389" name="Google Shape;389;p33"/>
          <p:cNvPicPr preferRelativeResize="0"/>
          <p:nvPr/>
        </p:nvPicPr>
        <p:blipFill rotWithShape="1">
          <a:blip r:embed="rId4">
            <a:alphaModFix/>
          </a:blip>
          <a:srcRect b="0" l="0" r="0" t="0"/>
          <a:stretch/>
        </p:blipFill>
        <p:spPr>
          <a:xfrm>
            <a:off x="3419892" y="2318091"/>
            <a:ext cx="13420308" cy="5636527"/>
          </a:xfrm>
          <a:prstGeom prst="rect">
            <a:avLst/>
          </a:prstGeom>
          <a:noFill/>
          <a:ln>
            <a:noFill/>
          </a:ln>
        </p:spPr>
      </p:pic>
    </p:spTree>
  </p:cSld>
  <p:clrMapOvr>
    <a:masterClrMapping/>
  </p:clrMapOvr>
  <mc:AlternateContent>
    <mc:Choice Requires="p14">
      <p:transition spd="slow" p14:dur="1300">
        <p14:pan dir="u"/>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4"/>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ETL en comparación con ELT</a:t>
            </a:r>
            <a:endParaRPr/>
          </a:p>
        </p:txBody>
      </p:sp>
      <p:sp>
        <p:nvSpPr>
          <p:cNvPr id="395" name="Google Shape;395;p34"/>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fontScale="92500" lnSpcReduction="20000"/>
          </a:bodyPr>
          <a:lstStyle/>
          <a:p>
            <a:pPr indent="-428625" lvl="0" marL="428625" rtl="0" algn="l">
              <a:spcBef>
                <a:spcPts val="0"/>
              </a:spcBef>
              <a:spcAft>
                <a:spcPts val="0"/>
              </a:spcAft>
              <a:buSzPct val="145000"/>
              <a:buChar char="•"/>
            </a:pPr>
            <a:r>
              <a:rPr lang="en-US" sz="4400">
                <a:latin typeface="Open Sans"/>
                <a:ea typeface="Open Sans"/>
                <a:cs typeface="Open Sans"/>
                <a:sym typeface="Open Sans"/>
              </a:rPr>
              <a:t>La diferencia más obvia entre </a:t>
            </a:r>
            <a:r>
              <a:rPr b="1" lang="en-US" sz="4400">
                <a:latin typeface="Open Sans"/>
                <a:ea typeface="Open Sans"/>
                <a:cs typeface="Open Sans"/>
                <a:sym typeface="Open Sans"/>
              </a:rPr>
              <a:t>ETL</a:t>
            </a:r>
            <a:r>
              <a:rPr lang="en-US" sz="4400">
                <a:latin typeface="Open Sans"/>
                <a:ea typeface="Open Sans"/>
                <a:cs typeface="Open Sans"/>
                <a:sym typeface="Open Sans"/>
              </a:rPr>
              <a:t> y </a:t>
            </a:r>
            <a:r>
              <a:rPr b="1" lang="en-US" sz="4400">
                <a:latin typeface="Open Sans"/>
                <a:ea typeface="Open Sans"/>
                <a:cs typeface="Open Sans"/>
                <a:sym typeface="Open Sans"/>
              </a:rPr>
              <a:t>ELT</a:t>
            </a:r>
            <a:r>
              <a:rPr lang="en-US" sz="4400">
                <a:latin typeface="Open Sans"/>
                <a:ea typeface="Open Sans"/>
                <a:cs typeface="Open Sans"/>
                <a:sym typeface="Open Sans"/>
              </a:rPr>
              <a:t> es la diferencia en el orden de las operaciones. ELT copia o exporta los datos desde las ubicaciones de origen, pero en lugar de cargarlos en un área de preparación para su transformación, carga los datos sin procesar directamente en el almacén de datos de destino para transformarlos según sea necesario.</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5"/>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ETL en comparación con ELT</a:t>
            </a:r>
            <a:endParaRPr/>
          </a:p>
        </p:txBody>
      </p:sp>
      <p:sp>
        <p:nvSpPr>
          <p:cNvPr id="401" name="Google Shape;401;p35"/>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fontScale="85000" lnSpcReduction="20000"/>
          </a:bodyPr>
          <a:lstStyle/>
          <a:p>
            <a:pPr indent="-428625" lvl="0" marL="428625" rtl="0" algn="l">
              <a:spcBef>
                <a:spcPts val="0"/>
              </a:spcBef>
              <a:spcAft>
                <a:spcPts val="0"/>
              </a:spcAft>
              <a:buSzPct val="145000"/>
              <a:buChar char="•"/>
            </a:pPr>
            <a:r>
              <a:rPr b="1" lang="en-US" sz="4400">
                <a:latin typeface="Open Sans"/>
                <a:ea typeface="Open Sans"/>
                <a:cs typeface="Open Sans"/>
                <a:sym typeface="Open Sans"/>
              </a:rPr>
              <a:t>ELT</a:t>
            </a:r>
            <a:r>
              <a:rPr lang="en-US" sz="4400">
                <a:latin typeface="Open Sans"/>
                <a:ea typeface="Open Sans"/>
                <a:cs typeface="Open Sans"/>
                <a:sym typeface="Open Sans"/>
              </a:rPr>
              <a:t> funciona bien para conjuntos de datos no estructurados de gran volumen que requieren carga frecuente. También es ideal para los </a:t>
            </a:r>
            <a:r>
              <a:rPr b="1" lang="en-US" sz="4400">
                <a:latin typeface="Open Sans"/>
                <a:ea typeface="Open Sans"/>
                <a:cs typeface="Open Sans"/>
                <a:sym typeface="Open Sans"/>
              </a:rPr>
              <a:t>macrodatos</a:t>
            </a:r>
            <a:r>
              <a:rPr lang="en-US" sz="4400">
                <a:latin typeface="Open Sans"/>
                <a:ea typeface="Open Sans"/>
                <a:cs typeface="Open Sans"/>
                <a:sym typeface="Open Sans"/>
              </a:rPr>
              <a:t>, porque la planificación del análisis se puede realizar después de la extracción y el almacenamiento de datos. Deja la mayor parte de las transformaciones para la etapa de análisis y se enfoca en cargar datos en bruto mínimamente procesados ​​en el almacenamiento de datos.</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6"/>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Los beneficios y desafíos de ETL</a:t>
            </a:r>
            <a:endParaRPr/>
          </a:p>
        </p:txBody>
      </p:sp>
      <p:sp>
        <p:nvSpPr>
          <p:cNvPr id="407" name="Google Shape;407;p36"/>
          <p:cNvSpPr txBox="1"/>
          <p:nvPr>
            <p:ph idx="1" type="body"/>
          </p:nvPr>
        </p:nvSpPr>
        <p:spPr>
          <a:xfrm>
            <a:off x="5781676" y="3377381"/>
            <a:ext cx="11472858" cy="6474541"/>
          </a:xfrm>
          <a:prstGeom prst="rect">
            <a:avLst/>
          </a:prstGeom>
          <a:noFill/>
          <a:ln>
            <a:noFill/>
          </a:ln>
        </p:spPr>
        <p:txBody>
          <a:bodyPr anchorCtr="0" anchor="t" bIns="45700" lIns="91425" spcFirstLastPara="1" rIns="91425" wrap="square" tIns="45700">
            <a:normAutofit fontScale="85000" lnSpcReduction="20000"/>
          </a:bodyPr>
          <a:lstStyle/>
          <a:p>
            <a:pPr indent="-428625" lvl="0" marL="428625" rtl="0" algn="l">
              <a:spcBef>
                <a:spcPts val="0"/>
              </a:spcBef>
              <a:spcAft>
                <a:spcPts val="0"/>
              </a:spcAft>
              <a:buSzPct val="145000"/>
              <a:buChar char="•"/>
            </a:pPr>
            <a:r>
              <a:rPr lang="en-US" sz="4400">
                <a:latin typeface="Open Sans"/>
                <a:ea typeface="Open Sans"/>
                <a:cs typeface="Open Sans"/>
                <a:sym typeface="Open Sans"/>
              </a:rPr>
              <a:t>Las soluciones </a:t>
            </a:r>
            <a:r>
              <a:rPr b="1" lang="en-US" sz="4400">
                <a:latin typeface="Open Sans"/>
                <a:ea typeface="Open Sans"/>
                <a:cs typeface="Open Sans"/>
                <a:sym typeface="Open Sans"/>
              </a:rPr>
              <a:t>ETL</a:t>
            </a:r>
            <a:r>
              <a:rPr lang="en-US" sz="4400">
                <a:latin typeface="Open Sans"/>
                <a:ea typeface="Open Sans"/>
                <a:cs typeface="Open Sans"/>
                <a:sym typeface="Open Sans"/>
              </a:rPr>
              <a:t> mejoran la calidad realizando una limpieza de los datos antes de cargarlos en un repositorio diferente. </a:t>
            </a:r>
            <a:r>
              <a:rPr b="1" lang="en-US" sz="4400">
                <a:latin typeface="Open Sans"/>
                <a:ea typeface="Open Sans"/>
                <a:cs typeface="Open Sans"/>
                <a:sym typeface="Open Sans"/>
              </a:rPr>
              <a:t>ETL</a:t>
            </a:r>
            <a:r>
              <a:rPr lang="en-US" sz="4400">
                <a:latin typeface="Open Sans"/>
                <a:ea typeface="Open Sans"/>
                <a:cs typeface="Open Sans"/>
                <a:sym typeface="Open Sans"/>
              </a:rPr>
              <a:t>, </a:t>
            </a:r>
            <a:r>
              <a:rPr b="1" lang="en-US" sz="4400">
                <a:latin typeface="Open Sans"/>
                <a:ea typeface="Open Sans"/>
                <a:cs typeface="Open Sans"/>
                <a:sym typeface="Open Sans"/>
              </a:rPr>
              <a:t>una operación por lotes que consume mucho tiempo</a:t>
            </a:r>
            <a:r>
              <a:rPr lang="en-US" sz="4400">
                <a:latin typeface="Open Sans"/>
                <a:ea typeface="Open Sans"/>
                <a:cs typeface="Open Sans"/>
                <a:sym typeface="Open Sans"/>
              </a:rPr>
              <a:t>, se recomienda más a menudo para crear repositorios de datos de destino más pequeños que requieren una actualización menos frecuente, mientras que otros métodos de integración de datos (incluyendo ELT [extracción, carga, transformación], captura de datos de cambio (CDC) y virtualización de datos) se utilizan para integrar volúmenes cada vez mayores de datos que cambian o flujos de datos en tiempo real.</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411" name="Shape 411"/>
        <p:cNvGrpSpPr/>
        <p:nvPr/>
      </p:nvGrpSpPr>
      <p:grpSpPr>
        <a:xfrm>
          <a:off x="0" y="0"/>
          <a:ext cx="0" cy="0"/>
          <a:chOff x="0" y="0"/>
          <a:chExt cx="0" cy="0"/>
        </a:xfrm>
      </p:grpSpPr>
      <p:sp>
        <p:nvSpPr>
          <p:cNvPr id="412" name="Google Shape;412;p37"/>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13" name="Google Shape;413;p37"/>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414" name="Google Shape;414;p37"/>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5600"/>
              <a:buFont typeface="Impact"/>
              <a:buNone/>
            </a:pPr>
            <a:r>
              <a:rPr i="0" lang="en-US" sz="5600" u="none" cap="none" strike="noStrike">
                <a:solidFill>
                  <a:srgbClr val="FFFFFF"/>
                </a:solidFill>
                <a:latin typeface="Impact"/>
                <a:ea typeface="Impact"/>
                <a:cs typeface="Impact"/>
                <a:sym typeface="Impact"/>
              </a:rPr>
              <a:t>CONCEPTOS CLAVE APRENDIDOS </a:t>
            </a:r>
            <a:endParaRPr sz="5600">
              <a:solidFill>
                <a:srgbClr val="FFFFFF"/>
              </a:solidFill>
            </a:endParaRPr>
          </a:p>
        </p:txBody>
      </p:sp>
      <p:grpSp>
        <p:nvGrpSpPr>
          <p:cNvPr id="415" name="Google Shape;415;p37"/>
          <p:cNvGrpSpPr/>
          <p:nvPr/>
        </p:nvGrpSpPr>
        <p:grpSpPr>
          <a:xfrm>
            <a:off x="4972938" y="0"/>
            <a:ext cx="3655219" cy="10287002"/>
            <a:chOff x="1320800" y="0"/>
            <a:chExt cx="2436813" cy="6858001"/>
          </a:xfrm>
        </p:grpSpPr>
        <p:sp>
          <p:nvSpPr>
            <p:cNvPr id="416" name="Google Shape;416;p37"/>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7" name="Google Shape;417;p37"/>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8" name="Google Shape;418;p37"/>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9" name="Google Shape;419;p37"/>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20" name="Google Shape;420;p37"/>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21" name="Google Shape;421;p37"/>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422" name="Google Shape;422;p37"/>
          <p:cNvGrpSpPr/>
          <p:nvPr/>
        </p:nvGrpSpPr>
        <p:grpSpPr>
          <a:xfrm>
            <a:off x="7515225" y="1353700"/>
            <a:ext cx="9739312" cy="7893000"/>
            <a:chOff x="0" y="325001"/>
            <a:chExt cx="9739312" cy="7893000"/>
          </a:xfrm>
        </p:grpSpPr>
        <p:sp>
          <p:nvSpPr>
            <p:cNvPr id="423" name="Google Shape;423;p37"/>
            <p:cNvSpPr/>
            <p:nvPr/>
          </p:nvSpPr>
          <p:spPr>
            <a:xfrm>
              <a:off x="0" y="325001"/>
              <a:ext cx="9739312" cy="1521000"/>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7"/>
            <p:cNvSpPr txBox="1"/>
            <p:nvPr/>
          </p:nvSpPr>
          <p:spPr>
            <a:xfrm>
              <a:off x="74249" y="399250"/>
              <a:ext cx="9590814" cy="1372502"/>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Open Sans"/>
                <a:buNone/>
              </a:pPr>
              <a:r>
                <a:rPr b="1" lang="en-US" sz="2500">
                  <a:solidFill>
                    <a:schemeClr val="lt1"/>
                  </a:solidFill>
                  <a:latin typeface="Open Sans"/>
                  <a:ea typeface="Open Sans"/>
                  <a:cs typeface="Open Sans"/>
                  <a:sym typeface="Open Sans"/>
                </a:rPr>
                <a:t>Extracción, transformación y carga</a:t>
              </a:r>
              <a:r>
                <a:rPr lang="en-US" sz="2500">
                  <a:solidFill>
                    <a:schemeClr val="lt1"/>
                  </a:solidFill>
                  <a:latin typeface="Open Sans"/>
                  <a:ea typeface="Open Sans"/>
                  <a:cs typeface="Open Sans"/>
                  <a:sym typeface="Open Sans"/>
                </a:rPr>
                <a:t> (ETL) es el proceso consistente en combinar datos de diferentes orígenes un gran </a:t>
              </a:r>
              <a:r>
                <a:rPr b="1" lang="en-US" sz="2500">
                  <a:solidFill>
                    <a:schemeClr val="lt1"/>
                  </a:solidFill>
                  <a:latin typeface="Open Sans"/>
                  <a:ea typeface="Open Sans"/>
                  <a:cs typeface="Open Sans"/>
                  <a:sym typeface="Open Sans"/>
                </a:rPr>
                <a:t>repositorio central llamado almacenamiento de datos</a:t>
              </a:r>
              <a:endParaRPr sz="2500">
                <a:solidFill>
                  <a:schemeClr val="lt1"/>
                </a:solidFill>
                <a:latin typeface="Corbel"/>
                <a:ea typeface="Corbel"/>
                <a:cs typeface="Corbel"/>
                <a:sym typeface="Corbel"/>
              </a:endParaRPr>
            </a:p>
          </p:txBody>
        </p:sp>
        <p:sp>
          <p:nvSpPr>
            <p:cNvPr id="425" name="Google Shape;425;p37"/>
            <p:cNvSpPr/>
            <p:nvPr/>
          </p:nvSpPr>
          <p:spPr>
            <a:xfrm>
              <a:off x="0" y="1918001"/>
              <a:ext cx="9739312" cy="1521000"/>
            </a:xfrm>
            <a:prstGeom prst="roundRect">
              <a:avLst>
                <a:gd fmla="val 16667" name="adj"/>
              </a:avLst>
            </a:prstGeom>
            <a:solidFill>
              <a:srgbClr val="9FCA49"/>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7"/>
            <p:cNvSpPr txBox="1"/>
            <p:nvPr/>
          </p:nvSpPr>
          <p:spPr>
            <a:xfrm>
              <a:off x="74249" y="1992250"/>
              <a:ext cx="9590814" cy="1372502"/>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Corbel"/>
                <a:buNone/>
              </a:pPr>
              <a:r>
                <a:rPr lang="en-US" sz="2500">
                  <a:solidFill>
                    <a:schemeClr val="lt1"/>
                  </a:solidFill>
                  <a:latin typeface="Corbel"/>
                  <a:ea typeface="Corbel"/>
                  <a:cs typeface="Corbel"/>
                  <a:sym typeface="Corbel"/>
                </a:rPr>
                <a:t>Las organizaciones de hoy tienen datos estructurados y no estructurados de varias fuentes</a:t>
              </a:r>
              <a:endParaRPr sz="2500">
                <a:solidFill>
                  <a:schemeClr val="lt1"/>
                </a:solidFill>
                <a:latin typeface="Corbel"/>
                <a:ea typeface="Corbel"/>
                <a:cs typeface="Corbel"/>
                <a:sym typeface="Corbel"/>
              </a:endParaRPr>
            </a:p>
          </p:txBody>
        </p:sp>
        <p:sp>
          <p:nvSpPr>
            <p:cNvPr id="427" name="Google Shape;427;p37"/>
            <p:cNvSpPr/>
            <p:nvPr/>
          </p:nvSpPr>
          <p:spPr>
            <a:xfrm>
              <a:off x="0" y="3511001"/>
              <a:ext cx="9739312" cy="1521000"/>
            </a:xfrm>
            <a:prstGeom prst="roundRect">
              <a:avLst>
                <a:gd fmla="val 16667" name="adj"/>
              </a:avLst>
            </a:prstGeom>
            <a:solidFill>
              <a:srgbClr val="C6D245"/>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7"/>
            <p:cNvSpPr txBox="1"/>
            <p:nvPr/>
          </p:nvSpPr>
          <p:spPr>
            <a:xfrm>
              <a:off x="74249" y="3585250"/>
              <a:ext cx="9590814" cy="1372502"/>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Open Sans"/>
                <a:buNone/>
              </a:pPr>
              <a:r>
                <a:rPr lang="en-US" sz="2500">
                  <a:solidFill>
                    <a:schemeClr val="lt1"/>
                  </a:solidFill>
                  <a:latin typeface="Open Sans"/>
                  <a:ea typeface="Open Sans"/>
                  <a:cs typeface="Open Sans"/>
                  <a:sym typeface="Open Sans"/>
                </a:rPr>
                <a:t>Durante la extracción de datos, </a:t>
              </a:r>
              <a:r>
                <a:rPr b="1" lang="en-US" sz="2500">
                  <a:solidFill>
                    <a:schemeClr val="lt1"/>
                  </a:solidFill>
                  <a:latin typeface="Open Sans"/>
                  <a:ea typeface="Open Sans"/>
                  <a:cs typeface="Open Sans"/>
                  <a:sym typeface="Open Sans"/>
                </a:rPr>
                <a:t>los datos sin procesar se copian o exportan</a:t>
              </a:r>
              <a:r>
                <a:rPr lang="en-US" sz="2500">
                  <a:solidFill>
                    <a:schemeClr val="lt1"/>
                  </a:solidFill>
                  <a:latin typeface="Open Sans"/>
                  <a:ea typeface="Open Sans"/>
                  <a:cs typeface="Open Sans"/>
                  <a:sym typeface="Open Sans"/>
                </a:rPr>
                <a:t> desde las ubicaciones de origen a una zona de preparación. </a:t>
              </a:r>
              <a:endParaRPr sz="2500">
                <a:solidFill>
                  <a:schemeClr val="lt1"/>
                </a:solidFill>
                <a:latin typeface="Corbel"/>
                <a:ea typeface="Corbel"/>
                <a:cs typeface="Corbel"/>
                <a:sym typeface="Corbel"/>
              </a:endParaRPr>
            </a:p>
          </p:txBody>
        </p:sp>
        <p:sp>
          <p:nvSpPr>
            <p:cNvPr id="429" name="Google Shape;429;p37"/>
            <p:cNvSpPr/>
            <p:nvPr/>
          </p:nvSpPr>
          <p:spPr>
            <a:xfrm>
              <a:off x="0" y="5104001"/>
              <a:ext cx="9739312" cy="1521000"/>
            </a:xfrm>
            <a:prstGeom prst="roundRect">
              <a:avLst>
                <a:gd fmla="val 16667" name="adj"/>
              </a:avLst>
            </a:prstGeom>
            <a:solidFill>
              <a:srgbClr val="D9BF41"/>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7"/>
            <p:cNvSpPr txBox="1"/>
            <p:nvPr/>
          </p:nvSpPr>
          <p:spPr>
            <a:xfrm>
              <a:off x="74249" y="5178250"/>
              <a:ext cx="9590814" cy="1372502"/>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Open Sans"/>
                <a:buNone/>
              </a:pPr>
              <a:r>
                <a:rPr lang="en-US" sz="2500">
                  <a:solidFill>
                    <a:schemeClr val="lt1"/>
                  </a:solidFill>
                  <a:latin typeface="Open Sans"/>
                  <a:ea typeface="Open Sans"/>
                  <a:cs typeface="Open Sans"/>
                  <a:sym typeface="Open Sans"/>
                </a:rPr>
                <a:t>En la zona de preparación, los datos sin procesar se procesan. Aquí, </a:t>
              </a:r>
              <a:r>
                <a:rPr b="1" lang="en-US" sz="2500">
                  <a:solidFill>
                    <a:schemeClr val="lt1"/>
                  </a:solidFill>
                  <a:latin typeface="Open Sans"/>
                  <a:ea typeface="Open Sans"/>
                  <a:cs typeface="Open Sans"/>
                  <a:sym typeface="Open Sans"/>
                </a:rPr>
                <a:t>los datos se transforman y consolidan para su caso de uso analítico previsto</a:t>
              </a:r>
              <a:r>
                <a:rPr lang="en-US" sz="2500">
                  <a:solidFill>
                    <a:schemeClr val="lt1"/>
                  </a:solidFill>
                  <a:latin typeface="Open Sans"/>
                  <a:ea typeface="Open Sans"/>
                  <a:cs typeface="Open Sans"/>
                  <a:sym typeface="Open Sans"/>
                </a:rPr>
                <a:t>.</a:t>
              </a:r>
              <a:endParaRPr sz="2500">
                <a:solidFill>
                  <a:schemeClr val="lt1"/>
                </a:solidFill>
                <a:latin typeface="Corbel"/>
                <a:ea typeface="Corbel"/>
                <a:cs typeface="Corbel"/>
                <a:sym typeface="Corbel"/>
              </a:endParaRPr>
            </a:p>
          </p:txBody>
        </p:sp>
        <p:sp>
          <p:nvSpPr>
            <p:cNvPr id="431" name="Google Shape;431;p37"/>
            <p:cNvSpPr/>
            <p:nvPr/>
          </p:nvSpPr>
          <p:spPr>
            <a:xfrm>
              <a:off x="0" y="6697001"/>
              <a:ext cx="9739312" cy="1521000"/>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7"/>
            <p:cNvSpPr txBox="1"/>
            <p:nvPr/>
          </p:nvSpPr>
          <p:spPr>
            <a:xfrm>
              <a:off x="74249" y="6771250"/>
              <a:ext cx="9590814" cy="1372502"/>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Open Sans"/>
                <a:buNone/>
              </a:pPr>
              <a:r>
                <a:rPr lang="en-US" sz="2500">
                  <a:solidFill>
                    <a:schemeClr val="lt1"/>
                  </a:solidFill>
                  <a:latin typeface="Open Sans"/>
                  <a:ea typeface="Open Sans"/>
                  <a:cs typeface="Open Sans"/>
                  <a:sym typeface="Open Sans"/>
                </a:rPr>
                <a:t>En este último paso, los datos transformados se trasladan de la zona de preparación a un almacén de datos de destino.</a:t>
              </a:r>
              <a:endParaRPr sz="2500">
                <a:solidFill>
                  <a:schemeClr val="lt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436" name="Shape 436"/>
        <p:cNvGrpSpPr/>
        <p:nvPr/>
      </p:nvGrpSpPr>
      <p:grpSpPr>
        <a:xfrm>
          <a:off x="0" y="0"/>
          <a:ext cx="0" cy="0"/>
          <a:chOff x="0" y="0"/>
          <a:chExt cx="0" cy="0"/>
        </a:xfrm>
      </p:grpSpPr>
      <p:sp>
        <p:nvSpPr>
          <p:cNvPr id="437" name="Google Shape;437;p38"/>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38" name="Google Shape;438;p38"/>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439" name="Google Shape;439;p38"/>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6000"/>
              <a:buFont typeface="Impact"/>
              <a:buNone/>
            </a:pPr>
            <a:r>
              <a:rPr i="0" lang="en-US" u="none" cap="none" strike="noStrike">
                <a:solidFill>
                  <a:srgbClr val="FFFFFF"/>
                </a:solidFill>
                <a:latin typeface="Impact"/>
                <a:ea typeface="Impact"/>
                <a:cs typeface="Impact"/>
                <a:sym typeface="Impact"/>
              </a:rPr>
              <a:t>VALOR y ACTITUD</a:t>
            </a:r>
            <a:endParaRPr>
              <a:solidFill>
                <a:srgbClr val="FFFFFF"/>
              </a:solidFill>
            </a:endParaRPr>
          </a:p>
        </p:txBody>
      </p:sp>
      <p:grpSp>
        <p:nvGrpSpPr>
          <p:cNvPr id="440" name="Google Shape;440;p38"/>
          <p:cNvGrpSpPr/>
          <p:nvPr/>
        </p:nvGrpSpPr>
        <p:grpSpPr>
          <a:xfrm>
            <a:off x="4972938" y="0"/>
            <a:ext cx="3655219" cy="10287002"/>
            <a:chOff x="1320800" y="0"/>
            <a:chExt cx="2436813" cy="6858001"/>
          </a:xfrm>
        </p:grpSpPr>
        <p:sp>
          <p:nvSpPr>
            <p:cNvPr id="441" name="Google Shape;441;p38"/>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42" name="Google Shape;442;p38"/>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43" name="Google Shape;443;p38"/>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44" name="Google Shape;444;p38"/>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45" name="Google Shape;445;p38"/>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46" name="Google Shape;446;p38"/>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447" name="Google Shape;447;p38"/>
          <p:cNvGrpSpPr/>
          <p:nvPr/>
        </p:nvGrpSpPr>
        <p:grpSpPr>
          <a:xfrm>
            <a:off x="7515225" y="1058265"/>
            <a:ext cx="9739312" cy="7598969"/>
            <a:chOff x="0" y="29565"/>
            <a:chExt cx="9739312" cy="7598969"/>
          </a:xfrm>
        </p:grpSpPr>
        <p:sp>
          <p:nvSpPr>
            <p:cNvPr id="448" name="Google Shape;448;p38"/>
            <p:cNvSpPr/>
            <p:nvPr/>
          </p:nvSpPr>
          <p:spPr>
            <a:xfrm>
              <a:off x="0" y="369045"/>
              <a:ext cx="9739312" cy="1630125"/>
            </a:xfrm>
            <a:prstGeom prst="rect">
              <a:avLst/>
            </a:prstGeom>
            <a:solidFill>
              <a:schemeClr val="lt1">
                <a:alpha val="89803"/>
              </a:schemeClr>
            </a:solidFill>
            <a:ln cap="rnd" cmpd="sng" w="158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8"/>
            <p:cNvSpPr txBox="1"/>
            <p:nvPr/>
          </p:nvSpPr>
          <p:spPr>
            <a:xfrm>
              <a:off x="0" y="369045"/>
              <a:ext cx="9739312" cy="1630125"/>
            </a:xfrm>
            <a:prstGeom prst="rect">
              <a:avLst/>
            </a:prstGeom>
            <a:noFill/>
            <a:ln>
              <a:noFill/>
            </a:ln>
          </p:spPr>
          <p:txBody>
            <a:bodyPr anchorCtr="0" anchor="t" bIns="163575" lIns="755875" spcFirstLastPara="1" rIns="755875" wrap="square" tIns="479025">
              <a:noAutofit/>
            </a:bodyPr>
            <a:lstStyle/>
            <a:p>
              <a:pPr indent="-228600" lvl="1" marL="228600" marR="0" rtl="0" algn="l">
                <a:lnSpc>
                  <a:spcPct val="90000"/>
                </a:lnSpc>
                <a:spcBef>
                  <a:spcPts val="0"/>
                </a:spcBef>
                <a:spcAft>
                  <a:spcPts val="0"/>
                </a:spcAft>
                <a:buClr>
                  <a:schemeClr val="dk1"/>
                </a:buClr>
                <a:buSzPts val="2300"/>
                <a:buFont typeface="Corbel"/>
                <a:buChar char="•"/>
              </a:pPr>
              <a:r>
                <a:rPr b="0" i="0" lang="en-US" sz="2300" u="none" cap="none" strike="noStrike">
                  <a:solidFill>
                    <a:schemeClr val="dk1"/>
                  </a:solidFill>
                  <a:latin typeface="Corbel"/>
                  <a:ea typeface="Corbel"/>
                  <a:cs typeface="Corbel"/>
                  <a:sym typeface="Corbel"/>
                </a:rPr>
                <a:t>Se promueve al comparar herramientas ETL comerciales, open source y cloud, enseñando que el estudiante debe adaptarse según el contexto de uso.</a:t>
              </a:r>
              <a:endParaRPr b="0" i="0" sz="2300" u="none" cap="none" strike="noStrike">
                <a:solidFill>
                  <a:schemeClr val="dk1"/>
                </a:solidFill>
                <a:latin typeface="Corbel"/>
                <a:ea typeface="Corbel"/>
                <a:cs typeface="Corbel"/>
                <a:sym typeface="Corbel"/>
              </a:endParaRPr>
            </a:p>
          </p:txBody>
        </p:sp>
        <p:sp>
          <p:nvSpPr>
            <p:cNvPr id="450" name="Google Shape;450;p38"/>
            <p:cNvSpPr/>
            <p:nvPr/>
          </p:nvSpPr>
          <p:spPr>
            <a:xfrm>
              <a:off x="486965" y="29565"/>
              <a:ext cx="6817518" cy="678960"/>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8"/>
            <p:cNvSpPr txBox="1"/>
            <p:nvPr/>
          </p:nvSpPr>
          <p:spPr>
            <a:xfrm>
              <a:off x="520109" y="62709"/>
              <a:ext cx="6751230" cy="612672"/>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300"/>
                <a:buFont typeface="Corbel"/>
                <a:buNone/>
              </a:pPr>
              <a:r>
                <a:rPr lang="en-US" sz="2300">
                  <a:solidFill>
                    <a:schemeClr val="lt1"/>
                  </a:solidFill>
                  <a:latin typeface="Corbel"/>
                  <a:ea typeface="Corbel"/>
                  <a:cs typeface="Corbel"/>
                  <a:sym typeface="Corbel"/>
                </a:rPr>
                <a:t>Adaptabilidad</a:t>
              </a:r>
              <a:endParaRPr sz="2300">
                <a:solidFill>
                  <a:schemeClr val="lt1"/>
                </a:solidFill>
                <a:latin typeface="Corbel"/>
                <a:ea typeface="Corbel"/>
                <a:cs typeface="Corbel"/>
                <a:sym typeface="Corbel"/>
              </a:endParaRPr>
            </a:p>
          </p:txBody>
        </p:sp>
        <p:sp>
          <p:nvSpPr>
            <p:cNvPr id="452" name="Google Shape;452;p38"/>
            <p:cNvSpPr/>
            <p:nvPr/>
          </p:nvSpPr>
          <p:spPr>
            <a:xfrm>
              <a:off x="0" y="2462850"/>
              <a:ext cx="9739312" cy="1630125"/>
            </a:xfrm>
            <a:prstGeom prst="rect">
              <a:avLst/>
            </a:prstGeom>
            <a:solidFill>
              <a:schemeClr val="lt1">
                <a:alpha val="89803"/>
              </a:schemeClr>
            </a:solidFill>
            <a:ln cap="rnd" cmpd="sng" w="15875">
              <a:solidFill>
                <a:srgbClr val="ABC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8"/>
            <p:cNvSpPr txBox="1"/>
            <p:nvPr/>
          </p:nvSpPr>
          <p:spPr>
            <a:xfrm>
              <a:off x="0" y="2462850"/>
              <a:ext cx="9739312" cy="1630125"/>
            </a:xfrm>
            <a:prstGeom prst="rect">
              <a:avLst/>
            </a:prstGeom>
            <a:noFill/>
            <a:ln>
              <a:noFill/>
            </a:ln>
          </p:spPr>
          <p:txBody>
            <a:bodyPr anchorCtr="0" anchor="t" bIns="163575" lIns="755875" spcFirstLastPara="1" rIns="755875" wrap="square" tIns="479025">
              <a:noAutofit/>
            </a:bodyPr>
            <a:lstStyle/>
            <a:p>
              <a:pPr indent="-228600" lvl="1" marL="228600" marR="0" rtl="0" algn="l">
                <a:lnSpc>
                  <a:spcPct val="90000"/>
                </a:lnSpc>
                <a:spcBef>
                  <a:spcPts val="0"/>
                </a:spcBef>
                <a:spcAft>
                  <a:spcPts val="0"/>
                </a:spcAft>
                <a:buClr>
                  <a:schemeClr val="dk1"/>
                </a:buClr>
                <a:buSzPts val="2300"/>
                <a:buFont typeface="Corbel"/>
                <a:buChar char="•"/>
              </a:pPr>
              <a:r>
                <a:rPr b="0" i="0" lang="en-US" sz="2300" u="none" cap="none" strike="noStrike">
                  <a:solidFill>
                    <a:schemeClr val="dk1"/>
                  </a:solidFill>
                  <a:latin typeface="Corbel"/>
                  <a:ea typeface="Corbel"/>
                  <a:cs typeface="Corbel"/>
                  <a:sym typeface="Corbel"/>
                </a:rPr>
                <a:t>Se fomenta al mostrar que errores en la transformación de datos pueden causar pérdidas de calidad e incluso decisiones erróneas a gran escala.</a:t>
              </a:r>
              <a:endParaRPr b="0" i="0" sz="2300" u="none" cap="none" strike="noStrike">
                <a:solidFill>
                  <a:schemeClr val="dk1"/>
                </a:solidFill>
                <a:latin typeface="Corbel"/>
                <a:ea typeface="Corbel"/>
                <a:cs typeface="Corbel"/>
                <a:sym typeface="Corbel"/>
              </a:endParaRPr>
            </a:p>
          </p:txBody>
        </p:sp>
        <p:sp>
          <p:nvSpPr>
            <p:cNvPr id="454" name="Google Shape;454;p38"/>
            <p:cNvSpPr/>
            <p:nvPr/>
          </p:nvSpPr>
          <p:spPr>
            <a:xfrm>
              <a:off x="486965" y="2123370"/>
              <a:ext cx="6817518" cy="678960"/>
            </a:xfrm>
            <a:prstGeom prst="roundRect">
              <a:avLst>
                <a:gd fmla="val 16667" name="adj"/>
              </a:avLst>
            </a:prstGeom>
            <a:solidFill>
              <a:srgbClr val="ABCD48"/>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8"/>
            <p:cNvSpPr txBox="1"/>
            <p:nvPr/>
          </p:nvSpPr>
          <p:spPr>
            <a:xfrm>
              <a:off x="520109" y="2156514"/>
              <a:ext cx="6751230" cy="612672"/>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300"/>
                <a:buFont typeface="Corbel"/>
                <a:buNone/>
              </a:pPr>
              <a:r>
                <a:rPr lang="en-US" sz="2300">
                  <a:solidFill>
                    <a:schemeClr val="lt1"/>
                  </a:solidFill>
                  <a:latin typeface="Corbel"/>
                  <a:ea typeface="Corbel"/>
                  <a:cs typeface="Corbel"/>
                  <a:sym typeface="Corbel"/>
                </a:rPr>
                <a:t>Responsabilidad</a:t>
              </a:r>
              <a:endParaRPr sz="2300">
                <a:solidFill>
                  <a:schemeClr val="lt1"/>
                </a:solidFill>
                <a:latin typeface="Corbel"/>
                <a:ea typeface="Corbel"/>
                <a:cs typeface="Corbel"/>
                <a:sym typeface="Corbel"/>
              </a:endParaRPr>
            </a:p>
          </p:txBody>
        </p:sp>
        <p:sp>
          <p:nvSpPr>
            <p:cNvPr id="456" name="Google Shape;456;p38"/>
            <p:cNvSpPr/>
            <p:nvPr/>
          </p:nvSpPr>
          <p:spPr>
            <a:xfrm>
              <a:off x="0" y="4556655"/>
              <a:ext cx="9739312" cy="1304100"/>
            </a:xfrm>
            <a:prstGeom prst="rect">
              <a:avLst/>
            </a:prstGeom>
            <a:solidFill>
              <a:schemeClr val="lt1">
                <a:alpha val="89803"/>
              </a:schemeClr>
            </a:solidFill>
            <a:ln cap="rnd" cmpd="sng" w="15875">
              <a:solidFill>
                <a:srgbClr val="D7C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8"/>
            <p:cNvSpPr txBox="1"/>
            <p:nvPr/>
          </p:nvSpPr>
          <p:spPr>
            <a:xfrm>
              <a:off x="0" y="4556655"/>
              <a:ext cx="9739312" cy="1304100"/>
            </a:xfrm>
            <a:prstGeom prst="rect">
              <a:avLst/>
            </a:prstGeom>
            <a:noFill/>
            <a:ln>
              <a:noFill/>
            </a:ln>
          </p:spPr>
          <p:txBody>
            <a:bodyPr anchorCtr="0" anchor="t" bIns="163575" lIns="755875" spcFirstLastPara="1" rIns="755875" wrap="square" tIns="479025">
              <a:noAutofit/>
            </a:bodyPr>
            <a:lstStyle/>
            <a:p>
              <a:pPr indent="-228600" lvl="1" marL="228600" marR="0" rtl="0" algn="l">
                <a:lnSpc>
                  <a:spcPct val="90000"/>
                </a:lnSpc>
                <a:spcBef>
                  <a:spcPts val="0"/>
                </a:spcBef>
                <a:spcAft>
                  <a:spcPts val="0"/>
                </a:spcAft>
                <a:buClr>
                  <a:schemeClr val="dk1"/>
                </a:buClr>
                <a:buSzPts val="2300"/>
                <a:buFont typeface="Corbel"/>
                <a:buChar char="•"/>
              </a:pPr>
              <a:r>
                <a:rPr b="0" i="0" lang="en-US" sz="2300" u="none" cap="none" strike="noStrike">
                  <a:solidFill>
                    <a:schemeClr val="dk1"/>
                  </a:solidFill>
                  <a:latin typeface="Corbel"/>
                  <a:ea typeface="Corbel"/>
                  <a:cs typeface="Corbel"/>
                  <a:sym typeface="Corbel"/>
                </a:rPr>
                <a:t>Se desarrolla al evaluar las ventajas y limitaciones de cada herramienta ETL y su aplicabilidad en escenarios reales.</a:t>
              </a:r>
              <a:endParaRPr b="0" i="0" sz="2300" u="none" cap="none" strike="noStrike">
                <a:solidFill>
                  <a:schemeClr val="dk1"/>
                </a:solidFill>
                <a:latin typeface="Corbel"/>
                <a:ea typeface="Corbel"/>
                <a:cs typeface="Corbel"/>
                <a:sym typeface="Corbel"/>
              </a:endParaRPr>
            </a:p>
          </p:txBody>
        </p:sp>
        <p:sp>
          <p:nvSpPr>
            <p:cNvPr id="458" name="Google Shape;458;p38"/>
            <p:cNvSpPr/>
            <p:nvPr/>
          </p:nvSpPr>
          <p:spPr>
            <a:xfrm>
              <a:off x="486965" y="4217175"/>
              <a:ext cx="6817518" cy="678960"/>
            </a:xfrm>
            <a:prstGeom prst="roundRect">
              <a:avLst>
                <a:gd fmla="val 16667" name="adj"/>
              </a:avLst>
            </a:prstGeom>
            <a:solidFill>
              <a:srgbClr val="D7C94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nvSpPr>
          <p:spPr>
            <a:xfrm>
              <a:off x="520109" y="4250319"/>
              <a:ext cx="6751230" cy="612672"/>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300"/>
                <a:buFont typeface="Corbel"/>
                <a:buNone/>
              </a:pPr>
              <a:r>
                <a:rPr lang="en-US" sz="2300">
                  <a:solidFill>
                    <a:schemeClr val="lt1"/>
                  </a:solidFill>
                  <a:latin typeface="Corbel"/>
                  <a:ea typeface="Corbel"/>
                  <a:cs typeface="Corbel"/>
                  <a:sym typeface="Corbel"/>
                </a:rPr>
                <a:t>Análisis crítico</a:t>
              </a:r>
              <a:endParaRPr sz="2300">
                <a:solidFill>
                  <a:schemeClr val="lt1"/>
                </a:solidFill>
                <a:latin typeface="Corbel"/>
                <a:ea typeface="Corbel"/>
                <a:cs typeface="Corbel"/>
                <a:sym typeface="Corbel"/>
              </a:endParaRPr>
            </a:p>
          </p:txBody>
        </p:sp>
        <p:sp>
          <p:nvSpPr>
            <p:cNvPr id="460" name="Google Shape;460;p38"/>
            <p:cNvSpPr/>
            <p:nvPr/>
          </p:nvSpPr>
          <p:spPr>
            <a:xfrm>
              <a:off x="0" y="6324434"/>
              <a:ext cx="9739312" cy="1304100"/>
            </a:xfrm>
            <a:prstGeom prst="rect">
              <a:avLst/>
            </a:prstGeom>
            <a:solidFill>
              <a:schemeClr val="lt1">
                <a:alpha val="89803"/>
              </a:schemeClr>
            </a:solidFill>
            <a:ln cap="rnd" cmpd="sng" w="15875">
              <a:solidFill>
                <a:srgbClr val="E19C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8"/>
            <p:cNvSpPr txBox="1"/>
            <p:nvPr/>
          </p:nvSpPr>
          <p:spPr>
            <a:xfrm>
              <a:off x="0" y="6324434"/>
              <a:ext cx="9739312" cy="1304100"/>
            </a:xfrm>
            <a:prstGeom prst="rect">
              <a:avLst/>
            </a:prstGeom>
            <a:noFill/>
            <a:ln>
              <a:noFill/>
            </a:ln>
          </p:spPr>
          <p:txBody>
            <a:bodyPr anchorCtr="0" anchor="t" bIns="163575" lIns="755875" spcFirstLastPara="1" rIns="755875" wrap="square" tIns="479025">
              <a:noAutofit/>
            </a:bodyPr>
            <a:lstStyle/>
            <a:p>
              <a:pPr indent="-228600" lvl="1" marL="228600" marR="0" rtl="0" algn="l">
                <a:lnSpc>
                  <a:spcPct val="90000"/>
                </a:lnSpc>
                <a:spcBef>
                  <a:spcPts val="0"/>
                </a:spcBef>
                <a:spcAft>
                  <a:spcPts val="0"/>
                </a:spcAft>
                <a:buClr>
                  <a:schemeClr val="dk1"/>
                </a:buClr>
                <a:buSzPts val="2300"/>
                <a:buFont typeface="Corbel"/>
                <a:buChar char="•"/>
              </a:pPr>
              <a:r>
                <a:rPr b="0" i="0" lang="en-US" sz="2300" u="none" cap="none" strike="noStrike">
                  <a:solidFill>
                    <a:schemeClr val="dk1"/>
                  </a:solidFill>
                  <a:latin typeface="Corbel"/>
                  <a:ea typeface="Corbel"/>
                  <a:cs typeface="Corbel"/>
                  <a:sym typeface="Corbel"/>
                </a:rPr>
                <a:t>Se refuerza al aplicar flujos ordenados de ETL, donde cada fase debe seguir una secuencia lógica y técnica correcta.</a:t>
              </a:r>
              <a:endParaRPr b="0" i="0" sz="2300" u="none" cap="none" strike="noStrike">
                <a:solidFill>
                  <a:schemeClr val="dk1"/>
                </a:solidFill>
                <a:latin typeface="Corbel"/>
                <a:ea typeface="Corbel"/>
                <a:cs typeface="Corbel"/>
                <a:sym typeface="Corbel"/>
              </a:endParaRPr>
            </a:p>
          </p:txBody>
        </p:sp>
        <p:sp>
          <p:nvSpPr>
            <p:cNvPr id="462" name="Google Shape;462;p38"/>
            <p:cNvSpPr/>
            <p:nvPr/>
          </p:nvSpPr>
          <p:spPr>
            <a:xfrm>
              <a:off x="486965" y="5984954"/>
              <a:ext cx="6817518" cy="678960"/>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8"/>
            <p:cNvSpPr txBox="1"/>
            <p:nvPr/>
          </p:nvSpPr>
          <p:spPr>
            <a:xfrm>
              <a:off x="520109" y="6018098"/>
              <a:ext cx="6751230" cy="612672"/>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300"/>
                <a:buFont typeface="Corbel"/>
                <a:buNone/>
              </a:pPr>
              <a:r>
                <a:rPr lang="en-US" sz="2300">
                  <a:solidFill>
                    <a:schemeClr val="lt1"/>
                  </a:solidFill>
                  <a:latin typeface="Corbel"/>
                  <a:ea typeface="Corbel"/>
                  <a:cs typeface="Corbel"/>
                  <a:sym typeface="Corbel"/>
                </a:rPr>
                <a:t>Disciplina tecnológica</a:t>
              </a:r>
              <a:endParaRPr sz="2300">
                <a:solidFill>
                  <a:schemeClr val="lt1"/>
                </a:solidFill>
                <a:latin typeface="Corbel"/>
                <a:ea typeface="Corbel"/>
                <a:cs typeface="Corbel"/>
                <a:sym typeface="Corbe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9"/>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31416"/>
              </a:buClr>
              <a:buSzPts val="6000"/>
              <a:buFont typeface="Impact"/>
              <a:buNone/>
            </a:pPr>
            <a:r>
              <a:rPr i="0" lang="en-US" sz="6000" u="none" cap="none" strike="noStrike">
                <a:solidFill>
                  <a:srgbClr val="131416"/>
                </a:solidFill>
                <a:latin typeface="Impact"/>
                <a:ea typeface="Impact"/>
                <a:cs typeface="Impact"/>
                <a:sym typeface="Impact"/>
              </a:rPr>
              <a:t>REFERENCIAS</a:t>
            </a:r>
            <a:endParaRPr/>
          </a:p>
        </p:txBody>
      </p:sp>
      <p:grpSp>
        <p:nvGrpSpPr>
          <p:cNvPr id="469" name="Google Shape;469;p39"/>
          <p:cNvGrpSpPr/>
          <p:nvPr/>
        </p:nvGrpSpPr>
        <p:grpSpPr>
          <a:xfrm>
            <a:off x="2226466" y="4762023"/>
            <a:ext cx="15028070" cy="3163253"/>
            <a:chOff x="0" y="761524"/>
            <a:chExt cx="15028070" cy="3163253"/>
          </a:xfrm>
        </p:grpSpPr>
        <p:sp>
          <p:nvSpPr>
            <p:cNvPr id="470" name="Google Shape;470;p39"/>
            <p:cNvSpPr/>
            <p:nvPr/>
          </p:nvSpPr>
          <p:spPr>
            <a:xfrm>
              <a:off x="0" y="761524"/>
              <a:ext cx="15028070" cy="1405890"/>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9"/>
            <p:cNvSpPr/>
            <p:nvPr/>
          </p:nvSpPr>
          <p:spPr>
            <a:xfrm>
              <a:off x="425281" y="1077849"/>
              <a:ext cx="773239" cy="773239"/>
            </a:xfrm>
            <a:prstGeom prst="rect">
              <a:avLst/>
            </a:prstGeom>
            <a:blipFill rotWithShape="1">
              <a:blip r:embed="rId3">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9"/>
            <p:cNvSpPr/>
            <p:nvPr/>
          </p:nvSpPr>
          <p:spPr>
            <a:xfrm>
              <a:off x="1623803" y="761524"/>
              <a:ext cx="13404266" cy="140589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9"/>
            <p:cNvSpPr txBox="1"/>
            <p:nvPr/>
          </p:nvSpPr>
          <p:spPr>
            <a:xfrm>
              <a:off x="1623803" y="761524"/>
              <a:ext cx="13404266" cy="1405890"/>
            </a:xfrm>
            <a:prstGeom prst="rect">
              <a:avLst/>
            </a:prstGeom>
            <a:noFill/>
            <a:ln>
              <a:noFill/>
            </a:ln>
          </p:spPr>
          <p:txBody>
            <a:bodyPr anchorCtr="0" anchor="ctr" bIns="148775" lIns="148775" spcFirstLastPara="1" rIns="148775" wrap="square" tIns="148775">
              <a:noAutofit/>
            </a:bodyPr>
            <a:lstStyle/>
            <a:p>
              <a:pPr indent="0" lvl="0" marL="0" marR="0" rtl="0" algn="l">
                <a:lnSpc>
                  <a:spcPct val="100000"/>
                </a:lnSpc>
                <a:spcBef>
                  <a:spcPts val="0"/>
                </a:spcBef>
                <a:spcAft>
                  <a:spcPts val="0"/>
                </a:spcAft>
                <a:buClr>
                  <a:schemeClr val="dk1"/>
                </a:buClr>
                <a:buSzPts val="2500"/>
                <a:buFont typeface="Corbel"/>
                <a:buNone/>
              </a:pPr>
              <a:r>
                <a:rPr lang="en-US" sz="2500">
                  <a:solidFill>
                    <a:schemeClr val="dk1"/>
                  </a:solidFill>
                  <a:latin typeface="Corbel"/>
                  <a:ea typeface="Corbel"/>
                  <a:cs typeface="Corbel"/>
                  <a:sym typeface="Corbel"/>
                </a:rPr>
                <a:t>Ibm. (2024, 13 mayo). ¿Qué es ETL (extraer, transformar, cargar)?  | IBM. ¿Qué es ETL? https://www.ibm.com/es-es/topics/etl </a:t>
              </a:r>
              <a:endParaRPr sz="2500">
                <a:solidFill>
                  <a:schemeClr val="dk1"/>
                </a:solidFill>
                <a:latin typeface="Corbel"/>
                <a:ea typeface="Corbel"/>
                <a:cs typeface="Corbel"/>
                <a:sym typeface="Corbel"/>
              </a:endParaRPr>
            </a:p>
          </p:txBody>
        </p:sp>
        <p:sp>
          <p:nvSpPr>
            <p:cNvPr id="474" name="Google Shape;474;p39"/>
            <p:cNvSpPr/>
            <p:nvPr/>
          </p:nvSpPr>
          <p:spPr>
            <a:xfrm>
              <a:off x="0" y="2518887"/>
              <a:ext cx="15028070" cy="1405890"/>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9"/>
            <p:cNvSpPr/>
            <p:nvPr/>
          </p:nvSpPr>
          <p:spPr>
            <a:xfrm>
              <a:off x="425281" y="2835212"/>
              <a:ext cx="773239" cy="773239"/>
            </a:xfrm>
            <a:prstGeom prst="rect">
              <a:avLst/>
            </a:prstGeom>
            <a:blipFill rotWithShape="1">
              <a:blip r:embed="rId4">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9"/>
            <p:cNvSpPr/>
            <p:nvPr/>
          </p:nvSpPr>
          <p:spPr>
            <a:xfrm>
              <a:off x="1623803" y="2518887"/>
              <a:ext cx="13404266" cy="140589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9"/>
            <p:cNvSpPr txBox="1"/>
            <p:nvPr/>
          </p:nvSpPr>
          <p:spPr>
            <a:xfrm>
              <a:off x="1623803" y="2518887"/>
              <a:ext cx="13404266" cy="1405890"/>
            </a:xfrm>
            <a:prstGeom prst="rect">
              <a:avLst/>
            </a:prstGeom>
            <a:noFill/>
            <a:ln>
              <a:noFill/>
            </a:ln>
          </p:spPr>
          <p:txBody>
            <a:bodyPr anchorCtr="0" anchor="ctr" bIns="148775" lIns="148775" spcFirstLastPara="1" rIns="148775" wrap="square" tIns="148775">
              <a:noAutofit/>
            </a:bodyPr>
            <a:lstStyle/>
            <a:p>
              <a:pPr indent="0" lvl="0" marL="0" marR="0" rtl="0" algn="l">
                <a:lnSpc>
                  <a:spcPct val="100000"/>
                </a:lnSpc>
                <a:spcBef>
                  <a:spcPts val="0"/>
                </a:spcBef>
                <a:spcAft>
                  <a:spcPts val="0"/>
                </a:spcAft>
                <a:buClr>
                  <a:schemeClr val="dk1"/>
                </a:buClr>
                <a:buSzPts val="2500"/>
                <a:buFont typeface="Corbel"/>
                <a:buNone/>
              </a:pPr>
              <a:r>
                <a:rPr lang="en-US" sz="2500">
                  <a:solidFill>
                    <a:schemeClr val="dk1"/>
                  </a:solidFill>
                  <a:latin typeface="Corbel"/>
                  <a:ea typeface="Corbel"/>
                  <a:cs typeface="Corbel"/>
                  <a:sym typeface="Corbel"/>
                </a:rPr>
                <a:t>¿Qué es ETL? - Explicación de extracción, transformación y carga (ETL) - AWS. (s. f.). Amazon Web Services, Inc. https://aws.amazon.com/es/what-is/etl/</a:t>
              </a:r>
              <a:endParaRPr sz="2500">
                <a:solidFill>
                  <a:schemeClr val="dk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9"/>
          <p:cNvSpPr txBox="1"/>
          <p:nvPr/>
        </p:nvSpPr>
        <p:spPr>
          <a:xfrm>
            <a:off x="4437795" y="3389104"/>
            <a:ext cx="8658900" cy="2928494"/>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Clr>
                <a:srgbClr val="131416"/>
              </a:buClr>
              <a:buSzPts val="6099"/>
              <a:buFont typeface="Impact"/>
              <a:buNone/>
            </a:pPr>
            <a:r>
              <a:rPr i="0" lang="en-US" sz="6099" u="none" cap="none" strike="noStrike">
                <a:solidFill>
                  <a:srgbClr val="131416"/>
                </a:solidFill>
                <a:latin typeface="Impact"/>
                <a:ea typeface="Impact"/>
                <a:cs typeface="Impact"/>
                <a:sym typeface="Impact"/>
              </a:rPr>
              <a:t>¡GRACIAS POR SU  ATENCIÓN!</a:t>
            </a:r>
            <a:endParaRPr sz="1800">
              <a:solidFill>
                <a:schemeClr val="dk1"/>
              </a:solidFill>
              <a:latin typeface="Impact"/>
              <a:ea typeface="Impact"/>
              <a:cs typeface="Impact"/>
              <a:sym typeface="Impact"/>
            </a:endParaRPr>
          </a:p>
          <a:p>
            <a:pPr indent="0" lvl="0" marL="0" marR="0" rtl="0" algn="just">
              <a:lnSpc>
                <a:spcPct val="104000"/>
              </a:lnSpc>
              <a:spcBef>
                <a:spcPts val="0"/>
              </a:spcBef>
              <a:spcAft>
                <a:spcPts val="0"/>
              </a:spcAft>
              <a:buClr>
                <a:schemeClr val="dk1"/>
              </a:buClr>
              <a:buSzPts val="6099"/>
              <a:buFont typeface="Corbel"/>
              <a:buNone/>
            </a:pPr>
            <a:r>
              <a:t/>
            </a:r>
            <a:endParaRPr i="0" sz="6099" u="none" cap="none" strike="noStrike">
              <a:solidFill>
                <a:srgbClr val="131416"/>
              </a:solidFill>
              <a:latin typeface="Impact"/>
              <a:ea typeface="Impact"/>
              <a:cs typeface="Impact"/>
              <a:sym typeface="Impact"/>
            </a:endParaRPr>
          </a:p>
        </p:txBody>
      </p:sp>
      <p:sp>
        <p:nvSpPr>
          <p:cNvPr id="483" name="Google Shape;483;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5000"/>
              <a:buFont typeface="Arial"/>
              <a:buNone/>
            </a:pPr>
            <a:r>
              <a:rPr b="0" i="0" lang="en-US" sz="5000" u="none" cap="none" strike="noStrike">
                <a:solidFill>
                  <a:srgbClr val="131416"/>
                </a:solidFill>
                <a:latin typeface="Arial"/>
                <a:ea typeface="Arial"/>
                <a:cs typeface="Arial"/>
                <a:sym typeface="Arial"/>
              </a:rPr>
              <a:t>DUDAS</a:t>
            </a:r>
            <a:endParaRPr sz="1800">
              <a:solidFill>
                <a:schemeClr val="dk1"/>
              </a:solidFill>
              <a:latin typeface="Corbel"/>
              <a:ea typeface="Corbel"/>
              <a:cs typeface="Corbel"/>
              <a:sym typeface="Corbel"/>
            </a:endParaRPr>
          </a:p>
        </p:txBody>
      </p:sp>
      <p:sp>
        <p:nvSpPr>
          <p:cNvPr id="484" name="Google Shape;484;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85" name="Google Shape;485;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sz="1800">
              <a:solidFill>
                <a:schemeClr val="dk1"/>
              </a:solidFill>
              <a:latin typeface="Corbel"/>
              <a:ea typeface="Corbel"/>
              <a:cs typeface="Corbel"/>
              <a:sym typeface="Corbel"/>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