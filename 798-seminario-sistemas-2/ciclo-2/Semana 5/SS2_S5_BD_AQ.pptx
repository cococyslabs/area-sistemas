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6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y="10287000" cx="18288000"/>
  <p:notesSz cx="6858000" cy="9144000"/>
  <p:embeddedFontLst>
    <p:embeddedFont>
      <p:font typeface="Lobster"/>
      <p:regular r:id="rId26"/>
    </p:embeddedFont>
    <p:embeddedFont>
      <p:font typeface="Corbel"/>
      <p:regular r:id="rId27"/>
      <p:bold r:id="rId28"/>
      <p:italic r:id="rId29"/>
      <p:boldItalic r:id="rId30"/>
    </p:embeddedFont>
    <p:embeddedFont>
      <p:font typeface="Pacifico"/>
      <p:regular r:id="rId31"/>
    </p:embeddedFont>
    <p:embeddedFont>
      <p:font typeface="Open Sans"/>
      <p:regular r:id="rId32"/>
      <p:bold r:id="rId33"/>
      <p:italic r:id="rId34"/>
      <p:boldItalic r:id="rId35"/>
    </p:embeddedFont>
    <p:embeddedFont>
      <p:font typeface="Century Gothic"/>
      <p:regular r:id="rId36"/>
      <p:bold r:id="rId37"/>
      <p:italic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40" roundtripDataSignature="AMtx7mg8v7Ead0YsIniCjDQ1CSGvW5m+K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Lobster-regular.fntdata"/><Relationship Id="rId25" Type="http://schemas.openxmlformats.org/officeDocument/2006/relationships/slide" Target="slides/slide19.xml"/><Relationship Id="rId28" Type="http://schemas.openxmlformats.org/officeDocument/2006/relationships/font" Target="fonts/Corbel-bold.fntdata"/><Relationship Id="rId27" Type="http://schemas.openxmlformats.org/officeDocument/2006/relationships/font" Target="fonts/Corbel-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rbel-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Pacifico-regular.fntdata"/><Relationship Id="rId30" Type="http://schemas.openxmlformats.org/officeDocument/2006/relationships/font" Target="fonts/Corbel-boldItalic.fntdata"/><Relationship Id="rId11" Type="http://schemas.openxmlformats.org/officeDocument/2006/relationships/slide" Target="slides/slide5.xml"/><Relationship Id="rId33" Type="http://schemas.openxmlformats.org/officeDocument/2006/relationships/font" Target="fonts/OpenSans-bold.fntdata"/><Relationship Id="rId10" Type="http://schemas.openxmlformats.org/officeDocument/2006/relationships/slide" Target="slides/slide4.xml"/><Relationship Id="rId32" Type="http://schemas.openxmlformats.org/officeDocument/2006/relationships/font" Target="fonts/OpenSans-regular.fntdata"/><Relationship Id="rId13" Type="http://schemas.openxmlformats.org/officeDocument/2006/relationships/slide" Target="slides/slide7.xml"/><Relationship Id="rId35" Type="http://schemas.openxmlformats.org/officeDocument/2006/relationships/font" Target="fonts/OpenSans-boldItalic.fntdata"/><Relationship Id="rId12" Type="http://schemas.openxmlformats.org/officeDocument/2006/relationships/slide" Target="slides/slide6.xml"/><Relationship Id="rId34" Type="http://schemas.openxmlformats.org/officeDocument/2006/relationships/font" Target="fonts/OpenSans-italic.fntdata"/><Relationship Id="rId15" Type="http://schemas.openxmlformats.org/officeDocument/2006/relationships/slide" Target="slides/slide9.xml"/><Relationship Id="rId37" Type="http://schemas.openxmlformats.org/officeDocument/2006/relationships/font" Target="fonts/CenturyGothic-bold.fntdata"/><Relationship Id="rId14" Type="http://schemas.openxmlformats.org/officeDocument/2006/relationships/slide" Target="slides/slide8.xml"/><Relationship Id="rId36" Type="http://schemas.openxmlformats.org/officeDocument/2006/relationships/font" Target="fonts/CenturyGothic-regular.fntdata"/><Relationship Id="rId17" Type="http://schemas.openxmlformats.org/officeDocument/2006/relationships/slide" Target="slides/slide11.xml"/><Relationship Id="rId39" Type="http://schemas.openxmlformats.org/officeDocument/2006/relationships/font" Target="fonts/CenturyGothic-boldItalic.fntdata"/><Relationship Id="rId16" Type="http://schemas.openxmlformats.org/officeDocument/2006/relationships/slide" Target="slides/slide10.xml"/><Relationship Id="rId38" Type="http://schemas.openxmlformats.org/officeDocument/2006/relationships/font" Target="fonts/CenturyGothic-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9" name="Google Shape;15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2" name="Google Shape;522;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3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1"/>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41"/>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25" name="Google Shape;25;p4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1"/>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28" name="Shape 28"/>
        <p:cNvGrpSpPr/>
        <p:nvPr/>
      </p:nvGrpSpPr>
      <p:grpSpPr>
        <a:xfrm>
          <a:off x="0" y="0"/>
          <a:ext cx="0" cy="0"/>
          <a:chOff x="0" y="0"/>
          <a:chExt cx="0" cy="0"/>
        </a:xfrm>
      </p:grpSpPr>
      <p:grpSp>
        <p:nvGrpSpPr>
          <p:cNvPr id="29" name="Google Shape;29;p43"/>
          <p:cNvGrpSpPr/>
          <p:nvPr/>
        </p:nvGrpSpPr>
        <p:grpSpPr>
          <a:xfrm>
            <a:off x="819150" y="-7144"/>
            <a:ext cx="7522368" cy="10294145"/>
            <a:chOff x="2928938" y="-4763"/>
            <a:chExt cx="5014912" cy="6862763"/>
          </a:xfrm>
        </p:grpSpPr>
        <p:sp>
          <p:nvSpPr>
            <p:cNvPr id="30" name="Google Shape;30;p43"/>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sp>
        <p:sp>
          <p:nvSpPr>
            <p:cNvPr id="31" name="Google Shape;31;p43"/>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sp>
        <p:sp>
          <p:nvSpPr>
            <p:cNvPr id="32" name="Google Shape;32;p43"/>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sp>
        <p:sp>
          <p:nvSpPr>
            <p:cNvPr id="33" name="Google Shape;33;p43"/>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sp>
        <p:sp>
          <p:nvSpPr>
            <p:cNvPr id="34" name="Google Shape;34;p43"/>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sp>
        <p:sp>
          <p:nvSpPr>
            <p:cNvPr id="35" name="Google Shape;35;p43"/>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3F3F3F"/>
            </a:solidFill>
            <a:ln>
              <a:noFill/>
            </a:ln>
          </p:spPr>
        </p:sp>
      </p:grpSp>
      <p:sp>
        <p:nvSpPr>
          <p:cNvPr id="36" name="Google Shape;36;p43"/>
          <p:cNvSpPr txBox="1"/>
          <p:nvPr>
            <p:ph type="ctrTitle"/>
          </p:nvPr>
        </p:nvSpPr>
        <p:spPr>
          <a:xfrm>
            <a:off x="4392602" y="2070103"/>
            <a:ext cx="12861933" cy="3924299"/>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9000"/>
              <a:buFont typeface="Corbel"/>
              <a:buNone/>
              <a:defRPr sz="9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43"/>
          <p:cNvSpPr txBox="1"/>
          <p:nvPr>
            <p:ph idx="1" type="subTitle"/>
          </p:nvPr>
        </p:nvSpPr>
        <p:spPr>
          <a:xfrm>
            <a:off x="6773066" y="5994401"/>
            <a:ext cx="10481468" cy="2082801"/>
          </a:xfrm>
          <a:prstGeom prst="rect">
            <a:avLst/>
          </a:prstGeom>
          <a:noFill/>
          <a:ln>
            <a:noFill/>
          </a:ln>
        </p:spPr>
        <p:txBody>
          <a:bodyPr anchorCtr="0" anchor="t" bIns="45700" lIns="91425" spcFirstLastPara="1" rIns="91425" wrap="square" tIns="45700">
            <a:normAutofit/>
          </a:bodyPr>
          <a:lstStyle>
            <a:lvl1pPr lvl="0" algn="r">
              <a:spcBef>
                <a:spcPts val="630"/>
              </a:spcBef>
              <a:spcAft>
                <a:spcPts val="0"/>
              </a:spcAft>
              <a:buSzPts val="4568"/>
              <a:buNone/>
              <a:defRPr sz="3150">
                <a:solidFill>
                  <a:schemeClr val="dk1"/>
                </a:solidFill>
              </a:defRPr>
            </a:lvl1pPr>
            <a:lvl2pPr lvl="1" algn="ctr">
              <a:spcBef>
                <a:spcPts val="900"/>
              </a:spcBef>
              <a:spcAft>
                <a:spcPts val="0"/>
              </a:spcAft>
              <a:buSzPts val="4350"/>
              <a:buNone/>
              <a:defRPr>
                <a:solidFill>
                  <a:srgbClr val="888888"/>
                </a:solidFill>
              </a:defRPr>
            </a:lvl2pPr>
            <a:lvl3pPr lvl="2" algn="ctr">
              <a:spcBef>
                <a:spcPts val="900"/>
              </a:spcBef>
              <a:spcAft>
                <a:spcPts val="0"/>
              </a:spcAft>
              <a:buSzPts val="3915"/>
              <a:buNone/>
              <a:defRPr>
                <a:solidFill>
                  <a:srgbClr val="888888"/>
                </a:solidFill>
              </a:defRPr>
            </a:lvl3pPr>
            <a:lvl4pPr lvl="3" algn="ctr">
              <a:spcBef>
                <a:spcPts val="900"/>
              </a:spcBef>
              <a:spcAft>
                <a:spcPts val="0"/>
              </a:spcAft>
              <a:buSzPts val="3480"/>
              <a:buNone/>
              <a:defRPr>
                <a:solidFill>
                  <a:srgbClr val="888888"/>
                </a:solidFill>
              </a:defRPr>
            </a:lvl4pPr>
            <a:lvl5pPr lvl="4" algn="ctr">
              <a:spcBef>
                <a:spcPts val="900"/>
              </a:spcBef>
              <a:spcAft>
                <a:spcPts val="0"/>
              </a:spcAft>
              <a:buSzPts val="3045"/>
              <a:buNone/>
              <a:defRPr>
                <a:solidFill>
                  <a:srgbClr val="888888"/>
                </a:solidFill>
              </a:defRPr>
            </a:lvl5pPr>
            <a:lvl6pPr lvl="5" algn="ctr">
              <a:spcBef>
                <a:spcPts val="900"/>
              </a:spcBef>
              <a:spcAft>
                <a:spcPts val="0"/>
              </a:spcAft>
              <a:buSzPts val="3045"/>
              <a:buNone/>
              <a:defRPr>
                <a:solidFill>
                  <a:srgbClr val="888888"/>
                </a:solidFill>
              </a:defRPr>
            </a:lvl6pPr>
            <a:lvl7pPr lvl="6" algn="ctr">
              <a:spcBef>
                <a:spcPts val="900"/>
              </a:spcBef>
              <a:spcAft>
                <a:spcPts val="0"/>
              </a:spcAft>
              <a:buSzPts val="3045"/>
              <a:buNone/>
              <a:defRPr>
                <a:solidFill>
                  <a:srgbClr val="888888"/>
                </a:solidFill>
              </a:defRPr>
            </a:lvl7pPr>
            <a:lvl8pPr lvl="7" algn="ctr">
              <a:spcBef>
                <a:spcPts val="900"/>
              </a:spcBef>
              <a:spcAft>
                <a:spcPts val="0"/>
              </a:spcAft>
              <a:buSzPts val="3045"/>
              <a:buNone/>
              <a:defRPr>
                <a:solidFill>
                  <a:srgbClr val="888888"/>
                </a:solidFill>
              </a:defRPr>
            </a:lvl8pPr>
            <a:lvl9pPr lvl="8" algn="ctr">
              <a:spcBef>
                <a:spcPts val="900"/>
              </a:spcBef>
              <a:spcAft>
                <a:spcPts val="900"/>
              </a:spcAft>
              <a:buSzPts val="3045"/>
              <a:buNone/>
              <a:defRPr>
                <a:solidFill>
                  <a:srgbClr val="888888"/>
                </a:solidFill>
              </a:defRPr>
            </a:lvl9pPr>
          </a:lstStyle>
          <a:p/>
        </p:txBody>
      </p:sp>
      <p:sp>
        <p:nvSpPr>
          <p:cNvPr id="38" name="Google Shape;38;p4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3"/>
          <p:cNvSpPr txBox="1"/>
          <p:nvPr>
            <p:ph idx="11" type="ftr"/>
          </p:nvPr>
        </p:nvSpPr>
        <p:spPr>
          <a:xfrm>
            <a:off x="7998618" y="8824913"/>
            <a:ext cx="64860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4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1" name="Shape 41"/>
        <p:cNvGrpSpPr/>
        <p:nvPr/>
      </p:nvGrpSpPr>
      <p:grpSpPr>
        <a:xfrm>
          <a:off x="0" y="0"/>
          <a:ext cx="0" cy="0"/>
          <a:chOff x="0" y="0"/>
          <a:chExt cx="0" cy="0"/>
        </a:xfrm>
      </p:grpSpPr>
      <p:sp>
        <p:nvSpPr>
          <p:cNvPr id="42" name="Google Shape;42;p44"/>
          <p:cNvSpPr txBox="1"/>
          <p:nvPr>
            <p:ph type="title"/>
          </p:nvPr>
        </p:nvSpPr>
        <p:spPr>
          <a:xfrm>
            <a:off x="3858419" y="4000498"/>
            <a:ext cx="13396121" cy="3165573"/>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6000"/>
              <a:buFont typeface="Corbel"/>
              <a:buNone/>
              <a:defRPr b="0" sz="6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4"/>
          <p:cNvSpPr txBox="1"/>
          <p:nvPr>
            <p:ph idx="1" type="body"/>
          </p:nvPr>
        </p:nvSpPr>
        <p:spPr>
          <a:xfrm>
            <a:off x="3858417" y="7166072"/>
            <a:ext cx="13396122"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44" name="Google Shape;44;p4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5" name="Google Shape;45;p4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4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45"/>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5"/>
          <p:cNvSpPr txBox="1"/>
          <p:nvPr>
            <p:ph idx="1" type="body"/>
          </p:nvPr>
        </p:nvSpPr>
        <p:spPr>
          <a:xfrm>
            <a:off x="2226469" y="4000499"/>
            <a:ext cx="7342583" cy="4686302"/>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0" name="Google Shape;50;p45"/>
          <p:cNvSpPr txBox="1"/>
          <p:nvPr>
            <p:ph idx="2" type="body"/>
          </p:nvPr>
        </p:nvSpPr>
        <p:spPr>
          <a:xfrm>
            <a:off x="9911951" y="4000500"/>
            <a:ext cx="7342584" cy="4686300"/>
          </a:xfrm>
          <a:prstGeom prst="rect">
            <a:avLst/>
          </a:prstGeom>
          <a:noFill/>
          <a:ln>
            <a:noFill/>
          </a:ln>
        </p:spPr>
        <p:txBody>
          <a:bodyPr anchorCtr="0" anchor="ctr"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1" name="Google Shape;51;p4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4" name="Shape 54"/>
        <p:cNvGrpSpPr/>
        <p:nvPr/>
      </p:nvGrpSpPr>
      <p:grpSpPr>
        <a:xfrm>
          <a:off x="0" y="0"/>
          <a:ext cx="0" cy="0"/>
          <a:chOff x="0" y="0"/>
          <a:chExt cx="0" cy="0"/>
        </a:xfrm>
      </p:grpSpPr>
      <p:sp>
        <p:nvSpPr>
          <p:cNvPr id="55" name="Google Shape;55;p4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46"/>
          <p:cNvSpPr txBox="1"/>
          <p:nvPr>
            <p:ph idx="1" type="body"/>
          </p:nvPr>
        </p:nvSpPr>
        <p:spPr>
          <a:xfrm>
            <a:off x="2658269" y="3987800"/>
            <a:ext cx="6910782"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7" name="Google Shape;57;p46"/>
          <p:cNvSpPr txBox="1"/>
          <p:nvPr>
            <p:ph idx="2" type="body"/>
          </p:nvPr>
        </p:nvSpPr>
        <p:spPr>
          <a:xfrm>
            <a:off x="2226467"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58" name="Google Shape;58;p46"/>
          <p:cNvSpPr txBox="1"/>
          <p:nvPr>
            <p:ph idx="3" type="body"/>
          </p:nvPr>
        </p:nvSpPr>
        <p:spPr>
          <a:xfrm>
            <a:off x="10320731" y="4000500"/>
            <a:ext cx="6933806" cy="864393"/>
          </a:xfrm>
          <a:prstGeom prst="rect">
            <a:avLst/>
          </a:prstGeom>
          <a:noFill/>
          <a:ln>
            <a:noFill/>
          </a:ln>
        </p:spPr>
        <p:txBody>
          <a:bodyPr anchorCtr="0" anchor="b" bIns="45700" lIns="91425" spcFirstLastPara="1" rIns="91425" wrap="square" tIns="45700">
            <a:noAutofit/>
          </a:bodyPr>
          <a:lstStyle>
            <a:lvl1pPr indent="-228600" lvl="0" marL="457200" algn="l">
              <a:spcBef>
                <a:spcPts val="840"/>
              </a:spcBef>
              <a:spcAft>
                <a:spcPts val="0"/>
              </a:spcAft>
              <a:buSzPts val="6090"/>
              <a:buNone/>
              <a:defRPr b="0" sz="4200">
                <a:solidFill>
                  <a:srgbClr val="1186C3"/>
                </a:solidFill>
              </a:defRPr>
            </a:lvl1pPr>
            <a:lvl2pPr indent="-228600" lvl="1" marL="914400" algn="l">
              <a:spcBef>
                <a:spcPts val="900"/>
              </a:spcBef>
              <a:spcAft>
                <a:spcPts val="0"/>
              </a:spcAft>
              <a:buSzPts val="4350"/>
              <a:buNone/>
              <a:defRPr b="1" sz="3000"/>
            </a:lvl2pPr>
            <a:lvl3pPr indent="-228600" lvl="2" marL="1371600" algn="l">
              <a:spcBef>
                <a:spcPts val="900"/>
              </a:spcBef>
              <a:spcAft>
                <a:spcPts val="0"/>
              </a:spcAft>
              <a:buSzPts val="3915"/>
              <a:buNone/>
              <a:defRPr b="1" sz="2700"/>
            </a:lvl3pPr>
            <a:lvl4pPr indent="-228600" lvl="3" marL="1828800" algn="l">
              <a:spcBef>
                <a:spcPts val="900"/>
              </a:spcBef>
              <a:spcAft>
                <a:spcPts val="0"/>
              </a:spcAft>
              <a:buSzPts val="3480"/>
              <a:buNone/>
              <a:defRPr b="1" sz="2400"/>
            </a:lvl4pPr>
            <a:lvl5pPr indent="-228600" lvl="4" marL="2286000" algn="l">
              <a:spcBef>
                <a:spcPts val="900"/>
              </a:spcBef>
              <a:spcAft>
                <a:spcPts val="0"/>
              </a:spcAft>
              <a:buSzPts val="3480"/>
              <a:buNone/>
              <a:defRPr b="1" sz="2400"/>
            </a:lvl5pPr>
            <a:lvl6pPr indent="-228600" lvl="5" marL="2743200" algn="l">
              <a:spcBef>
                <a:spcPts val="900"/>
              </a:spcBef>
              <a:spcAft>
                <a:spcPts val="0"/>
              </a:spcAft>
              <a:buSzPts val="3480"/>
              <a:buNone/>
              <a:defRPr b="1" sz="2400"/>
            </a:lvl6pPr>
            <a:lvl7pPr indent="-228600" lvl="6" marL="3200400" algn="l">
              <a:spcBef>
                <a:spcPts val="900"/>
              </a:spcBef>
              <a:spcAft>
                <a:spcPts val="0"/>
              </a:spcAft>
              <a:buSzPts val="3480"/>
              <a:buNone/>
              <a:defRPr b="1" sz="2400"/>
            </a:lvl7pPr>
            <a:lvl8pPr indent="-228600" lvl="7" marL="3657600" algn="l">
              <a:spcBef>
                <a:spcPts val="900"/>
              </a:spcBef>
              <a:spcAft>
                <a:spcPts val="0"/>
              </a:spcAft>
              <a:buSzPts val="3480"/>
              <a:buNone/>
              <a:defRPr b="1" sz="2400"/>
            </a:lvl8pPr>
            <a:lvl9pPr indent="-228600" lvl="8" marL="4114800" algn="l">
              <a:spcBef>
                <a:spcPts val="900"/>
              </a:spcBef>
              <a:spcAft>
                <a:spcPts val="900"/>
              </a:spcAft>
              <a:buSzPts val="3480"/>
              <a:buNone/>
              <a:defRPr b="1" sz="2400"/>
            </a:lvl9pPr>
          </a:lstStyle>
          <a:p/>
        </p:txBody>
      </p:sp>
      <p:sp>
        <p:nvSpPr>
          <p:cNvPr id="59" name="Google Shape;59;p46"/>
          <p:cNvSpPr txBox="1"/>
          <p:nvPr>
            <p:ph idx="4" type="body"/>
          </p:nvPr>
        </p:nvSpPr>
        <p:spPr>
          <a:xfrm>
            <a:off x="9911951" y="5003006"/>
            <a:ext cx="7342584" cy="3683793"/>
          </a:xfrm>
          <a:prstGeom prst="rect">
            <a:avLst/>
          </a:prstGeom>
          <a:noFill/>
          <a:ln>
            <a:noFill/>
          </a:ln>
        </p:spPr>
        <p:txBody>
          <a:bodyPr anchorCtr="0" anchor="t" bIns="45700" lIns="91425" spcFirstLastPara="1" rIns="91425" wrap="square" tIns="45700">
            <a:normAutofit/>
          </a:bodyPr>
          <a:lstStyle>
            <a:lvl1pPr indent="-477202" lvl="0" marL="457200" algn="l">
              <a:spcBef>
                <a:spcPts val="540"/>
              </a:spcBef>
              <a:spcAft>
                <a:spcPts val="0"/>
              </a:spcAft>
              <a:buSzPts val="3915"/>
              <a:buChar char="•"/>
              <a:defRPr sz="2700"/>
            </a:lvl1pPr>
            <a:lvl2pPr indent="-449580" lvl="1" marL="914400" algn="l">
              <a:spcBef>
                <a:spcPts val="900"/>
              </a:spcBef>
              <a:spcAft>
                <a:spcPts val="0"/>
              </a:spcAft>
              <a:buSzPts val="3480"/>
              <a:buChar char="•"/>
              <a:defRPr sz="2400"/>
            </a:lvl2pPr>
            <a:lvl3pPr indent="-421957" lvl="2" marL="1371600" algn="l">
              <a:spcBef>
                <a:spcPts val="900"/>
              </a:spcBef>
              <a:spcAft>
                <a:spcPts val="0"/>
              </a:spcAft>
              <a:buSzPts val="3045"/>
              <a:buChar char="•"/>
              <a:defRPr sz="2100"/>
            </a:lvl3pPr>
            <a:lvl4pPr indent="-394335" lvl="3" marL="1828800" algn="l">
              <a:spcBef>
                <a:spcPts val="900"/>
              </a:spcBef>
              <a:spcAft>
                <a:spcPts val="0"/>
              </a:spcAft>
              <a:buSzPts val="2610"/>
              <a:buChar char="•"/>
              <a:defRPr sz="1800"/>
            </a:lvl4pPr>
            <a:lvl5pPr indent="-394335" lvl="4" marL="2286000" algn="l">
              <a:spcBef>
                <a:spcPts val="900"/>
              </a:spcBef>
              <a:spcAft>
                <a:spcPts val="0"/>
              </a:spcAft>
              <a:buSzPts val="2610"/>
              <a:buChar char="•"/>
              <a:defRPr sz="1800"/>
            </a:lvl5pPr>
            <a:lvl6pPr indent="-394335" lvl="5" marL="2743200" algn="l">
              <a:spcBef>
                <a:spcPts val="900"/>
              </a:spcBef>
              <a:spcAft>
                <a:spcPts val="0"/>
              </a:spcAft>
              <a:buSzPts val="2610"/>
              <a:buChar char="•"/>
              <a:defRPr sz="1800"/>
            </a:lvl6pPr>
            <a:lvl7pPr indent="-394335" lvl="6" marL="3200400" algn="l">
              <a:spcBef>
                <a:spcPts val="900"/>
              </a:spcBef>
              <a:spcAft>
                <a:spcPts val="0"/>
              </a:spcAft>
              <a:buSzPts val="2610"/>
              <a:buChar char="•"/>
              <a:defRPr sz="1800"/>
            </a:lvl7pPr>
            <a:lvl8pPr indent="-394334" lvl="7" marL="3657600" algn="l">
              <a:spcBef>
                <a:spcPts val="900"/>
              </a:spcBef>
              <a:spcAft>
                <a:spcPts val="0"/>
              </a:spcAft>
              <a:buSzPts val="2610"/>
              <a:buChar char="•"/>
              <a:defRPr sz="1800"/>
            </a:lvl8pPr>
            <a:lvl9pPr indent="-394334" lvl="8" marL="4114800" algn="l">
              <a:spcBef>
                <a:spcPts val="900"/>
              </a:spcBef>
              <a:spcAft>
                <a:spcPts val="900"/>
              </a:spcAft>
              <a:buSzPts val="2610"/>
              <a:buChar char="•"/>
              <a:defRPr sz="1800"/>
            </a:lvl9pPr>
          </a:lstStyle>
          <a:p/>
        </p:txBody>
      </p:sp>
      <p:sp>
        <p:nvSpPr>
          <p:cNvPr id="60" name="Google Shape;60;p4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4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4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3" name="Shape 63"/>
        <p:cNvGrpSpPr/>
        <p:nvPr/>
      </p:nvGrpSpPr>
      <p:grpSpPr>
        <a:xfrm>
          <a:off x="0" y="0"/>
          <a:ext cx="0" cy="0"/>
          <a:chOff x="0" y="0"/>
          <a:chExt cx="0" cy="0"/>
        </a:xfrm>
      </p:grpSpPr>
      <p:sp>
        <p:nvSpPr>
          <p:cNvPr id="64" name="Google Shape;64;p4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4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8" name="Shape 68"/>
        <p:cNvGrpSpPr/>
        <p:nvPr/>
      </p:nvGrpSpPr>
      <p:grpSpPr>
        <a:xfrm>
          <a:off x="0" y="0"/>
          <a:ext cx="0" cy="0"/>
          <a:chOff x="0" y="0"/>
          <a:chExt cx="0" cy="0"/>
        </a:xfrm>
      </p:grpSpPr>
      <p:sp>
        <p:nvSpPr>
          <p:cNvPr id="69" name="Google Shape;69;p48"/>
          <p:cNvSpPr txBox="1"/>
          <p:nvPr>
            <p:ph type="title"/>
          </p:nvPr>
        </p:nvSpPr>
        <p:spPr>
          <a:xfrm>
            <a:off x="2226469" y="2400300"/>
            <a:ext cx="5323682"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48"/>
          <p:cNvSpPr txBox="1"/>
          <p:nvPr>
            <p:ph idx="1" type="body"/>
          </p:nvPr>
        </p:nvSpPr>
        <p:spPr>
          <a:xfrm>
            <a:off x="7893050" y="1028699"/>
            <a:ext cx="9361485" cy="7658102"/>
          </a:xfrm>
          <a:prstGeom prst="rect">
            <a:avLst/>
          </a:prstGeom>
          <a:noFill/>
          <a:ln>
            <a:noFill/>
          </a:ln>
        </p:spPr>
        <p:txBody>
          <a:bodyPr anchorCtr="0" anchor="ctr" bIns="45700" lIns="91425" spcFirstLastPara="1" rIns="91425" wrap="square" tIns="45700">
            <a:normAutofit/>
          </a:bodyPr>
          <a:lstStyle>
            <a:lvl1pPr indent="-504825" lvl="0" marL="457200" algn="l">
              <a:spcBef>
                <a:spcPts val="600"/>
              </a:spcBef>
              <a:spcAft>
                <a:spcPts val="0"/>
              </a:spcAft>
              <a:buSzPts val="4350"/>
              <a:buChar char="•"/>
              <a:defRPr sz="3000"/>
            </a:lvl1pPr>
            <a:lvl2pPr indent="-477202" lvl="1" marL="914400" algn="l">
              <a:spcBef>
                <a:spcPts val="900"/>
              </a:spcBef>
              <a:spcAft>
                <a:spcPts val="0"/>
              </a:spcAft>
              <a:buSzPts val="3915"/>
              <a:buChar char="•"/>
              <a:defRPr sz="2700"/>
            </a:lvl2pPr>
            <a:lvl3pPr indent="-449580" lvl="2" marL="1371600" algn="l">
              <a:spcBef>
                <a:spcPts val="900"/>
              </a:spcBef>
              <a:spcAft>
                <a:spcPts val="0"/>
              </a:spcAft>
              <a:buSzPts val="3480"/>
              <a:buChar char="•"/>
              <a:defRPr sz="2400"/>
            </a:lvl3pPr>
            <a:lvl4pPr indent="-421957" lvl="3" marL="1828800" algn="l">
              <a:spcBef>
                <a:spcPts val="900"/>
              </a:spcBef>
              <a:spcAft>
                <a:spcPts val="0"/>
              </a:spcAft>
              <a:buSzPts val="3045"/>
              <a:buChar char="•"/>
              <a:defRPr sz="2100"/>
            </a:lvl4pPr>
            <a:lvl5pPr indent="-421957" lvl="4" marL="2286000" algn="l">
              <a:spcBef>
                <a:spcPts val="900"/>
              </a:spcBef>
              <a:spcAft>
                <a:spcPts val="0"/>
              </a:spcAft>
              <a:buSzPts val="3045"/>
              <a:buChar char="•"/>
              <a:defRPr sz="2100"/>
            </a:lvl5pPr>
            <a:lvl6pPr indent="-421957" lvl="5" marL="2743200" algn="l">
              <a:spcBef>
                <a:spcPts val="900"/>
              </a:spcBef>
              <a:spcAft>
                <a:spcPts val="0"/>
              </a:spcAft>
              <a:buSzPts val="3045"/>
              <a:buChar char="•"/>
              <a:defRPr sz="2100"/>
            </a:lvl6pPr>
            <a:lvl7pPr indent="-421957" lvl="6" marL="3200400" algn="l">
              <a:spcBef>
                <a:spcPts val="900"/>
              </a:spcBef>
              <a:spcAft>
                <a:spcPts val="0"/>
              </a:spcAft>
              <a:buSzPts val="3045"/>
              <a:buChar char="•"/>
              <a:defRPr sz="2100"/>
            </a:lvl7pPr>
            <a:lvl8pPr indent="-421957" lvl="7" marL="3657600" algn="l">
              <a:spcBef>
                <a:spcPts val="900"/>
              </a:spcBef>
              <a:spcAft>
                <a:spcPts val="0"/>
              </a:spcAft>
              <a:buSzPts val="3045"/>
              <a:buChar char="•"/>
              <a:defRPr sz="2100"/>
            </a:lvl8pPr>
            <a:lvl9pPr indent="-421957" lvl="8" marL="4114800" algn="l">
              <a:spcBef>
                <a:spcPts val="900"/>
              </a:spcBef>
              <a:spcAft>
                <a:spcPts val="900"/>
              </a:spcAft>
              <a:buSzPts val="3045"/>
              <a:buChar char="•"/>
              <a:defRPr sz="2100"/>
            </a:lvl9pPr>
          </a:lstStyle>
          <a:p/>
        </p:txBody>
      </p:sp>
      <p:sp>
        <p:nvSpPr>
          <p:cNvPr id="71" name="Google Shape;71;p48"/>
          <p:cNvSpPr txBox="1"/>
          <p:nvPr>
            <p:ph idx="2" type="body"/>
          </p:nvPr>
        </p:nvSpPr>
        <p:spPr>
          <a:xfrm>
            <a:off x="2226469" y="4457700"/>
            <a:ext cx="5323682"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480"/>
              </a:spcBef>
              <a:spcAft>
                <a:spcPts val="0"/>
              </a:spcAft>
              <a:buSzPts val="3480"/>
              <a:buNone/>
              <a:defRPr sz="24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2" name="Google Shape;72;p4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4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5" name="Shape 75"/>
        <p:cNvGrpSpPr/>
        <p:nvPr/>
      </p:nvGrpSpPr>
      <p:grpSpPr>
        <a:xfrm>
          <a:off x="0" y="0"/>
          <a:ext cx="0" cy="0"/>
          <a:chOff x="0" y="0"/>
          <a:chExt cx="0" cy="0"/>
        </a:xfrm>
      </p:grpSpPr>
      <p:sp>
        <p:nvSpPr>
          <p:cNvPr id="76" name="Google Shape;76;p49"/>
          <p:cNvSpPr txBox="1"/>
          <p:nvPr>
            <p:ph type="title"/>
          </p:nvPr>
        </p:nvSpPr>
        <p:spPr>
          <a:xfrm>
            <a:off x="2224086" y="2628899"/>
            <a:ext cx="8139237" cy="205740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200"/>
              <a:buFont typeface="Corbel"/>
              <a:buNone/>
              <a:defRPr b="0" sz="4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49"/>
          <p:cNvSpPr/>
          <p:nvPr>
            <p:ph idx="2" type="pic"/>
          </p:nvPr>
        </p:nvSpPr>
        <p:spPr>
          <a:xfrm>
            <a:off x="11392023" y="1371600"/>
            <a:ext cx="4921461" cy="6858000"/>
          </a:xfrm>
          <a:prstGeom prst="roundRect">
            <a:avLst>
              <a:gd fmla="val 4280" name="adj"/>
            </a:avLst>
          </a:prstGeom>
          <a:noFill/>
          <a:ln cap="flat" cmpd="sng" w="38100">
            <a:solidFill>
              <a:schemeClr val="lt2"/>
            </a:solidFill>
            <a:prstDash val="solid"/>
            <a:round/>
            <a:headEnd len="sm" w="sm" type="none"/>
            <a:tailEnd len="sm" w="sm" type="none"/>
          </a:ln>
        </p:spPr>
      </p:sp>
      <p:sp>
        <p:nvSpPr>
          <p:cNvPr id="78" name="Google Shape;78;p49"/>
          <p:cNvSpPr txBox="1"/>
          <p:nvPr>
            <p:ph idx="1" type="body"/>
          </p:nvPr>
        </p:nvSpPr>
        <p:spPr>
          <a:xfrm>
            <a:off x="2224086" y="4686299"/>
            <a:ext cx="8139237" cy="2743200"/>
          </a:xfrm>
          <a:prstGeom prst="rect">
            <a:avLst/>
          </a:prstGeom>
          <a:noFill/>
          <a:ln>
            <a:noFill/>
          </a:ln>
        </p:spPr>
        <p:txBody>
          <a:bodyPr anchorCtr="0" anchor="ctr" bIns="45700" lIns="91425" spcFirstLastPara="1" rIns="91425" wrap="square" tIns="45700">
            <a:normAutofit/>
          </a:bodyPr>
          <a:lstStyle>
            <a:lvl1pPr indent="-228600" lvl="0" marL="457200" algn="ctr">
              <a:spcBef>
                <a:spcPts val="540"/>
              </a:spcBef>
              <a:spcAft>
                <a:spcPts val="0"/>
              </a:spcAft>
              <a:buSzPts val="3915"/>
              <a:buNone/>
              <a:defRPr sz="27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79" name="Google Shape;79;p49"/>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49"/>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49"/>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82" name="Shape 82"/>
        <p:cNvGrpSpPr/>
        <p:nvPr/>
      </p:nvGrpSpPr>
      <p:grpSpPr>
        <a:xfrm>
          <a:off x="0" y="0"/>
          <a:ext cx="0" cy="0"/>
          <a:chOff x="0" y="0"/>
          <a:chExt cx="0" cy="0"/>
        </a:xfrm>
      </p:grpSpPr>
      <p:sp>
        <p:nvSpPr>
          <p:cNvPr id="83" name="Google Shape;83;p50"/>
          <p:cNvSpPr txBox="1"/>
          <p:nvPr>
            <p:ph type="title"/>
          </p:nvPr>
        </p:nvSpPr>
        <p:spPr>
          <a:xfrm>
            <a:off x="2226467" y="7099298"/>
            <a:ext cx="15028067" cy="85010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3600"/>
              <a:buFont typeface="Corbel"/>
              <a:buNone/>
              <a:defRPr b="0"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4" name="Google Shape;84;p50"/>
          <p:cNvSpPr/>
          <p:nvPr>
            <p:ph idx="2" type="pic"/>
          </p:nvPr>
        </p:nvSpPr>
        <p:spPr>
          <a:xfrm>
            <a:off x="3579018" y="1398168"/>
            <a:ext cx="12338916" cy="4747464"/>
          </a:xfrm>
          <a:prstGeom prst="roundRect">
            <a:avLst>
              <a:gd fmla="val 4380" name="adj"/>
            </a:avLst>
          </a:prstGeom>
          <a:noFill/>
          <a:ln cap="flat" cmpd="sng" w="38100">
            <a:solidFill>
              <a:schemeClr val="lt2"/>
            </a:solidFill>
            <a:prstDash val="solid"/>
            <a:round/>
            <a:headEnd len="sm" w="sm" type="none"/>
            <a:tailEnd len="sm" w="sm" type="none"/>
          </a:ln>
        </p:spPr>
      </p:sp>
      <p:sp>
        <p:nvSpPr>
          <p:cNvPr id="85" name="Google Shape;85;p50"/>
          <p:cNvSpPr txBox="1"/>
          <p:nvPr>
            <p:ph idx="1" type="body"/>
          </p:nvPr>
        </p:nvSpPr>
        <p:spPr>
          <a:xfrm>
            <a:off x="2226467" y="7949405"/>
            <a:ext cx="15028067" cy="740568"/>
          </a:xfrm>
          <a:prstGeom prst="rect">
            <a:avLst/>
          </a:prstGeom>
          <a:noFill/>
          <a:ln>
            <a:noFill/>
          </a:ln>
        </p:spPr>
        <p:txBody>
          <a:bodyPr anchorCtr="0" anchor="ctr" bIns="45700" lIns="91425" spcFirstLastPara="1" rIns="91425" wrap="square" tIns="45700">
            <a:normAutofit/>
          </a:bodyPr>
          <a:lstStyle>
            <a:lvl1pPr indent="-228600" lvl="0" marL="457200" algn="ctr">
              <a:spcBef>
                <a:spcPts val="420"/>
              </a:spcBef>
              <a:spcAft>
                <a:spcPts val="0"/>
              </a:spcAft>
              <a:buSzPts val="3045"/>
              <a:buNone/>
              <a:defRPr sz="2100"/>
            </a:lvl1pPr>
            <a:lvl2pPr indent="-228600" lvl="1" marL="914400" algn="l">
              <a:spcBef>
                <a:spcPts val="900"/>
              </a:spcBef>
              <a:spcAft>
                <a:spcPts val="0"/>
              </a:spcAft>
              <a:buSzPts val="2610"/>
              <a:buNone/>
              <a:defRPr sz="1800"/>
            </a:lvl2pPr>
            <a:lvl3pPr indent="-228600" lvl="2" marL="1371600" algn="l">
              <a:spcBef>
                <a:spcPts val="900"/>
              </a:spcBef>
              <a:spcAft>
                <a:spcPts val="0"/>
              </a:spcAft>
              <a:buSzPts val="2175"/>
              <a:buNone/>
              <a:defRPr sz="1500"/>
            </a:lvl3pPr>
            <a:lvl4pPr indent="-228600" lvl="3" marL="1828800" algn="l">
              <a:spcBef>
                <a:spcPts val="900"/>
              </a:spcBef>
              <a:spcAft>
                <a:spcPts val="0"/>
              </a:spcAft>
              <a:buSzPts val="1958"/>
              <a:buNone/>
              <a:defRPr sz="1350"/>
            </a:lvl4pPr>
            <a:lvl5pPr indent="-228600" lvl="4" marL="2286000" algn="l">
              <a:spcBef>
                <a:spcPts val="900"/>
              </a:spcBef>
              <a:spcAft>
                <a:spcPts val="0"/>
              </a:spcAft>
              <a:buSzPts val="1958"/>
              <a:buNone/>
              <a:defRPr sz="1350"/>
            </a:lvl5pPr>
            <a:lvl6pPr indent="-228600" lvl="5" marL="2743200" algn="l">
              <a:spcBef>
                <a:spcPts val="900"/>
              </a:spcBef>
              <a:spcAft>
                <a:spcPts val="0"/>
              </a:spcAft>
              <a:buSzPts val="1958"/>
              <a:buNone/>
              <a:defRPr sz="1350"/>
            </a:lvl6pPr>
            <a:lvl7pPr indent="-228600" lvl="6" marL="3200400" algn="l">
              <a:spcBef>
                <a:spcPts val="900"/>
              </a:spcBef>
              <a:spcAft>
                <a:spcPts val="0"/>
              </a:spcAft>
              <a:buSzPts val="1958"/>
              <a:buNone/>
              <a:defRPr sz="1350"/>
            </a:lvl7pPr>
            <a:lvl8pPr indent="-228600" lvl="7" marL="3657600" algn="l">
              <a:spcBef>
                <a:spcPts val="900"/>
              </a:spcBef>
              <a:spcAft>
                <a:spcPts val="0"/>
              </a:spcAft>
              <a:buSzPts val="1958"/>
              <a:buNone/>
              <a:defRPr sz="1350"/>
            </a:lvl8pPr>
            <a:lvl9pPr indent="-228600" lvl="8" marL="4114800" algn="l">
              <a:spcBef>
                <a:spcPts val="900"/>
              </a:spcBef>
              <a:spcAft>
                <a:spcPts val="900"/>
              </a:spcAft>
              <a:buSzPts val="1958"/>
              <a:buNone/>
              <a:defRPr sz="1350"/>
            </a:lvl9pPr>
          </a:lstStyle>
          <a:p/>
        </p:txBody>
      </p:sp>
      <p:sp>
        <p:nvSpPr>
          <p:cNvPr id="86" name="Google Shape;86;p5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5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5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89" name="Shape 89"/>
        <p:cNvGrpSpPr/>
        <p:nvPr/>
      </p:nvGrpSpPr>
      <p:grpSpPr>
        <a:xfrm>
          <a:off x="0" y="0"/>
          <a:ext cx="0" cy="0"/>
          <a:chOff x="0" y="0"/>
          <a:chExt cx="0" cy="0"/>
        </a:xfrm>
      </p:grpSpPr>
      <p:sp>
        <p:nvSpPr>
          <p:cNvPr id="90" name="Google Shape;90;p51"/>
          <p:cNvSpPr txBox="1"/>
          <p:nvPr>
            <p:ph type="title"/>
          </p:nvPr>
        </p:nvSpPr>
        <p:spPr>
          <a:xfrm>
            <a:off x="2226469" y="1028700"/>
            <a:ext cx="15028067" cy="4572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51"/>
          <p:cNvSpPr txBox="1"/>
          <p:nvPr>
            <p:ph idx="1" type="body"/>
          </p:nvPr>
        </p:nvSpPr>
        <p:spPr>
          <a:xfrm>
            <a:off x="2226469" y="6515100"/>
            <a:ext cx="15028070"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92" name="Google Shape;92;p51"/>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51"/>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51"/>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95" name="Shape 95"/>
        <p:cNvGrpSpPr/>
        <p:nvPr/>
      </p:nvGrpSpPr>
      <p:grpSpPr>
        <a:xfrm>
          <a:off x="0" y="0"/>
          <a:ext cx="0" cy="0"/>
          <a:chOff x="0" y="0"/>
          <a:chExt cx="0" cy="0"/>
        </a:xfrm>
      </p:grpSpPr>
      <p:sp>
        <p:nvSpPr>
          <p:cNvPr id="96" name="Google Shape;96;p52"/>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7" name="Google Shape;97;p52"/>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98" name="Google Shape;98;p52"/>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52"/>
          <p:cNvSpPr txBox="1"/>
          <p:nvPr>
            <p:ph idx="1" type="body"/>
          </p:nvPr>
        </p:nvSpPr>
        <p:spPr>
          <a:xfrm>
            <a:off x="3655217" y="5143499"/>
            <a:ext cx="12799223" cy="571500"/>
          </a:xfrm>
          <a:prstGeom prst="rect">
            <a:avLst/>
          </a:prstGeom>
          <a:noFill/>
          <a:ln>
            <a:noFill/>
          </a:ln>
        </p:spPr>
        <p:txBody>
          <a:bodyPr anchorCtr="0" anchor="ctr" bIns="45700" lIns="91425" spcFirstLastPara="1" rIns="91425" wrap="square" tIns="45700">
            <a:normAutofit/>
          </a:bodyPr>
          <a:lstStyle>
            <a:lvl1pPr indent="-228600" lvl="0" marL="457200" algn="l">
              <a:spcBef>
                <a:spcPts val="540"/>
              </a:spcBef>
              <a:spcAft>
                <a:spcPts val="0"/>
              </a:spcAft>
              <a:buSzPts val="3915"/>
              <a:buFont typeface="Corbel"/>
              <a:buNone/>
              <a:defRPr sz="2700"/>
            </a:lvl1pPr>
            <a:lvl2pPr indent="-228600" lvl="1" marL="914400" algn="l">
              <a:spcBef>
                <a:spcPts val="900"/>
              </a:spcBef>
              <a:spcAft>
                <a:spcPts val="0"/>
              </a:spcAft>
              <a:buSzPts val="4350"/>
              <a:buFont typeface="Corbel"/>
              <a:buNone/>
              <a:defRPr/>
            </a:lvl2pPr>
            <a:lvl3pPr indent="-228600" lvl="2" marL="1371600" algn="l">
              <a:spcBef>
                <a:spcPts val="900"/>
              </a:spcBef>
              <a:spcAft>
                <a:spcPts val="0"/>
              </a:spcAft>
              <a:buSzPts val="3915"/>
              <a:buFont typeface="Corbel"/>
              <a:buNone/>
              <a:defRPr/>
            </a:lvl3pPr>
            <a:lvl4pPr indent="-228600" lvl="3" marL="1828800" algn="l">
              <a:spcBef>
                <a:spcPts val="900"/>
              </a:spcBef>
              <a:spcAft>
                <a:spcPts val="0"/>
              </a:spcAft>
              <a:buSzPts val="3480"/>
              <a:buFont typeface="Corbel"/>
              <a:buNone/>
              <a:defRPr/>
            </a:lvl4pPr>
            <a:lvl5pPr indent="-228600" lvl="4" marL="2286000" algn="l">
              <a:spcBef>
                <a:spcPts val="900"/>
              </a:spcBef>
              <a:spcAft>
                <a:spcPts val="0"/>
              </a:spcAft>
              <a:buSzPts val="3045"/>
              <a:buFont typeface="Corbel"/>
              <a:buNone/>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00" name="Google Shape;100;p52"/>
          <p:cNvSpPr txBox="1"/>
          <p:nvPr>
            <p:ph idx="2" type="body"/>
          </p:nvPr>
        </p:nvSpPr>
        <p:spPr>
          <a:xfrm>
            <a:off x="2226467" y="6515100"/>
            <a:ext cx="15028067" cy="2171700"/>
          </a:xfrm>
          <a:prstGeom prst="rect">
            <a:avLst/>
          </a:prstGeom>
          <a:noFill/>
          <a:ln>
            <a:noFill/>
          </a:ln>
        </p:spPr>
        <p:txBody>
          <a:bodyPr anchorCtr="0" anchor="ctr" bIns="45700" lIns="91425" spcFirstLastPara="1" rIns="91425" wrap="square" tIns="45700">
            <a:normAutofit/>
          </a:bodyPr>
          <a:lstStyle>
            <a:lvl1pPr indent="-228600" lvl="0" marL="457200" algn="ct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1" name="Google Shape;101;p5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5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52"/>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04" name="Shape 104"/>
        <p:cNvGrpSpPr/>
        <p:nvPr/>
      </p:nvGrpSpPr>
      <p:grpSpPr>
        <a:xfrm>
          <a:off x="0" y="0"/>
          <a:ext cx="0" cy="0"/>
          <a:chOff x="0" y="0"/>
          <a:chExt cx="0" cy="0"/>
        </a:xfrm>
      </p:grpSpPr>
      <p:sp>
        <p:nvSpPr>
          <p:cNvPr id="105" name="Google Shape;105;p53"/>
          <p:cNvSpPr txBox="1"/>
          <p:nvPr>
            <p:ph type="title"/>
          </p:nvPr>
        </p:nvSpPr>
        <p:spPr>
          <a:xfrm>
            <a:off x="2226470" y="4962872"/>
            <a:ext cx="15028064" cy="2203200"/>
          </a:xfrm>
          <a:prstGeom prst="rect">
            <a:avLst/>
          </a:prstGeom>
          <a:noFill/>
          <a:ln>
            <a:noFill/>
          </a:ln>
        </p:spPr>
        <p:txBody>
          <a:bodyPr anchorCtr="0" anchor="b" bIns="45700" lIns="91425" spcFirstLastPara="1" rIns="91425" wrap="square" tIns="45700">
            <a:normAutofit/>
          </a:bodyPr>
          <a:lstStyle>
            <a:lvl1pPr lvl="0" algn="r">
              <a:spcBef>
                <a:spcPts val="0"/>
              </a:spcBef>
              <a:spcAft>
                <a:spcPts val="0"/>
              </a:spcAft>
              <a:buClr>
                <a:schemeClr val="dk1"/>
              </a:buClr>
              <a:buSzPts val="4800"/>
              <a:buFont typeface="Corbel"/>
              <a:buNone/>
              <a:defRPr b="0" sz="48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53"/>
          <p:cNvSpPr txBox="1"/>
          <p:nvPr>
            <p:ph idx="1" type="body"/>
          </p:nvPr>
        </p:nvSpPr>
        <p:spPr>
          <a:xfrm>
            <a:off x="2226468" y="7166072"/>
            <a:ext cx="15028065" cy="1290600"/>
          </a:xfrm>
          <a:prstGeom prst="rect">
            <a:avLst/>
          </a:prstGeom>
          <a:noFill/>
          <a:ln>
            <a:noFill/>
          </a:ln>
        </p:spPr>
        <p:txBody>
          <a:bodyPr anchorCtr="0" anchor="t" bIns="45700" lIns="91425" spcFirstLastPara="1" rIns="91425" wrap="square" tIns="45700">
            <a:normAutofit/>
          </a:bodyPr>
          <a:lstStyle>
            <a:lvl1pPr indent="-228600" lvl="0" marL="457200" algn="r">
              <a:spcBef>
                <a:spcPts val="600"/>
              </a:spcBef>
              <a:spcAft>
                <a:spcPts val="0"/>
              </a:spcAft>
              <a:buSzPts val="4350"/>
              <a:buNone/>
              <a:defRPr sz="30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07" name="Google Shape;107;p53"/>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53"/>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53"/>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10" name="Shape 110"/>
        <p:cNvGrpSpPr/>
        <p:nvPr/>
      </p:nvGrpSpPr>
      <p:grpSpPr>
        <a:xfrm>
          <a:off x="0" y="0"/>
          <a:ext cx="0" cy="0"/>
          <a:chOff x="0" y="0"/>
          <a:chExt cx="0" cy="0"/>
        </a:xfrm>
      </p:grpSpPr>
      <p:sp>
        <p:nvSpPr>
          <p:cNvPr id="111" name="Google Shape;111;p54"/>
          <p:cNvSpPr txBox="1"/>
          <p:nvPr/>
        </p:nvSpPr>
        <p:spPr>
          <a:xfrm>
            <a:off x="2397918" y="1294535"/>
            <a:ext cx="914400" cy="877164"/>
          </a:xfrm>
          <a:prstGeom prst="rect">
            <a:avLst/>
          </a:prstGeom>
          <a:noFill/>
          <a:ln>
            <a:noFill/>
          </a:ln>
        </p:spPr>
        <p:txBody>
          <a:bodyPr anchorCtr="0" anchor="ctr" bIns="68575" lIns="137150" spcFirstLastPara="1" rIns="137150" wrap="square" tIns="68575">
            <a:noAutofit/>
          </a:bodyPr>
          <a:lstStyle/>
          <a:p>
            <a:pPr indent="0" lvl="0" marL="0" marR="0" rtl="0" algn="l">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2" name="Google Shape;112;p54"/>
          <p:cNvSpPr txBox="1"/>
          <p:nvPr/>
        </p:nvSpPr>
        <p:spPr>
          <a:xfrm>
            <a:off x="16340138" y="4229099"/>
            <a:ext cx="914400" cy="877164"/>
          </a:xfrm>
          <a:prstGeom prst="rect">
            <a:avLst/>
          </a:prstGeom>
          <a:noFill/>
          <a:ln>
            <a:noFill/>
          </a:ln>
        </p:spPr>
        <p:txBody>
          <a:bodyPr anchorCtr="0" anchor="ctr" bIns="68575" lIns="137150" spcFirstLastPara="1" rIns="137150" wrap="square" tIns="68575">
            <a:noAutofit/>
          </a:bodyPr>
          <a:lstStyle/>
          <a:p>
            <a:pPr indent="0" lvl="0" marL="0" marR="0" rtl="0" algn="r">
              <a:spcBef>
                <a:spcPts val="0"/>
              </a:spcBef>
              <a:spcAft>
                <a:spcPts val="0"/>
              </a:spcAft>
              <a:buClr>
                <a:schemeClr val="dk1"/>
              </a:buClr>
              <a:buSzPts val="12000"/>
              <a:buFont typeface="Corbel"/>
              <a:buNone/>
            </a:pPr>
            <a:r>
              <a:rPr b="0" lang="en-US" sz="12000" cap="none">
                <a:solidFill>
                  <a:schemeClr val="dk1"/>
                </a:solidFill>
                <a:latin typeface="Corbel"/>
                <a:ea typeface="Corbel"/>
                <a:cs typeface="Corbel"/>
                <a:sym typeface="Corbel"/>
              </a:rPr>
              <a:t>”</a:t>
            </a:r>
            <a:endParaRPr/>
          </a:p>
        </p:txBody>
      </p:sp>
      <p:sp>
        <p:nvSpPr>
          <p:cNvPr id="113" name="Google Shape;113;p54"/>
          <p:cNvSpPr txBox="1"/>
          <p:nvPr>
            <p:ph type="title"/>
          </p:nvPr>
        </p:nvSpPr>
        <p:spPr>
          <a:xfrm>
            <a:off x="3312318" y="1028701"/>
            <a:ext cx="13485018" cy="41147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800"/>
              <a:buFont typeface="Corbel"/>
              <a:buNone/>
              <a:defRPr b="0" sz="4800" cap="none">
                <a:solidFill>
                  <a:schemeClr val="dk1"/>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54"/>
          <p:cNvSpPr txBox="1"/>
          <p:nvPr>
            <p:ph idx="1" type="body"/>
          </p:nvPr>
        </p:nvSpPr>
        <p:spPr>
          <a:xfrm>
            <a:off x="2226470" y="5829300"/>
            <a:ext cx="15028065" cy="1333500"/>
          </a:xfrm>
          <a:prstGeom prst="rect">
            <a:avLst/>
          </a:prstGeom>
          <a:noFill/>
          <a:ln>
            <a:noFill/>
          </a:ln>
        </p:spPr>
        <p:txBody>
          <a:bodyPr anchorCtr="0" anchor="b" bIns="45700" lIns="91425" spcFirstLastPara="1" rIns="91425" wrap="square" tIns="45700">
            <a:normAutofit/>
          </a:bodyPr>
          <a:lstStyle>
            <a:lvl1pPr indent="-228600" lvl="0" marL="457200" algn="r">
              <a:spcBef>
                <a:spcPts val="720"/>
              </a:spcBef>
              <a:spcAft>
                <a:spcPts val="0"/>
              </a:spcAft>
              <a:buSzPts val="5220"/>
              <a:buNone/>
              <a:defRPr b="0" sz="36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15" name="Google Shape;115;p54"/>
          <p:cNvSpPr txBox="1"/>
          <p:nvPr>
            <p:ph idx="2" type="body"/>
          </p:nvPr>
        </p:nvSpPr>
        <p:spPr>
          <a:xfrm>
            <a:off x="2226468" y="7162800"/>
            <a:ext cx="15028065" cy="1524000"/>
          </a:xfrm>
          <a:prstGeom prst="rect">
            <a:avLst/>
          </a:prstGeom>
          <a:noFill/>
          <a:ln>
            <a:noFill/>
          </a:ln>
        </p:spPr>
        <p:txBody>
          <a:bodyPr anchorCtr="0" anchor="t" bIns="45700" lIns="91425" spcFirstLastPara="1" rIns="91425" wrap="square" tIns="45700">
            <a:normAutofit/>
          </a:bodyPr>
          <a:lstStyle>
            <a:lvl1pPr indent="-228600" lvl="0" marL="457200" algn="r">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16" name="Google Shape;116;p54"/>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7" name="Google Shape;117;p54"/>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8" name="Google Shape;118;p54"/>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19" name="Shape 119"/>
        <p:cNvGrpSpPr/>
        <p:nvPr/>
      </p:nvGrpSpPr>
      <p:grpSpPr>
        <a:xfrm>
          <a:off x="0" y="0"/>
          <a:ext cx="0" cy="0"/>
          <a:chOff x="0" y="0"/>
          <a:chExt cx="0" cy="0"/>
        </a:xfrm>
      </p:grpSpPr>
      <p:sp>
        <p:nvSpPr>
          <p:cNvPr id="120" name="Google Shape;120;p55"/>
          <p:cNvSpPr txBox="1"/>
          <p:nvPr>
            <p:ph type="title"/>
          </p:nvPr>
        </p:nvSpPr>
        <p:spPr>
          <a:xfrm>
            <a:off x="2226470" y="1028701"/>
            <a:ext cx="15028068" cy="4090988"/>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b="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1" name="Google Shape;121;p55"/>
          <p:cNvSpPr txBox="1"/>
          <p:nvPr>
            <p:ph idx="1" type="body"/>
          </p:nvPr>
        </p:nvSpPr>
        <p:spPr>
          <a:xfrm>
            <a:off x="2226469" y="5257800"/>
            <a:ext cx="15028070" cy="1257300"/>
          </a:xfrm>
          <a:prstGeom prst="rect">
            <a:avLst/>
          </a:prstGeom>
          <a:noFill/>
          <a:ln>
            <a:noFill/>
          </a:ln>
        </p:spPr>
        <p:txBody>
          <a:bodyPr anchorCtr="0" anchor="b" bIns="45700" lIns="91425" spcFirstLastPara="1" rIns="91425" wrap="square" tIns="45700">
            <a:normAutofit/>
          </a:bodyPr>
          <a:lstStyle>
            <a:lvl1pPr indent="-228600" lvl="0" marL="457200" algn="l">
              <a:spcBef>
                <a:spcPts val="840"/>
              </a:spcBef>
              <a:spcAft>
                <a:spcPts val="0"/>
              </a:spcAft>
              <a:buSzPts val="6090"/>
              <a:buNone/>
              <a:defRPr b="0" sz="4200" cap="none">
                <a:solidFill>
                  <a:schemeClr val="dk1"/>
                </a:solidFill>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2" name="Google Shape;122;p55"/>
          <p:cNvSpPr txBox="1"/>
          <p:nvPr>
            <p:ph idx="2" type="body"/>
          </p:nvPr>
        </p:nvSpPr>
        <p:spPr>
          <a:xfrm>
            <a:off x="2226467" y="6515100"/>
            <a:ext cx="15028070" cy="2171700"/>
          </a:xfrm>
          <a:prstGeom prst="rect">
            <a:avLst/>
          </a:prstGeom>
          <a:noFill/>
          <a:ln>
            <a:noFill/>
          </a:ln>
        </p:spPr>
        <p:txBody>
          <a:bodyPr anchorCtr="0" anchor="t" bIns="45700" lIns="91425" spcFirstLastPara="1" rIns="91425" wrap="square" tIns="45700">
            <a:normAutofit/>
          </a:bodyPr>
          <a:lstStyle>
            <a:lvl1pPr indent="-228600" lvl="0" marL="457200" algn="l">
              <a:spcBef>
                <a:spcPts val="540"/>
              </a:spcBef>
              <a:spcAft>
                <a:spcPts val="0"/>
              </a:spcAft>
              <a:buSzPts val="3915"/>
              <a:buNone/>
              <a:defRPr sz="2700">
                <a:solidFill>
                  <a:schemeClr val="dk1"/>
                </a:solidFill>
              </a:defRPr>
            </a:lvl1pPr>
            <a:lvl2pPr indent="-228600" lvl="1" marL="914400" algn="l">
              <a:spcBef>
                <a:spcPts val="900"/>
              </a:spcBef>
              <a:spcAft>
                <a:spcPts val="0"/>
              </a:spcAft>
              <a:buSzPts val="3915"/>
              <a:buNone/>
              <a:defRPr sz="2700">
                <a:solidFill>
                  <a:srgbClr val="888888"/>
                </a:solidFill>
              </a:defRPr>
            </a:lvl2pPr>
            <a:lvl3pPr indent="-228600" lvl="2" marL="1371600" algn="l">
              <a:spcBef>
                <a:spcPts val="900"/>
              </a:spcBef>
              <a:spcAft>
                <a:spcPts val="0"/>
              </a:spcAft>
              <a:buSzPts val="3480"/>
              <a:buNone/>
              <a:defRPr sz="2400">
                <a:solidFill>
                  <a:srgbClr val="888888"/>
                </a:solidFill>
              </a:defRPr>
            </a:lvl3pPr>
            <a:lvl4pPr indent="-228600" lvl="3" marL="1828800" algn="l">
              <a:spcBef>
                <a:spcPts val="900"/>
              </a:spcBef>
              <a:spcAft>
                <a:spcPts val="0"/>
              </a:spcAft>
              <a:buSzPts val="3045"/>
              <a:buNone/>
              <a:defRPr sz="2100">
                <a:solidFill>
                  <a:srgbClr val="888888"/>
                </a:solidFill>
              </a:defRPr>
            </a:lvl4pPr>
            <a:lvl5pPr indent="-228600" lvl="4" marL="2286000" algn="l">
              <a:spcBef>
                <a:spcPts val="900"/>
              </a:spcBef>
              <a:spcAft>
                <a:spcPts val="0"/>
              </a:spcAft>
              <a:buSzPts val="3045"/>
              <a:buNone/>
              <a:defRPr sz="2100">
                <a:solidFill>
                  <a:srgbClr val="888888"/>
                </a:solidFill>
              </a:defRPr>
            </a:lvl5pPr>
            <a:lvl6pPr indent="-228600" lvl="5" marL="2743200" algn="l">
              <a:spcBef>
                <a:spcPts val="900"/>
              </a:spcBef>
              <a:spcAft>
                <a:spcPts val="0"/>
              </a:spcAft>
              <a:buSzPts val="3045"/>
              <a:buNone/>
              <a:defRPr sz="2100">
                <a:solidFill>
                  <a:srgbClr val="888888"/>
                </a:solidFill>
              </a:defRPr>
            </a:lvl6pPr>
            <a:lvl7pPr indent="-228600" lvl="6" marL="3200400" algn="l">
              <a:spcBef>
                <a:spcPts val="900"/>
              </a:spcBef>
              <a:spcAft>
                <a:spcPts val="0"/>
              </a:spcAft>
              <a:buSzPts val="3045"/>
              <a:buNone/>
              <a:defRPr sz="2100">
                <a:solidFill>
                  <a:srgbClr val="888888"/>
                </a:solidFill>
              </a:defRPr>
            </a:lvl7pPr>
            <a:lvl8pPr indent="-228600" lvl="7" marL="3657600" algn="l">
              <a:spcBef>
                <a:spcPts val="900"/>
              </a:spcBef>
              <a:spcAft>
                <a:spcPts val="0"/>
              </a:spcAft>
              <a:buSzPts val="3045"/>
              <a:buNone/>
              <a:defRPr sz="2100">
                <a:solidFill>
                  <a:srgbClr val="888888"/>
                </a:solidFill>
              </a:defRPr>
            </a:lvl8pPr>
            <a:lvl9pPr indent="-228600" lvl="8" marL="4114800" algn="l">
              <a:spcBef>
                <a:spcPts val="900"/>
              </a:spcBef>
              <a:spcAft>
                <a:spcPts val="900"/>
              </a:spcAft>
              <a:buSzPts val="3045"/>
              <a:buNone/>
              <a:defRPr sz="2100">
                <a:solidFill>
                  <a:srgbClr val="888888"/>
                </a:solidFill>
              </a:defRPr>
            </a:lvl9pPr>
          </a:lstStyle>
          <a:p/>
        </p:txBody>
      </p:sp>
      <p:sp>
        <p:nvSpPr>
          <p:cNvPr id="123" name="Google Shape;123;p55"/>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4" name="Google Shape;124;p55"/>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5" name="Google Shape;125;p55"/>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26" name="Shape 126"/>
        <p:cNvGrpSpPr/>
        <p:nvPr/>
      </p:nvGrpSpPr>
      <p:grpSpPr>
        <a:xfrm>
          <a:off x="0" y="0"/>
          <a:ext cx="0" cy="0"/>
          <a:chOff x="0" y="0"/>
          <a:chExt cx="0" cy="0"/>
        </a:xfrm>
      </p:grpSpPr>
      <p:sp>
        <p:nvSpPr>
          <p:cNvPr id="127" name="Google Shape;127;p56"/>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6000"/>
              <a:buFont typeface="Corbel"/>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p56"/>
          <p:cNvSpPr txBox="1"/>
          <p:nvPr>
            <p:ph idx="1" type="body"/>
          </p:nvPr>
        </p:nvSpPr>
        <p:spPr>
          <a:xfrm rot="5400000">
            <a:off x="7397350" y="-1170385"/>
            <a:ext cx="4686302" cy="15028070"/>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29" name="Google Shape;129;p56"/>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0" name="Google Shape;130;p56"/>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1" name="Google Shape;131;p56"/>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32" name="Shape 132"/>
        <p:cNvGrpSpPr/>
        <p:nvPr/>
      </p:nvGrpSpPr>
      <p:grpSpPr>
        <a:xfrm>
          <a:off x="0" y="0"/>
          <a:ext cx="0" cy="0"/>
          <a:chOff x="0" y="0"/>
          <a:chExt cx="0" cy="0"/>
        </a:xfrm>
      </p:grpSpPr>
      <p:sp>
        <p:nvSpPr>
          <p:cNvPr id="133" name="Google Shape;133;p57"/>
          <p:cNvSpPr txBox="1"/>
          <p:nvPr>
            <p:ph type="title"/>
          </p:nvPr>
        </p:nvSpPr>
        <p:spPr>
          <a:xfrm rot="5400000">
            <a:off x="12097710" y="3529973"/>
            <a:ext cx="7658100" cy="2655554"/>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p57"/>
          <p:cNvSpPr txBox="1"/>
          <p:nvPr>
            <p:ph idx="1" type="body"/>
          </p:nvPr>
        </p:nvSpPr>
        <p:spPr>
          <a:xfrm rot="5400000">
            <a:off x="4412225" y="-1157057"/>
            <a:ext cx="7658100" cy="12029613"/>
          </a:xfrm>
          <a:prstGeom prst="rect">
            <a:avLst/>
          </a:prstGeom>
          <a:noFill/>
          <a:ln>
            <a:noFill/>
          </a:ln>
        </p:spPr>
        <p:txBody>
          <a:bodyPr anchorCtr="0" anchor="t"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35" name="Google Shape;135;p57"/>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6" name="Google Shape;136;p57"/>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7" name="Google Shape;137;p57"/>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dk1"/>
              </a:buClr>
              <a:buSzPts val="1500"/>
              <a:buFont typeface="Corbel"/>
              <a:buNone/>
              <a:defRPr/>
            </a:lvl1pPr>
            <a:lvl2pPr indent="0" lvl="1" marL="0" algn="r">
              <a:spcBef>
                <a:spcPts val="0"/>
              </a:spcBef>
              <a:spcAft>
                <a:spcPts val="0"/>
              </a:spcAft>
              <a:buClr>
                <a:schemeClr val="dk1"/>
              </a:buClr>
              <a:buSzPts val="1500"/>
              <a:buFont typeface="Corbel"/>
              <a:buNone/>
              <a:defRPr/>
            </a:lvl2pPr>
            <a:lvl3pPr indent="0" lvl="2" marL="0" algn="r">
              <a:spcBef>
                <a:spcPts val="0"/>
              </a:spcBef>
              <a:spcAft>
                <a:spcPts val="0"/>
              </a:spcAft>
              <a:buClr>
                <a:schemeClr val="dk1"/>
              </a:buClr>
              <a:buSzPts val="1500"/>
              <a:buFont typeface="Corbel"/>
              <a:buNone/>
              <a:defRPr/>
            </a:lvl3pPr>
            <a:lvl4pPr indent="0" lvl="3" marL="0" algn="r">
              <a:spcBef>
                <a:spcPts val="0"/>
              </a:spcBef>
              <a:spcAft>
                <a:spcPts val="0"/>
              </a:spcAft>
              <a:buClr>
                <a:schemeClr val="dk1"/>
              </a:buClr>
              <a:buSzPts val="1500"/>
              <a:buFont typeface="Corbel"/>
              <a:buNone/>
              <a:defRPr/>
            </a:lvl4pPr>
            <a:lvl5pPr indent="0" lvl="4" marL="0" algn="r">
              <a:spcBef>
                <a:spcPts val="0"/>
              </a:spcBef>
              <a:spcAft>
                <a:spcPts val="0"/>
              </a:spcAft>
              <a:buClr>
                <a:schemeClr val="dk1"/>
              </a:buClr>
              <a:buSzPts val="1500"/>
              <a:buFont typeface="Corbel"/>
              <a:buNone/>
              <a:defRPr/>
            </a:lvl5pPr>
            <a:lvl6pPr indent="0" lvl="5" marL="0" algn="r">
              <a:spcBef>
                <a:spcPts val="0"/>
              </a:spcBef>
              <a:spcAft>
                <a:spcPts val="0"/>
              </a:spcAft>
              <a:buClr>
                <a:schemeClr val="dk1"/>
              </a:buClr>
              <a:buSzPts val="1500"/>
              <a:buFont typeface="Corbel"/>
              <a:buNone/>
              <a:defRPr/>
            </a:lvl6pPr>
            <a:lvl7pPr indent="0" lvl="6" marL="0" algn="r">
              <a:spcBef>
                <a:spcPts val="0"/>
              </a:spcBef>
              <a:spcAft>
                <a:spcPts val="0"/>
              </a:spcAft>
              <a:buClr>
                <a:schemeClr val="dk1"/>
              </a:buClr>
              <a:buSzPts val="1500"/>
              <a:buFont typeface="Corbel"/>
              <a:buNone/>
              <a:defRPr/>
            </a:lvl7pPr>
            <a:lvl8pPr indent="0" lvl="7" marL="0" algn="r">
              <a:spcBef>
                <a:spcPts val="0"/>
              </a:spcBef>
              <a:spcAft>
                <a:spcPts val="0"/>
              </a:spcAft>
              <a:buClr>
                <a:schemeClr val="dk1"/>
              </a:buClr>
              <a:buSzPts val="1500"/>
              <a:buFont typeface="Corbel"/>
              <a:buNone/>
              <a:defRPr/>
            </a:lvl8pPr>
            <a:lvl9pPr indent="0" lvl="8" marL="0" algn="r">
              <a:spcBef>
                <a:spcPts val="0"/>
              </a:spcBef>
              <a:spcAft>
                <a:spcPts val="0"/>
              </a:spcAft>
              <a:buClr>
                <a:schemeClr val="dk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51" name="Shape 151"/>
        <p:cNvGrpSpPr/>
        <p:nvPr/>
      </p:nvGrpSpPr>
      <p:grpSpPr>
        <a:xfrm>
          <a:off x="0" y="0"/>
          <a:ext cx="0" cy="0"/>
          <a:chOff x="0" y="0"/>
          <a:chExt cx="0" cy="0"/>
        </a:xfrm>
      </p:grpSpPr>
      <p:sp>
        <p:nvSpPr>
          <p:cNvPr id="152" name="Google Shape;152;p42"/>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lt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p42"/>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394335" lvl="0" marL="457200" algn="l">
              <a:spcBef>
                <a:spcPts val="360"/>
              </a:spcBef>
              <a:spcAft>
                <a:spcPts val="0"/>
              </a:spcAft>
              <a:buSzPts val="2610"/>
              <a:buChar char="•"/>
              <a:defRPr/>
            </a:lvl1pPr>
            <a:lvl2pPr indent="-394335" lvl="1" marL="914400" algn="l">
              <a:spcBef>
                <a:spcPts val="900"/>
              </a:spcBef>
              <a:spcAft>
                <a:spcPts val="0"/>
              </a:spcAft>
              <a:buSzPts val="2610"/>
              <a:buChar char="•"/>
              <a:defRPr/>
            </a:lvl2pPr>
            <a:lvl3pPr indent="-394335" lvl="2" marL="1371600" algn="l">
              <a:spcBef>
                <a:spcPts val="900"/>
              </a:spcBef>
              <a:spcAft>
                <a:spcPts val="0"/>
              </a:spcAft>
              <a:buSzPts val="2610"/>
              <a:buChar char="•"/>
              <a:defRPr/>
            </a:lvl3pPr>
            <a:lvl4pPr indent="-394335" lvl="3" marL="1828800" algn="l">
              <a:spcBef>
                <a:spcPts val="900"/>
              </a:spcBef>
              <a:spcAft>
                <a:spcPts val="0"/>
              </a:spcAft>
              <a:buSzPts val="2610"/>
              <a:buChar char="•"/>
              <a:defRPr/>
            </a:lvl4pPr>
            <a:lvl5pPr indent="-394335" lvl="4" marL="2286000" algn="l">
              <a:spcBef>
                <a:spcPts val="900"/>
              </a:spcBef>
              <a:spcAft>
                <a:spcPts val="0"/>
              </a:spcAft>
              <a:buSzPts val="2610"/>
              <a:buChar char="•"/>
              <a:defRPr/>
            </a:lvl5pPr>
            <a:lvl6pPr indent="-394335" lvl="5" marL="2743200" algn="l">
              <a:spcBef>
                <a:spcPts val="900"/>
              </a:spcBef>
              <a:spcAft>
                <a:spcPts val="0"/>
              </a:spcAft>
              <a:buSzPts val="2610"/>
              <a:buChar char="•"/>
              <a:defRPr/>
            </a:lvl6pPr>
            <a:lvl7pPr indent="-394335" lvl="6" marL="3200400" algn="l">
              <a:spcBef>
                <a:spcPts val="900"/>
              </a:spcBef>
              <a:spcAft>
                <a:spcPts val="0"/>
              </a:spcAft>
              <a:buSzPts val="2610"/>
              <a:buChar char="•"/>
              <a:defRPr/>
            </a:lvl7pPr>
            <a:lvl8pPr indent="-394334" lvl="7" marL="3657600" algn="l">
              <a:spcBef>
                <a:spcPts val="900"/>
              </a:spcBef>
              <a:spcAft>
                <a:spcPts val="0"/>
              </a:spcAft>
              <a:buSzPts val="2610"/>
              <a:buChar char="•"/>
              <a:defRPr/>
            </a:lvl8pPr>
            <a:lvl9pPr indent="-394334" lvl="8" marL="4114800" algn="l">
              <a:spcBef>
                <a:spcPts val="900"/>
              </a:spcBef>
              <a:spcAft>
                <a:spcPts val="900"/>
              </a:spcAft>
              <a:buSzPts val="2610"/>
              <a:buChar char="•"/>
              <a:defRPr/>
            </a:lvl9pPr>
          </a:lstStyle>
          <a:p/>
        </p:txBody>
      </p:sp>
      <p:sp>
        <p:nvSpPr>
          <p:cNvPr id="154" name="Google Shape;154;p42"/>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5" name="Google Shape;155;p42"/>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6" name="Google Shape;156;p42"/>
          <p:cNvSpPr txBox="1"/>
          <p:nvPr>
            <p:ph idx="12" type="sldNum"/>
          </p:nvPr>
        </p:nvSpPr>
        <p:spPr>
          <a:xfrm>
            <a:off x="16427785" y="8800697"/>
            <a:ext cx="826751" cy="547688"/>
          </a:xfrm>
          <a:prstGeom prst="rect">
            <a:avLst/>
          </a:prstGeom>
          <a:noFill/>
          <a:ln>
            <a:noFill/>
          </a:ln>
        </p:spPr>
        <p:txBody>
          <a:bodyPr anchorCtr="0" anchor="ctr" bIns="45700" lIns="91425" spcFirstLastPara="1" rIns="91425" wrap="square" tIns="45700">
            <a:noAutofit/>
          </a:bodyPr>
          <a:lstStyle>
            <a:lvl1pPr indent="0" lvl="0" marL="0" algn="r">
              <a:spcBef>
                <a:spcPts val="0"/>
              </a:spcBef>
              <a:spcAft>
                <a:spcPts val="0"/>
              </a:spcAft>
              <a:buClr>
                <a:schemeClr val="lt1"/>
              </a:buClr>
              <a:buSzPts val="1500"/>
              <a:buFont typeface="Corbel"/>
              <a:buNone/>
              <a:defRPr/>
            </a:lvl1pPr>
            <a:lvl2pPr indent="0" lvl="1" marL="0" algn="r">
              <a:spcBef>
                <a:spcPts val="0"/>
              </a:spcBef>
              <a:spcAft>
                <a:spcPts val="0"/>
              </a:spcAft>
              <a:buClr>
                <a:schemeClr val="lt1"/>
              </a:buClr>
              <a:buSzPts val="1500"/>
              <a:buFont typeface="Corbel"/>
              <a:buNone/>
              <a:defRPr/>
            </a:lvl2pPr>
            <a:lvl3pPr indent="0" lvl="2" marL="0" algn="r">
              <a:spcBef>
                <a:spcPts val="0"/>
              </a:spcBef>
              <a:spcAft>
                <a:spcPts val="0"/>
              </a:spcAft>
              <a:buClr>
                <a:schemeClr val="lt1"/>
              </a:buClr>
              <a:buSzPts val="1500"/>
              <a:buFont typeface="Corbel"/>
              <a:buNone/>
              <a:defRPr/>
            </a:lvl3pPr>
            <a:lvl4pPr indent="0" lvl="3" marL="0" algn="r">
              <a:spcBef>
                <a:spcPts val="0"/>
              </a:spcBef>
              <a:spcAft>
                <a:spcPts val="0"/>
              </a:spcAft>
              <a:buClr>
                <a:schemeClr val="lt1"/>
              </a:buClr>
              <a:buSzPts val="1500"/>
              <a:buFont typeface="Corbel"/>
              <a:buNone/>
              <a:defRPr/>
            </a:lvl4pPr>
            <a:lvl5pPr indent="0" lvl="4" marL="0" algn="r">
              <a:spcBef>
                <a:spcPts val="0"/>
              </a:spcBef>
              <a:spcAft>
                <a:spcPts val="0"/>
              </a:spcAft>
              <a:buClr>
                <a:schemeClr val="lt1"/>
              </a:buClr>
              <a:buSzPts val="1500"/>
              <a:buFont typeface="Corbel"/>
              <a:buNone/>
              <a:defRPr/>
            </a:lvl5pPr>
            <a:lvl6pPr indent="0" lvl="5" marL="0" algn="r">
              <a:spcBef>
                <a:spcPts val="0"/>
              </a:spcBef>
              <a:spcAft>
                <a:spcPts val="0"/>
              </a:spcAft>
              <a:buClr>
                <a:schemeClr val="lt1"/>
              </a:buClr>
              <a:buSzPts val="1500"/>
              <a:buFont typeface="Corbel"/>
              <a:buNone/>
              <a:defRPr/>
            </a:lvl6pPr>
            <a:lvl7pPr indent="0" lvl="6" marL="0" algn="r">
              <a:spcBef>
                <a:spcPts val="0"/>
              </a:spcBef>
              <a:spcAft>
                <a:spcPts val="0"/>
              </a:spcAft>
              <a:buClr>
                <a:schemeClr val="lt1"/>
              </a:buClr>
              <a:buSzPts val="1500"/>
              <a:buFont typeface="Corbel"/>
              <a:buNone/>
              <a:defRPr/>
            </a:lvl7pPr>
            <a:lvl8pPr indent="0" lvl="7" marL="0" algn="r">
              <a:spcBef>
                <a:spcPts val="0"/>
              </a:spcBef>
              <a:spcAft>
                <a:spcPts val="0"/>
              </a:spcAft>
              <a:buClr>
                <a:schemeClr val="lt1"/>
              </a:buClr>
              <a:buSzPts val="1500"/>
              <a:buFont typeface="Corbel"/>
              <a:buNone/>
              <a:defRPr/>
            </a:lvl8pPr>
            <a:lvl9pPr indent="0" lvl="8" marL="0" algn="r">
              <a:spcBef>
                <a:spcPts val="0"/>
              </a:spcBef>
              <a:spcAft>
                <a:spcPts val="0"/>
              </a:spcAft>
              <a:buClr>
                <a:schemeClr val="lt1"/>
              </a:buClr>
              <a:buSzPts val="1500"/>
              <a:buFont typeface="Corbel"/>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1300">
        <p14:pan dir="u"/>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theme" Target="../theme/theme2.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8.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38"/>
          <p:cNvGrpSpPr/>
          <p:nvPr/>
        </p:nvGrpSpPr>
        <p:grpSpPr>
          <a:xfrm>
            <a:off x="226219" y="1"/>
            <a:ext cx="3655220" cy="10287002"/>
            <a:chOff x="1320800" y="0"/>
            <a:chExt cx="2436813" cy="6858001"/>
          </a:xfrm>
        </p:grpSpPr>
        <p:sp>
          <p:nvSpPr>
            <p:cNvPr id="7" name="Google Shape;7;p38"/>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8" name="Google Shape;8;p38"/>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sp>
        <p:sp>
          <p:nvSpPr>
            <p:cNvPr id="9" name="Google Shape;9;p38"/>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sp>
        <p:sp>
          <p:nvSpPr>
            <p:cNvPr id="10" name="Google Shape;10;p38"/>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1" name="Google Shape;11;p38"/>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2" name="Google Shape;12;p38"/>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sp>
      </p:grpSp>
      <p:sp>
        <p:nvSpPr>
          <p:cNvPr id="13" name="Google Shape;13;p38"/>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6000"/>
              <a:buFont typeface="Corbel"/>
              <a:buNone/>
              <a:defRPr b="0" i="0" sz="60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4" name="Google Shape;14;p38"/>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dk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dk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dk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dk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dk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dk1"/>
                </a:solidFill>
                <a:latin typeface="Corbel"/>
                <a:ea typeface="Corbel"/>
                <a:cs typeface="Corbel"/>
                <a:sym typeface="Corbel"/>
              </a:defRPr>
            </a:lvl9pPr>
          </a:lstStyle>
          <a:p/>
        </p:txBody>
      </p:sp>
      <p:sp>
        <p:nvSpPr>
          <p:cNvPr id="15" name="Google Shape;15;p38"/>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6" name="Google Shape;16;p38"/>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u="none" cap="none" strike="noStrike">
                <a:solidFill>
                  <a:schemeClr val="dk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dk1"/>
                </a:solidFill>
                <a:latin typeface="Corbel"/>
                <a:ea typeface="Corbel"/>
                <a:cs typeface="Corbel"/>
                <a:sym typeface="Corbel"/>
              </a:defRPr>
            </a:lvl9pPr>
          </a:lstStyle>
          <a:p/>
        </p:txBody>
      </p:sp>
      <p:sp>
        <p:nvSpPr>
          <p:cNvPr id="17" name="Google Shape;17;p38"/>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1pPr>
            <a:lvl2pPr indent="0" lvl="1"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2pPr>
            <a:lvl3pPr indent="0" lvl="2"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3pPr>
            <a:lvl4pPr indent="0" lvl="3"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4pPr>
            <a:lvl5pPr indent="0" lvl="4"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5pPr>
            <a:lvl6pPr indent="0" lvl="5"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6pPr>
            <a:lvl7pPr indent="0" lvl="6"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7pPr>
            <a:lvl8pPr indent="0" lvl="7"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8pPr>
            <a:lvl9pPr indent="0" lvl="8" marL="0" marR="0" rtl="0" algn="r">
              <a:spcBef>
                <a:spcPts val="0"/>
              </a:spcBef>
              <a:spcAft>
                <a:spcPts val="0"/>
              </a:spcAft>
              <a:buClr>
                <a:schemeClr val="dk1"/>
              </a:buClr>
              <a:buSzPts val="1500"/>
              <a:buFont typeface="Corbel"/>
              <a:buNone/>
              <a:defRPr b="0" i="0" sz="1500" u="none" cap="none" strike="noStrike">
                <a:solidFill>
                  <a:schemeClr val="dk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138" name="Shape 138"/>
        <p:cNvGrpSpPr/>
        <p:nvPr/>
      </p:nvGrpSpPr>
      <p:grpSpPr>
        <a:xfrm>
          <a:off x="0" y="0"/>
          <a:ext cx="0" cy="0"/>
          <a:chOff x="0" y="0"/>
          <a:chExt cx="0" cy="0"/>
        </a:xfrm>
      </p:grpSpPr>
      <p:grpSp>
        <p:nvGrpSpPr>
          <p:cNvPr id="139" name="Google Shape;139;p40"/>
          <p:cNvGrpSpPr/>
          <p:nvPr/>
        </p:nvGrpSpPr>
        <p:grpSpPr>
          <a:xfrm>
            <a:off x="226219" y="1"/>
            <a:ext cx="3655220" cy="10287002"/>
            <a:chOff x="1320800" y="0"/>
            <a:chExt cx="2436813" cy="6858001"/>
          </a:xfrm>
        </p:grpSpPr>
        <p:sp>
          <p:nvSpPr>
            <p:cNvPr id="140" name="Google Shape;140;p4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sp>
        <p:sp>
          <p:nvSpPr>
            <p:cNvPr id="141" name="Google Shape;141;p4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FEFEFE"/>
            </a:solidFill>
            <a:ln>
              <a:noFill/>
            </a:ln>
          </p:spPr>
        </p:sp>
        <p:sp>
          <p:nvSpPr>
            <p:cNvPr id="142" name="Google Shape;142;p4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FEFEFE"/>
            </a:solidFill>
            <a:ln>
              <a:noFill/>
            </a:ln>
          </p:spPr>
        </p:sp>
        <p:sp>
          <p:nvSpPr>
            <p:cNvPr id="143" name="Google Shape;143;p4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sp>
        <p:sp>
          <p:nvSpPr>
            <p:cNvPr id="144" name="Google Shape;144;p4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sp>
        <p:sp>
          <p:nvSpPr>
            <p:cNvPr id="145" name="Google Shape;145;p4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FEFEFE"/>
            </a:solidFill>
            <a:ln>
              <a:noFill/>
            </a:ln>
          </p:spPr>
        </p:sp>
      </p:grpSp>
      <p:sp>
        <p:nvSpPr>
          <p:cNvPr id="146" name="Google Shape;146;p40"/>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lt1"/>
              </a:buClr>
              <a:buSzPts val="6000"/>
              <a:buFont typeface="Corbel"/>
              <a:buNone/>
              <a:defRPr b="0" i="0" sz="6000" u="none" cap="none" strike="noStrike">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2"/>
                </a:solidFill>
              </a:defRPr>
            </a:lvl2pPr>
            <a:lvl3pPr lvl="2" marR="0" rtl="0" algn="l">
              <a:spcBef>
                <a:spcPts val="0"/>
              </a:spcBef>
              <a:spcAft>
                <a:spcPts val="0"/>
              </a:spcAft>
              <a:buSzPts val="1400"/>
              <a:buNone/>
              <a:defRPr b="0" i="0" sz="1800" u="none" cap="none" strike="noStrike">
                <a:solidFill>
                  <a:schemeClr val="lt2"/>
                </a:solidFill>
              </a:defRPr>
            </a:lvl3pPr>
            <a:lvl4pPr lvl="3" marR="0" rtl="0" algn="l">
              <a:spcBef>
                <a:spcPts val="0"/>
              </a:spcBef>
              <a:spcAft>
                <a:spcPts val="0"/>
              </a:spcAft>
              <a:buSzPts val="1400"/>
              <a:buNone/>
              <a:defRPr b="0" i="0" sz="1800" u="none" cap="none" strike="noStrike">
                <a:solidFill>
                  <a:schemeClr val="lt2"/>
                </a:solidFill>
              </a:defRPr>
            </a:lvl4pPr>
            <a:lvl5pPr lvl="4" marR="0" rtl="0" algn="l">
              <a:spcBef>
                <a:spcPts val="0"/>
              </a:spcBef>
              <a:spcAft>
                <a:spcPts val="0"/>
              </a:spcAft>
              <a:buSzPts val="1400"/>
              <a:buNone/>
              <a:defRPr b="0" i="0" sz="1800" u="none" cap="none" strike="noStrike">
                <a:solidFill>
                  <a:schemeClr val="lt2"/>
                </a:solidFill>
              </a:defRPr>
            </a:lvl5pPr>
            <a:lvl6pPr lvl="5" marR="0" rtl="0" algn="l">
              <a:spcBef>
                <a:spcPts val="0"/>
              </a:spcBef>
              <a:spcAft>
                <a:spcPts val="0"/>
              </a:spcAft>
              <a:buSzPts val="1400"/>
              <a:buNone/>
              <a:defRPr b="0" i="0" sz="1800" u="none" cap="none" strike="noStrike">
                <a:solidFill>
                  <a:schemeClr val="lt2"/>
                </a:solidFill>
              </a:defRPr>
            </a:lvl6pPr>
            <a:lvl7pPr lvl="6" marR="0" rtl="0" algn="l">
              <a:spcBef>
                <a:spcPts val="0"/>
              </a:spcBef>
              <a:spcAft>
                <a:spcPts val="0"/>
              </a:spcAft>
              <a:buSzPts val="1400"/>
              <a:buNone/>
              <a:defRPr b="0" i="0" sz="1800" u="none" cap="none" strike="noStrike">
                <a:solidFill>
                  <a:schemeClr val="lt2"/>
                </a:solidFill>
              </a:defRPr>
            </a:lvl7pPr>
            <a:lvl8pPr lvl="7" marR="0" rtl="0" algn="l">
              <a:spcBef>
                <a:spcPts val="0"/>
              </a:spcBef>
              <a:spcAft>
                <a:spcPts val="0"/>
              </a:spcAft>
              <a:buSzPts val="1400"/>
              <a:buNone/>
              <a:defRPr b="0" i="0" sz="1800" u="none" cap="none" strike="noStrike">
                <a:solidFill>
                  <a:schemeClr val="lt2"/>
                </a:solidFill>
              </a:defRPr>
            </a:lvl8pPr>
            <a:lvl9pPr lvl="8" marR="0" rtl="0" algn="l">
              <a:spcBef>
                <a:spcPts val="0"/>
              </a:spcBef>
              <a:spcAft>
                <a:spcPts val="0"/>
              </a:spcAft>
              <a:buSzPts val="1400"/>
              <a:buNone/>
              <a:defRPr b="0" i="0" sz="1800" u="none" cap="none" strike="noStrike">
                <a:solidFill>
                  <a:schemeClr val="lt2"/>
                </a:solidFill>
              </a:defRPr>
            </a:lvl9pPr>
          </a:lstStyle>
          <a:p/>
        </p:txBody>
      </p:sp>
      <p:sp>
        <p:nvSpPr>
          <p:cNvPr id="147" name="Google Shape;147;p40"/>
          <p:cNvSpPr txBox="1"/>
          <p:nvPr>
            <p:ph idx="1" type="body"/>
          </p:nvPr>
        </p:nvSpPr>
        <p:spPr>
          <a:xfrm>
            <a:off x="2226466" y="4000499"/>
            <a:ext cx="15028070" cy="4686302"/>
          </a:xfrm>
          <a:prstGeom prst="rect">
            <a:avLst/>
          </a:prstGeom>
          <a:noFill/>
          <a:ln>
            <a:noFill/>
          </a:ln>
        </p:spPr>
        <p:txBody>
          <a:bodyPr anchorCtr="0" anchor="ctr" bIns="45700" lIns="91425" spcFirstLastPara="1" rIns="91425" wrap="square" tIns="45700">
            <a:normAutofit/>
          </a:bodyPr>
          <a:lstStyle>
            <a:lvl1pPr indent="-560070" lvl="0" marL="457200" marR="0" rtl="0" algn="l">
              <a:spcBef>
                <a:spcPts val="720"/>
              </a:spcBef>
              <a:spcAft>
                <a:spcPts val="0"/>
              </a:spcAft>
              <a:buClr>
                <a:srgbClr val="1186C3"/>
              </a:buClr>
              <a:buSzPts val="5220"/>
              <a:buFont typeface="Arial"/>
              <a:buChar char="•"/>
              <a:defRPr b="0" i="0" sz="3600" u="none" cap="none" strike="noStrike">
                <a:solidFill>
                  <a:schemeClr val="lt1"/>
                </a:solidFill>
                <a:latin typeface="Corbel"/>
                <a:ea typeface="Corbel"/>
                <a:cs typeface="Corbel"/>
                <a:sym typeface="Corbel"/>
              </a:defRPr>
            </a:lvl1pPr>
            <a:lvl2pPr indent="-504825" lvl="1" marL="914400" marR="0" rtl="0" algn="l">
              <a:spcBef>
                <a:spcPts val="900"/>
              </a:spcBef>
              <a:spcAft>
                <a:spcPts val="0"/>
              </a:spcAft>
              <a:buClr>
                <a:srgbClr val="1186C3"/>
              </a:buClr>
              <a:buSzPts val="4350"/>
              <a:buFont typeface="Arial"/>
              <a:buChar char="•"/>
              <a:defRPr b="0" i="0" sz="3000" u="none" cap="none" strike="noStrike">
                <a:solidFill>
                  <a:schemeClr val="lt1"/>
                </a:solidFill>
                <a:latin typeface="Corbel"/>
                <a:ea typeface="Corbel"/>
                <a:cs typeface="Corbel"/>
                <a:sym typeface="Corbel"/>
              </a:defRPr>
            </a:lvl2pPr>
            <a:lvl3pPr indent="-477202" lvl="2" marL="1371600" marR="0" rtl="0" algn="l">
              <a:spcBef>
                <a:spcPts val="900"/>
              </a:spcBef>
              <a:spcAft>
                <a:spcPts val="0"/>
              </a:spcAft>
              <a:buClr>
                <a:srgbClr val="1186C3"/>
              </a:buClr>
              <a:buSzPts val="3915"/>
              <a:buFont typeface="Arial"/>
              <a:buChar char="•"/>
              <a:defRPr b="0" i="0" sz="2700" u="none" cap="none" strike="noStrike">
                <a:solidFill>
                  <a:schemeClr val="lt1"/>
                </a:solidFill>
                <a:latin typeface="Corbel"/>
                <a:ea typeface="Corbel"/>
                <a:cs typeface="Corbel"/>
                <a:sym typeface="Corbel"/>
              </a:defRPr>
            </a:lvl3pPr>
            <a:lvl4pPr indent="-449580" lvl="3" marL="1828800" marR="0" rtl="0" algn="l">
              <a:spcBef>
                <a:spcPts val="900"/>
              </a:spcBef>
              <a:spcAft>
                <a:spcPts val="0"/>
              </a:spcAft>
              <a:buClr>
                <a:srgbClr val="1186C3"/>
              </a:buClr>
              <a:buSzPts val="3480"/>
              <a:buFont typeface="Arial"/>
              <a:buChar char="•"/>
              <a:defRPr b="0" i="0" sz="2400" u="none" cap="none" strike="noStrike">
                <a:solidFill>
                  <a:schemeClr val="lt1"/>
                </a:solidFill>
                <a:latin typeface="Corbel"/>
                <a:ea typeface="Corbel"/>
                <a:cs typeface="Corbel"/>
                <a:sym typeface="Corbel"/>
              </a:defRPr>
            </a:lvl4pPr>
            <a:lvl5pPr indent="-421957" lvl="4" marL="22860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5pPr>
            <a:lvl6pPr indent="-421957" lvl="5" marL="27432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6pPr>
            <a:lvl7pPr indent="-421957" lvl="6" marL="32004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7pPr>
            <a:lvl8pPr indent="-421957" lvl="7" marL="3657600" marR="0" rtl="0" algn="l">
              <a:spcBef>
                <a:spcPts val="900"/>
              </a:spcBef>
              <a:spcAft>
                <a:spcPts val="0"/>
              </a:spcAft>
              <a:buClr>
                <a:srgbClr val="1186C3"/>
              </a:buClr>
              <a:buSzPts val="3045"/>
              <a:buFont typeface="Arial"/>
              <a:buChar char="•"/>
              <a:defRPr b="0" i="0" sz="2100" u="none" cap="none" strike="noStrike">
                <a:solidFill>
                  <a:schemeClr val="lt1"/>
                </a:solidFill>
                <a:latin typeface="Corbel"/>
                <a:ea typeface="Corbel"/>
                <a:cs typeface="Corbel"/>
                <a:sym typeface="Corbel"/>
              </a:defRPr>
            </a:lvl8pPr>
            <a:lvl9pPr indent="-421957" lvl="8" marL="4114800" marR="0" rtl="0" algn="l">
              <a:spcBef>
                <a:spcPts val="900"/>
              </a:spcBef>
              <a:spcAft>
                <a:spcPts val="900"/>
              </a:spcAft>
              <a:buClr>
                <a:srgbClr val="1186C3"/>
              </a:buClr>
              <a:buSzPts val="3045"/>
              <a:buFont typeface="Arial"/>
              <a:buChar char="•"/>
              <a:defRPr b="0" i="0" sz="2100" u="none" cap="none" strike="noStrike">
                <a:solidFill>
                  <a:schemeClr val="lt1"/>
                </a:solidFill>
                <a:latin typeface="Corbel"/>
                <a:ea typeface="Corbel"/>
                <a:cs typeface="Corbel"/>
                <a:sym typeface="Corbel"/>
              </a:defRPr>
            </a:lvl9pPr>
          </a:lstStyle>
          <a:p/>
        </p:txBody>
      </p:sp>
      <p:sp>
        <p:nvSpPr>
          <p:cNvPr id="148" name="Google Shape;148;p40"/>
          <p:cNvSpPr txBox="1"/>
          <p:nvPr>
            <p:ph idx="10" type="dt"/>
          </p:nvPr>
        </p:nvSpPr>
        <p:spPr>
          <a:xfrm>
            <a:off x="14598984" y="8824913"/>
            <a:ext cx="1714500" cy="547688"/>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49" name="Google Shape;149;p40"/>
          <p:cNvSpPr txBox="1"/>
          <p:nvPr>
            <p:ph idx="11" type="ftr"/>
          </p:nvPr>
        </p:nvSpPr>
        <p:spPr>
          <a:xfrm>
            <a:off x="3858419" y="8824913"/>
            <a:ext cx="10626266" cy="547688"/>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500">
                <a:solidFill>
                  <a:schemeClr val="lt1"/>
                </a:solidFill>
                <a:latin typeface="Corbel"/>
                <a:ea typeface="Corbel"/>
                <a:cs typeface="Corbel"/>
                <a:sym typeface="Corbel"/>
              </a:defRPr>
            </a:lvl1pPr>
            <a:lvl2pPr lvl="1"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2pPr>
            <a:lvl3pPr lvl="2"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3pPr>
            <a:lvl4pPr lvl="3"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4pPr>
            <a:lvl5pPr lvl="4"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5pPr>
            <a:lvl6pPr lvl="5"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6pPr>
            <a:lvl7pPr lvl="6"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7pPr>
            <a:lvl8pPr lvl="7"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8pPr>
            <a:lvl9pPr lvl="8" marR="0" rtl="0" algn="l">
              <a:spcBef>
                <a:spcPts val="0"/>
              </a:spcBef>
              <a:spcAft>
                <a:spcPts val="0"/>
              </a:spcAft>
              <a:buSzPts val="1400"/>
              <a:buNone/>
              <a:defRPr b="0" i="0" sz="1800" u="none" cap="none" strike="noStrike">
                <a:solidFill>
                  <a:schemeClr val="lt1"/>
                </a:solidFill>
                <a:latin typeface="Corbel"/>
                <a:ea typeface="Corbel"/>
                <a:cs typeface="Corbel"/>
                <a:sym typeface="Corbel"/>
              </a:defRPr>
            </a:lvl9pPr>
          </a:lstStyle>
          <a:p/>
        </p:txBody>
      </p:sp>
      <p:sp>
        <p:nvSpPr>
          <p:cNvPr id="150" name="Google Shape;150;p40"/>
          <p:cNvSpPr txBox="1"/>
          <p:nvPr>
            <p:ph idx="12" type="sldNum"/>
          </p:nvPr>
        </p:nvSpPr>
        <p:spPr>
          <a:xfrm>
            <a:off x="16427785" y="8824913"/>
            <a:ext cx="826751" cy="54768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1pPr>
            <a:lvl2pPr indent="0" lvl="1"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2pPr>
            <a:lvl3pPr indent="0" lvl="2"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3pPr>
            <a:lvl4pPr indent="0" lvl="3"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4pPr>
            <a:lvl5pPr indent="0" lvl="4"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5pPr>
            <a:lvl6pPr indent="0" lvl="5"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6pPr>
            <a:lvl7pPr indent="0" lvl="6"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7pPr>
            <a:lvl8pPr indent="0" lvl="7"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8pPr>
            <a:lvl9pPr indent="0" lvl="8" marL="0" marR="0" rtl="0" algn="r">
              <a:spcBef>
                <a:spcPts val="0"/>
              </a:spcBef>
              <a:spcAft>
                <a:spcPts val="0"/>
              </a:spcAft>
              <a:buClr>
                <a:schemeClr val="lt1"/>
              </a:buClr>
              <a:buSzPts val="1500"/>
              <a:buFont typeface="Corbel"/>
              <a:buNone/>
              <a:defRPr b="0" i="0" sz="1500" u="none">
                <a:solidFill>
                  <a:schemeClr val="lt1"/>
                </a:solidFill>
                <a:latin typeface="Corbel"/>
                <a:ea typeface="Corbel"/>
                <a:cs typeface="Corbel"/>
                <a:sym typeface="Corbe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7" r:id="rId2"/>
  </p:sldLayoutIdLst>
  <mc:AlternateContent>
    <mc:Choice Requires="p14">
      <p:transition spd="slow" p14:dur="1300">
        <p14:pan dir="u"/>
      </p:transition>
    </mc:Choice>
    <mc:Fallback>
      <p:transition spd="med">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8.png"/><Relationship Id="rId7"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3.png"/><Relationship Id="rId4" Type="http://schemas.openxmlformats.org/officeDocument/2006/relationships/image" Target="../media/image11.png"/><Relationship Id="rId5"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pic>
        <p:nvPicPr>
          <p:cNvPr descr="A computer and tablet with graphs and charts&#10;&#10;AI-generated content may be incorrect." id="161" name="Google Shape;161;p1"/>
          <p:cNvPicPr preferRelativeResize="0"/>
          <p:nvPr/>
        </p:nvPicPr>
        <p:blipFill rotWithShape="1">
          <a:blip r:embed="rId3">
            <a:alphaModFix/>
          </a:blip>
          <a:srcRect b="0" l="0" r="0" t="0"/>
          <a:stretch/>
        </p:blipFill>
        <p:spPr>
          <a:xfrm>
            <a:off x="10127482" y="5715865"/>
            <a:ext cx="8160517" cy="4571135"/>
          </a:xfrm>
          <a:prstGeom prst="rect">
            <a:avLst/>
          </a:prstGeom>
          <a:noFill/>
          <a:ln>
            <a:noFill/>
          </a:ln>
        </p:spPr>
      </p:pic>
      <p:sp>
        <p:nvSpPr>
          <p:cNvPr id="162" name="Google Shape;162;p1"/>
          <p:cNvSpPr txBox="1"/>
          <p:nvPr/>
        </p:nvSpPr>
        <p:spPr>
          <a:xfrm>
            <a:off x="809303" y="7107850"/>
            <a:ext cx="8588697" cy="1077218"/>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5000"/>
              <a:buFont typeface="Open Sans"/>
              <a:buNone/>
            </a:pPr>
            <a:r>
              <a:rPr b="1" i="0" lang="en-US" sz="5000" u="none" cap="none" strike="noStrike">
                <a:solidFill>
                  <a:srgbClr val="131416"/>
                </a:solidFill>
                <a:latin typeface="Open Sans"/>
                <a:ea typeface="Open Sans"/>
                <a:cs typeface="Open Sans"/>
                <a:sym typeface="Open Sans"/>
              </a:rPr>
              <a:t>Seminario de Sistemas 2</a:t>
            </a:r>
            <a:endParaRPr b="1" i="0" sz="5000" u="none" cap="none" strike="noStrike">
              <a:solidFill>
                <a:srgbClr val="131416"/>
              </a:solidFill>
              <a:latin typeface="Open Sans"/>
              <a:ea typeface="Open Sans"/>
              <a:cs typeface="Open Sans"/>
              <a:sym typeface="Open Sans"/>
            </a:endParaRPr>
          </a:p>
        </p:txBody>
      </p:sp>
      <p:sp>
        <p:nvSpPr>
          <p:cNvPr id="163" name="Google Shape;163;p1"/>
          <p:cNvSpPr txBox="1"/>
          <p:nvPr/>
        </p:nvSpPr>
        <p:spPr>
          <a:xfrm>
            <a:off x="2155441" y="1512847"/>
            <a:ext cx="15214600" cy="3964162"/>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Clr>
                <a:srgbClr val="131416"/>
              </a:buClr>
              <a:buSzPts val="9200"/>
              <a:buFont typeface="Open Sans"/>
              <a:buNone/>
            </a:pPr>
            <a:r>
              <a:rPr b="1" i="0" lang="en-US" sz="9200" u="none" cap="none" strike="noStrike">
                <a:solidFill>
                  <a:srgbClr val="131416"/>
                </a:solidFill>
                <a:latin typeface="Open Sans"/>
                <a:ea typeface="Open Sans"/>
                <a:cs typeface="Open Sans"/>
                <a:sym typeface="Open Sans"/>
              </a:rPr>
              <a:t>Bases modernas y arquitectura Microsoft BI</a:t>
            </a:r>
            <a:endParaRPr b="0" i="0" sz="1800" u="none" cap="none" strike="noStrike">
              <a:solidFill>
                <a:schemeClr val="dk1"/>
              </a:solidFill>
              <a:latin typeface="Corbel"/>
              <a:ea typeface="Corbel"/>
              <a:cs typeface="Corbel"/>
              <a:sym typeface="Corbel"/>
            </a:endParaRPr>
          </a:p>
        </p:txBody>
      </p:sp>
      <p:sp>
        <p:nvSpPr>
          <p:cNvPr id="164" name="Google Shape;164;p1"/>
          <p:cNvSpPr txBox="1"/>
          <p:nvPr/>
        </p:nvSpPr>
        <p:spPr>
          <a:xfrm>
            <a:off x="3146103" y="8185068"/>
            <a:ext cx="6981379" cy="1615250"/>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Clr>
                <a:srgbClr val="131416"/>
              </a:buClr>
              <a:buSzPts val="2499"/>
              <a:buFont typeface="Open Sans"/>
              <a:buNone/>
            </a:pPr>
            <a:r>
              <a:rPr b="1" i="0" lang="en-US" sz="2499" u="none" cap="none" strike="noStrike">
                <a:solidFill>
                  <a:srgbClr val="131416"/>
                </a:solidFill>
                <a:latin typeface="Open Sans"/>
                <a:ea typeface="Open Sans"/>
                <a:cs typeface="Open Sans"/>
                <a:sym typeface="Open Sans"/>
              </a:rPr>
              <a:t>Escuela de Ingenieria de Ciencias Y Sistemas</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a:p>
            <a:pPr indent="0" lvl="0" marL="0" marR="0" rtl="0" algn="l">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b="1" i="0" sz="2499" u="none" cap="none" strike="noStrike">
              <a:solidFill>
                <a:srgbClr val="131416"/>
              </a:solidFill>
              <a:latin typeface="Open Sans"/>
              <a:ea typeface="Open Sans"/>
              <a:cs typeface="Open Sans"/>
              <a:sym typeface="Open Sans"/>
            </a:endParaRPr>
          </a:p>
        </p:txBody>
      </p:sp>
      <p:pic>
        <p:nvPicPr>
          <p:cNvPr descr="A two logos with text&#10;&#10;AI-generated content may be incorrect." id="165" name="Google Shape;165;p1"/>
          <p:cNvPicPr preferRelativeResize="0"/>
          <p:nvPr/>
        </p:nvPicPr>
        <p:blipFill rotWithShape="1">
          <a:blip r:embed="rId4">
            <a:alphaModFix/>
          </a:blip>
          <a:srcRect b="0" l="0" r="0" t="0"/>
          <a:stretch/>
        </p:blipFill>
        <p:spPr>
          <a:xfrm>
            <a:off x="11315699" y="0"/>
            <a:ext cx="6972300" cy="1847850"/>
          </a:xfrm>
          <a:prstGeom prst="rect">
            <a:avLst/>
          </a:prstGeom>
          <a:noFill/>
          <a:ln>
            <a:noFill/>
          </a:ln>
        </p:spPr>
      </p:pic>
    </p:spTree>
  </p:cSld>
  <p:clrMapOvr>
    <a:masterClrMapping/>
  </p:clrMapOvr>
  <mc:AlternateContent>
    <mc:Choice Requires="p14">
      <p:transition spd="slow" p14:dur="1300">
        <p14:pan dir="u"/>
      </p:transition>
    </mc:Choice>
    <mc:Fallback>
      <p:transition spd="med">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grpSp>
        <p:nvGrpSpPr>
          <p:cNvPr id="170" name="Google Shape;170;p2"/>
          <p:cNvGrpSpPr/>
          <p:nvPr/>
        </p:nvGrpSpPr>
        <p:grpSpPr>
          <a:xfrm>
            <a:off x="1568376" y="5074884"/>
            <a:ext cx="7265907" cy="845385"/>
            <a:chOff x="0" y="-38655"/>
            <a:chExt cx="1964221" cy="359923"/>
          </a:xfrm>
        </p:grpSpPr>
        <p:sp>
          <p:nvSpPr>
            <p:cNvPr id="171" name="Google Shape;17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2" name="Google Shape;17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Bases en memoria, columnares y MPP</a:t>
              </a:r>
              <a:endParaRPr sz="1800">
                <a:solidFill>
                  <a:schemeClr val="dk1"/>
                </a:solidFill>
                <a:latin typeface="Corbel"/>
                <a:ea typeface="Corbel"/>
                <a:cs typeface="Corbel"/>
                <a:sym typeface="Corbel"/>
              </a:endParaRPr>
            </a:p>
          </p:txBody>
        </p:sp>
      </p:grpSp>
      <p:sp>
        <p:nvSpPr>
          <p:cNvPr id="173" name="Google Shape;173;p2"/>
          <p:cNvSpPr/>
          <p:nvPr/>
        </p:nvSpPr>
        <p:spPr>
          <a:xfrm>
            <a:off x="1684278" y="523382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74" name="Google Shape;174;p2"/>
          <p:cNvGrpSpPr/>
          <p:nvPr/>
        </p:nvGrpSpPr>
        <p:grpSpPr>
          <a:xfrm>
            <a:off x="2713402" y="3863800"/>
            <a:ext cx="4115190" cy="1267162"/>
            <a:chOff x="0" y="-36600"/>
            <a:chExt cx="1083836" cy="409938"/>
          </a:xfrm>
        </p:grpSpPr>
        <p:sp>
          <p:nvSpPr>
            <p:cNvPr id="175" name="Google Shape;175;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6" name="Google Shape;176;p2"/>
            <p:cNvSpPr txBox="1"/>
            <p:nvPr/>
          </p:nvSpPr>
          <p:spPr>
            <a:xfrm>
              <a:off x="0" y="-366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Clr>
                  <a:srgbClr val="000000"/>
                </a:buClr>
                <a:buSzPts val="2799"/>
                <a:buFont typeface="Arial"/>
                <a:buNone/>
              </a:pPr>
              <a:r>
                <a:rPr b="0" i="0" lang="en-US" sz="2799" u="none" cap="none" strike="noStrike">
                  <a:solidFill>
                    <a:srgbClr val="000000"/>
                  </a:solidFill>
                  <a:latin typeface="Arial"/>
                  <a:ea typeface="Arial"/>
                  <a:cs typeface="Arial"/>
                  <a:sym typeface="Arial"/>
                </a:rPr>
                <a:t>RECORDATORIOS</a:t>
              </a:r>
              <a:endParaRPr sz="1800">
                <a:solidFill>
                  <a:schemeClr val="dk1"/>
                </a:solidFill>
                <a:latin typeface="Corbel"/>
                <a:ea typeface="Corbel"/>
                <a:cs typeface="Corbel"/>
                <a:sym typeface="Corbel"/>
              </a:endParaRPr>
            </a:p>
          </p:txBody>
        </p:sp>
      </p:grpSp>
      <p:sp>
        <p:nvSpPr>
          <p:cNvPr id="177" name="Google Shape;177;p2"/>
          <p:cNvSpPr/>
          <p:nvPr/>
        </p:nvSpPr>
        <p:spPr>
          <a:xfrm>
            <a:off x="1760876" y="4052276"/>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78" name="Google Shape;178;p2"/>
          <p:cNvSpPr txBox="1"/>
          <p:nvPr/>
        </p:nvSpPr>
        <p:spPr>
          <a:xfrm>
            <a:off x="2216562" y="442037"/>
            <a:ext cx="7710301" cy="230895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Pacifico"/>
              <a:buNone/>
            </a:pPr>
            <a:r>
              <a:rPr i="0" lang="en-US" sz="15000" u="none" cap="none" strike="noStrike">
                <a:solidFill>
                  <a:srgbClr val="131416"/>
                </a:solidFill>
                <a:latin typeface="Pacifico"/>
                <a:ea typeface="Pacifico"/>
                <a:cs typeface="Pacifico"/>
                <a:sym typeface="Pacifico"/>
              </a:rPr>
              <a:t>Agenda</a:t>
            </a:r>
            <a:endParaRPr sz="1800">
              <a:solidFill>
                <a:schemeClr val="dk1"/>
              </a:solidFill>
              <a:latin typeface="Pacifico"/>
              <a:ea typeface="Pacifico"/>
              <a:cs typeface="Pacifico"/>
              <a:sym typeface="Pacifico"/>
            </a:endParaRPr>
          </a:p>
        </p:txBody>
      </p:sp>
      <p:sp>
        <p:nvSpPr>
          <p:cNvPr id="179" name="Google Shape;179;p2"/>
          <p:cNvSpPr txBox="1"/>
          <p:nvPr/>
        </p:nvSpPr>
        <p:spPr>
          <a:xfrm>
            <a:off x="10105990" y="390767"/>
            <a:ext cx="8416800" cy="23088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131416"/>
              </a:buClr>
              <a:buSzPts val="15000"/>
              <a:buFont typeface="Lobster"/>
              <a:buNone/>
            </a:pPr>
            <a:r>
              <a:rPr i="0" lang="en-US" sz="15000" u="none" cap="none" strike="noStrike">
                <a:solidFill>
                  <a:srgbClr val="131416"/>
                </a:solidFill>
                <a:latin typeface="Lobster"/>
                <a:ea typeface="Lobster"/>
                <a:cs typeface="Lobster"/>
                <a:sym typeface="Lobster"/>
              </a:rPr>
              <a:t>Recursos</a:t>
            </a:r>
            <a:endParaRPr sz="1800">
              <a:solidFill>
                <a:schemeClr val="dk1"/>
              </a:solidFill>
              <a:latin typeface="Lobster"/>
              <a:ea typeface="Lobster"/>
              <a:cs typeface="Lobster"/>
              <a:sym typeface="Lobster"/>
            </a:endParaRPr>
          </a:p>
        </p:txBody>
      </p:sp>
      <p:grpSp>
        <p:nvGrpSpPr>
          <p:cNvPr id="180" name="Google Shape;180;p2"/>
          <p:cNvGrpSpPr/>
          <p:nvPr/>
        </p:nvGrpSpPr>
        <p:grpSpPr>
          <a:xfrm>
            <a:off x="11739805" y="2798634"/>
            <a:ext cx="5353646" cy="1701145"/>
            <a:chOff x="0" y="-114300"/>
            <a:chExt cx="1410014" cy="448038"/>
          </a:xfrm>
        </p:grpSpPr>
        <p:sp>
          <p:nvSpPr>
            <p:cNvPr id="181" name="Google Shape;181;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2" name="Google Shape;182;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del Video</a:t>
              </a:r>
              <a:endParaRPr sz="1800">
                <a:solidFill>
                  <a:schemeClr val="dk1"/>
                </a:solidFill>
                <a:latin typeface="Corbel"/>
                <a:ea typeface="Corbel"/>
                <a:cs typeface="Corbel"/>
                <a:sym typeface="Corbel"/>
              </a:endParaRPr>
            </a:p>
          </p:txBody>
        </p:sp>
      </p:grpSp>
      <p:grpSp>
        <p:nvGrpSpPr>
          <p:cNvPr id="183" name="Google Shape;183;p2"/>
          <p:cNvGrpSpPr/>
          <p:nvPr/>
        </p:nvGrpSpPr>
        <p:grpSpPr>
          <a:xfrm>
            <a:off x="11739805" y="4598683"/>
            <a:ext cx="5353646" cy="1701145"/>
            <a:chOff x="0" y="-114300"/>
            <a:chExt cx="1410014" cy="448038"/>
          </a:xfrm>
        </p:grpSpPr>
        <p:sp>
          <p:nvSpPr>
            <p:cNvPr id="184" name="Google Shape;184;p2"/>
            <p:cNvSpPr/>
            <p:nvPr/>
          </p:nvSpPr>
          <p:spPr>
            <a:xfrm>
              <a:off x="0" y="0"/>
              <a:ext cx="1410014" cy="333738"/>
            </a:xfrm>
            <a:custGeom>
              <a:rect b="b" l="l" r="r" t="t"/>
              <a:pathLst>
                <a:path extrusionOk="0" h="333738" w="1410014">
                  <a:moveTo>
                    <a:pt x="1206814" y="0"/>
                  </a:moveTo>
                  <a:lnTo>
                    <a:pt x="0" y="0"/>
                  </a:lnTo>
                  <a:lnTo>
                    <a:pt x="0" y="333738"/>
                  </a:lnTo>
                  <a:lnTo>
                    <a:pt x="1206814" y="333738"/>
                  </a:lnTo>
                  <a:lnTo>
                    <a:pt x="1410014" y="166869"/>
                  </a:lnTo>
                  <a:lnTo>
                    <a:pt x="1206814"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5" name="Google Shape;185;p2"/>
            <p:cNvSpPr txBox="1"/>
            <p:nvPr/>
          </p:nvSpPr>
          <p:spPr>
            <a:xfrm>
              <a:off x="0" y="-114300"/>
              <a:ext cx="1295714" cy="44803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Clr>
                  <a:srgbClr val="000000"/>
                </a:buClr>
                <a:buSzPts val="4499"/>
                <a:buFont typeface="Arial"/>
                <a:buNone/>
              </a:pPr>
              <a:r>
                <a:rPr b="0" i="0" lang="en-US" sz="4499" u="none" cap="none" strike="noStrike">
                  <a:solidFill>
                    <a:srgbClr val="000000"/>
                  </a:solidFill>
                  <a:latin typeface="Arial"/>
                  <a:ea typeface="Arial"/>
                  <a:cs typeface="Arial"/>
                  <a:sym typeface="Arial"/>
                </a:rPr>
                <a:t>Link de </a:t>
              </a:r>
              <a:r>
                <a:rPr lang="en-US" sz="4499">
                  <a:solidFill>
                    <a:srgbClr val="000000"/>
                  </a:solidFill>
                  <a:latin typeface="Arial"/>
                  <a:ea typeface="Arial"/>
                  <a:cs typeface="Arial"/>
                  <a:sym typeface="Arial"/>
                </a:rPr>
                <a:t>Quiz</a:t>
              </a:r>
              <a:endParaRPr sz="1800">
                <a:solidFill>
                  <a:schemeClr val="dk1"/>
                </a:solidFill>
                <a:latin typeface="Corbel"/>
                <a:ea typeface="Corbel"/>
                <a:cs typeface="Corbel"/>
                <a:sym typeface="Corbel"/>
              </a:endParaRPr>
            </a:p>
          </p:txBody>
        </p:sp>
      </p:grpSp>
      <p:grpSp>
        <p:nvGrpSpPr>
          <p:cNvPr id="186" name="Google Shape;186;p2"/>
          <p:cNvGrpSpPr/>
          <p:nvPr/>
        </p:nvGrpSpPr>
        <p:grpSpPr>
          <a:xfrm>
            <a:off x="1452477" y="5810834"/>
            <a:ext cx="4402169" cy="845385"/>
            <a:chOff x="0" y="-38655"/>
            <a:chExt cx="1964221" cy="359923"/>
          </a:xfrm>
        </p:grpSpPr>
        <p:sp>
          <p:nvSpPr>
            <p:cNvPr id="187" name="Google Shape;187;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88" name="Google Shape;188;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Appliances analíticos</a:t>
              </a:r>
              <a:endParaRPr sz="1800">
                <a:solidFill>
                  <a:schemeClr val="dk1"/>
                </a:solidFill>
                <a:latin typeface="Corbel"/>
                <a:ea typeface="Corbel"/>
                <a:cs typeface="Corbel"/>
                <a:sym typeface="Corbel"/>
              </a:endParaRPr>
            </a:p>
          </p:txBody>
        </p:sp>
      </p:grpSp>
      <p:sp>
        <p:nvSpPr>
          <p:cNvPr id="189" name="Google Shape;189;p2"/>
          <p:cNvSpPr/>
          <p:nvPr/>
        </p:nvSpPr>
        <p:spPr>
          <a:xfrm>
            <a:off x="1568377" y="5969770"/>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0" name="Google Shape;190;p2"/>
          <p:cNvGrpSpPr/>
          <p:nvPr/>
        </p:nvGrpSpPr>
        <p:grpSpPr>
          <a:xfrm>
            <a:off x="1307519" y="6520243"/>
            <a:ext cx="6140416" cy="845385"/>
            <a:chOff x="0" y="-38655"/>
            <a:chExt cx="1964221" cy="359923"/>
          </a:xfrm>
        </p:grpSpPr>
        <p:sp>
          <p:nvSpPr>
            <p:cNvPr id="191" name="Google Shape;191;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2" name="Google Shape;192;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Arquitectura de BI con Microsoft</a:t>
              </a:r>
              <a:endParaRPr sz="1800">
                <a:solidFill>
                  <a:schemeClr val="dk1"/>
                </a:solidFill>
                <a:latin typeface="Corbel"/>
                <a:ea typeface="Corbel"/>
                <a:cs typeface="Corbel"/>
                <a:sym typeface="Corbel"/>
              </a:endParaRPr>
            </a:p>
          </p:txBody>
        </p:sp>
      </p:grpSp>
      <p:sp>
        <p:nvSpPr>
          <p:cNvPr id="193" name="Google Shape;193;p2"/>
          <p:cNvSpPr/>
          <p:nvPr/>
        </p:nvSpPr>
        <p:spPr>
          <a:xfrm>
            <a:off x="1423418" y="66791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4" name="Google Shape;194;p2"/>
          <p:cNvGrpSpPr/>
          <p:nvPr/>
        </p:nvGrpSpPr>
        <p:grpSpPr>
          <a:xfrm>
            <a:off x="1191617" y="7247487"/>
            <a:ext cx="10120395" cy="845385"/>
            <a:chOff x="0" y="-38655"/>
            <a:chExt cx="1964221" cy="359923"/>
          </a:xfrm>
        </p:grpSpPr>
        <p:sp>
          <p:nvSpPr>
            <p:cNvPr id="195" name="Google Shape;1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196" name="Google Shape;196;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Herramientas Microsoft BI (SSMS, SSIS, SSAS, SSRS)</a:t>
              </a:r>
              <a:endParaRPr sz="1800">
                <a:solidFill>
                  <a:schemeClr val="dk1"/>
                </a:solidFill>
                <a:latin typeface="Corbel"/>
                <a:ea typeface="Corbel"/>
                <a:cs typeface="Corbel"/>
                <a:sym typeface="Corbel"/>
              </a:endParaRPr>
            </a:p>
          </p:txBody>
        </p:sp>
      </p:grpSp>
      <p:sp>
        <p:nvSpPr>
          <p:cNvPr id="197" name="Google Shape;197;p2"/>
          <p:cNvSpPr/>
          <p:nvPr/>
        </p:nvSpPr>
        <p:spPr>
          <a:xfrm>
            <a:off x="1307518" y="7406423"/>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nvGrpSpPr>
          <p:cNvPr id="198" name="Google Shape;198;p2"/>
          <p:cNvGrpSpPr/>
          <p:nvPr/>
        </p:nvGrpSpPr>
        <p:grpSpPr>
          <a:xfrm>
            <a:off x="1929161" y="7962643"/>
            <a:ext cx="7214839" cy="845385"/>
            <a:chOff x="0" y="-38655"/>
            <a:chExt cx="1964221" cy="359923"/>
          </a:xfrm>
        </p:grpSpPr>
        <p:sp>
          <p:nvSpPr>
            <p:cNvPr id="199" name="Google Shape;199;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00" name="Google Shape;200;p2"/>
            <p:cNvSpPr txBox="1"/>
            <p:nvPr/>
          </p:nvSpPr>
          <p:spPr>
            <a:xfrm>
              <a:off x="0" y="-38655"/>
              <a:ext cx="1849921" cy="359923"/>
            </a:xfrm>
            <a:prstGeom prst="rect">
              <a:avLst/>
            </a:prstGeom>
            <a:noFill/>
            <a:ln>
              <a:noFill/>
            </a:ln>
          </p:spPr>
          <p:txBody>
            <a:bodyPr anchorCtr="0" anchor="ctr" bIns="50800" lIns="50800" spcFirstLastPara="1" rIns="50800" wrap="square" tIns="50800">
              <a:noAutofit/>
            </a:bodyPr>
            <a:lstStyle/>
            <a:p>
              <a:pPr indent="0" lvl="0" marL="0" marR="0" rtl="0" algn="r">
                <a:lnSpc>
                  <a:spcPct val="148017"/>
                </a:lnSpc>
                <a:spcBef>
                  <a:spcPts val="0"/>
                </a:spcBef>
                <a:spcAft>
                  <a:spcPts val="0"/>
                </a:spcAft>
                <a:buClr>
                  <a:srgbClr val="000000"/>
                </a:buClr>
                <a:buSzPts val="2799"/>
                <a:buFont typeface="Arial"/>
                <a:buNone/>
              </a:pPr>
              <a:r>
                <a:rPr lang="en-US" sz="2799">
                  <a:solidFill>
                    <a:srgbClr val="000000"/>
                  </a:solidFill>
                  <a:latin typeface="Arial"/>
                  <a:ea typeface="Arial"/>
                  <a:cs typeface="Arial"/>
                  <a:sym typeface="Arial"/>
                </a:rPr>
                <a:t>Diferencias entre SSIS, SSAS y SSRS</a:t>
              </a:r>
              <a:endParaRPr sz="1800">
                <a:solidFill>
                  <a:schemeClr val="dk1"/>
                </a:solidFill>
                <a:latin typeface="Corbel"/>
                <a:ea typeface="Corbel"/>
                <a:cs typeface="Corbel"/>
                <a:sym typeface="Corbel"/>
              </a:endParaRPr>
            </a:p>
          </p:txBody>
        </p:sp>
      </p:grpSp>
      <p:sp>
        <p:nvSpPr>
          <p:cNvPr id="201" name="Google Shape;201;p2"/>
          <p:cNvSpPr/>
          <p:nvPr/>
        </p:nvSpPr>
        <p:spPr>
          <a:xfrm>
            <a:off x="2045061" y="8121579"/>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2"/>
        </a:solidFill>
      </p:bgPr>
    </p:bg>
    <p:spTree>
      <p:nvGrpSpPr>
        <p:cNvPr id="205" name="Shape 205"/>
        <p:cNvGrpSpPr/>
        <p:nvPr/>
      </p:nvGrpSpPr>
      <p:grpSpPr>
        <a:xfrm>
          <a:off x="0" y="0"/>
          <a:ext cx="0" cy="0"/>
          <a:chOff x="0" y="0"/>
          <a:chExt cx="0" cy="0"/>
        </a:xfrm>
      </p:grpSpPr>
      <p:sp>
        <p:nvSpPr>
          <p:cNvPr id="206" name="Google Shape;206;p22"/>
          <p:cNvSpPr/>
          <p:nvPr/>
        </p:nvSpPr>
        <p:spPr>
          <a:xfrm>
            <a:off x="0" y="0"/>
            <a:ext cx="18288000" cy="10287000"/>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grpSp>
        <p:nvGrpSpPr>
          <p:cNvPr id="207" name="Google Shape;207;p22"/>
          <p:cNvGrpSpPr/>
          <p:nvPr/>
        </p:nvGrpSpPr>
        <p:grpSpPr>
          <a:xfrm flipH="1">
            <a:off x="9789314" y="0"/>
            <a:ext cx="7522369" cy="10294145"/>
            <a:chOff x="2928938" y="-4763"/>
            <a:chExt cx="5014912" cy="6862763"/>
          </a:xfrm>
        </p:grpSpPr>
        <p:sp>
          <p:nvSpPr>
            <p:cNvPr id="208" name="Google Shape;208;p22"/>
            <p:cNvSpPr/>
            <p:nvPr/>
          </p:nvSpPr>
          <p:spPr>
            <a:xfrm>
              <a:off x="3367088" y="-4763"/>
              <a:ext cx="1063625" cy="2782888"/>
            </a:xfrm>
            <a:custGeom>
              <a:rect b="b" l="l" r="r" t="t"/>
              <a:pathLst>
                <a:path extrusionOk="0" h="1753" w="670">
                  <a:moveTo>
                    <a:pt x="0" y="1696"/>
                  </a:moveTo>
                  <a:lnTo>
                    <a:pt x="225" y="1753"/>
                  </a:lnTo>
                  <a:lnTo>
                    <a:pt x="670" y="0"/>
                  </a:lnTo>
                  <a:lnTo>
                    <a:pt x="430" y="0"/>
                  </a:lnTo>
                  <a:lnTo>
                    <a:pt x="0" y="1696"/>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09" name="Google Shape;209;p22"/>
            <p:cNvSpPr/>
            <p:nvPr/>
          </p:nvSpPr>
          <p:spPr>
            <a:xfrm>
              <a:off x="2928938" y="-4763"/>
              <a:ext cx="1035050" cy="2673350"/>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0" name="Google Shape;210;p22"/>
            <p:cNvSpPr/>
            <p:nvPr/>
          </p:nvSpPr>
          <p:spPr>
            <a:xfrm>
              <a:off x="2928938" y="2582862"/>
              <a:ext cx="2693987" cy="4275138"/>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1" name="Google Shape;211;p22"/>
            <p:cNvSpPr/>
            <p:nvPr/>
          </p:nvSpPr>
          <p:spPr>
            <a:xfrm>
              <a:off x="3371850" y="2692400"/>
              <a:ext cx="3332162" cy="4165600"/>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2" name="Google Shape;212;p22"/>
            <p:cNvSpPr/>
            <p:nvPr/>
          </p:nvSpPr>
          <p:spPr>
            <a:xfrm>
              <a:off x="3367088" y="2687637"/>
              <a:ext cx="4576762" cy="4170363"/>
            </a:xfrm>
            <a:custGeom>
              <a:rect b="b" l="l" r="r" t="t"/>
              <a:pathLst>
                <a:path extrusionOk="0" h="2627" w="2883">
                  <a:moveTo>
                    <a:pt x="0" y="0"/>
                  </a:moveTo>
                  <a:lnTo>
                    <a:pt x="3" y="3"/>
                  </a:lnTo>
                  <a:lnTo>
                    <a:pt x="2102" y="2627"/>
                  </a:lnTo>
                  <a:lnTo>
                    <a:pt x="2883" y="2627"/>
                  </a:lnTo>
                  <a:lnTo>
                    <a:pt x="225" y="57"/>
                  </a:lnTo>
                  <a:lnTo>
                    <a:pt x="0" y="0"/>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sp>
          <p:nvSpPr>
            <p:cNvPr id="213" name="Google Shape;213;p22"/>
            <p:cNvSpPr/>
            <p:nvPr/>
          </p:nvSpPr>
          <p:spPr>
            <a:xfrm>
              <a:off x="2928938" y="2578100"/>
              <a:ext cx="3584575" cy="4279900"/>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rbel"/>
                <a:ea typeface="Corbel"/>
                <a:cs typeface="Corbel"/>
                <a:sym typeface="Corbel"/>
              </a:endParaRPr>
            </a:p>
          </p:txBody>
        </p:sp>
      </p:grpSp>
      <p:sp>
        <p:nvSpPr>
          <p:cNvPr id="214" name="Google Shape;214;p22"/>
          <p:cNvSpPr txBox="1"/>
          <p:nvPr>
            <p:ph type="title"/>
          </p:nvPr>
        </p:nvSpPr>
        <p:spPr>
          <a:xfrm>
            <a:off x="1527286" y="1028700"/>
            <a:ext cx="11117738" cy="2628898"/>
          </a:xfrm>
          <a:prstGeom prst="rect">
            <a:avLst/>
          </a:prstGeom>
          <a:noFill/>
          <a:ln>
            <a:noFill/>
          </a:ln>
        </p:spPr>
        <p:txBody>
          <a:bodyPr anchorCtr="0" anchor="ctr" bIns="45700" lIns="91425" spcFirstLastPara="1" rIns="91425" wrap="square" tIns="45700">
            <a:normAutofit/>
          </a:bodyPr>
          <a:lstStyle/>
          <a:p>
            <a:pPr indent="0" lvl="0" marL="0" rtl="0" algn="l">
              <a:spcBef>
                <a:spcPts val="0"/>
              </a:spcBef>
              <a:spcAft>
                <a:spcPts val="0"/>
              </a:spcAft>
              <a:buClr>
                <a:schemeClr val="lt1"/>
              </a:buClr>
              <a:buSzPts val="6000"/>
              <a:buFont typeface="Impact"/>
              <a:buNone/>
            </a:pPr>
            <a:r>
              <a:rPr i="0" lang="en-US" u="none" cap="none" strike="noStrike">
                <a:latin typeface="Impact"/>
                <a:ea typeface="Impact"/>
                <a:cs typeface="Impact"/>
                <a:sym typeface="Impact"/>
              </a:rPr>
              <a:t>COMPETENCIA(S) QUE DESARROLLAREMOS</a:t>
            </a:r>
            <a:endParaRPr/>
          </a:p>
        </p:txBody>
      </p:sp>
      <p:sp>
        <p:nvSpPr>
          <p:cNvPr id="215" name="Google Shape;215;p22"/>
          <p:cNvSpPr txBox="1"/>
          <p:nvPr>
            <p:ph idx="1" type="body"/>
          </p:nvPr>
        </p:nvSpPr>
        <p:spPr>
          <a:xfrm>
            <a:off x="1527285" y="4000497"/>
            <a:ext cx="10865404" cy="5792431"/>
          </a:xfrm>
          <a:prstGeom prst="rect">
            <a:avLst/>
          </a:prstGeom>
          <a:noFill/>
          <a:ln>
            <a:noFill/>
          </a:ln>
        </p:spPr>
        <p:txBody>
          <a:bodyPr anchorCtr="0" anchor="t" bIns="45700" lIns="91425" spcFirstLastPara="1" rIns="91425" wrap="square" tIns="45700">
            <a:noAutofit/>
          </a:bodyPr>
          <a:lstStyle/>
          <a:p>
            <a:pPr indent="-441960" lvl="0" marL="428625" rtl="0" algn="l">
              <a:spcBef>
                <a:spcPts val="0"/>
              </a:spcBef>
              <a:spcAft>
                <a:spcPts val="0"/>
              </a:spcAft>
              <a:buSzPts val="6960"/>
              <a:buChar char="•"/>
            </a:pPr>
            <a:r>
              <a:rPr lang="en-US" sz="4800">
                <a:latin typeface="Open Sans"/>
                <a:ea typeface="Open Sans"/>
                <a:cs typeface="Open Sans"/>
                <a:sym typeface="Open Sans"/>
              </a:rPr>
              <a:t>Integra soluciones BI con bases de datos modernas y servicios en la nube usando tecnologías como SSMS, SSAS y servicios IAAS/PAAS considerando aspectos de seguridad, virtualización y arquitectura de datos distribuida </a:t>
            </a:r>
            <a:endParaRPr sz="48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9" name="Shape 219"/>
        <p:cNvGrpSpPr/>
        <p:nvPr/>
      </p:nvGrpSpPr>
      <p:grpSpPr>
        <a:xfrm>
          <a:off x="0" y="0"/>
          <a:ext cx="0" cy="0"/>
          <a:chOff x="0" y="0"/>
          <a:chExt cx="0" cy="0"/>
        </a:xfrm>
      </p:grpSpPr>
      <p:sp>
        <p:nvSpPr>
          <p:cNvPr id="220" name="Google Shape;220;p2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21" name="Google Shape;221;p2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en memoria</a:t>
            </a:r>
            <a:endParaRPr/>
          </a:p>
        </p:txBody>
      </p:sp>
      <p:sp>
        <p:nvSpPr>
          <p:cNvPr id="222" name="Google Shape;222;p2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23" name="Google Shape;223;p2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4" name="Google Shape;224;p2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5" name="Google Shape;225;p2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6" name="Google Shape;226;p2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7" name="Google Shape;227;p2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8" name="Google Shape;228;p2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29" name="Google Shape;229;p2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lnSpcReduction="10000"/>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Una base de datos en memoria es una base de datos personalizada que se basa principalmente en la memoria interna para el almacén de datos. Gracias a ella, los tiempos de respuesta son mínimos, ya que no es necesario acceder a </a:t>
            </a:r>
            <a:r>
              <a:rPr b="1" lang="en-US" sz="4400">
                <a:latin typeface="Open Sans"/>
                <a:ea typeface="Open Sans"/>
                <a:cs typeface="Open Sans"/>
                <a:sym typeface="Open Sans"/>
              </a:rPr>
              <a:t>unidades de disco estándar (SSD).</a:t>
            </a:r>
            <a:endParaRPr b="1"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3" name="Shape 233"/>
        <p:cNvGrpSpPr/>
        <p:nvPr/>
      </p:nvGrpSpPr>
      <p:grpSpPr>
        <a:xfrm>
          <a:off x="0" y="0"/>
          <a:ext cx="0" cy="0"/>
          <a:chOff x="0" y="0"/>
          <a:chExt cx="0" cy="0"/>
        </a:xfrm>
      </p:grpSpPr>
      <p:sp>
        <p:nvSpPr>
          <p:cNvPr id="234" name="Google Shape;234;p24"/>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35" name="Google Shape;235;p24"/>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en memoria</a:t>
            </a:r>
            <a:endParaRPr/>
          </a:p>
        </p:txBody>
      </p:sp>
      <p:sp>
        <p:nvSpPr>
          <p:cNvPr id="236" name="Google Shape;236;p24"/>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37" name="Google Shape;237;p24"/>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8" name="Google Shape;238;p24"/>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39" name="Google Shape;239;p24"/>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0" name="Google Shape;240;p24"/>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1" name="Google Shape;241;p24"/>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2" name="Google Shape;242;p24"/>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43" name="Google Shape;243;p24"/>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1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Las bases de datos en memoria son perfectas para las aplicaciones que requieren tiempos de respuesta de microsegundos o sufren picos importantes de tráfico, </a:t>
            </a:r>
            <a:r>
              <a:rPr b="1" lang="en-US" sz="4400">
                <a:latin typeface="Open Sans"/>
                <a:ea typeface="Open Sans"/>
                <a:cs typeface="Open Sans"/>
                <a:sym typeface="Open Sans"/>
              </a:rPr>
              <a:t>como las tablas de clasificación de videojuegos, los almacenes de sesiones y los análisis de datos en tiempo real.</a:t>
            </a:r>
            <a:endParaRPr b="1" sz="4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7" name="Shape 247"/>
        <p:cNvGrpSpPr/>
        <p:nvPr/>
      </p:nvGrpSpPr>
      <p:grpSpPr>
        <a:xfrm>
          <a:off x="0" y="0"/>
          <a:ext cx="0" cy="0"/>
          <a:chOff x="0" y="0"/>
          <a:chExt cx="0" cy="0"/>
        </a:xfrm>
      </p:grpSpPr>
      <p:sp>
        <p:nvSpPr>
          <p:cNvPr id="248" name="Google Shape;248;p25"/>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49" name="Google Shape;249;p25"/>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en memoria</a:t>
            </a:r>
            <a:endParaRPr/>
          </a:p>
        </p:txBody>
      </p:sp>
      <p:sp>
        <p:nvSpPr>
          <p:cNvPr id="250" name="Google Shape;250;p25"/>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251" name="Google Shape;251;p25"/>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2" name="Google Shape;252;p25"/>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3" name="Google Shape;253;p25"/>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4" name="Google Shape;254;p25"/>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5" name="Google Shape;255;p25"/>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6" name="Google Shape;256;p25"/>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57" name="Google Shape;257;p25"/>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Los términos base de datos en memoria principal </a:t>
            </a:r>
            <a:r>
              <a:rPr b="1" lang="en-US" sz="4400">
                <a:latin typeface="Open Sans"/>
                <a:ea typeface="Open Sans"/>
                <a:cs typeface="Open Sans"/>
                <a:sym typeface="Open Sans"/>
              </a:rPr>
              <a:t>(MMDB), </a:t>
            </a:r>
            <a:r>
              <a:rPr lang="en-US" sz="4400">
                <a:latin typeface="Open Sans"/>
                <a:ea typeface="Open Sans"/>
                <a:cs typeface="Open Sans"/>
                <a:sym typeface="Open Sans"/>
              </a:rPr>
              <a:t>sistema de base de datos en memoria </a:t>
            </a:r>
            <a:r>
              <a:rPr b="1" lang="en-US" sz="4400">
                <a:latin typeface="Open Sans"/>
                <a:ea typeface="Open Sans"/>
                <a:cs typeface="Open Sans"/>
                <a:sym typeface="Open Sans"/>
              </a:rPr>
              <a:t>(IMDS)</a:t>
            </a:r>
            <a:r>
              <a:rPr lang="en-US" sz="4400">
                <a:latin typeface="Open Sans"/>
                <a:ea typeface="Open Sans"/>
                <a:cs typeface="Open Sans"/>
                <a:sym typeface="Open Sans"/>
              </a:rPr>
              <a:t> y sistema de base de datos en tiempo real </a:t>
            </a:r>
            <a:r>
              <a:rPr b="1" lang="en-US" sz="4400">
                <a:latin typeface="Open Sans"/>
                <a:ea typeface="Open Sans"/>
                <a:cs typeface="Open Sans"/>
                <a:sym typeface="Open Sans"/>
              </a:rPr>
              <a:t>(RTDB) </a:t>
            </a:r>
            <a:r>
              <a:rPr lang="en-US" sz="4400">
                <a:latin typeface="Open Sans"/>
                <a:ea typeface="Open Sans"/>
                <a:cs typeface="Open Sans"/>
                <a:sym typeface="Open Sans"/>
              </a:rPr>
              <a:t>también hacen referencia a las bases de datos en memoria.</a:t>
            </a:r>
            <a:endParaRPr b="1" sz="44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261" name="Shape 261"/>
        <p:cNvGrpSpPr/>
        <p:nvPr/>
      </p:nvGrpSpPr>
      <p:grpSpPr>
        <a:xfrm>
          <a:off x="0" y="0"/>
          <a:ext cx="0" cy="0"/>
          <a:chOff x="0" y="0"/>
          <a:chExt cx="0" cy="0"/>
        </a:xfrm>
      </p:grpSpPr>
      <p:sp>
        <p:nvSpPr>
          <p:cNvPr id="262" name="Google Shape;262;p26"/>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63" name="Google Shape;263;p26"/>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264" name="Google Shape;264;p26"/>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Ventajas Bases de Datos en memoria</a:t>
            </a:r>
            <a:endParaRPr>
              <a:solidFill>
                <a:srgbClr val="FFFFFF"/>
              </a:solidFill>
            </a:endParaRPr>
          </a:p>
        </p:txBody>
      </p:sp>
      <p:grpSp>
        <p:nvGrpSpPr>
          <p:cNvPr id="265" name="Google Shape;265;p26"/>
          <p:cNvGrpSpPr/>
          <p:nvPr/>
        </p:nvGrpSpPr>
        <p:grpSpPr>
          <a:xfrm>
            <a:off x="4972938" y="0"/>
            <a:ext cx="3655219" cy="10287002"/>
            <a:chOff x="1320800" y="0"/>
            <a:chExt cx="2436813" cy="6858001"/>
          </a:xfrm>
        </p:grpSpPr>
        <p:sp>
          <p:nvSpPr>
            <p:cNvPr id="266" name="Google Shape;266;p26"/>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7" name="Google Shape;267;p26"/>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8" name="Google Shape;268;p26"/>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69" name="Google Shape;269;p26"/>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0" name="Google Shape;270;p26"/>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71" name="Google Shape;271;p26"/>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272" name="Google Shape;272;p26"/>
          <p:cNvGrpSpPr/>
          <p:nvPr/>
        </p:nvGrpSpPr>
        <p:grpSpPr>
          <a:xfrm>
            <a:off x="7515225" y="270304"/>
            <a:ext cx="10566297" cy="9886503"/>
            <a:chOff x="0" y="4832"/>
            <a:chExt cx="10566297" cy="9886503"/>
          </a:xfrm>
        </p:grpSpPr>
        <p:sp>
          <p:nvSpPr>
            <p:cNvPr id="273" name="Google Shape;273;p26"/>
            <p:cNvSpPr/>
            <p:nvPr/>
          </p:nvSpPr>
          <p:spPr>
            <a:xfrm rot="5400000">
              <a:off x="5909404" y="-1781785"/>
              <a:ext cx="2551355" cy="6762430"/>
            </a:xfrm>
            <a:prstGeom prst="round2SameRect">
              <a:avLst>
                <a:gd fmla="val 16667" name="adj1"/>
                <a:gd fmla="val 0" name="adj2"/>
              </a:avLst>
            </a:prstGeom>
            <a:solidFill>
              <a:srgbClr val="D7E9CF">
                <a:alpha val="89803"/>
              </a:srgbClr>
            </a:solidFill>
            <a:ln cap="rnd" cmpd="sng" w="15875">
              <a:solidFill>
                <a:srgbClr val="D7E9CF">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26"/>
            <p:cNvSpPr txBox="1"/>
            <p:nvPr/>
          </p:nvSpPr>
          <p:spPr>
            <a:xfrm>
              <a:off x="3803867" y="448299"/>
              <a:ext cx="6637883" cy="2302261"/>
            </a:xfrm>
            <a:prstGeom prst="rect">
              <a:avLst/>
            </a:prstGeom>
            <a:noFill/>
            <a:ln>
              <a:noFill/>
            </a:ln>
          </p:spPr>
          <p:txBody>
            <a:bodyPr anchorCtr="0" anchor="ctr" bIns="41900" lIns="83800" spcFirstLastPara="1" rIns="83800" wrap="square" tIns="41900">
              <a:noAutofit/>
            </a:bodyPr>
            <a:lstStyle/>
            <a:p>
              <a:pPr indent="-228600" lvl="1" marL="2286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La latencia es el desfase que se produce entre la solicitud de acceso a los datos y la respuesta de la aplicación. Las bases de datos en memoria ofrecen bajas latencias predecibles a cualquier escala. Presentan una latencia de lectura de microsegundos, una latencia de escritura de milisegundos de un solo dígito y un alto nivel de rendimiento.</a:t>
              </a:r>
              <a:endParaRPr b="0" i="0" sz="2200" u="none" cap="none" strike="noStrike">
                <a:solidFill>
                  <a:schemeClr val="dk1"/>
                </a:solidFill>
                <a:latin typeface="Corbel"/>
                <a:ea typeface="Corbel"/>
                <a:cs typeface="Corbel"/>
                <a:sym typeface="Corbel"/>
              </a:endParaRPr>
            </a:p>
          </p:txBody>
        </p:sp>
        <p:sp>
          <p:nvSpPr>
            <p:cNvPr id="275" name="Google Shape;275;p26"/>
            <p:cNvSpPr/>
            <p:nvPr/>
          </p:nvSpPr>
          <p:spPr>
            <a:xfrm>
              <a:off x="0" y="4832"/>
              <a:ext cx="3803867" cy="3189194"/>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6"/>
            <p:cNvSpPr txBox="1"/>
            <p:nvPr/>
          </p:nvSpPr>
          <p:spPr>
            <a:xfrm>
              <a:off x="155684" y="160516"/>
              <a:ext cx="3492499" cy="2877826"/>
            </a:xfrm>
            <a:prstGeom prst="rect">
              <a:avLst/>
            </a:prstGeom>
            <a:noFill/>
            <a:ln>
              <a:noFill/>
            </a:ln>
          </p:spPr>
          <p:txBody>
            <a:bodyPr anchorCtr="0" anchor="ctr" bIns="74275" lIns="148575" spcFirstLastPara="1" rIns="148575" wrap="square" tIns="74275">
              <a:noAutofit/>
            </a:bodyPr>
            <a:lstStyle/>
            <a:p>
              <a:pPr indent="0" lvl="0" marL="0" marR="0" rtl="0" algn="ctr">
                <a:lnSpc>
                  <a:spcPct val="90000"/>
                </a:lnSpc>
                <a:spcBef>
                  <a:spcPts val="0"/>
                </a:spcBef>
                <a:spcAft>
                  <a:spcPts val="0"/>
                </a:spcAft>
                <a:buClr>
                  <a:schemeClr val="lt1"/>
                </a:buClr>
                <a:buSzPts val="3900"/>
                <a:buFont typeface="Corbel"/>
                <a:buNone/>
              </a:pPr>
              <a:r>
                <a:rPr lang="en-US" sz="3900">
                  <a:solidFill>
                    <a:schemeClr val="lt1"/>
                  </a:solidFill>
                  <a:latin typeface="Corbel"/>
                  <a:ea typeface="Corbel"/>
                  <a:cs typeface="Corbel"/>
                  <a:sym typeface="Corbel"/>
                </a:rPr>
                <a:t>Baja latencia, que proporciona respuestas en tiempo real</a:t>
              </a:r>
              <a:endParaRPr sz="3900">
                <a:solidFill>
                  <a:schemeClr val="lt1"/>
                </a:solidFill>
                <a:latin typeface="Corbel"/>
                <a:ea typeface="Corbel"/>
                <a:cs typeface="Corbel"/>
                <a:sym typeface="Corbel"/>
              </a:endParaRPr>
            </a:p>
          </p:txBody>
        </p:sp>
        <p:sp>
          <p:nvSpPr>
            <p:cNvPr id="277" name="Google Shape;277;p26"/>
            <p:cNvSpPr/>
            <p:nvPr/>
          </p:nvSpPr>
          <p:spPr>
            <a:xfrm rot="5400000">
              <a:off x="5909404" y="1566868"/>
              <a:ext cx="2551355" cy="6762430"/>
            </a:xfrm>
            <a:prstGeom prst="round2SameRect">
              <a:avLst>
                <a:gd fmla="val 16667" name="adj1"/>
                <a:gd fmla="val 0" name="adj2"/>
              </a:avLst>
            </a:prstGeom>
            <a:solidFill>
              <a:srgbClr val="EBEECD">
                <a:alpha val="89803"/>
              </a:srgbClr>
            </a:solidFill>
            <a:ln cap="rnd" cmpd="sng" w="15875">
              <a:solidFill>
                <a:srgbClr val="EBEECD">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26"/>
            <p:cNvSpPr txBox="1"/>
            <p:nvPr/>
          </p:nvSpPr>
          <p:spPr>
            <a:xfrm>
              <a:off x="3803867" y="3796953"/>
              <a:ext cx="6637883" cy="2302261"/>
            </a:xfrm>
            <a:prstGeom prst="rect">
              <a:avLst/>
            </a:prstGeom>
            <a:noFill/>
            <a:ln>
              <a:noFill/>
            </a:ln>
          </p:spPr>
          <p:txBody>
            <a:bodyPr anchorCtr="0" anchor="ctr" bIns="41900" lIns="83800" spcFirstLastPara="1" rIns="83800" wrap="square" tIns="41900">
              <a:noAutofit/>
            </a:bodyPr>
            <a:lstStyle/>
            <a:p>
              <a:pPr indent="-228600" lvl="1" marL="2286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Las bases de datos en memoria se caracterizan por su alto nivel de rendimiento. Este término hace referencia a la cantidad de operaciones de lectura (rendimiento de lectura) o escritura (rendimiento de escritura) que se realizan en un periodo determinado. Por ejemplo, bytes/minuto o transacciones por segundo.</a:t>
              </a:r>
              <a:endParaRPr b="0" i="0" sz="2200" u="none" cap="none" strike="noStrike">
                <a:solidFill>
                  <a:schemeClr val="dk1"/>
                </a:solidFill>
                <a:latin typeface="Corbel"/>
                <a:ea typeface="Corbel"/>
                <a:cs typeface="Corbel"/>
                <a:sym typeface="Corbel"/>
              </a:endParaRPr>
            </a:p>
          </p:txBody>
        </p:sp>
        <p:sp>
          <p:nvSpPr>
            <p:cNvPr id="279" name="Google Shape;279;p26"/>
            <p:cNvSpPr/>
            <p:nvPr/>
          </p:nvSpPr>
          <p:spPr>
            <a:xfrm>
              <a:off x="0" y="3353486"/>
              <a:ext cx="3803867" cy="3189194"/>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26"/>
            <p:cNvSpPr txBox="1"/>
            <p:nvPr/>
          </p:nvSpPr>
          <p:spPr>
            <a:xfrm>
              <a:off x="155684" y="3509170"/>
              <a:ext cx="3492499" cy="2877826"/>
            </a:xfrm>
            <a:prstGeom prst="rect">
              <a:avLst/>
            </a:prstGeom>
            <a:noFill/>
            <a:ln>
              <a:noFill/>
            </a:ln>
          </p:spPr>
          <p:txBody>
            <a:bodyPr anchorCtr="0" anchor="ctr" bIns="74275" lIns="148575" spcFirstLastPara="1" rIns="148575" wrap="square" tIns="74275">
              <a:noAutofit/>
            </a:bodyPr>
            <a:lstStyle/>
            <a:p>
              <a:pPr indent="0" lvl="0" marL="0" marR="0" rtl="0" algn="ctr">
                <a:lnSpc>
                  <a:spcPct val="90000"/>
                </a:lnSpc>
                <a:spcBef>
                  <a:spcPts val="0"/>
                </a:spcBef>
                <a:spcAft>
                  <a:spcPts val="0"/>
                </a:spcAft>
                <a:buClr>
                  <a:schemeClr val="lt1"/>
                </a:buClr>
                <a:buSzPts val="3900"/>
                <a:buFont typeface="Corbel"/>
                <a:buNone/>
              </a:pPr>
              <a:r>
                <a:rPr lang="en-US" sz="3900">
                  <a:solidFill>
                    <a:schemeClr val="lt1"/>
                  </a:solidFill>
                  <a:latin typeface="Corbel"/>
                  <a:ea typeface="Corbel"/>
                  <a:cs typeface="Corbel"/>
                  <a:sym typeface="Corbel"/>
                </a:rPr>
                <a:t>Alto nivel de rendimiento</a:t>
              </a:r>
              <a:endParaRPr sz="3900">
                <a:solidFill>
                  <a:schemeClr val="lt1"/>
                </a:solidFill>
                <a:latin typeface="Corbel"/>
                <a:ea typeface="Corbel"/>
                <a:cs typeface="Corbel"/>
                <a:sym typeface="Corbel"/>
              </a:endParaRPr>
            </a:p>
          </p:txBody>
        </p:sp>
        <p:sp>
          <p:nvSpPr>
            <p:cNvPr id="281" name="Google Shape;281;p26"/>
            <p:cNvSpPr/>
            <p:nvPr/>
          </p:nvSpPr>
          <p:spPr>
            <a:xfrm rot="5400000">
              <a:off x="5909404" y="4915523"/>
              <a:ext cx="2551355" cy="6762430"/>
            </a:xfrm>
            <a:prstGeom prst="round2SameRect">
              <a:avLst>
                <a:gd fmla="val 16667" name="adj1"/>
                <a:gd fmla="val 0" name="adj2"/>
              </a:avLst>
            </a:prstGeom>
            <a:solidFill>
              <a:srgbClr val="F3DCCC">
                <a:alpha val="89803"/>
              </a:srgbClr>
            </a:solidFill>
            <a:ln cap="rnd" cmpd="sng" w="15875">
              <a:solidFill>
                <a:srgbClr val="F3DCCC">
                  <a:alpha val="89803"/>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6"/>
            <p:cNvSpPr txBox="1"/>
            <p:nvPr/>
          </p:nvSpPr>
          <p:spPr>
            <a:xfrm>
              <a:off x="3803867" y="7145608"/>
              <a:ext cx="6637883" cy="2302261"/>
            </a:xfrm>
            <a:prstGeom prst="rect">
              <a:avLst/>
            </a:prstGeom>
            <a:noFill/>
            <a:ln>
              <a:noFill/>
            </a:ln>
          </p:spPr>
          <p:txBody>
            <a:bodyPr anchorCtr="0" anchor="ctr" bIns="41900" lIns="83800" spcFirstLastPara="1" rIns="83800" wrap="square" tIns="41900">
              <a:noAutofit/>
            </a:bodyPr>
            <a:lstStyle/>
            <a:p>
              <a:pPr indent="-228600" lvl="1" marL="228600" marR="0" rtl="0" algn="l">
                <a:lnSpc>
                  <a:spcPct val="90000"/>
                </a:lnSpc>
                <a:spcBef>
                  <a:spcPts val="0"/>
                </a:spcBef>
                <a:spcAft>
                  <a:spcPts val="0"/>
                </a:spcAft>
                <a:buClr>
                  <a:schemeClr val="dk1"/>
                </a:buClr>
                <a:buSzPts val="2200"/>
                <a:buFont typeface="Corbel"/>
                <a:buChar char="•"/>
              </a:pPr>
              <a:r>
                <a:rPr b="0" i="0" lang="en-US" sz="2200" u="none" cap="none" strike="noStrike">
                  <a:solidFill>
                    <a:schemeClr val="dk1"/>
                  </a:solidFill>
                  <a:latin typeface="Corbel"/>
                  <a:ea typeface="Corbel"/>
                  <a:cs typeface="Corbel"/>
                  <a:sym typeface="Corbel"/>
                </a:rPr>
                <a:t>Puede escalar su base de datos en memoria para hacer frente a las demandas cambiantes de la aplicación. Es posible escalar tanto la escritura como la lectura sin afectar negativamente al rendimiento. La base de datos permanece en línea y admite operaciones de lectura y escritura durante el ajuste de tamaño.</a:t>
              </a:r>
              <a:endParaRPr b="0" i="0" sz="2200" u="none" cap="none" strike="noStrike">
                <a:solidFill>
                  <a:schemeClr val="dk1"/>
                </a:solidFill>
                <a:latin typeface="Corbel"/>
                <a:ea typeface="Corbel"/>
                <a:cs typeface="Corbel"/>
                <a:sym typeface="Corbel"/>
              </a:endParaRPr>
            </a:p>
          </p:txBody>
        </p:sp>
        <p:sp>
          <p:nvSpPr>
            <p:cNvPr id="283" name="Google Shape;283;p26"/>
            <p:cNvSpPr/>
            <p:nvPr/>
          </p:nvSpPr>
          <p:spPr>
            <a:xfrm>
              <a:off x="0" y="6702141"/>
              <a:ext cx="3803867" cy="3189194"/>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26"/>
            <p:cNvSpPr txBox="1"/>
            <p:nvPr/>
          </p:nvSpPr>
          <p:spPr>
            <a:xfrm>
              <a:off x="155684" y="6857825"/>
              <a:ext cx="3492499" cy="2877826"/>
            </a:xfrm>
            <a:prstGeom prst="rect">
              <a:avLst/>
            </a:prstGeom>
            <a:noFill/>
            <a:ln>
              <a:noFill/>
            </a:ln>
          </p:spPr>
          <p:txBody>
            <a:bodyPr anchorCtr="0" anchor="ctr" bIns="74275" lIns="148575" spcFirstLastPara="1" rIns="148575" wrap="square" tIns="74275">
              <a:noAutofit/>
            </a:bodyPr>
            <a:lstStyle/>
            <a:p>
              <a:pPr indent="0" lvl="0" marL="0" marR="0" rtl="0" algn="ctr">
                <a:lnSpc>
                  <a:spcPct val="90000"/>
                </a:lnSpc>
                <a:spcBef>
                  <a:spcPts val="0"/>
                </a:spcBef>
                <a:spcAft>
                  <a:spcPts val="0"/>
                </a:spcAft>
                <a:buClr>
                  <a:schemeClr val="lt1"/>
                </a:buClr>
                <a:buSzPts val="3900"/>
                <a:buFont typeface="Corbel"/>
                <a:buNone/>
              </a:pPr>
              <a:r>
                <a:rPr lang="en-US" sz="3900">
                  <a:solidFill>
                    <a:schemeClr val="lt1"/>
                  </a:solidFill>
                  <a:latin typeface="Corbel"/>
                  <a:ea typeface="Corbel"/>
                  <a:cs typeface="Corbel"/>
                  <a:sym typeface="Corbel"/>
                </a:rPr>
                <a:t>Alta escalabilidad</a:t>
              </a:r>
              <a:endParaRPr sz="39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288" name="Shape 288"/>
        <p:cNvGrpSpPr/>
        <p:nvPr/>
      </p:nvGrpSpPr>
      <p:grpSpPr>
        <a:xfrm>
          <a:off x="0" y="0"/>
          <a:ext cx="0" cy="0"/>
          <a:chOff x="0" y="0"/>
          <a:chExt cx="0" cy="0"/>
        </a:xfrm>
      </p:grpSpPr>
      <p:sp>
        <p:nvSpPr>
          <p:cNvPr id="289" name="Google Shape;289;p27"/>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290" name="Google Shape;290;p27"/>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291" name="Google Shape;291;p27"/>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Casos de uso Bases de Datos en memoria</a:t>
            </a:r>
            <a:endParaRPr>
              <a:solidFill>
                <a:srgbClr val="FFFFFF"/>
              </a:solidFill>
            </a:endParaRPr>
          </a:p>
        </p:txBody>
      </p:sp>
      <p:grpSp>
        <p:nvGrpSpPr>
          <p:cNvPr id="292" name="Google Shape;292;p27"/>
          <p:cNvGrpSpPr/>
          <p:nvPr/>
        </p:nvGrpSpPr>
        <p:grpSpPr>
          <a:xfrm>
            <a:off x="4972938" y="0"/>
            <a:ext cx="3655219" cy="10287002"/>
            <a:chOff x="1320800" y="0"/>
            <a:chExt cx="2436813" cy="6858001"/>
          </a:xfrm>
        </p:grpSpPr>
        <p:sp>
          <p:nvSpPr>
            <p:cNvPr id="293" name="Google Shape;293;p27"/>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4" name="Google Shape;294;p27"/>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5" name="Google Shape;295;p27"/>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6" name="Google Shape;296;p27"/>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7" name="Google Shape;297;p27"/>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298" name="Google Shape;298;p27"/>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299" name="Google Shape;299;p27"/>
          <p:cNvGrpSpPr/>
          <p:nvPr/>
        </p:nvGrpSpPr>
        <p:grpSpPr>
          <a:xfrm>
            <a:off x="7515225" y="325481"/>
            <a:ext cx="10566298" cy="9931005"/>
            <a:chOff x="0" y="30513"/>
            <a:chExt cx="10566298" cy="9931005"/>
          </a:xfrm>
        </p:grpSpPr>
        <p:sp>
          <p:nvSpPr>
            <p:cNvPr id="300" name="Google Shape;300;p27"/>
            <p:cNvSpPr/>
            <p:nvPr/>
          </p:nvSpPr>
          <p:spPr>
            <a:xfrm>
              <a:off x="0" y="30513"/>
              <a:ext cx="10566298" cy="743535"/>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27"/>
            <p:cNvSpPr txBox="1"/>
            <p:nvPr/>
          </p:nvSpPr>
          <p:spPr>
            <a:xfrm>
              <a:off x="36296" y="66809"/>
              <a:ext cx="10493706" cy="670943"/>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orbel"/>
                <a:buNone/>
              </a:pPr>
              <a:r>
                <a:rPr lang="en-US" sz="3100">
                  <a:solidFill>
                    <a:schemeClr val="lt1"/>
                  </a:solidFill>
                  <a:latin typeface="Corbel"/>
                  <a:ea typeface="Corbel"/>
                  <a:cs typeface="Corbel"/>
                  <a:sym typeface="Corbel"/>
                </a:rPr>
                <a:t>Almacenamiento en caché</a:t>
              </a:r>
              <a:endParaRPr sz="3100">
                <a:solidFill>
                  <a:schemeClr val="lt1"/>
                </a:solidFill>
                <a:latin typeface="Corbel"/>
                <a:ea typeface="Corbel"/>
                <a:cs typeface="Corbel"/>
                <a:sym typeface="Corbel"/>
              </a:endParaRPr>
            </a:p>
          </p:txBody>
        </p:sp>
        <p:sp>
          <p:nvSpPr>
            <p:cNvPr id="302" name="Google Shape;302;p27"/>
            <p:cNvSpPr/>
            <p:nvPr/>
          </p:nvSpPr>
          <p:spPr>
            <a:xfrm>
              <a:off x="0" y="774048"/>
              <a:ext cx="10566298" cy="243846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27"/>
            <p:cNvSpPr txBox="1"/>
            <p:nvPr/>
          </p:nvSpPr>
          <p:spPr>
            <a:xfrm>
              <a:off x="0" y="774048"/>
              <a:ext cx="10566298" cy="2438460"/>
            </a:xfrm>
            <a:prstGeom prst="rect">
              <a:avLst/>
            </a:prstGeom>
            <a:noFill/>
            <a:ln>
              <a:noFill/>
            </a:ln>
          </p:spPr>
          <p:txBody>
            <a:bodyPr anchorCtr="0" anchor="t" bIns="39350" lIns="335475" spcFirstLastPara="1" rIns="220450" wrap="square" tIns="393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Una memoria caché es una capa de almacenamiento de datos de alta velocidad que almacena un subconjunto de datos normalmente transitorios. El objetivo principal de la caché es aumentar el rendimiento de recuperación de datos para evitar tener que acceder a la capa subyacente de almacenamiento, que es más lenta. De este modo, las solicitudes futuras de esos datos se procesan con mayor rapidez que si se accediera a la ubicación de almacenamiento de datos principal.</a:t>
              </a:r>
              <a:endParaRPr b="0" i="0" sz="2400" u="none" cap="none" strike="noStrike">
                <a:solidFill>
                  <a:schemeClr val="dk1"/>
                </a:solidFill>
                <a:latin typeface="Corbel"/>
                <a:ea typeface="Corbel"/>
                <a:cs typeface="Corbel"/>
                <a:sym typeface="Corbel"/>
              </a:endParaRPr>
            </a:p>
          </p:txBody>
        </p:sp>
        <p:sp>
          <p:nvSpPr>
            <p:cNvPr id="304" name="Google Shape;304;p27"/>
            <p:cNvSpPr/>
            <p:nvPr/>
          </p:nvSpPr>
          <p:spPr>
            <a:xfrm>
              <a:off x="0" y="3212508"/>
              <a:ext cx="10566298" cy="743535"/>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7"/>
            <p:cNvSpPr txBox="1"/>
            <p:nvPr/>
          </p:nvSpPr>
          <p:spPr>
            <a:xfrm>
              <a:off x="36296" y="3248804"/>
              <a:ext cx="10493706" cy="670943"/>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orbel"/>
                <a:buNone/>
              </a:pPr>
              <a:r>
                <a:rPr lang="en-US" sz="3100">
                  <a:solidFill>
                    <a:schemeClr val="lt1"/>
                  </a:solidFill>
                  <a:latin typeface="Corbel"/>
                  <a:ea typeface="Corbel"/>
                  <a:cs typeface="Corbel"/>
                  <a:sym typeface="Corbel"/>
                </a:rPr>
                <a:t>Ofertas en tiempo real</a:t>
              </a:r>
              <a:endParaRPr sz="3100">
                <a:solidFill>
                  <a:schemeClr val="lt1"/>
                </a:solidFill>
                <a:latin typeface="Corbel"/>
                <a:ea typeface="Corbel"/>
                <a:cs typeface="Corbel"/>
                <a:sym typeface="Corbel"/>
              </a:endParaRPr>
            </a:p>
          </p:txBody>
        </p:sp>
        <p:sp>
          <p:nvSpPr>
            <p:cNvPr id="306" name="Google Shape;306;p27"/>
            <p:cNvSpPr/>
            <p:nvPr/>
          </p:nvSpPr>
          <p:spPr>
            <a:xfrm>
              <a:off x="0" y="3956043"/>
              <a:ext cx="10566298" cy="314433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27"/>
            <p:cNvSpPr txBox="1"/>
            <p:nvPr/>
          </p:nvSpPr>
          <p:spPr>
            <a:xfrm>
              <a:off x="0" y="3956043"/>
              <a:ext cx="10566298" cy="3144330"/>
            </a:xfrm>
            <a:prstGeom prst="rect">
              <a:avLst/>
            </a:prstGeom>
            <a:noFill/>
            <a:ln>
              <a:noFill/>
            </a:ln>
          </p:spPr>
          <p:txBody>
            <a:bodyPr anchorCtr="0" anchor="t" bIns="39350" lIns="335475" spcFirstLastPara="1" rIns="220450" wrap="square" tIns="393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La oferta en tiempo real se refiere a la compra y venta de impresiones de anuncios en línea. Por lo general, debe realizarse mientras el usuario carga una página web en 100-120 milisegundos y, en ocasiones, en tan solo 50 milisegundos. Durante este periodo, las aplicaciones de ofertas en tiempo real solicitan ofertas a todos los compradores para el espacio publicitario, seleccionan una ganadora en función de diversos criterios, la muestran y recopilan información posterior a la publicación del anuncio. Las bases de datos en memoria son ideales para la incorporación, el procesamiento y el análisis de datos en tiempo real con una latencia inferior a los milisegundos.</a:t>
              </a:r>
              <a:endParaRPr b="0" i="0" sz="2400" u="none" cap="none" strike="noStrike">
                <a:solidFill>
                  <a:schemeClr val="dk1"/>
                </a:solidFill>
                <a:latin typeface="Corbel"/>
                <a:ea typeface="Corbel"/>
                <a:cs typeface="Corbel"/>
                <a:sym typeface="Corbel"/>
              </a:endParaRPr>
            </a:p>
          </p:txBody>
        </p:sp>
        <p:sp>
          <p:nvSpPr>
            <p:cNvPr id="308" name="Google Shape;308;p27"/>
            <p:cNvSpPr/>
            <p:nvPr/>
          </p:nvSpPr>
          <p:spPr>
            <a:xfrm>
              <a:off x="0" y="7100373"/>
              <a:ext cx="10566298" cy="743535"/>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7"/>
            <p:cNvSpPr txBox="1"/>
            <p:nvPr/>
          </p:nvSpPr>
          <p:spPr>
            <a:xfrm>
              <a:off x="36296" y="7136669"/>
              <a:ext cx="10493706" cy="670943"/>
            </a:xfrm>
            <a:prstGeom prst="rect">
              <a:avLst/>
            </a:prstGeom>
            <a:noFill/>
            <a:ln>
              <a:noFill/>
            </a:ln>
          </p:spPr>
          <p:txBody>
            <a:bodyPr anchorCtr="0" anchor="ctr" bIns="118100" lIns="118100" spcFirstLastPara="1" rIns="118100" wrap="square" tIns="118100">
              <a:noAutofit/>
            </a:bodyPr>
            <a:lstStyle/>
            <a:p>
              <a:pPr indent="0" lvl="0" marL="0" marR="0" rtl="0" algn="l">
                <a:lnSpc>
                  <a:spcPct val="90000"/>
                </a:lnSpc>
                <a:spcBef>
                  <a:spcPts val="0"/>
                </a:spcBef>
                <a:spcAft>
                  <a:spcPts val="0"/>
                </a:spcAft>
                <a:buClr>
                  <a:schemeClr val="lt1"/>
                </a:buClr>
                <a:buSzPts val="3100"/>
                <a:buFont typeface="Corbel"/>
                <a:buNone/>
              </a:pPr>
              <a:r>
                <a:rPr lang="en-US" sz="3100">
                  <a:solidFill>
                    <a:schemeClr val="lt1"/>
                  </a:solidFill>
                  <a:latin typeface="Corbel"/>
                  <a:ea typeface="Corbel"/>
                  <a:cs typeface="Corbel"/>
                  <a:sym typeface="Corbel"/>
                </a:rPr>
                <a:t>Tablas de clasificación de videojuegos</a:t>
              </a:r>
              <a:endParaRPr sz="3100">
                <a:solidFill>
                  <a:schemeClr val="lt1"/>
                </a:solidFill>
                <a:latin typeface="Corbel"/>
                <a:ea typeface="Corbel"/>
                <a:cs typeface="Corbel"/>
                <a:sym typeface="Corbel"/>
              </a:endParaRPr>
            </a:p>
          </p:txBody>
        </p:sp>
        <p:sp>
          <p:nvSpPr>
            <p:cNvPr id="310" name="Google Shape;310;p27"/>
            <p:cNvSpPr/>
            <p:nvPr/>
          </p:nvSpPr>
          <p:spPr>
            <a:xfrm>
              <a:off x="0" y="7843908"/>
              <a:ext cx="10566298" cy="211761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27"/>
            <p:cNvSpPr txBox="1"/>
            <p:nvPr/>
          </p:nvSpPr>
          <p:spPr>
            <a:xfrm>
              <a:off x="0" y="7843908"/>
              <a:ext cx="10566298" cy="2117610"/>
            </a:xfrm>
            <a:prstGeom prst="rect">
              <a:avLst/>
            </a:prstGeom>
            <a:noFill/>
            <a:ln>
              <a:noFill/>
            </a:ln>
          </p:spPr>
          <p:txBody>
            <a:bodyPr anchorCtr="0" anchor="t" bIns="39350" lIns="335475" spcFirstLastPara="1" rIns="220450" wrap="square" tIns="393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Una tabla de clasificación de videojuegos relativa muestra la posición de un jugador en relación con otros de rango similar. Estas tablas permiten fomentar la participación de los jugadores y evitar que se desmotiven en comparación con los mejores. Las bases de datos en memoria pueden ofrecer resultados de clasificación de forma rápida y actualizar la tabla en tiempo real en un juego donde participan millones de jugadores.</a:t>
              </a:r>
              <a:endParaRPr b="0" i="0" sz="2400" u="none" cap="none" strike="noStrike">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5" name="Shape 315"/>
        <p:cNvGrpSpPr/>
        <p:nvPr/>
      </p:nvGrpSpPr>
      <p:grpSpPr>
        <a:xfrm>
          <a:off x="0" y="0"/>
          <a:ext cx="0" cy="0"/>
          <a:chOff x="0" y="0"/>
          <a:chExt cx="0" cy="0"/>
        </a:xfrm>
      </p:grpSpPr>
      <p:sp>
        <p:nvSpPr>
          <p:cNvPr id="316" name="Google Shape;316;p28"/>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17" name="Google Shape;317;p28"/>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Columnares</a:t>
            </a:r>
            <a:endParaRPr/>
          </a:p>
        </p:txBody>
      </p:sp>
      <p:sp>
        <p:nvSpPr>
          <p:cNvPr id="318" name="Google Shape;318;p28"/>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19" name="Google Shape;319;p28"/>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0" name="Google Shape;320;p28"/>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1" name="Google Shape;321;p28"/>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2" name="Google Shape;322;p28"/>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3" name="Google Shape;323;p28"/>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4" name="Google Shape;324;p28"/>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25" name="Google Shape;325;p28"/>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lnSpcReduction="10000"/>
          </a:bodyPr>
          <a:lstStyle/>
          <a:p>
            <a:pPr indent="-428625" lvl="0" marL="428625" rtl="0" algn="l">
              <a:spcBef>
                <a:spcPts val="0"/>
              </a:spcBef>
              <a:spcAft>
                <a:spcPts val="0"/>
              </a:spcAft>
              <a:buSzPts val="6380"/>
              <a:buChar char="•"/>
            </a:pPr>
            <a:r>
              <a:rPr lang="en-US" sz="4400">
                <a:latin typeface="Open Sans"/>
                <a:ea typeface="Open Sans"/>
                <a:cs typeface="Open Sans"/>
                <a:sym typeface="Open Sans"/>
              </a:rPr>
              <a:t>Es posible que esté familiarizado con las bases de datos que almacenan registros en filas. Sin embargo, una base de datos columnar almacena los datos en columnas. Una base de datos columnar es una forma de base de datos NoSQL que almacena datos no estructurados. </a:t>
            </a:r>
            <a:endParaRPr b="1"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9" name="Shape 329"/>
        <p:cNvGrpSpPr/>
        <p:nvPr/>
      </p:nvGrpSpPr>
      <p:grpSpPr>
        <a:xfrm>
          <a:off x="0" y="0"/>
          <a:ext cx="0" cy="0"/>
          <a:chOff x="0" y="0"/>
          <a:chExt cx="0" cy="0"/>
        </a:xfrm>
      </p:grpSpPr>
      <p:sp>
        <p:nvSpPr>
          <p:cNvPr id="330" name="Google Shape;330;p29"/>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31" name="Google Shape;331;p29"/>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Columnares</a:t>
            </a:r>
            <a:endParaRPr/>
          </a:p>
        </p:txBody>
      </p:sp>
      <p:sp>
        <p:nvSpPr>
          <p:cNvPr id="332" name="Google Shape;332;p29"/>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33" name="Google Shape;333;p29"/>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4" name="Google Shape;334;p29"/>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5" name="Google Shape;335;p29"/>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6" name="Google Shape;336;p29"/>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7" name="Google Shape;337;p29"/>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8" name="Google Shape;338;p29"/>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39" name="Google Shape;339;p29"/>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2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Puede recuperar datos más rápidamente que una base de datos tradicional basada en filas estructurada. Las bases de datos que almacenan datos en columnas permiten lecturas mucho más rápidas, pero sacrifican el rendimiento en las transacciones de escritura. El rendimiento de lectura mejora porque los datos se almacenan agrupados por columna en lugar de por filas.</a:t>
            </a:r>
            <a:endParaRPr b="1" sz="44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343" name="Shape 343"/>
        <p:cNvGrpSpPr/>
        <p:nvPr/>
      </p:nvGrpSpPr>
      <p:grpSpPr>
        <a:xfrm>
          <a:off x="0" y="0"/>
          <a:ext cx="0" cy="0"/>
          <a:chOff x="0" y="0"/>
          <a:chExt cx="0" cy="0"/>
        </a:xfrm>
      </p:grpSpPr>
      <p:sp>
        <p:nvSpPr>
          <p:cNvPr id="344" name="Google Shape;344;p30"/>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45" name="Google Shape;345;p30"/>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346" name="Google Shape;346;p30"/>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4200"/>
              <a:buFont typeface="Impact"/>
              <a:buNone/>
            </a:pPr>
            <a:r>
              <a:rPr i="0" lang="en-US" sz="4200" u="none" cap="none" strike="noStrike">
                <a:solidFill>
                  <a:srgbClr val="FFFFFF"/>
                </a:solidFill>
                <a:latin typeface="Impact"/>
                <a:ea typeface="Impact"/>
                <a:cs typeface="Impact"/>
                <a:sym typeface="Impact"/>
              </a:rPr>
              <a:t>Carácteristicas de las Bases de Datos Columnares</a:t>
            </a:r>
            <a:endParaRPr sz="4200">
              <a:solidFill>
                <a:srgbClr val="FFFFFF"/>
              </a:solidFill>
            </a:endParaRPr>
          </a:p>
        </p:txBody>
      </p:sp>
      <p:grpSp>
        <p:nvGrpSpPr>
          <p:cNvPr id="347" name="Google Shape;347;p30"/>
          <p:cNvGrpSpPr/>
          <p:nvPr/>
        </p:nvGrpSpPr>
        <p:grpSpPr>
          <a:xfrm>
            <a:off x="4972938" y="0"/>
            <a:ext cx="3655219" cy="10287002"/>
            <a:chOff x="1320800" y="0"/>
            <a:chExt cx="2436813" cy="6858001"/>
          </a:xfrm>
        </p:grpSpPr>
        <p:sp>
          <p:nvSpPr>
            <p:cNvPr id="348" name="Google Shape;348;p30"/>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49" name="Google Shape;349;p30"/>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0" name="Google Shape;350;p30"/>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1" name="Google Shape;351;p30"/>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2" name="Google Shape;352;p30"/>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53" name="Google Shape;353;p30"/>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54" name="Google Shape;354;p30"/>
          <p:cNvGrpSpPr/>
          <p:nvPr/>
        </p:nvGrpSpPr>
        <p:grpSpPr>
          <a:xfrm>
            <a:off x="7515225" y="1029748"/>
            <a:ext cx="10526032" cy="8592172"/>
            <a:chOff x="0" y="1049"/>
            <a:chExt cx="10526032" cy="8592172"/>
          </a:xfrm>
        </p:grpSpPr>
        <p:cxnSp>
          <p:nvCxnSpPr>
            <p:cNvPr id="355" name="Google Shape;355;p30"/>
            <p:cNvCxnSpPr/>
            <p:nvPr/>
          </p:nvCxnSpPr>
          <p:spPr>
            <a:xfrm>
              <a:off x="0" y="1049"/>
              <a:ext cx="10526032" cy="0"/>
            </a:xfrm>
            <a:prstGeom prst="straightConnector1">
              <a:avLst/>
            </a:prstGeom>
            <a:solidFill>
              <a:srgbClr val="2FACEA"/>
            </a:solidFill>
            <a:ln cap="rnd" cmpd="sng" w="15875">
              <a:solidFill>
                <a:srgbClr val="2FACEA"/>
              </a:solidFill>
              <a:prstDash val="solid"/>
              <a:round/>
              <a:headEnd len="sm" w="sm" type="none"/>
              <a:tailEnd len="sm" w="sm" type="none"/>
            </a:ln>
          </p:spPr>
        </p:cxnSp>
        <p:sp>
          <p:nvSpPr>
            <p:cNvPr id="356" name="Google Shape;356;p30"/>
            <p:cNvSpPr/>
            <p:nvPr/>
          </p:nvSpPr>
          <p:spPr>
            <a:xfrm>
              <a:off x="0" y="1049"/>
              <a:ext cx="10526032" cy="17184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30"/>
            <p:cNvSpPr txBox="1"/>
            <p:nvPr/>
          </p:nvSpPr>
          <p:spPr>
            <a:xfrm>
              <a:off x="0" y="1049"/>
              <a:ext cx="10526032" cy="1718434"/>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orbel"/>
                <a:buNone/>
              </a:pPr>
              <a:r>
                <a:rPr b="1" lang="en-US" sz="2200">
                  <a:solidFill>
                    <a:schemeClr val="dk1"/>
                  </a:solidFill>
                  <a:latin typeface="Corbel"/>
                  <a:ea typeface="Corbel"/>
                  <a:cs typeface="Corbel"/>
                  <a:sym typeface="Corbel"/>
                </a:rPr>
                <a:t>Compresión de datos</a:t>
              </a:r>
              <a:r>
                <a:rPr lang="en-US" sz="2200">
                  <a:solidFill>
                    <a:schemeClr val="dk1"/>
                  </a:solidFill>
                  <a:latin typeface="Corbel"/>
                  <a:ea typeface="Corbel"/>
                  <a:cs typeface="Corbel"/>
                  <a:sym typeface="Corbel"/>
                </a:rPr>
                <a:t>: La compresión avanzada de datos reduce la cantidad de requisitos de almacenamiento, lo que también requiere menos tiempo de búsqueda para encontrar los datos en el disco. Los tiempos de búsqueda más rápidos y las actualizaciones del rendimiento aceleran los cálculos comunes (por ejemplo, MIN o SUM).</a:t>
              </a:r>
              <a:endParaRPr sz="2200">
                <a:solidFill>
                  <a:schemeClr val="dk1"/>
                </a:solidFill>
                <a:latin typeface="Corbel"/>
                <a:ea typeface="Corbel"/>
                <a:cs typeface="Corbel"/>
                <a:sym typeface="Corbel"/>
              </a:endParaRPr>
            </a:p>
          </p:txBody>
        </p:sp>
        <p:cxnSp>
          <p:nvCxnSpPr>
            <p:cNvPr id="358" name="Google Shape;358;p30"/>
            <p:cNvCxnSpPr/>
            <p:nvPr/>
          </p:nvCxnSpPr>
          <p:spPr>
            <a:xfrm>
              <a:off x="0" y="1719483"/>
              <a:ext cx="10526032" cy="0"/>
            </a:xfrm>
            <a:prstGeom prst="straightConnector1">
              <a:avLst/>
            </a:prstGeom>
            <a:solidFill>
              <a:srgbClr val="2FACEA"/>
            </a:solidFill>
            <a:ln cap="rnd" cmpd="sng" w="15875">
              <a:solidFill>
                <a:srgbClr val="2FACEA"/>
              </a:solidFill>
              <a:prstDash val="solid"/>
              <a:round/>
              <a:headEnd len="sm" w="sm" type="none"/>
              <a:tailEnd len="sm" w="sm" type="none"/>
            </a:ln>
          </p:spPr>
        </p:cxnSp>
        <p:sp>
          <p:nvSpPr>
            <p:cNvPr id="359" name="Google Shape;359;p30"/>
            <p:cNvSpPr/>
            <p:nvPr/>
          </p:nvSpPr>
          <p:spPr>
            <a:xfrm>
              <a:off x="0" y="1719483"/>
              <a:ext cx="10526032" cy="17184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30"/>
            <p:cNvSpPr txBox="1"/>
            <p:nvPr/>
          </p:nvSpPr>
          <p:spPr>
            <a:xfrm>
              <a:off x="0" y="1719483"/>
              <a:ext cx="10526032" cy="1718434"/>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orbel"/>
                <a:buNone/>
              </a:pPr>
              <a:r>
                <a:rPr b="1" lang="en-US" sz="2200">
                  <a:solidFill>
                    <a:schemeClr val="dk1"/>
                  </a:solidFill>
                  <a:latin typeface="Corbel"/>
                  <a:ea typeface="Corbel"/>
                  <a:cs typeface="Corbel"/>
                  <a:sym typeface="Corbel"/>
                </a:rPr>
                <a:t>Velocidad de análisis más rápida</a:t>
              </a:r>
              <a:r>
                <a:rPr lang="en-US" sz="2200">
                  <a:solidFill>
                    <a:schemeClr val="dk1"/>
                  </a:solidFill>
                  <a:latin typeface="Corbel"/>
                  <a:ea typeface="Corbel"/>
                  <a:cs typeface="Corbel"/>
                  <a:sym typeface="Corbel"/>
                </a:rPr>
                <a:t>: El software de aprendizaje automático y análisis requiere cantidades enormes de datos, por lo que una base de datos columnar acelera estas aplicaciones con un procesamiento de consultas más rápido de grandes conjuntos de datos.</a:t>
              </a:r>
              <a:endParaRPr sz="2200">
                <a:solidFill>
                  <a:schemeClr val="dk1"/>
                </a:solidFill>
                <a:latin typeface="Corbel"/>
                <a:ea typeface="Corbel"/>
                <a:cs typeface="Corbel"/>
                <a:sym typeface="Corbel"/>
              </a:endParaRPr>
            </a:p>
          </p:txBody>
        </p:sp>
        <p:cxnSp>
          <p:nvCxnSpPr>
            <p:cNvPr id="361" name="Google Shape;361;p30"/>
            <p:cNvCxnSpPr/>
            <p:nvPr/>
          </p:nvCxnSpPr>
          <p:spPr>
            <a:xfrm>
              <a:off x="0" y="3437918"/>
              <a:ext cx="10526032" cy="0"/>
            </a:xfrm>
            <a:prstGeom prst="straightConnector1">
              <a:avLst/>
            </a:prstGeom>
            <a:solidFill>
              <a:srgbClr val="2FACEA"/>
            </a:solidFill>
            <a:ln cap="rnd" cmpd="sng" w="15875">
              <a:solidFill>
                <a:srgbClr val="2FACEA"/>
              </a:solidFill>
              <a:prstDash val="solid"/>
              <a:round/>
              <a:headEnd len="sm" w="sm" type="none"/>
              <a:tailEnd len="sm" w="sm" type="none"/>
            </a:ln>
          </p:spPr>
        </p:cxnSp>
        <p:sp>
          <p:nvSpPr>
            <p:cNvPr id="362" name="Google Shape;362;p30"/>
            <p:cNvSpPr/>
            <p:nvPr/>
          </p:nvSpPr>
          <p:spPr>
            <a:xfrm>
              <a:off x="0" y="3437918"/>
              <a:ext cx="10526032" cy="17184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30"/>
            <p:cNvSpPr txBox="1"/>
            <p:nvPr/>
          </p:nvSpPr>
          <p:spPr>
            <a:xfrm>
              <a:off x="0" y="3437918"/>
              <a:ext cx="10526032" cy="1718434"/>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orbel"/>
                <a:buNone/>
              </a:pPr>
              <a:r>
                <a:rPr b="1" lang="en-US" sz="2200">
                  <a:solidFill>
                    <a:schemeClr val="dk1"/>
                  </a:solidFill>
                  <a:latin typeface="Corbel"/>
                  <a:ea typeface="Corbel"/>
                  <a:cs typeface="Corbel"/>
                  <a:sym typeface="Corbel"/>
                </a:rPr>
                <a:t>La autoindexación</a:t>
              </a:r>
              <a:r>
                <a:rPr lang="en-US" sz="2200">
                  <a:solidFill>
                    <a:schemeClr val="dk1"/>
                  </a:solidFill>
                  <a:latin typeface="Corbel"/>
                  <a:ea typeface="Corbel"/>
                  <a:cs typeface="Corbel"/>
                  <a:sym typeface="Corbel"/>
                </a:rPr>
                <a:t>: Los administradores que solían realizar índices manuales en las bases de datos tradicionales apreciarán la capacidad de autoindexación de la base de datos columnar, lo que también reduce la cantidad de espacio de almacenamiento necesario para los datos.</a:t>
              </a:r>
              <a:endParaRPr sz="2200">
                <a:solidFill>
                  <a:schemeClr val="dk1"/>
                </a:solidFill>
                <a:latin typeface="Corbel"/>
                <a:ea typeface="Corbel"/>
                <a:cs typeface="Corbel"/>
                <a:sym typeface="Corbel"/>
              </a:endParaRPr>
            </a:p>
          </p:txBody>
        </p:sp>
        <p:cxnSp>
          <p:nvCxnSpPr>
            <p:cNvPr id="364" name="Google Shape;364;p30"/>
            <p:cNvCxnSpPr/>
            <p:nvPr/>
          </p:nvCxnSpPr>
          <p:spPr>
            <a:xfrm>
              <a:off x="0" y="5156352"/>
              <a:ext cx="10526032" cy="0"/>
            </a:xfrm>
            <a:prstGeom prst="straightConnector1">
              <a:avLst/>
            </a:prstGeom>
            <a:solidFill>
              <a:srgbClr val="2FACEA"/>
            </a:solidFill>
            <a:ln cap="rnd" cmpd="sng" w="15875">
              <a:solidFill>
                <a:srgbClr val="2FACEA"/>
              </a:solidFill>
              <a:prstDash val="solid"/>
              <a:round/>
              <a:headEnd len="sm" w="sm" type="none"/>
              <a:tailEnd len="sm" w="sm" type="none"/>
            </a:ln>
          </p:spPr>
        </p:cxnSp>
        <p:sp>
          <p:nvSpPr>
            <p:cNvPr id="365" name="Google Shape;365;p30"/>
            <p:cNvSpPr/>
            <p:nvPr/>
          </p:nvSpPr>
          <p:spPr>
            <a:xfrm>
              <a:off x="0" y="5156352"/>
              <a:ext cx="10526032" cy="17184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30"/>
            <p:cNvSpPr txBox="1"/>
            <p:nvPr/>
          </p:nvSpPr>
          <p:spPr>
            <a:xfrm>
              <a:off x="0" y="5156352"/>
              <a:ext cx="10526032" cy="1718434"/>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orbel"/>
                <a:buNone/>
              </a:pPr>
              <a:r>
                <a:rPr b="1" lang="en-US" sz="2200">
                  <a:solidFill>
                    <a:schemeClr val="dk1"/>
                  </a:solidFill>
                  <a:latin typeface="Corbel"/>
                  <a:ea typeface="Corbel"/>
                  <a:cs typeface="Corbel"/>
                  <a:sym typeface="Corbel"/>
                </a:rPr>
                <a:t>Vectorización</a:t>
              </a:r>
              <a:r>
                <a:rPr lang="en-US" sz="2200">
                  <a:solidFill>
                    <a:schemeClr val="dk1"/>
                  </a:solidFill>
                  <a:latin typeface="Corbel"/>
                  <a:ea typeface="Corbel"/>
                  <a:cs typeface="Corbel"/>
                  <a:sym typeface="Corbel"/>
                </a:rPr>
                <a:t>: Las bases de datos Columnar manejan múltiples puntos de datos para realizar análisis avanzados y funciones matemáticas mucho más rápidamente que las bases de datos estándar basadas en filas.</a:t>
              </a:r>
              <a:endParaRPr sz="2200">
                <a:solidFill>
                  <a:schemeClr val="dk1"/>
                </a:solidFill>
                <a:latin typeface="Corbel"/>
                <a:ea typeface="Corbel"/>
                <a:cs typeface="Corbel"/>
                <a:sym typeface="Corbel"/>
              </a:endParaRPr>
            </a:p>
          </p:txBody>
        </p:sp>
        <p:cxnSp>
          <p:nvCxnSpPr>
            <p:cNvPr id="367" name="Google Shape;367;p30"/>
            <p:cNvCxnSpPr/>
            <p:nvPr/>
          </p:nvCxnSpPr>
          <p:spPr>
            <a:xfrm>
              <a:off x="0" y="6874787"/>
              <a:ext cx="10526032" cy="0"/>
            </a:xfrm>
            <a:prstGeom prst="straightConnector1">
              <a:avLst/>
            </a:prstGeom>
            <a:solidFill>
              <a:srgbClr val="2FACEA"/>
            </a:solidFill>
            <a:ln cap="rnd" cmpd="sng" w="15875">
              <a:solidFill>
                <a:srgbClr val="2FACEA"/>
              </a:solidFill>
              <a:prstDash val="solid"/>
              <a:round/>
              <a:headEnd len="sm" w="sm" type="none"/>
              <a:tailEnd len="sm" w="sm" type="none"/>
            </a:ln>
          </p:spPr>
        </p:cxnSp>
        <p:sp>
          <p:nvSpPr>
            <p:cNvPr id="368" name="Google Shape;368;p30"/>
            <p:cNvSpPr/>
            <p:nvPr/>
          </p:nvSpPr>
          <p:spPr>
            <a:xfrm>
              <a:off x="0" y="6874787"/>
              <a:ext cx="10526032" cy="1718434"/>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30"/>
            <p:cNvSpPr txBox="1"/>
            <p:nvPr/>
          </p:nvSpPr>
          <p:spPr>
            <a:xfrm>
              <a:off x="0" y="6874787"/>
              <a:ext cx="10526032" cy="1718434"/>
            </a:xfrm>
            <a:prstGeom prst="rect">
              <a:avLst/>
            </a:prstGeom>
            <a:noFill/>
            <a:ln>
              <a:noFill/>
            </a:ln>
          </p:spPr>
          <p:txBody>
            <a:bodyPr anchorCtr="0" anchor="t" bIns="83800" lIns="83800" spcFirstLastPara="1" rIns="83800" wrap="square" tIns="83800">
              <a:noAutofit/>
            </a:bodyPr>
            <a:lstStyle/>
            <a:p>
              <a:pPr indent="0" lvl="0" marL="0" marR="0" rtl="0" algn="l">
                <a:lnSpc>
                  <a:spcPct val="90000"/>
                </a:lnSpc>
                <a:spcBef>
                  <a:spcPts val="0"/>
                </a:spcBef>
                <a:spcAft>
                  <a:spcPts val="0"/>
                </a:spcAft>
                <a:buClr>
                  <a:schemeClr val="dk1"/>
                </a:buClr>
                <a:buSzPts val="2200"/>
                <a:buFont typeface="Corbel"/>
                <a:buNone/>
              </a:pPr>
              <a:r>
                <a:rPr b="1" lang="en-US" sz="2200">
                  <a:solidFill>
                    <a:schemeClr val="dk1"/>
                  </a:solidFill>
                  <a:latin typeface="Corbel"/>
                  <a:ea typeface="Corbel"/>
                  <a:cs typeface="Corbel"/>
                  <a:sym typeface="Corbel"/>
                </a:rPr>
                <a:t>Eliminación de NULL</a:t>
              </a:r>
              <a:r>
                <a:rPr lang="en-US" sz="2200">
                  <a:solidFill>
                    <a:schemeClr val="dk1"/>
                  </a:solidFill>
                  <a:latin typeface="Corbel"/>
                  <a:ea typeface="Corbel"/>
                  <a:cs typeface="Corbel"/>
                  <a:sym typeface="Corbel"/>
                </a:rPr>
                <a:t>: En lugar de almacenar valores nulos, que ocupan espacio de almacenamiento, las bases de datos columnares no almacenan valores ausentes o nulos.</a:t>
              </a:r>
              <a:endParaRPr sz="22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373" name="Shape 373"/>
        <p:cNvGrpSpPr/>
        <p:nvPr/>
      </p:nvGrpSpPr>
      <p:grpSpPr>
        <a:xfrm>
          <a:off x="0" y="0"/>
          <a:ext cx="0" cy="0"/>
          <a:chOff x="0" y="0"/>
          <a:chExt cx="0" cy="0"/>
        </a:xfrm>
      </p:grpSpPr>
      <p:sp>
        <p:nvSpPr>
          <p:cNvPr id="374" name="Google Shape;374;p31"/>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75" name="Google Shape;375;p31"/>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376" name="Google Shape;376;p31"/>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lang="en-US" sz="5600">
                <a:solidFill>
                  <a:srgbClr val="FFFFFF"/>
                </a:solidFill>
                <a:latin typeface="Impact"/>
                <a:ea typeface="Impact"/>
                <a:cs typeface="Impact"/>
                <a:sym typeface="Impact"/>
              </a:rPr>
              <a:t>Casos de uso de </a:t>
            </a:r>
            <a:r>
              <a:rPr i="0" lang="en-US" sz="5600" u="none" cap="none" strike="noStrike">
                <a:solidFill>
                  <a:srgbClr val="FFFFFF"/>
                </a:solidFill>
                <a:latin typeface="Impact"/>
                <a:ea typeface="Impact"/>
                <a:cs typeface="Impact"/>
                <a:sym typeface="Impact"/>
              </a:rPr>
              <a:t>Bases de Datos Columnares</a:t>
            </a:r>
            <a:endParaRPr sz="5600">
              <a:solidFill>
                <a:srgbClr val="FFFFFF"/>
              </a:solidFill>
            </a:endParaRPr>
          </a:p>
        </p:txBody>
      </p:sp>
      <p:grpSp>
        <p:nvGrpSpPr>
          <p:cNvPr id="377" name="Google Shape;377;p31"/>
          <p:cNvGrpSpPr/>
          <p:nvPr/>
        </p:nvGrpSpPr>
        <p:grpSpPr>
          <a:xfrm>
            <a:off x="4972938" y="0"/>
            <a:ext cx="3655219" cy="10287002"/>
            <a:chOff x="1320800" y="0"/>
            <a:chExt cx="2436813" cy="6858001"/>
          </a:xfrm>
        </p:grpSpPr>
        <p:sp>
          <p:nvSpPr>
            <p:cNvPr id="378" name="Google Shape;378;p31"/>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79" name="Google Shape;379;p31"/>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0" name="Google Shape;380;p31"/>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1" name="Google Shape;381;p31"/>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2" name="Google Shape;382;p31"/>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83" name="Google Shape;383;p31"/>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384" name="Google Shape;384;p31"/>
          <p:cNvGrpSpPr/>
          <p:nvPr/>
        </p:nvGrpSpPr>
        <p:grpSpPr>
          <a:xfrm>
            <a:off x="7515225" y="1082070"/>
            <a:ext cx="9739312" cy="7551359"/>
            <a:chOff x="0" y="53370"/>
            <a:chExt cx="9739312" cy="7551359"/>
          </a:xfrm>
        </p:grpSpPr>
        <p:sp>
          <p:nvSpPr>
            <p:cNvPr id="385" name="Google Shape;385;p31"/>
            <p:cNvSpPr/>
            <p:nvPr/>
          </p:nvSpPr>
          <p:spPr>
            <a:xfrm>
              <a:off x="0" y="53370"/>
              <a:ext cx="9739312" cy="2471039"/>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31"/>
            <p:cNvSpPr txBox="1"/>
            <p:nvPr/>
          </p:nvSpPr>
          <p:spPr>
            <a:xfrm>
              <a:off x="120626" y="173996"/>
              <a:ext cx="9498060" cy="2229787"/>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Corbel"/>
                <a:buNone/>
              </a:pPr>
              <a:r>
                <a:rPr b="1" lang="en-US" sz="2400">
                  <a:solidFill>
                    <a:schemeClr val="lt1"/>
                  </a:solidFill>
                  <a:latin typeface="Corbel"/>
                  <a:ea typeface="Corbel"/>
                  <a:cs typeface="Corbel"/>
                  <a:sym typeface="Corbel"/>
                </a:rPr>
                <a:t>Analíticas empresariales</a:t>
              </a:r>
              <a:r>
                <a:rPr lang="en-US" sz="2400">
                  <a:solidFill>
                    <a:schemeClr val="lt1"/>
                  </a:solidFill>
                  <a:latin typeface="Corbel"/>
                  <a:ea typeface="Corbel"/>
                  <a:cs typeface="Corbel"/>
                  <a:sym typeface="Corbel"/>
                </a:rPr>
                <a:t>: Para muchas métricas empresariales, necesita unas pocas columnas para resumir el éxito. Una base de datos columnar puede mostrar mejor las predicciones de análisis y aprendizaje automático basadas en estas pocas columnas. Por ejemplo, los análisis basados en las ventas totales de un producto pueden ser adecuados para el almacenamiento de bases de datos columnares.</a:t>
              </a:r>
              <a:endParaRPr sz="2400">
                <a:solidFill>
                  <a:schemeClr val="lt1"/>
                </a:solidFill>
                <a:latin typeface="Corbel"/>
                <a:ea typeface="Corbel"/>
                <a:cs typeface="Corbel"/>
                <a:sym typeface="Corbel"/>
              </a:endParaRPr>
            </a:p>
          </p:txBody>
        </p:sp>
        <p:sp>
          <p:nvSpPr>
            <p:cNvPr id="387" name="Google Shape;387;p31"/>
            <p:cNvSpPr/>
            <p:nvPr/>
          </p:nvSpPr>
          <p:spPr>
            <a:xfrm>
              <a:off x="0" y="2593530"/>
              <a:ext cx="9739312" cy="2471039"/>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31"/>
            <p:cNvSpPr txBox="1"/>
            <p:nvPr/>
          </p:nvSpPr>
          <p:spPr>
            <a:xfrm>
              <a:off x="120626" y="2714156"/>
              <a:ext cx="9498060" cy="2229787"/>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Corbel"/>
                <a:buNone/>
              </a:pPr>
              <a:r>
                <a:rPr b="1" lang="en-US" sz="2400">
                  <a:solidFill>
                    <a:schemeClr val="lt1"/>
                  </a:solidFill>
                  <a:latin typeface="Corbel"/>
                  <a:ea typeface="Corbel"/>
                  <a:cs typeface="Corbel"/>
                  <a:sym typeface="Corbel"/>
                </a:rPr>
                <a:t>Supervisión de la seguridad o las aplicaciones</a:t>
              </a:r>
              <a:r>
                <a:rPr lang="en-US" sz="2400">
                  <a:solidFill>
                    <a:schemeClr val="lt1"/>
                  </a:solidFill>
                  <a:latin typeface="Corbel"/>
                  <a:ea typeface="Corbel"/>
                  <a:cs typeface="Corbel"/>
                  <a:sym typeface="Corbel"/>
                </a:rPr>
                <a:t>: Los datos recopilados a partir de los eventos de la aplicación (por ejemplo, errores de autenticación o tiempos de respuesta) pueden almacenarse en una base de datos columnar y usarse en analíticas para mejorar el rendimiento y detener cualquier ciberataque en curso.</a:t>
              </a:r>
              <a:endParaRPr sz="2400">
                <a:solidFill>
                  <a:schemeClr val="lt1"/>
                </a:solidFill>
                <a:latin typeface="Corbel"/>
                <a:ea typeface="Corbel"/>
                <a:cs typeface="Corbel"/>
                <a:sym typeface="Corbel"/>
              </a:endParaRPr>
            </a:p>
          </p:txBody>
        </p:sp>
        <p:sp>
          <p:nvSpPr>
            <p:cNvPr id="389" name="Google Shape;389;p31"/>
            <p:cNvSpPr/>
            <p:nvPr/>
          </p:nvSpPr>
          <p:spPr>
            <a:xfrm>
              <a:off x="0" y="5133690"/>
              <a:ext cx="9739312" cy="2471039"/>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31"/>
            <p:cNvSpPr txBox="1"/>
            <p:nvPr/>
          </p:nvSpPr>
          <p:spPr>
            <a:xfrm>
              <a:off x="120626" y="5254316"/>
              <a:ext cx="9498060" cy="2229787"/>
            </a:xfrm>
            <a:prstGeom prst="rect">
              <a:avLst/>
            </a:prstGeom>
            <a:noFill/>
            <a:ln>
              <a:noFill/>
            </a:ln>
          </p:spPr>
          <p:txBody>
            <a:bodyPr anchorCtr="0" anchor="ctr" bIns="91425" lIns="91425" spcFirstLastPara="1" rIns="91425" wrap="square" tIns="91425">
              <a:noAutofit/>
            </a:bodyPr>
            <a:lstStyle/>
            <a:p>
              <a:pPr indent="0" lvl="0" marL="0" marR="0" rtl="0" algn="l">
                <a:lnSpc>
                  <a:spcPct val="90000"/>
                </a:lnSpc>
                <a:spcBef>
                  <a:spcPts val="0"/>
                </a:spcBef>
                <a:spcAft>
                  <a:spcPts val="0"/>
                </a:spcAft>
                <a:buClr>
                  <a:schemeClr val="lt1"/>
                </a:buClr>
                <a:buSzPts val="2400"/>
                <a:buFont typeface="Corbel"/>
                <a:buNone/>
              </a:pPr>
              <a:r>
                <a:rPr b="1" lang="en-US" sz="2400">
                  <a:solidFill>
                    <a:schemeClr val="lt1"/>
                  </a:solidFill>
                  <a:latin typeface="Corbel"/>
                  <a:ea typeface="Corbel"/>
                  <a:cs typeface="Corbel"/>
                  <a:sym typeface="Corbel"/>
                </a:rPr>
                <a:t>IoT</a:t>
              </a:r>
              <a:r>
                <a:rPr lang="en-US" sz="2400">
                  <a:solidFill>
                    <a:schemeClr val="lt1"/>
                  </a:solidFill>
                  <a:latin typeface="Corbel"/>
                  <a:ea typeface="Corbel"/>
                  <a:cs typeface="Corbel"/>
                  <a:sym typeface="Corbel"/>
                </a:rPr>
                <a:t>: los sensores de IoT para la maquinaria de almacén o la supervisión sanitaria recogen datos y los almacenan en columnas específicas, que luego pueden usarse para detectar anomalías en la maquinaria o la bioactividad humana.</a:t>
              </a:r>
              <a:endParaRPr sz="24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4" name="Shape 394"/>
        <p:cNvGrpSpPr/>
        <p:nvPr/>
      </p:nvGrpSpPr>
      <p:grpSpPr>
        <a:xfrm>
          <a:off x="0" y="0"/>
          <a:ext cx="0" cy="0"/>
          <a:chOff x="0" y="0"/>
          <a:chExt cx="0" cy="0"/>
        </a:xfrm>
      </p:grpSpPr>
      <p:sp>
        <p:nvSpPr>
          <p:cNvPr id="395" name="Google Shape;395;p32"/>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396" name="Google Shape;396;p32"/>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MPP</a:t>
            </a:r>
            <a:endParaRPr/>
          </a:p>
        </p:txBody>
      </p:sp>
      <p:sp>
        <p:nvSpPr>
          <p:cNvPr id="397" name="Google Shape;397;p32"/>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398" name="Google Shape;398;p32"/>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399" name="Google Shape;399;p32"/>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0" name="Google Shape;400;p32"/>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1" name="Google Shape;401;p32"/>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2" name="Google Shape;402;p32"/>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3" name="Google Shape;403;p32"/>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04" name="Google Shape;404;p32"/>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El MPP se refiere a un tipo de computación que utiliza muchos procesadores u ordenadores para realizar tareas simultáneamente. Está diseñado para manejar grandes cantidades de datos y consultas complejas con más eficacia que los métodos informáticos tradicionales.</a:t>
            </a:r>
            <a:endParaRPr b="1" sz="4400"/>
          </a:p>
        </p:txBody>
      </p:sp>
    </p:spTree>
  </p:cSld>
  <p:clrMapOvr>
    <a:masterClrMapping/>
  </p:clrMapOvr>
  <mc:AlternateContent>
    <mc:Choice Requires="p14">
      <p:transition spd="slow" p14:dur="1300">
        <p14:pan dir="u"/>
      </p:transition>
    </mc:Choice>
    <mc:Fallback>
      <p:transition spd="med">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8" name="Shape 408"/>
        <p:cNvGrpSpPr/>
        <p:nvPr/>
      </p:nvGrpSpPr>
      <p:grpSpPr>
        <a:xfrm>
          <a:off x="0" y="0"/>
          <a:ext cx="0" cy="0"/>
          <a:chOff x="0" y="0"/>
          <a:chExt cx="0" cy="0"/>
        </a:xfrm>
      </p:grpSpPr>
      <p:sp>
        <p:nvSpPr>
          <p:cNvPr id="409" name="Google Shape;409;p33"/>
          <p:cNvSpPr/>
          <p:nvPr/>
        </p:nvSpPr>
        <p:spPr>
          <a:xfrm>
            <a:off x="0" y="0"/>
            <a:ext cx="18288000"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10" name="Google Shape;410;p33"/>
          <p:cNvSpPr txBox="1"/>
          <p:nvPr>
            <p:ph type="title"/>
          </p:nvPr>
        </p:nvSpPr>
        <p:spPr>
          <a:xfrm>
            <a:off x="5781676" y="1028700"/>
            <a:ext cx="11472860" cy="262889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6000"/>
              <a:buFont typeface="Impact"/>
              <a:buNone/>
            </a:pPr>
            <a:r>
              <a:rPr i="0" lang="en-US" u="none" cap="none" strike="noStrike">
                <a:latin typeface="Impact"/>
                <a:ea typeface="Impact"/>
                <a:cs typeface="Impact"/>
                <a:sym typeface="Impact"/>
              </a:rPr>
              <a:t>Bases de Datos MPP</a:t>
            </a:r>
            <a:endParaRPr/>
          </a:p>
        </p:txBody>
      </p:sp>
      <p:sp>
        <p:nvSpPr>
          <p:cNvPr id="411" name="Google Shape;411;p33"/>
          <p:cNvSpPr/>
          <p:nvPr/>
        </p:nvSpPr>
        <p:spPr>
          <a:xfrm>
            <a:off x="0" y="0"/>
            <a:ext cx="5109589" cy="10287000"/>
          </a:xfrm>
          <a:prstGeom prst="rect">
            <a:avLst/>
          </a:prstGeom>
          <a:gradFill>
            <a:gsLst>
              <a:gs pos="0">
                <a:srgbClr val="159FE7"/>
              </a:gs>
              <a:gs pos="23000">
                <a:srgbClr val="159FE7"/>
              </a:gs>
              <a:gs pos="69000">
                <a:srgbClr val="1186C3"/>
              </a:gs>
              <a:gs pos="97000">
                <a:srgbClr val="107DB6"/>
              </a:gs>
              <a:gs pos="100000">
                <a:srgbClr val="107DB6"/>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Corbel"/>
              <a:buNone/>
            </a:pPr>
            <a:r>
              <a:t/>
            </a:r>
            <a:endParaRPr b="0" i="0" sz="1800" u="none" cap="none" strike="noStrike">
              <a:solidFill>
                <a:srgbClr val="FFFFFF"/>
              </a:solidFill>
              <a:latin typeface="Century Gothic"/>
              <a:ea typeface="Century Gothic"/>
              <a:cs typeface="Century Gothic"/>
              <a:sym typeface="Century Gothic"/>
            </a:endParaRPr>
          </a:p>
        </p:txBody>
      </p:sp>
      <p:sp>
        <p:nvSpPr>
          <p:cNvPr id="412" name="Google Shape;412;p33"/>
          <p:cNvSpPr/>
          <p:nvPr/>
        </p:nvSpPr>
        <p:spPr>
          <a:xfrm>
            <a:off x="742849" y="1"/>
            <a:ext cx="1288326" cy="4171436"/>
          </a:xfrm>
          <a:custGeom>
            <a:rect b="b" l="l" r="r" t="t"/>
            <a:pathLst>
              <a:path extrusionOk="0" h="1753" w="670">
                <a:moveTo>
                  <a:pt x="0" y="1696"/>
                </a:moveTo>
                <a:lnTo>
                  <a:pt x="225" y="1753"/>
                </a:lnTo>
                <a:lnTo>
                  <a:pt x="670" y="0"/>
                </a:lnTo>
                <a:lnTo>
                  <a:pt x="430" y="0"/>
                </a:lnTo>
                <a:lnTo>
                  <a:pt x="0" y="1696"/>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3" name="Google Shape;413;p33"/>
          <p:cNvSpPr/>
          <p:nvPr/>
        </p:nvSpPr>
        <p:spPr>
          <a:xfrm>
            <a:off x="212136" y="1"/>
            <a:ext cx="1253715" cy="4007243"/>
          </a:xfrm>
          <a:custGeom>
            <a:rect b="b" l="l" r="r" t="t"/>
            <a:pathLst>
              <a:path extrusionOk="0" h="1684" w="652">
                <a:moveTo>
                  <a:pt x="225" y="1684"/>
                </a:moveTo>
                <a:lnTo>
                  <a:pt x="652" y="0"/>
                </a:lnTo>
                <a:lnTo>
                  <a:pt x="411" y="0"/>
                </a:lnTo>
                <a:lnTo>
                  <a:pt x="0" y="1627"/>
                </a:lnTo>
                <a:lnTo>
                  <a:pt x="219" y="1681"/>
                </a:lnTo>
                <a:lnTo>
                  <a:pt x="225" y="1684"/>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4" name="Google Shape;414;p33"/>
          <p:cNvSpPr/>
          <p:nvPr/>
        </p:nvSpPr>
        <p:spPr>
          <a:xfrm>
            <a:off x="212136" y="3878745"/>
            <a:ext cx="3263119" cy="6408256"/>
          </a:xfrm>
          <a:custGeom>
            <a:rect b="b" l="l" r="r" t="t"/>
            <a:pathLst>
              <a:path extrusionOk="0" h="2693" w="1697">
                <a:moveTo>
                  <a:pt x="0" y="0"/>
                </a:moveTo>
                <a:lnTo>
                  <a:pt x="1622" y="2693"/>
                </a:lnTo>
                <a:lnTo>
                  <a:pt x="1697" y="2693"/>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5" name="Google Shape;415;p33"/>
          <p:cNvSpPr/>
          <p:nvPr/>
        </p:nvSpPr>
        <p:spPr>
          <a:xfrm>
            <a:off x="748617" y="4042938"/>
            <a:ext cx="4036114" cy="6244063"/>
          </a:xfrm>
          <a:custGeom>
            <a:rect b="b" l="l" r="r" t="t"/>
            <a:pathLst>
              <a:path extrusionOk="0" h="2624" w="2099">
                <a:moveTo>
                  <a:pt x="2099" y="2624"/>
                </a:moveTo>
                <a:lnTo>
                  <a:pt x="0" y="0"/>
                </a:lnTo>
                <a:lnTo>
                  <a:pt x="2021" y="2624"/>
                </a:lnTo>
                <a:lnTo>
                  <a:pt x="2099" y="2624"/>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6" name="Google Shape;416;p33"/>
          <p:cNvSpPr/>
          <p:nvPr/>
        </p:nvSpPr>
        <p:spPr>
          <a:xfrm>
            <a:off x="742849" y="4035798"/>
            <a:ext cx="4356480" cy="6251203"/>
          </a:xfrm>
          <a:custGeom>
            <a:rect b="b" l="l" r="r" t="t"/>
            <a:pathLst>
              <a:path extrusionOk="0" h="4167469" w="2904320">
                <a:moveTo>
                  <a:pt x="0" y="0"/>
                </a:moveTo>
                <a:lnTo>
                  <a:pt x="288431" y="90425"/>
                </a:lnTo>
                <a:lnTo>
                  <a:pt x="2904320" y="3220465"/>
                </a:lnTo>
                <a:lnTo>
                  <a:pt x="2904320" y="4167469"/>
                </a:lnTo>
                <a:lnTo>
                  <a:pt x="2694589" y="4167469"/>
                </a:lnTo>
                <a:lnTo>
                  <a:pt x="3846" y="4759"/>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7" name="Google Shape;417;p33"/>
          <p:cNvSpPr/>
          <p:nvPr/>
        </p:nvSpPr>
        <p:spPr>
          <a:xfrm>
            <a:off x="212136" y="3871606"/>
            <a:ext cx="4341852" cy="6415395"/>
          </a:xfrm>
          <a:custGeom>
            <a:rect b="b" l="l" r="r" t="t"/>
            <a:pathLst>
              <a:path extrusionOk="0" h="2696" w="2258">
                <a:moveTo>
                  <a:pt x="2258" y="2696"/>
                </a:moveTo>
                <a:lnTo>
                  <a:pt x="264" y="111"/>
                </a:lnTo>
                <a:lnTo>
                  <a:pt x="228" y="60"/>
                </a:lnTo>
                <a:lnTo>
                  <a:pt x="225" y="57"/>
                </a:lnTo>
                <a:lnTo>
                  <a:pt x="0" y="0"/>
                </a:lnTo>
                <a:lnTo>
                  <a:pt x="0" y="3"/>
                </a:lnTo>
                <a:lnTo>
                  <a:pt x="1697" y="2696"/>
                </a:lnTo>
                <a:lnTo>
                  <a:pt x="2258" y="2696"/>
                </a:lnTo>
                <a:close/>
              </a:path>
            </a:pathLst>
          </a:custGeom>
          <a:solidFill>
            <a:srgbClr val="40404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18" name="Google Shape;418;p33"/>
          <p:cNvSpPr txBox="1"/>
          <p:nvPr>
            <p:ph idx="1" type="body"/>
          </p:nvPr>
        </p:nvSpPr>
        <p:spPr>
          <a:xfrm>
            <a:off x="5781676" y="4000498"/>
            <a:ext cx="11472858" cy="4686302"/>
          </a:xfrm>
          <a:prstGeom prst="rect">
            <a:avLst/>
          </a:prstGeom>
          <a:noFill/>
          <a:ln>
            <a:noFill/>
          </a:ln>
        </p:spPr>
        <p:txBody>
          <a:bodyPr anchorCtr="0" anchor="t" bIns="45700" lIns="91425" spcFirstLastPara="1" rIns="91425" wrap="square" tIns="45700">
            <a:normAutofit fontScale="92500" lnSpcReduction="10000"/>
          </a:bodyPr>
          <a:lstStyle/>
          <a:p>
            <a:pPr indent="-428625" lvl="0" marL="428625" rtl="0" algn="l">
              <a:spcBef>
                <a:spcPts val="0"/>
              </a:spcBef>
              <a:spcAft>
                <a:spcPts val="0"/>
              </a:spcAft>
              <a:buSzPct val="145000"/>
              <a:buChar char="•"/>
            </a:pPr>
            <a:r>
              <a:rPr lang="en-US" sz="4400">
                <a:latin typeface="Open Sans"/>
                <a:ea typeface="Open Sans"/>
                <a:cs typeface="Open Sans"/>
                <a:sym typeface="Open Sans"/>
              </a:rPr>
              <a:t>Una base de datos MPP es un sistema de almacenamiento de datos que emplea el procesamiento paralelo masivo. Un MPP utiliza numerosos procesadores para realizar tareas de forma simultánea, lo que lo hace especialmente apto para gestionar grandes cantidades de datos y consultas complejas.</a:t>
            </a:r>
            <a:endParaRPr b="1" sz="44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22" name="Shape 422"/>
        <p:cNvGrpSpPr/>
        <p:nvPr/>
      </p:nvGrpSpPr>
      <p:grpSpPr>
        <a:xfrm>
          <a:off x="0" y="0"/>
          <a:ext cx="0" cy="0"/>
          <a:chOff x="0" y="0"/>
          <a:chExt cx="0" cy="0"/>
        </a:xfrm>
      </p:grpSpPr>
      <p:sp>
        <p:nvSpPr>
          <p:cNvPr id="423" name="Google Shape;423;p34"/>
          <p:cNvSpPr/>
          <p:nvPr/>
        </p:nvSpPr>
        <p:spPr>
          <a:xfrm>
            <a:off x="11604459" y="1"/>
            <a:ext cx="6683541" cy="10287000"/>
          </a:xfrm>
          <a:prstGeom prst="rect">
            <a:avLst/>
          </a:prstGeom>
          <a:blipFill rotWithShape="1">
            <a:blip r:embed="rId3">
              <a:alphaModFix/>
            </a:blip>
            <a:stretch>
              <a:fillRect b="0" l="0" r="0" t="0"/>
            </a:stretch>
          </a:blip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24" name="Google Shape;424;p34"/>
          <p:cNvSpPr txBox="1"/>
          <p:nvPr>
            <p:ph type="title"/>
          </p:nvPr>
        </p:nvSpPr>
        <p:spPr>
          <a:xfrm>
            <a:off x="13757088" y="1611588"/>
            <a:ext cx="3665149" cy="656694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000000"/>
              </a:buClr>
              <a:buSzPts val="6000"/>
              <a:buFont typeface="Impact"/>
              <a:buNone/>
            </a:pPr>
            <a:r>
              <a:rPr i="0" lang="en-US" u="none" cap="none" strike="noStrike">
                <a:solidFill>
                  <a:srgbClr val="000000"/>
                </a:solidFill>
                <a:latin typeface="Impact"/>
                <a:ea typeface="Impact"/>
                <a:cs typeface="Impact"/>
                <a:sym typeface="Impact"/>
              </a:rPr>
              <a:t>Ventajas de MPP</a:t>
            </a:r>
            <a:endParaRPr>
              <a:solidFill>
                <a:srgbClr val="000000"/>
              </a:solidFill>
            </a:endParaRPr>
          </a:p>
        </p:txBody>
      </p:sp>
      <p:sp>
        <p:nvSpPr>
          <p:cNvPr id="425" name="Google Shape;425;p34"/>
          <p:cNvSpPr/>
          <p:nvPr/>
        </p:nvSpPr>
        <p:spPr>
          <a:xfrm flipH="1" rot="10800000">
            <a:off x="0" y="0"/>
            <a:ext cx="13548150" cy="10287000"/>
          </a:xfrm>
          <a:custGeom>
            <a:rect b="b" l="l" r="r" t="t"/>
            <a:pathLst>
              <a:path extrusionOk="0" h="6858000" w="9032100">
                <a:moveTo>
                  <a:pt x="7891921" y="1602751"/>
                </a:moveTo>
                <a:lnTo>
                  <a:pt x="9032100" y="0"/>
                </a:lnTo>
                <a:lnTo>
                  <a:pt x="7880182" y="0"/>
                </a:lnTo>
                <a:lnTo>
                  <a:pt x="7880182" y="1528762"/>
                </a:lnTo>
                <a:close/>
                <a:moveTo>
                  <a:pt x="7880182" y="6858000"/>
                </a:moveTo>
                <a:lnTo>
                  <a:pt x="8725712" y="6858000"/>
                </a:lnTo>
                <a:lnTo>
                  <a:pt x="7891921" y="1602751"/>
                </a:lnTo>
                <a:lnTo>
                  <a:pt x="7880182" y="1619252"/>
                </a:lnTo>
                <a:close/>
                <a:moveTo>
                  <a:pt x="0" y="6858000"/>
                </a:moveTo>
                <a:lnTo>
                  <a:pt x="7880181" y="6858000"/>
                </a:lnTo>
                <a:lnTo>
                  <a:pt x="7880181" y="0"/>
                </a:lnTo>
                <a:lnTo>
                  <a:pt x="0" y="0"/>
                </a:lnTo>
                <a:close/>
              </a:path>
            </a:pathLst>
          </a:cu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grpSp>
        <p:nvGrpSpPr>
          <p:cNvPr id="426" name="Google Shape;426;p34"/>
          <p:cNvGrpSpPr/>
          <p:nvPr/>
        </p:nvGrpSpPr>
        <p:grpSpPr>
          <a:xfrm>
            <a:off x="11914000" y="0"/>
            <a:ext cx="3655220" cy="10287002"/>
            <a:chOff x="1320800" y="0"/>
            <a:chExt cx="2436813" cy="6858001"/>
          </a:xfrm>
        </p:grpSpPr>
        <p:sp>
          <p:nvSpPr>
            <p:cNvPr id="427" name="Google Shape;427;p34"/>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8" name="Google Shape;428;p34"/>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29" name="Google Shape;429;p34"/>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0" name="Google Shape;430;p34"/>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1" name="Google Shape;431;p34"/>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32" name="Google Shape;432;p34"/>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33" name="Google Shape;433;p34"/>
          <p:cNvGrpSpPr/>
          <p:nvPr/>
        </p:nvGrpSpPr>
        <p:grpSpPr>
          <a:xfrm>
            <a:off x="965200" y="968464"/>
            <a:ext cx="10124282" cy="7853187"/>
            <a:chOff x="0" y="3262"/>
            <a:chExt cx="10124282" cy="7853187"/>
          </a:xfrm>
        </p:grpSpPr>
        <p:sp>
          <p:nvSpPr>
            <p:cNvPr id="434" name="Google Shape;434;p34"/>
            <p:cNvSpPr/>
            <p:nvPr/>
          </p:nvSpPr>
          <p:spPr>
            <a:xfrm>
              <a:off x="0" y="3262"/>
              <a:ext cx="10124282" cy="1653302"/>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34"/>
            <p:cNvSpPr/>
            <p:nvPr/>
          </p:nvSpPr>
          <p:spPr>
            <a:xfrm>
              <a:off x="500124" y="375255"/>
              <a:ext cx="909316" cy="909316"/>
            </a:xfrm>
            <a:prstGeom prst="rect">
              <a:avLst/>
            </a:prstGeom>
            <a:blipFill rotWithShape="1">
              <a:blip r:embed="rId4">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4"/>
            <p:cNvSpPr/>
            <p:nvPr/>
          </p:nvSpPr>
          <p:spPr>
            <a:xfrm>
              <a:off x="1909564" y="3262"/>
              <a:ext cx="8214717" cy="16533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34"/>
            <p:cNvSpPr txBox="1"/>
            <p:nvPr/>
          </p:nvSpPr>
          <p:spPr>
            <a:xfrm>
              <a:off x="1909564" y="3262"/>
              <a:ext cx="8214717" cy="1653302"/>
            </a:xfrm>
            <a:prstGeom prst="rect">
              <a:avLst/>
            </a:prstGeom>
            <a:noFill/>
            <a:ln>
              <a:noFill/>
            </a:ln>
          </p:spPr>
          <p:txBody>
            <a:bodyPr anchorCtr="0" anchor="ctr" bIns="174975" lIns="174975" spcFirstLastPara="1" rIns="174975" wrap="square" tIns="174975">
              <a:noAutofit/>
            </a:bodyPr>
            <a:lstStyle/>
            <a:p>
              <a:pPr indent="0" lvl="0" marL="0" marR="0" rtl="0" algn="l">
                <a:lnSpc>
                  <a:spcPct val="9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Distribución de datos</a:t>
              </a:r>
              <a:r>
                <a:rPr lang="en-US" sz="2000">
                  <a:solidFill>
                    <a:schemeClr val="dk1"/>
                  </a:solidFill>
                  <a:latin typeface="Corbel"/>
                  <a:ea typeface="Corbel"/>
                  <a:cs typeface="Corbel"/>
                  <a:sym typeface="Corbel"/>
                </a:rPr>
                <a:t>: una de las características distintivas de la arquitectura de procesamiento paralelo masivo es su capacidad para distribuir datos entre numerosos nodos. Esta distribución facilita el procesamiento paralelo, lo que permite realizar tareas simultáneamente.</a:t>
              </a:r>
              <a:endParaRPr sz="2000">
                <a:solidFill>
                  <a:schemeClr val="dk1"/>
                </a:solidFill>
                <a:latin typeface="Corbel"/>
                <a:ea typeface="Corbel"/>
                <a:cs typeface="Corbel"/>
                <a:sym typeface="Corbel"/>
              </a:endParaRPr>
            </a:p>
          </p:txBody>
        </p:sp>
        <p:sp>
          <p:nvSpPr>
            <p:cNvPr id="438" name="Google Shape;438;p34"/>
            <p:cNvSpPr/>
            <p:nvPr/>
          </p:nvSpPr>
          <p:spPr>
            <a:xfrm>
              <a:off x="0" y="2069890"/>
              <a:ext cx="10124282" cy="1653302"/>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34"/>
            <p:cNvSpPr/>
            <p:nvPr/>
          </p:nvSpPr>
          <p:spPr>
            <a:xfrm>
              <a:off x="500124" y="2441883"/>
              <a:ext cx="909316" cy="909316"/>
            </a:xfrm>
            <a:prstGeom prst="rect">
              <a:avLst/>
            </a:prstGeom>
            <a:blipFill rotWithShape="1">
              <a:blip r:embed="rId5">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34"/>
            <p:cNvSpPr/>
            <p:nvPr/>
          </p:nvSpPr>
          <p:spPr>
            <a:xfrm>
              <a:off x="1909564" y="2069890"/>
              <a:ext cx="8214717" cy="16533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4"/>
            <p:cNvSpPr txBox="1"/>
            <p:nvPr/>
          </p:nvSpPr>
          <p:spPr>
            <a:xfrm>
              <a:off x="1909564" y="2069890"/>
              <a:ext cx="8214717" cy="1653302"/>
            </a:xfrm>
            <a:prstGeom prst="rect">
              <a:avLst/>
            </a:prstGeom>
            <a:noFill/>
            <a:ln>
              <a:noFill/>
            </a:ln>
          </p:spPr>
          <p:txBody>
            <a:bodyPr anchorCtr="0" anchor="ctr" bIns="174975" lIns="174975" spcFirstLastPara="1" rIns="174975" wrap="square" tIns="174975">
              <a:noAutofit/>
            </a:bodyPr>
            <a:lstStyle/>
            <a:p>
              <a:pPr indent="0" lvl="0" marL="0" marR="0" rtl="0" algn="l">
                <a:lnSpc>
                  <a:spcPct val="9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Escalabilidad</a:t>
              </a:r>
              <a:r>
                <a:rPr lang="en-US" sz="2000">
                  <a:solidFill>
                    <a:schemeClr val="dk1"/>
                  </a:solidFill>
                  <a:latin typeface="Corbel"/>
                  <a:ea typeface="Corbel"/>
                  <a:cs typeface="Corbel"/>
                  <a:sym typeface="Corbel"/>
                </a:rPr>
                <a:t>: los sistemas de procesamiento paralelo masivo son intrínsecamente escalables. A medida que aumentan los volúmenes de datos, pueden incorporarse nodos adicionales al sistema para mantener niveles de alto rendimiento.</a:t>
              </a:r>
              <a:endParaRPr sz="2000">
                <a:solidFill>
                  <a:schemeClr val="dk1"/>
                </a:solidFill>
                <a:latin typeface="Corbel"/>
                <a:ea typeface="Corbel"/>
                <a:cs typeface="Corbel"/>
                <a:sym typeface="Corbel"/>
              </a:endParaRPr>
            </a:p>
          </p:txBody>
        </p:sp>
        <p:sp>
          <p:nvSpPr>
            <p:cNvPr id="442" name="Google Shape;442;p34"/>
            <p:cNvSpPr/>
            <p:nvPr/>
          </p:nvSpPr>
          <p:spPr>
            <a:xfrm>
              <a:off x="0" y="4136518"/>
              <a:ext cx="10124282" cy="1653302"/>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34"/>
            <p:cNvSpPr/>
            <p:nvPr/>
          </p:nvSpPr>
          <p:spPr>
            <a:xfrm>
              <a:off x="500124" y="4508511"/>
              <a:ext cx="909316" cy="909316"/>
            </a:xfrm>
            <a:prstGeom prst="rect">
              <a:avLst/>
            </a:prstGeom>
            <a:blipFill rotWithShape="1">
              <a:blip r:embed="rId6">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34"/>
            <p:cNvSpPr/>
            <p:nvPr/>
          </p:nvSpPr>
          <p:spPr>
            <a:xfrm>
              <a:off x="1909564" y="4136518"/>
              <a:ext cx="8214717" cy="16533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4"/>
            <p:cNvSpPr txBox="1"/>
            <p:nvPr/>
          </p:nvSpPr>
          <p:spPr>
            <a:xfrm>
              <a:off x="1909564" y="4136518"/>
              <a:ext cx="8214717" cy="1653302"/>
            </a:xfrm>
            <a:prstGeom prst="rect">
              <a:avLst/>
            </a:prstGeom>
            <a:noFill/>
            <a:ln>
              <a:noFill/>
            </a:ln>
          </p:spPr>
          <p:txBody>
            <a:bodyPr anchorCtr="0" anchor="ctr" bIns="174975" lIns="174975" spcFirstLastPara="1" rIns="174975" wrap="square" tIns="174975">
              <a:noAutofit/>
            </a:bodyPr>
            <a:lstStyle/>
            <a:p>
              <a:pPr indent="0" lvl="0" marL="0" marR="0" rtl="0" algn="l">
                <a:lnSpc>
                  <a:spcPct val="9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Tolerancia a fallos</a:t>
              </a:r>
              <a:r>
                <a:rPr lang="en-US" sz="2000">
                  <a:solidFill>
                    <a:schemeClr val="dk1"/>
                  </a:solidFill>
                  <a:latin typeface="Corbel"/>
                  <a:ea typeface="Corbel"/>
                  <a:cs typeface="Corbel"/>
                  <a:sym typeface="Corbel"/>
                </a:rPr>
                <a:t>: aunque falle un nodo, el sistema de procesamiento paralelo masivo sigue funcionando, garantizando un servicio ininterrumpido. Esta tolerancia a los fallos contribuye a la fiabilidad general de estos sistemas.</a:t>
              </a:r>
              <a:endParaRPr sz="2000">
                <a:solidFill>
                  <a:schemeClr val="dk1"/>
                </a:solidFill>
                <a:latin typeface="Corbel"/>
                <a:ea typeface="Corbel"/>
                <a:cs typeface="Corbel"/>
                <a:sym typeface="Corbel"/>
              </a:endParaRPr>
            </a:p>
          </p:txBody>
        </p:sp>
        <p:sp>
          <p:nvSpPr>
            <p:cNvPr id="446" name="Google Shape;446;p34"/>
            <p:cNvSpPr/>
            <p:nvPr/>
          </p:nvSpPr>
          <p:spPr>
            <a:xfrm>
              <a:off x="0" y="6203147"/>
              <a:ext cx="10124282" cy="1653302"/>
            </a:xfrm>
            <a:prstGeom prst="roundRect">
              <a:avLst>
                <a:gd fmla="val 10000" name="adj"/>
              </a:avLst>
            </a:pr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34"/>
            <p:cNvSpPr/>
            <p:nvPr/>
          </p:nvSpPr>
          <p:spPr>
            <a:xfrm>
              <a:off x="500124" y="6575140"/>
              <a:ext cx="909316" cy="909316"/>
            </a:xfrm>
            <a:prstGeom prst="rect">
              <a:avLst/>
            </a:prstGeom>
            <a:blipFill rotWithShape="1">
              <a:blip r:embed="rId7">
                <a:alphaModFix/>
              </a:blip>
              <a:stretch>
                <a:fillRect b="0" l="0" r="0"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34"/>
            <p:cNvSpPr/>
            <p:nvPr/>
          </p:nvSpPr>
          <p:spPr>
            <a:xfrm>
              <a:off x="1909564" y="6203147"/>
              <a:ext cx="8214717" cy="1653302"/>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34"/>
            <p:cNvSpPr txBox="1"/>
            <p:nvPr/>
          </p:nvSpPr>
          <p:spPr>
            <a:xfrm>
              <a:off x="1909564" y="6203147"/>
              <a:ext cx="8214717" cy="1653302"/>
            </a:xfrm>
            <a:prstGeom prst="rect">
              <a:avLst/>
            </a:prstGeom>
            <a:noFill/>
            <a:ln>
              <a:noFill/>
            </a:ln>
          </p:spPr>
          <p:txBody>
            <a:bodyPr anchorCtr="0" anchor="ctr" bIns="174975" lIns="174975" spcFirstLastPara="1" rIns="174975" wrap="square" tIns="174975">
              <a:noAutofit/>
            </a:bodyPr>
            <a:lstStyle/>
            <a:p>
              <a:pPr indent="0" lvl="0" marL="0" marR="0" rtl="0" algn="l">
                <a:lnSpc>
                  <a:spcPct val="90000"/>
                </a:lnSpc>
                <a:spcBef>
                  <a:spcPts val="0"/>
                </a:spcBef>
                <a:spcAft>
                  <a:spcPts val="0"/>
                </a:spcAft>
                <a:buClr>
                  <a:schemeClr val="dk1"/>
                </a:buClr>
                <a:buSzPts val="2000"/>
                <a:buFont typeface="Corbel"/>
                <a:buNone/>
              </a:pPr>
              <a:r>
                <a:rPr b="1" lang="en-US" sz="2000">
                  <a:solidFill>
                    <a:schemeClr val="dk1"/>
                  </a:solidFill>
                  <a:latin typeface="Corbel"/>
                  <a:ea typeface="Corbel"/>
                  <a:cs typeface="Corbel"/>
                  <a:sym typeface="Corbel"/>
                </a:rPr>
                <a:t>Alto rendimiento</a:t>
              </a:r>
              <a:r>
                <a:rPr lang="en-US" sz="2000">
                  <a:solidFill>
                    <a:schemeClr val="dk1"/>
                  </a:solidFill>
                  <a:latin typeface="Corbel"/>
                  <a:ea typeface="Corbel"/>
                  <a:cs typeface="Corbel"/>
                  <a:sym typeface="Corbel"/>
                </a:rPr>
                <a:t>: al dividir las tareas entre varios nodos, los sistemas de procesamiento paralelo masivo pueden procesar grandes cantidades de datos con rapidez y eficacia.</a:t>
              </a:r>
              <a:endParaRPr sz="20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53" name="Shape 453"/>
        <p:cNvGrpSpPr/>
        <p:nvPr/>
      </p:nvGrpSpPr>
      <p:grpSpPr>
        <a:xfrm>
          <a:off x="0" y="0"/>
          <a:ext cx="0" cy="0"/>
          <a:chOff x="0" y="0"/>
          <a:chExt cx="0" cy="0"/>
        </a:xfrm>
      </p:grpSpPr>
      <p:sp>
        <p:nvSpPr>
          <p:cNvPr id="454" name="Google Shape;454;p35"/>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55" name="Google Shape;455;p35"/>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56" name="Google Shape;456;p35"/>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5600"/>
              <a:buFont typeface="Impact"/>
              <a:buNone/>
            </a:pPr>
            <a:r>
              <a:rPr i="0" lang="en-US" sz="5600" u="none" cap="none" strike="noStrike">
                <a:solidFill>
                  <a:srgbClr val="FFFFFF"/>
                </a:solidFill>
                <a:latin typeface="Impact"/>
                <a:ea typeface="Impact"/>
                <a:cs typeface="Impact"/>
                <a:sym typeface="Impact"/>
              </a:rPr>
              <a:t>CONCEPTOS CLAVE APRENDIDOS </a:t>
            </a:r>
            <a:endParaRPr sz="5600">
              <a:solidFill>
                <a:srgbClr val="FFFFFF"/>
              </a:solidFill>
            </a:endParaRPr>
          </a:p>
        </p:txBody>
      </p:sp>
      <p:grpSp>
        <p:nvGrpSpPr>
          <p:cNvPr id="457" name="Google Shape;457;p35"/>
          <p:cNvGrpSpPr/>
          <p:nvPr/>
        </p:nvGrpSpPr>
        <p:grpSpPr>
          <a:xfrm>
            <a:off x="4972938" y="0"/>
            <a:ext cx="3655219" cy="10287002"/>
            <a:chOff x="1320800" y="0"/>
            <a:chExt cx="2436813" cy="6858001"/>
          </a:xfrm>
        </p:grpSpPr>
        <p:sp>
          <p:nvSpPr>
            <p:cNvPr id="458" name="Google Shape;458;p35"/>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59" name="Google Shape;459;p35"/>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0" name="Google Shape;460;p35"/>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1" name="Google Shape;461;p35"/>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2" name="Google Shape;462;p35"/>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63" name="Google Shape;463;p35"/>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64" name="Google Shape;464;p35"/>
          <p:cNvGrpSpPr/>
          <p:nvPr/>
        </p:nvGrpSpPr>
        <p:grpSpPr>
          <a:xfrm>
            <a:off x="7515225" y="1630450"/>
            <a:ext cx="9739312" cy="7339500"/>
            <a:chOff x="0" y="601751"/>
            <a:chExt cx="9739312" cy="7339500"/>
          </a:xfrm>
        </p:grpSpPr>
        <p:sp>
          <p:nvSpPr>
            <p:cNvPr id="465" name="Google Shape;465;p35"/>
            <p:cNvSpPr/>
            <p:nvPr/>
          </p:nvSpPr>
          <p:spPr>
            <a:xfrm>
              <a:off x="0" y="601751"/>
              <a:ext cx="9739312" cy="239850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5"/>
            <p:cNvSpPr txBox="1"/>
            <p:nvPr/>
          </p:nvSpPr>
          <p:spPr>
            <a:xfrm>
              <a:off x="117085" y="718836"/>
              <a:ext cx="9505142" cy="2164330"/>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Una base de datos en memoria es una base de datos personalizada que se basa principalmente en la memoria interna para el almacén de datos. Gracias a ella, los tiempos de respuesta son mínimos, ya que no es necesario acceder a </a:t>
              </a:r>
              <a:r>
                <a:rPr b="1" lang="en-US" sz="2500">
                  <a:solidFill>
                    <a:schemeClr val="lt1"/>
                  </a:solidFill>
                  <a:latin typeface="Open Sans"/>
                  <a:ea typeface="Open Sans"/>
                  <a:cs typeface="Open Sans"/>
                  <a:sym typeface="Open Sans"/>
                </a:rPr>
                <a:t>unidades de disco estándar (SSD).</a:t>
              </a:r>
              <a:endParaRPr sz="2500">
                <a:solidFill>
                  <a:schemeClr val="lt1"/>
                </a:solidFill>
                <a:latin typeface="Corbel"/>
                <a:ea typeface="Corbel"/>
                <a:cs typeface="Corbel"/>
                <a:sym typeface="Corbel"/>
              </a:endParaRPr>
            </a:p>
          </p:txBody>
        </p:sp>
        <p:sp>
          <p:nvSpPr>
            <p:cNvPr id="467" name="Google Shape;467;p35"/>
            <p:cNvSpPr/>
            <p:nvPr/>
          </p:nvSpPr>
          <p:spPr>
            <a:xfrm>
              <a:off x="0" y="3072251"/>
              <a:ext cx="9739312" cy="2398500"/>
            </a:xfrm>
            <a:prstGeom prst="roundRect">
              <a:avLst>
                <a:gd fmla="val 16667" name="adj"/>
              </a:avLst>
            </a:prstGeom>
            <a:solidFill>
              <a:srgbClr val="C6D245"/>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35"/>
            <p:cNvSpPr txBox="1"/>
            <p:nvPr/>
          </p:nvSpPr>
          <p:spPr>
            <a:xfrm>
              <a:off x="117085" y="3189336"/>
              <a:ext cx="9505142" cy="2164330"/>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Es posible que esté familiarizado con las bases de datos que almacenan registros en filas. Sin embargo, una base de datos columnar almacena los datos en columnas. Una base de datos columnar es una forma de base de datos NoSQL que almacena datos no estructurados. </a:t>
              </a:r>
              <a:endParaRPr sz="2500">
                <a:solidFill>
                  <a:schemeClr val="lt1"/>
                </a:solidFill>
                <a:latin typeface="Corbel"/>
                <a:ea typeface="Corbel"/>
                <a:cs typeface="Corbel"/>
                <a:sym typeface="Corbel"/>
              </a:endParaRPr>
            </a:p>
          </p:txBody>
        </p:sp>
        <p:sp>
          <p:nvSpPr>
            <p:cNvPr id="469" name="Google Shape;469;p35"/>
            <p:cNvSpPr/>
            <p:nvPr/>
          </p:nvSpPr>
          <p:spPr>
            <a:xfrm>
              <a:off x="0" y="5542751"/>
              <a:ext cx="9739312" cy="239850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35"/>
            <p:cNvSpPr txBox="1"/>
            <p:nvPr/>
          </p:nvSpPr>
          <p:spPr>
            <a:xfrm>
              <a:off x="117085" y="5659836"/>
              <a:ext cx="9505142" cy="2164330"/>
            </a:xfrm>
            <a:prstGeom prst="rect">
              <a:avLst/>
            </a:prstGeom>
            <a:noFill/>
            <a:ln>
              <a:noFill/>
            </a:ln>
          </p:spPr>
          <p:txBody>
            <a:bodyPr anchorCtr="0" anchor="ctr" bIns="95250" lIns="95250" spcFirstLastPara="1" rIns="95250" wrap="square" tIns="95250">
              <a:noAutofit/>
            </a:bodyPr>
            <a:lstStyle/>
            <a:p>
              <a:pPr indent="0" lvl="0" marL="0" marR="0" rtl="0" algn="l">
                <a:lnSpc>
                  <a:spcPct val="90000"/>
                </a:lnSpc>
                <a:spcBef>
                  <a:spcPts val="0"/>
                </a:spcBef>
                <a:spcAft>
                  <a:spcPts val="0"/>
                </a:spcAft>
                <a:buClr>
                  <a:schemeClr val="lt1"/>
                </a:buClr>
                <a:buSzPts val="2500"/>
                <a:buFont typeface="Open Sans"/>
                <a:buNone/>
              </a:pPr>
              <a:r>
                <a:rPr lang="en-US" sz="2500">
                  <a:solidFill>
                    <a:schemeClr val="lt1"/>
                  </a:solidFill>
                  <a:latin typeface="Open Sans"/>
                  <a:ea typeface="Open Sans"/>
                  <a:cs typeface="Open Sans"/>
                  <a:sym typeface="Open Sans"/>
                </a:rPr>
                <a:t>Una base de datos MPP es un sistema de almacenamiento de datos que emplea el procesamiento paralelo masivo. Un MPP utiliza numerosos procesadores para realizar tareas de forma simultánea, lo que lo hace especialmente apto para gestionar grandes cantidades de datos y consultas complejas.</a:t>
              </a:r>
              <a:endParaRPr sz="2500">
                <a:solidFill>
                  <a:schemeClr val="lt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E9EAEA"/>
            </a:gs>
            <a:gs pos="100000">
              <a:srgbClr val="A3A5A6"/>
            </a:gs>
          </a:gsLst>
          <a:lin ang="5400000" scaled="0"/>
        </a:gradFill>
      </p:bgPr>
    </p:bg>
    <p:spTree>
      <p:nvGrpSpPr>
        <p:cNvPr id="474" name="Shape 474"/>
        <p:cNvGrpSpPr/>
        <p:nvPr/>
      </p:nvGrpSpPr>
      <p:grpSpPr>
        <a:xfrm>
          <a:off x="0" y="0"/>
          <a:ext cx="0" cy="0"/>
          <a:chOff x="0" y="0"/>
          <a:chExt cx="0" cy="0"/>
        </a:xfrm>
      </p:grpSpPr>
      <p:sp>
        <p:nvSpPr>
          <p:cNvPr id="475" name="Google Shape;475;p36"/>
          <p:cNvSpPr/>
          <p:nvPr/>
        </p:nvSpPr>
        <p:spPr>
          <a:xfrm>
            <a:off x="0" y="0"/>
            <a:ext cx="18288000" cy="10287000"/>
          </a:xfrm>
          <a:prstGeom prst="rect">
            <a:avLst/>
          </a:prstGeom>
          <a:gradFill>
            <a:gsLst>
              <a:gs pos="0">
                <a:srgbClr val="E9EAEA"/>
              </a:gs>
              <a:gs pos="100000">
                <a:srgbClr val="A3A5A6"/>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rbel"/>
              <a:ea typeface="Corbel"/>
              <a:cs typeface="Corbel"/>
              <a:sym typeface="Corbel"/>
            </a:endParaRPr>
          </a:p>
        </p:txBody>
      </p:sp>
      <p:sp>
        <p:nvSpPr>
          <p:cNvPr id="476" name="Google Shape;476;p36"/>
          <p:cNvSpPr/>
          <p:nvPr/>
        </p:nvSpPr>
        <p:spPr>
          <a:xfrm flipH="1" rot="10800000">
            <a:off x="-1" y="-1"/>
            <a:ext cx="6605563" cy="10287001"/>
          </a:xfrm>
          <a:custGeom>
            <a:rect b="b" l="l" r="r" t="t"/>
            <a:pathLst>
              <a:path extrusionOk="0" h="6858001" w="4403709">
                <a:moveTo>
                  <a:pt x="3223890" y="6858001"/>
                </a:moveTo>
                <a:lnTo>
                  <a:pt x="4101908" y="6858001"/>
                </a:lnTo>
                <a:lnTo>
                  <a:pt x="3254950" y="1599356"/>
                </a:lnTo>
                <a:lnTo>
                  <a:pt x="3254950" y="1594062"/>
                </a:lnTo>
                <a:lnTo>
                  <a:pt x="4403709" y="0"/>
                </a:lnTo>
                <a:lnTo>
                  <a:pt x="3254950" y="0"/>
                </a:lnTo>
                <a:lnTo>
                  <a:pt x="2903520" y="0"/>
                </a:lnTo>
                <a:lnTo>
                  <a:pt x="0" y="0"/>
                </a:lnTo>
                <a:lnTo>
                  <a:pt x="0" y="6858000"/>
                </a:lnTo>
                <a:lnTo>
                  <a:pt x="3223890" y="6858000"/>
                </a:lnTo>
                <a:close/>
              </a:path>
            </a:pathLst>
          </a:custGeom>
          <a:gradFill>
            <a:gsLst>
              <a:gs pos="0">
                <a:srgbClr val="636363"/>
              </a:gs>
              <a:gs pos="100000">
                <a:schemeClr val="dk1"/>
              </a:gs>
            </a:gsLst>
            <a:lin ang="54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Corbel"/>
              <a:ea typeface="Corbel"/>
              <a:cs typeface="Corbel"/>
              <a:sym typeface="Corbel"/>
            </a:endParaRPr>
          </a:p>
        </p:txBody>
      </p:sp>
      <p:sp>
        <p:nvSpPr>
          <p:cNvPr id="477" name="Google Shape;477;p36"/>
          <p:cNvSpPr txBox="1"/>
          <p:nvPr>
            <p:ph type="title"/>
          </p:nvPr>
        </p:nvSpPr>
        <p:spPr>
          <a:xfrm>
            <a:off x="802531" y="1028700"/>
            <a:ext cx="3959943" cy="76581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FFFFFF"/>
              </a:buClr>
              <a:buSzPts val="6000"/>
              <a:buFont typeface="Impact"/>
              <a:buNone/>
            </a:pPr>
            <a:r>
              <a:rPr i="0" lang="en-US" u="none" cap="none" strike="noStrike">
                <a:solidFill>
                  <a:srgbClr val="FFFFFF"/>
                </a:solidFill>
                <a:latin typeface="Impact"/>
                <a:ea typeface="Impact"/>
                <a:cs typeface="Impact"/>
                <a:sym typeface="Impact"/>
              </a:rPr>
              <a:t>VALOR y ACTITUD</a:t>
            </a:r>
            <a:endParaRPr>
              <a:solidFill>
                <a:srgbClr val="FFFFFF"/>
              </a:solidFill>
            </a:endParaRPr>
          </a:p>
        </p:txBody>
      </p:sp>
      <p:grpSp>
        <p:nvGrpSpPr>
          <p:cNvPr id="478" name="Google Shape;478;p36"/>
          <p:cNvGrpSpPr/>
          <p:nvPr/>
        </p:nvGrpSpPr>
        <p:grpSpPr>
          <a:xfrm>
            <a:off x="4972938" y="0"/>
            <a:ext cx="3655219" cy="10287002"/>
            <a:chOff x="1320800" y="0"/>
            <a:chExt cx="2436813" cy="6858001"/>
          </a:xfrm>
        </p:grpSpPr>
        <p:sp>
          <p:nvSpPr>
            <p:cNvPr id="479" name="Google Shape;479;p36"/>
            <p:cNvSpPr/>
            <p:nvPr/>
          </p:nvSpPr>
          <p:spPr>
            <a:xfrm>
              <a:off x="1627188" y="0"/>
              <a:ext cx="1122363" cy="5329238"/>
            </a:xfrm>
            <a:custGeom>
              <a:rect b="b" l="l" r="r" t="t"/>
              <a:pathLst>
                <a:path extrusionOk="0" h="3357" w="707">
                  <a:moveTo>
                    <a:pt x="0" y="3330"/>
                  </a:moveTo>
                  <a:lnTo>
                    <a:pt x="156" y="3357"/>
                  </a:lnTo>
                  <a:lnTo>
                    <a:pt x="707" y="0"/>
                  </a:lnTo>
                  <a:lnTo>
                    <a:pt x="547" y="0"/>
                  </a:lnTo>
                  <a:lnTo>
                    <a:pt x="0" y="333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0" name="Google Shape;480;p36"/>
            <p:cNvSpPr/>
            <p:nvPr/>
          </p:nvSpPr>
          <p:spPr>
            <a:xfrm>
              <a:off x="1320800" y="0"/>
              <a:ext cx="1117600" cy="5276850"/>
            </a:xfrm>
            <a:custGeom>
              <a:rect b="b" l="l" r="r" t="t"/>
              <a:pathLst>
                <a:path extrusionOk="0" h="3324" w="704">
                  <a:moveTo>
                    <a:pt x="704" y="0"/>
                  </a:moveTo>
                  <a:lnTo>
                    <a:pt x="545" y="0"/>
                  </a:lnTo>
                  <a:lnTo>
                    <a:pt x="0" y="3300"/>
                  </a:lnTo>
                  <a:lnTo>
                    <a:pt x="157" y="3324"/>
                  </a:lnTo>
                  <a:lnTo>
                    <a:pt x="704" y="0"/>
                  </a:lnTo>
                  <a:close/>
                </a:path>
              </a:pathLst>
            </a:custGeom>
            <a:solidFill>
              <a:srgbClr val="59595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1" name="Google Shape;481;p36"/>
            <p:cNvSpPr/>
            <p:nvPr/>
          </p:nvSpPr>
          <p:spPr>
            <a:xfrm>
              <a:off x="1320800" y="5238750"/>
              <a:ext cx="1228725" cy="1619250"/>
            </a:xfrm>
            <a:custGeom>
              <a:rect b="b" l="l" r="r" t="t"/>
              <a:pathLst>
                <a:path extrusionOk="0" h="1020" w="774">
                  <a:moveTo>
                    <a:pt x="0" y="0"/>
                  </a:moveTo>
                  <a:lnTo>
                    <a:pt x="740" y="1020"/>
                  </a:lnTo>
                  <a:lnTo>
                    <a:pt x="774" y="1020"/>
                  </a:lnTo>
                  <a:lnTo>
                    <a:pt x="0" y="0"/>
                  </a:lnTo>
                  <a:close/>
                </a:path>
              </a:pathLst>
            </a:custGeom>
            <a:solidFill>
              <a:srgbClr val="26262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2" name="Google Shape;482;p36"/>
            <p:cNvSpPr/>
            <p:nvPr/>
          </p:nvSpPr>
          <p:spPr>
            <a:xfrm>
              <a:off x="1627188" y="5291138"/>
              <a:ext cx="1495425" cy="1566863"/>
            </a:xfrm>
            <a:custGeom>
              <a:rect b="b" l="l" r="r" t="t"/>
              <a:pathLst>
                <a:path extrusionOk="0" h="987" w="942">
                  <a:moveTo>
                    <a:pt x="0" y="0"/>
                  </a:moveTo>
                  <a:lnTo>
                    <a:pt x="909" y="987"/>
                  </a:lnTo>
                  <a:lnTo>
                    <a:pt x="942" y="987"/>
                  </a:lnTo>
                  <a:lnTo>
                    <a:pt x="0" y="0"/>
                  </a:lnTo>
                  <a:close/>
                </a:path>
              </a:pathLst>
            </a:custGeom>
            <a:solidFill>
              <a:srgbClr val="0B598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3" name="Google Shape;483;p36"/>
            <p:cNvSpPr/>
            <p:nvPr/>
          </p:nvSpPr>
          <p:spPr>
            <a:xfrm>
              <a:off x="1627188" y="5286375"/>
              <a:ext cx="2130425" cy="1571625"/>
            </a:xfrm>
            <a:custGeom>
              <a:rect b="b" l="l" r="r" t="t"/>
              <a:pathLst>
                <a:path extrusionOk="0" h="990" w="1342">
                  <a:moveTo>
                    <a:pt x="0" y="3"/>
                  </a:moveTo>
                  <a:lnTo>
                    <a:pt x="942" y="990"/>
                  </a:lnTo>
                  <a:lnTo>
                    <a:pt x="1342" y="990"/>
                  </a:lnTo>
                  <a:lnTo>
                    <a:pt x="156" y="27"/>
                  </a:lnTo>
                  <a:lnTo>
                    <a:pt x="0" y="0"/>
                  </a:lnTo>
                  <a:lnTo>
                    <a:pt x="0" y="3"/>
                  </a:lnTo>
                  <a:close/>
                </a:path>
              </a:pathLst>
            </a:custGeom>
            <a:solidFill>
              <a:srgbClr val="1186C3"/>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484" name="Google Shape;484;p36"/>
            <p:cNvSpPr/>
            <p:nvPr/>
          </p:nvSpPr>
          <p:spPr>
            <a:xfrm>
              <a:off x="1320800" y="5238750"/>
              <a:ext cx="1695450" cy="1619250"/>
            </a:xfrm>
            <a:custGeom>
              <a:rect b="b" l="l" r="r" t="t"/>
              <a:pathLst>
                <a:path extrusionOk="0" h="1020" w="1068">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rgbClr val="3F3F3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grpSp>
      <p:grpSp>
        <p:nvGrpSpPr>
          <p:cNvPr id="485" name="Google Shape;485;p36"/>
          <p:cNvGrpSpPr/>
          <p:nvPr/>
        </p:nvGrpSpPr>
        <p:grpSpPr>
          <a:xfrm>
            <a:off x="7515225" y="1063169"/>
            <a:ext cx="9739312" cy="7589160"/>
            <a:chOff x="0" y="34469"/>
            <a:chExt cx="9739312" cy="7589160"/>
          </a:xfrm>
        </p:grpSpPr>
        <p:sp>
          <p:nvSpPr>
            <p:cNvPr id="486" name="Google Shape;486;p36"/>
            <p:cNvSpPr/>
            <p:nvPr/>
          </p:nvSpPr>
          <p:spPr>
            <a:xfrm>
              <a:off x="0" y="388709"/>
              <a:ext cx="9739312" cy="1360800"/>
            </a:xfrm>
            <a:prstGeom prst="rect">
              <a:avLst/>
            </a:prstGeom>
            <a:solidFill>
              <a:schemeClr val="lt1">
                <a:alpha val="89803"/>
              </a:schemeClr>
            </a:solidFill>
            <a:ln cap="rnd" cmpd="sng" w="1587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36"/>
            <p:cNvSpPr txBox="1"/>
            <p:nvPr/>
          </p:nvSpPr>
          <p:spPr>
            <a:xfrm>
              <a:off x="0" y="388709"/>
              <a:ext cx="9739312" cy="1360800"/>
            </a:xfrm>
            <a:prstGeom prst="rect">
              <a:avLst/>
            </a:prstGeom>
            <a:noFill/>
            <a:ln>
              <a:noFill/>
            </a:ln>
          </p:spPr>
          <p:txBody>
            <a:bodyPr anchorCtr="0" anchor="t" bIns="170675" lIns="755875" spcFirstLastPara="1" rIns="755875" wrap="square" tIns="4998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Se refuerza al discutir buenas prácticas para proteger datos en la nube y configurar servicios BI de manera segura.</a:t>
              </a:r>
              <a:endParaRPr b="0" i="0" sz="2400" u="none" cap="none" strike="noStrike">
                <a:solidFill>
                  <a:schemeClr val="dk1"/>
                </a:solidFill>
                <a:latin typeface="Corbel"/>
                <a:ea typeface="Corbel"/>
                <a:cs typeface="Corbel"/>
                <a:sym typeface="Corbel"/>
              </a:endParaRPr>
            </a:p>
          </p:txBody>
        </p:sp>
        <p:sp>
          <p:nvSpPr>
            <p:cNvPr id="488" name="Google Shape;488;p36"/>
            <p:cNvSpPr/>
            <p:nvPr/>
          </p:nvSpPr>
          <p:spPr>
            <a:xfrm>
              <a:off x="486965" y="34469"/>
              <a:ext cx="6817518" cy="708480"/>
            </a:xfrm>
            <a:prstGeom prst="roundRect">
              <a:avLst>
                <a:gd fmla="val 16667" name="adj"/>
              </a:avLst>
            </a:prstGeom>
            <a:solidFill>
              <a:schemeClr val="accent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9" name="Google Shape;489;p36"/>
            <p:cNvSpPr txBox="1"/>
            <p:nvPr/>
          </p:nvSpPr>
          <p:spPr>
            <a:xfrm>
              <a:off x="521550" y="69054"/>
              <a:ext cx="6748348" cy="639310"/>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400"/>
                <a:buFont typeface="Corbel"/>
                <a:buNone/>
              </a:pPr>
              <a:r>
                <a:rPr lang="en-US" sz="2400">
                  <a:solidFill>
                    <a:schemeClr val="lt1"/>
                  </a:solidFill>
                  <a:latin typeface="Corbel"/>
                  <a:ea typeface="Corbel"/>
                  <a:cs typeface="Corbel"/>
                  <a:sym typeface="Corbel"/>
                </a:rPr>
                <a:t>Seguridad y ética profesional</a:t>
              </a:r>
              <a:endParaRPr sz="2400">
                <a:solidFill>
                  <a:schemeClr val="lt1"/>
                </a:solidFill>
                <a:latin typeface="Corbel"/>
                <a:ea typeface="Corbel"/>
                <a:cs typeface="Corbel"/>
                <a:sym typeface="Corbel"/>
              </a:endParaRPr>
            </a:p>
          </p:txBody>
        </p:sp>
        <p:sp>
          <p:nvSpPr>
            <p:cNvPr id="490" name="Google Shape;490;p36"/>
            <p:cNvSpPr/>
            <p:nvPr/>
          </p:nvSpPr>
          <p:spPr>
            <a:xfrm>
              <a:off x="0" y="2233349"/>
              <a:ext cx="9739312" cy="1360800"/>
            </a:xfrm>
            <a:prstGeom prst="rect">
              <a:avLst/>
            </a:prstGeom>
            <a:solidFill>
              <a:schemeClr val="lt1">
                <a:alpha val="89803"/>
              </a:schemeClr>
            </a:solidFill>
            <a:ln cap="rnd" cmpd="sng" w="15875">
              <a:solidFill>
                <a:srgbClr val="ABCD4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1" name="Google Shape;491;p36"/>
            <p:cNvSpPr txBox="1"/>
            <p:nvPr/>
          </p:nvSpPr>
          <p:spPr>
            <a:xfrm>
              <a:off x="0" y="2233349"/>
              <a:ext cx="9739312" cy="1360800"/>
            </a:xfrm>
            <a:prstGeom prst="rect">
              <a:avLst/>
            </a:prstGeom>
            <a:noFill/>
            <a:ln>
              <a:noFill/>
            </a:ln>
          </p:spPr>
          <p:txBody>
            <a:bodyPr anchorCtr="0" anchor="t" bIns="170675" lIns="755875" spcFirstLastPara="1" rIns="755875" wrap="square" tIns="4998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Se trabaja al implementar virtualización, control de acceso y monitoreo en arquitecturas BI reales.</a:t>
              </a:r>
              <a:endParaRPr b="0" i="0" sz="2400" u="none" cap="none" strike="noStrike">
                <a:solidFill>
                  <a:schemeClr val="dk1"/>
                </a:solidFill>
                <a:latin typeface="Corbel"/>
                <a:ea typeface="Corbel"/>
                <a:cs typeface="Corbel"/>
                <a:sym typeface="Corbel"/>
              </a:endParaRPr>
            </a:p>
          </p:txBody>
        </p:sp>
        <p:sp>
          <p:nvSpPr>
            <p:cNvPr id="492" name="Google Shape;492;p36"/>
            <p:cNvSpPr/>
            <p:nvPr/>
          </p:nvSpPr>
          <p:spPr>
            <a:xfrm>
              <a:off x="486965" y="1879110"/>
              <a:ext cx="6817518" cy="708480"/>
            </a:xfrm>
            <a:prstGeom prst="roundRect">
              <a:avLst>
                <a:gd fmla="val 16667" name="adj"/>
              </a:avLst>
            </a:prstGeom>
            <a:solidFill>
              <a:srgbClr val="ABCD48"/>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36"/>
            <p:cNvSpPr txBox="1"/>
            <p:nvPr/>
          </p:nvSpPr>
          <p:spPr>
            <a:xfrm>
              <a:off x="521550" y="1913695"/>
              <a:ext cx="6748348" cy="639310"/>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400"/>
                <a:buFont typeface="Corbel"/>
                <a:buNone/>
              </a:pPr>
              <a:r>
                <a:rPr lang="en-US" sz="2400">
                  <a:solidFill>
                    <a:schemeClr val="lt1"/>
                  </a:solidFill>
                  <a:latin typeface="Corbel"/>
                  <a:ea typeface="Corbel"/>
                  <a:cs typeface="Corbel"/>
                  <a:sym typeface="Corbel"/>
                </a:rPr>
                <a:t>Responsabilidad</a:t>
              </a:r>
              <a:endParaRPr sz="2400">
                <a:solidFill>
                  <a:schemeClr val="lt1"/>
                </a:solidFill>
                <a:latin typeface="Corbel"/>
                <a:ea typeface="Corbel"/>
                <a:cs typeface="Corbel"/>
                <a:sym typeface="Corbel"/>
              </a:endParaRPr>
            </a:p>
          </p:txBody>
        </p:sp>
        <p:sp>
          <p:nvSpPr>
            <p:cNvPr id="494" name="Google Shape;494;p36"/>
            <p:cNvSpPr/>
            <p:nvPr/>
          </p:nvSpPr>
          <p:spPr>
            <a:xfrm>
              <a:off x="0" y="4077989"/>
              <a:ext cx="9739312" cy="1360800"/>
            </a:xfrm>
            <a:prstGeom prst="rect">
              <a:avLst/>
            </a:prstGeom>
            <a:solidFill>
              <a:schemeClr val="lt1">
                <a:alpha val="89803"/>
              </a:schemeClr>
            </a:solidFill>
            <a:ln cap="rnd" cmpd="sng" w="15875">
              <a:solidFill>
                <a:srgbClr val="D7C94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36"/>
            <p:cNvSpPr txBox="1"/>
            <p:nvPr/>
          </p:nvSpPr>
          <p:spPr>
            <a:xfrm>
              <a:off x="0" y="4077989"/>
              <a:ext cx="9739312" cy="1360800"/>
            </a:xfrm>
            <a:prstGeom prst="rect">
              <a:avLst/>
            </a:prstGeom>
            <a:noFill/>
            <a:ln>
              <a:noFill/>
            </a:ln>
          </p:spPr>
          <p:txBody>
            <a:bodyPr anchorCtr="0" anchor="t" bIns="170675" lIns="755875" spcFirstLastPara="1" rIns="755875" wrap="square" tIns="4998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Se aplica al evaluar las diferencias y relaciones entre SSIS, SSAS y SSRS como componentes de una solución integrada.</a:t>
              </a:r>
              <a:endParaRPr b="0" i="0" sz="2400" u="none" cap="none" strike="noStrike">
                <a:solidFill>
                  <a:schemeClr val="dk1"/>
                </a:solidFill>
                <a:latin typeface="Corbel"/>
                <a:ea typeface="Corbel"/>
                <a:cs typeface="Corbel"/>
                <a:sym typeface="Corbel"/>
              </a:endParaRPr>
            </a:p>
          </p:txBody>
        </p:sp>
        <p:sp>
          <p:nvSpPr>
            <p:cNvPr id="496" name="Google Shape;496;p36"/>
            <p:cNvSpPr/>
            <p:nvPr/>
          </p:nvSpPr>
          <p:spPr>
            <a:xfrm>
              <a:off x="486965" y="3723749"/>
              <a:ext cx="6817518" cy="708480"/>
            </a:xfrm>
            <a:prstGeom prst="roundRect">
              <a:avLst>
                <a:gd fmla="val 16667" name="adj"/>
              </a:avLst>
            </a:prstGeom>
            <a:solidFill>
              <a:srgbClr val="D7C942"/>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36"/>
            <p:cNvSpPr txBox="1"/>
            <p:nvPr/>
          </p:nvSpPr>
          <p:spPr>
            <a:xfrm>
              <a:off x="521550" y="3758334"/>
              <a:ext cx="6748348" cy="639310"/>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400"/>
                <a:buFont typeface="Corbel"/>
                <a:buNone/>
              </a:pPr>
              <a:r>
                <a:rPr lang="en-US" sz="2400">
                  <a:solidFill>
                    <a:schemeClr val="lt1"/>
                  </a:solidFill>
                  <a:latin typeface="Corbel"/>
                  <a:ea typeface="Corbel"/>
                  <a:cs typeface="Corbel"/>
                  <a:sym typeface="Corbel"/>
                </a:rPr>
                <a:t>Pensamiento analítico</a:t>
              </a:r>
              <a:endParaRPr sz="2400">
                <a:solidFill>
                  <a:schemeClr val="lt1"/>
                </a:solidFill>
                <a:latin typeface="Corbel"/>
                <a:ea typeface="Corbel"/>
                <a:cs typeface="Corbel"/>
                <a:sym typeface="Corbel"/>
              </a:endParaRPr>
            </a:p>
          </p:txBody>
        </p:sp>
        <p:sp>
          <p:nvSpPr>
            <p:cNvPr id="498" name="Google Shape;498;p36"/>
            <p:cNvSpPr/>
            <p:nvPr/>
          </p:nvSpPr>
          <p:spPr>
            <a:xfrm>
              <a:off x="0" y="5922629"/>
              <a:ext cx="9739312" cy="1701000"/>
            </a:xfrm>
            <a:prstGeom prst="rect">
              <a:avLst/>
            </a:prstGeom>
            <a:solidFill>
              <a:schemeClr val="lt1">
                <a:alpha val="89803"/>
              </a:schemeClr>
            </a:solidFill>
            <a:ln cap="rnd" cmpd="sng" w="15875">
              <a:solidFill>
                <a:srgbClr val="E19C3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36"/>
            <p:cNvSpPr txBox="1"/>
            <p:nvPr/>
          </p:nvSpPr>
          <p:spPr>
            <a:xfrm>
              <a:off x="0" y="5922629"/>
              <a:ext cx="9739312" cy="1701000"/>
            </a:xfrm>
            <a:prstGeom prst="rect">
              <a:avLst/>
            </a:prstGeom>
            <a:noFill/>
            <a:ln>
              <a:noFill/>
            </a:ln>
          </p:spPr>
          <p:txBody>
            <a:bodyPr anchorCtr="0" anchor="t" bIns="170675" lIns="755875" spcFirstLastPara="1" rIns="755875" wrap="square" tIns="499850">
              <a:noAutofit/>
            </a:bodyPr>
            <a:lstStyle/>
            <a:p>
              <a:pPr indent="-228600" lvl="1" marL="228600" marR="0" rtl="0" algn="l">
                <a:lnSpc>
                  <a:spcPct val="90000"/>
                </a:lnSpc>
                <a:spcBef>
                  <a:spcPts val="0"/>
                </a:spcBef>
                <a:spcAft>
                  <a:spcPts val="0"/>
                </a:spcAft>
                <a:buClr>
                  <a:schemeClr val="dk1"/>
                </a:buClr>
                <a:buSzPts val="2400"/>
                <a:buFont typeface="Corbel"/>
                <a:buChar char="•"/>
              </a:pPr>
              <a:r>
                <a:rPr b="0" i="0" lang="en-US" sz="2400" u="none" cap="none" strike="noStrike">
                  <a:solidFill>
                    <a:schemeClr val="dk1"/>
                  </a:solidFill>
                  <a:latin typeface="Corbel"/>
                  <a:ea typeface="Corbel"/>
                  <a:cs typeface="Corbel"/>
                  <a:sym typeface="Corbel"/>
                </a:rPr>
                <a:t>Se promueve al usar herramientas modernas y modelos de nube híbrida para ampliar el alcance de las soluciones empresariales.</a:t>
              </a:r>
              <a:endParaRPr b="0" i="0" sz="2400" u="none" cap="none" strike="noStrike">
                <a:solidFill>
                  <a:schemeClr val="dk1"/>
                </a:solidFill>
                <a:latin typeface="Corbel"/>
                <a:ea typeface="Corbel"/>
                <a:cs typeface="Corbel"/>
                <a:sym typeface="Corbel"/>
              </a:endParaRPr>
            </a:p>
          </p:txBody>
        </p:sp>
        <p:sp>
          <p:nvSpPr>
            <p:cNvPr id="500" name="Google Shape;500;p36"/>
            <p:cNvSpPr/>
            <p:nvPr/>
          </p:nvSpPr>
          <p:spPr>
            <a:xfrm>
              <a:off x="486965" y="5568390"/>
              <a:ext cx="6817518" cy="708480"/>
            </a:xfrm>
            <a:prstGeom prst="roundRect">
              <a:avLst>
                <a:gd fmla="val 16667" name="adj"/>
              </a:avLst>
            </a:prstGeom>
            <a:solidFill>
              <a:srgbClr val="E19C3D"/>
            </a:solid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6"/>
            <p:cNvSpPr txBox="1"/>
            <p:nvPr/>
          </p:nvSpPr>
          <p:spPr>
            <a:xfrm>
              <a:off x="521550" y="5602975"/>
              <a:ext cx="6748348" cy="639310"/>
            </a:xfrm>
            <a:prstGeom prst="rect">
              <a:avLst/>
            </a:prstGeom>
            <a:noFill/>
            <a:ln>
              <a:noFill/>
            </a:ln>
          </p:spPr>
          <p:txBody>
            <a:bodyPr anchorCtr="0" anchor="ctr" bIns="0" lIns="257675" spcFirstLastPara="1" rIns="257675" wrap="square" tIns="0">
              <a:noAutofit/>
            </a:bodyPr>
            <a:lstStyle/>
            <a:p>
              <a:pPr indent="0" lvl="0" marL="0" marR="0" rtl="0" algn="l">
                <a:lnSpc>
                  <a:spcPct val="90000"/>
                </a:lnSpc>
                <a:spcBef>
                  <a:spcPts val="0"/>
                </a:spcBef>
                <a:spcAft>
                  <a:spcPts val="0"/>
                </a:spcAft>
                <a:buClr>
                  <a:schemeClr val="lt1"/>
                </a:buClr>
                <a:buSzPts val="2400"/>
                <a:buFont typeface="Corbel"/>
                <a:buNone/>
              </a:pPr>
              <a:r>
                <a:rPr lang="en-US" sz="2400">
                  <a:solidFill>
                    <a:schemeClr val="lt1"/>
                  </a:solidFill>
                  <a:latin typeface="Corbel"/>
                  <a:ea typeface="Corbel"/>
                  <a:cs typeface="Corbel"/>
                  <a:sym typeface="Corbel"/>
                </a:rPr>
                <a:t>Innovación tecnológica</a:t>
              </a:r>
              <a:endParaRPr sz="2400">
                <a:solidFill>
                  <a:schemeClr val="lt1"/>
                </a:solidFill>
                <a:latin typeface="Corbel"/>
                <a:ea typeface="Corbel"/>
                <a:cs typeface="Corbel"/>
                <a:sym typeface="Corbe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37"/>
          <p:cNvSpPr txBox="1"/>
          <p:nvPr>
            <p:ph type="title"/>
          </p:nvPr>
        </p:nvSpPr>
        <p:spPr>
          <a:xfrm>
            <a:off x="2226467" y="1028701"/>
            <a:ext cx="15028070" cy="2628899"/>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rgbClr val="131416"/>
              </a:buClr>
              <a:buSzPts val="6000"/>
              <a:buFont typeface="Impact"/>
              <a:buNone/>
            </a:pPr>
            <a:r>
              <a:rPr i="0" lang="en-US" sz="6000" u="none" cap="none" strike="noStrike">
                <a:solidFill>
                  <a:srgbClr val="131416"/>
                </a:solidFill>
                <a:latin typeface="Impact"/>
                <a:ea typeface="Impact"/>
                <a:cs typeface="Impact"/>
                <a:sym typeface="Impact"/>
              </a:rPr>
              <a:t>REFERENCIAS</a:t>
            </a:r>
            <a:endParaRPr/>
          </a:p>
        </p:txBody>
      </p:sp>
      <p:grpSp>
        <p:nvGrpSpPr>
          <p:cNvPr id="507" name="Google Shape;507;p37"/>
          <p:cNvGrpSpPr/>
          <p:nvPr/>
        </p:nvGrpSpPr>
        <p:grpSpPr>
          <a:xfrm>
            <a:off x="2226466" y="3053769"/>
            <a:ext cx="15028070" cy="6345718"/>
            <a:chOff x="0" y="5769"/>
            <a:chExt cx="15028070" cy="6345718"/>
          </a:xfrm>
        </p:grpSpPr>
        <p:sp>
          <p:nvSpPr>
            <p:cNvPr id="508" name="Google Shape;508;p37"/>
            <p:cNvSpPr/>
            <p:nvPr/>
          </p:nvSpPr>
          <p:spPr>
            <a:xfrm>
              <a:off x="0" y="5769"/>
              <a:ext cx="15028070" cy="171225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37"/>
            <p:cNvSpPr/>
            <p:nvPr/>
          </p:nvSpPr>
          <p:spPr>
            <a:xfrm>
              <a:off x="517957" y="391026"/>
              <a:ext cx="942662" cy="941741"/>
            </a:xfrm>
            <a:prstGeom prst="rect">
              <a:avLst/>
            </a:prstGeom>
            <a:blipFill rotWithShape="1">
              <a:blip r:embed="rId3">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37"/>
            <p:cNvSpPr/>
            <p:nvPr/>
          </p:nvSpPr>
          <p:spPr>
            <a:xfrm>
              <a:off x="1978577" y="5769"/>
              <a:ext cx="12909414" cy="18209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37"/>
            <p:cNvSpPr txBox="1"/>
            <p:nvPr/>
          </p:nvSpPr>
          <p:spPr>
            <a:xfrm>
              <a:off x="1978577" y="5769"/>
              <a:ext cx="12909414" cy="1820945"/>
            </a:xfrm>
            <a:prstGeom prst="rect">
              <a:avLst/>
            </a:prstGeom>
            <a:noFill/>
            <a:ln>
              <a:noFill/>
            </a:ln>
          </p:spPr>
          <p:txBody>
            <a:bodyPr anchorCtr="0" anchor="ctr" bIns="192700" lIns="192700" spcFirstLastPara="1" rIns="192700" wrap="square" tIns="192700">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Content Studio. (2024, 29 julio). ¿Qué es una base de datos Columnar? Pure Storage. https://www.purestorage.com/es/knowledge/what-is-a-columnar-database.html</a:t>
              </a:r>
              <a:endParaRPr sz="2000">
                <a:solidFill>
                  <a:schemeClr val="dk1"/>
                </a:solidFill>
                <a:latin typeface="Corbel"/>
                <a:ea typeface="Corbel"/>
                <a:cs typeface="Corbel"/>
                <a:sym typeface="Corbel"/>
              </a:endParaRPr>
            </a:p>
          </p:txBody>
        </p:sp>
        <p:sp>
          <p:nvSpPr>
            <p:cNvPr id="512" name="Google Shape;512;p37"/>
            <p:cNvSpPr/>
            <p:nvPr/>
          </p:nvSpPr>
          <p:spPr>
            <a:xfrm>
              <a:off x="0" y="2268155"/>
              <a:ext cx="15028070" cy="171225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7"/>
            <p:cNvSpPr/>
            <p:nvPr/>
          </p:nvSpPr>
          <p:spPr>
            <a:xfrm>
              <a:off x="517957" y="2653413"/>
              <a:ext cx="942662" cy="941741"/>
            </a:xfrm>
            <a:prstGeom prst="rect">
              <a:avLst/>
            </a:prstGeom>
            <a:blipFill rotWithShape="1">
              <a:blip r:embed="rId4">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37"/>
            <p:cNvSpPr/>
            <p:nvPr/>
          </p:nvSpPr>
          <p:spPr>
            <a:xfrm>
              <a:off x="1978577" y="2268155"/>
              <a:ext cx="12909414" cy="18209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37"/>
            <p:cNvSpPr txBox="1"/>
            <p:nvPr/>
          </p:nvSpPr>
          <p:spPr>
            <a:xfrm>
              <a:off x="1978577" y="2268155"/>
              <a:ext cx="12909414" cy="1820945"/>
            </a:xfrm>
            <a:prstGeom prst="rect">
              <a:avLst/>
            </a:prstGeom>
            <a:noFill/>
            <a:ln>
              <a:noFill/>
            </a:ln>
          </p:spPr>
          <p:txBody>
            <a:bodyPr anchorCtr="0" anchor="ctr" bIns="192700" lIns="192700" spcFirstLastPara="1" rIns="192700" wrap="square" tIns="192700">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¿Qué es una base de datos en memoria? - Explicación de la base de datos en memoria - AWS. (s. f.). Amazon Web Services, Inc. https://aws.amazon.com/es/nosql/in-memory/</a:t>
              </a:r>
              <a:endParaRPr sz="2000">
                <a:solidFill>
                  <a:schemeClr val="dk1"/>
                </a:solidFill>
                <a:latin typeface="Corbel"/>
                <a:ea typeface="Corbel"/>
                <a:cs typeface="Corbel"/>
                <a:sym typeface="Corbel"/>
              </a:endParaRPr>
            </a:p>
          </p:txBody>
        </p:sp>
        <p:sp>
          <p:nvSpPr>
            <p:cNvPr id="516" name="Google Shape;516;p37"/>
            <p:cNvSpPr/>
            <p:nvPr/>
          </p:nvSpPr>
          <p:spPr>
            <a:xfrm>
              <a:off x="0" y="4530542"/>
              <a:ext cx="15028070" cy="1712257"/>
            </a:xfrm>
            <a:prstGeom prst="roundRect">
              <a:avLst>
                <a:gd fmla="val 10000" name="adj"/>
              </a:avLst>
            </a:prstGeom>
            <a:solidFill>
              <a:srgbClr val="CBE2F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37"/>
            <p:cNvSpPr/>
            <p:nvPr/>
          </p:nvSpPr>
          <p:spPr>
            <a:xfrm>
              <a:off x="518464" y="4915800"/>
              <a:ext cx="942662" cy="941741"/>
            </a:xfrm>
            <a:prstGeom prst="rect">
              <a:avLst/>
            </a:prstGeom>
            <a:blipFill rotWithShape="1">
              <a:blip r:embed="rId5">
                <a:alphaModFix/>
              </a:blip>
              <a:stretch>
                <a:fillRect b="0" l="0" r="0" t="0"/>
              </a:stretch>
            </a:blipFill>
            <a:ln cap="rnd" cmpd="sng" w="1587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37"/>
            <p:cNvSpPr/>
            <p:nvPr/>
          </p:nvSpPr>
          <p:spPr>
            <a:xfrm>
              <a:off x="1979590" y="4530542"/>
              <a:ext cx="12909414" cy="1820945"/>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7"/>
            <p:cNvSpPr txBox="1"/>
            <p:nvPr/>
          </p:nvSpPr>
          <p:spPr>
            <a:xfrm>
              <a:off x="1979590" y="4530542"/>
              <a:ext cx="12909414" cy="1820945"/>
            </a:xfrm>
            <a:prstGeom prst="rect">
              <a:avLst/>
            </a:prstGeom>
            <a:noFill/>
            <a:ln>
              <a:noFill/>
            </a:ln>
          </p:spPr>
          <p:txBody>
            <a:bodyPr anchorCtr="0" anchor="ctr" bIns="192700" lIns="192700" spcFirstLastPara="1" rIns="192700" wrap="square" tIns="192700">
              <a:noAutofit/>
            </a:bodyPr>
            <a:lstStyle/>
            <a:p>
              <a:pPr indent="0" lvl="0" marL="0" marR="0" rtl="0" algn="l">
                <a:lnSpc>
                  <a:spcPct val="100000"/>
                </a:lnSpc>
                <a:spcBef>
                  <a:spcPts val="0"/>
                </a:spcBef>
                <a:spcAft>
                  <a:spcPts val="0"/>
                </a:spcAft>
                <a:buClr>
                  <a:schemeClr val="dk1"/>
                </a:buClr>
                <a:buSzPts val="2000"/>
                <a:buFont typeface="Corbel"/>
                <a:buNone/>
              </a:pPr>
              <a:r>
                <a:rPr lang="en-US" sz="2000">
                  <a:solidFill>
                    <a:schemeClr val="dk1"/>
                  </a:solidFill>
                  <a:latin typeface="Corbel"/>
                  <a:ea typeface="Corbel"/>
                  <a:cs typeface="Corbel"/>
                  <a:sym typeface="Corbel"/>
                </a:rPr>
                <a:t>Quiocho, C. (2025, 26 febrero). ¿Qué es el procesamiento paralelo masivo (MPP)? - NinjaOne. NinjaOne. https://www.ninjaone.com/es/it-hub/endpoint-management/que-es-el-mpp/#:~:text=Una%20base%20de%20datos%20MPP%20es%20un%20sistema%20de%20almacenamiento,de%20datos%20y%20consultas%20complejas.</a:t>
              </a:r>
              <a:endParaRPr sz="2000">
                <a:solidFill>
                  <a:schemeClr val="dk1"/>
                </a:solidFill>
                <a:latin typeface="Corbel"/>
                <a:ea typeface="Corbel"/>
                <a:cs typeface="Corbel"/>
                <a:sym typeface="Corbel"/>
              </a:endParaRPr>
            </a:p>
          </p:txBody>
        </p:sp>
      </p:grpSp>
    </p:spTree>
  </p:cSld>
  <p:clrMapOvr>
    <a:masterClrMapping/>
  </p:clrMapOvr>
  <mc:AlternateContent>
    <mc:Choice Requires="p14">
      <p:transition spd="slow" p14:dur="1300">
        <p14:pan dir="u"/>
      </p:transition>
    </mc:Choice>
    <mc:Fallback>
      <p:transition spd="med">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9"/>
          <p:cNvSpPr txBox="1"/>
          <p:nvPr/>
        </p:nvSpPr>
        <p:spPr>
          <a:xfrm>
            <a:off x="4437795" y="3389104"/>
            <a:ext cx="8658900" cy="2928494"/>
          </a:xfrm>
          <a:prstGeom prst="rect">
            <a:avLst/>
          </a:prstGeom>
          <a:noFill/>
          <a:ln>
            <a:noFill/>
          </a:ln>
        </p:spPr>
        <p:txBody>
          <a:bodyPr anchorCtr="0" anchor="t" bIns="0" lIns="0" spcFirstLastPara="1" rIns="0" wrap="square" tIns="0">
            <a:spAutoFit/>
          </a:bodyPr>
          <a:lstStyle/>
          <a:p>
            <a:pPr indent="0" lvl="0" marL="0" marR="0" rtl="0" algn="ctr">
              <a:lnSpc>
                <a:spcPct val="104000"/>
              </a:lnSpc>
              <a:spcBef>
                <a:spcPts val="0"/>
              </a:spcBef>
              <a:spcAft>
                <a:spcPts val="0"/>
              </a:spcAft>
              <a:buClr>
                <a:srgbClr val="131416"/>
              </a:buClr>
              <a:buSzPts val="6099"/>
              <a:buFont typeface="Impact"/>
              <a:buNone/>
            </a:pPr>
            <a:r>
              <a:rPr i="0" lang="en-US" sz="6099" u="none" cap="none" strike="noStrike">
                <a:solidFill>
                  <a:srgbClr val="131416"/>
                </a:solidFill>
                <a:latin typeface="Impact"/>
                <a:ea typeface="Impact"/>
                <a:cs typeface="Impact"/>
                <a:sym typeface="Impact"/>
              </a:rPr>
              <a:t>¡GRACIAS POR SU  ATENCIÓN!</a:t>
            </a:r>
            <a:endParaRPr sz="1800">
              <a:solidFill>
                <a:schemeClr val="dk1"/>
              </a:solidFill>
              <a:latin typeface="Impact"/>
              <a:ea typeface="Impact"/>
              <a:cs typeface="Impact"/>
              <a:sym typeface="Impact"/>
            </a:endParaRPr>
          </a:p>
          <a:p>
            <a:pPr indent="0" lvl="0" marL="0" marR="0" rtl="0" algn="just">
              <a:lnSpc>
                <a:spcPct val="104000"/>
              </a:lnSpc>
              <a:spcBef>
                <a:spcPts val="0"/>
              </a:spcBef>
              <a:spcAft>
                <a:spcPts val="0"/>
              </a:spcAft>
              <a:buClr>
                <a:schemeClr val="dk1"/>
              </a:buClr>
              <a:buSzPts val="6099"/>
              <a:buFont typeface="Corbel"/>
              <a:buNone/>
            </a:pPr>
            <a:r>
              <a:t/>
            </a:r>
            <a:endParaRPr i="0" sz="6099" u="none" cap="none" strike="noStrike">
              <a:solidFill>
                <a:srgbClr val="131416"/>
              </a:solidFill>
              <a:latin typeface="Impact"/>
              <a:ea typeface="Impact"/>
              <a:cs typeface="Impact"/>
              <a:sym typeface="Impact"/>
            </a:endParaRPr>
          </a:p>
        </p:txBody>
      </p:sp>
      <p:sp>
        <p:nvSpPr>
          <p:cNvPr id="525" name="Google Shape;525;p9"/>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5000"/>
              <a:buFont typeface="Arial"/>
              <a:buNone/>
            </a:pPr>
            <a:r>
              <a:rPr b="0" i="0" lang="en-US" sz="5000" u="none" cap="none" strike="noStrike">
                <a:solidFill>
                  <a:srgbClr val="131416"/>
                </a:solidFill>
                <a:latin typeface="Arial"/>
                <a:ea typeface="Arial"/>
                <a:cs typeface="Arial"/>
                <a:sym typeface="Arial"/>
              </a:rPr>
              <a:t>DUDAS</a:t>
            </a:r>
            <a:endParaRPr sz="1800">
              <a:solidFill>
                <a:schemeClr val="dk1"/>
              </a:solidFill>
              <a:latin typeface="Corbel"/>
              <a:ea typeface="Corbel"/>
              <a:cs typeface="Corbel"/>
              <a:sym typeface="Corbel"/>
            </a:endParaRPr>
          </a:p>
        </p:txBody>
      </p:sp>
      <p:sp>
        <p:nvSpPr>
          <p:cNvPr id="526" name="Google Shape;526;p9"/>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rbel"/>
              <a:ea typeface="Corbel"/>
              <a:cs typeface="Corbel"/>
              <a:sym typeface="Corbel"/>
            </a:endParaRPr>
          </a:p>
        </p:txBody>
      </p:sp>
      <p:sp>
        <p:nvSpPr>
          <p:cNvPr id="527" name="Google Shape;527;p9"/>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Clr>
                <a:srgbClr val="131416"/>
              </a:buClr>
              <a:buSzPts val="2000"/>
              <a:buFont typeface="Arial"/>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sz="1800">
              <a:solidFill>
                <a:schemeClr val="dk1"/>
              </a:solidFill>
              <a:latin typeface="Corbel"/>
              <a:ea typeface="Corbel"/>
              <a:cs typeface="Corbel"/>
              <a:sym typeface="Corbel"/>
            </a:endParaRPr>
          </a:p>
        </p:txBody>
      </p:sp>
    </p:spTree>
  </p:cSld>
  <p:clrMapOvr>
    <a:masterClrMapping/>
  </p:clrMapOvr>
  <mc:AlternateContent>
    <mc:Choice Requires="p14">
      <p:transition spd="slow" p14:dur="1300">
        <p14:pan dir="u"/>
      </p:transition>
    </mc:Choice>
    <mc:Fallback>
      <p:transition spd="med">
        <p:fade/>
      </p:transition>
    </mc:Fallback>
  </mc:AlternateContent>
</p:sld>
</file>

<file path=ppt/theme/theme1.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llax">
  <a:themeElements>
    <a:clrScheme name="Parallax">
      <a:dk1>
        <a:srgbClr val="000000"/>
      </a:dk1>
      <a:lt1>
        <a:srgbClr val="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