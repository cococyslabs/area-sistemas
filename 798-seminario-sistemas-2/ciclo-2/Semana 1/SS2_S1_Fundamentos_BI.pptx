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6"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10287000" cx="18288000"/>
  <p:notesSz cx="6858000" cy="9144000"/>
  <p:embeddedFontLst>
    <p:embeddedFont>
      <p:font typeface="Corbel"/>
      <p:regular r:id="rId29"/>
      <p:bold r:id="rId30"/>
      <p:italic r:id="rId31"/>
      <p:boldItalic r:id="rId32"/>
    </p:embeddedFont>
    <p:embeddedFont>
      <p:font typeface="Oswald SemiBold"/>
      <p:regular r:id="rId33"/>
      <p:bold r:id="rId34"/>
    </p:embeddedFont>
    <p:embeddedFont>
      <p:font typeface="Open Sans"/>
      <p:regular r:id="rId35"/>
      <p:bold r:id="rId36"/>
      <p:italic r:id="rId37"/>
      <p:boldItalic r:id="rId38"/>
    </p:embeddedFont>
    <p:embeddedFont>
      <p:font typeface="Century Gothic"/>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43" roundtripDataSignature="AMtx7miV0jgglEAFv+QscfG7eUZvCRtr9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CenturyGothic-bold.fntdata"/><Relationship Id="rId20" Type="http://schemas.openxmlformats.org/officeDocument/2006/relationships/slide" Target="slides/slide14.xml"/><Relationship Id="rId42" Type="http://schemas.openxmlformats.org/officeDocument/2006/relationships/font" Target="fonts/CenturyGothic-boldItalic.fntdata"/><Relationship Id="rId41" Type="http://schemas.openxmlformats.org/officeDocument/2006/relationships/font" Target="fonts/CenturyGothic-italic.fntdata"/><Relationship Id="rId22" Type="http://schemas.openxmlformats.org/officeDocument/2006/relationships/slide" Target="slides/slide16.xml"/><Relationship Id="rId21" Type="http://schemas.openxmlformats.org/officeDocument/2006/relationships/slide" Target="slides/slide15.xml"/><Relationship Id="rId43" Type="http://customschemas.google.com/relationships/presentationmetadata" Target="metadata"/><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Corbel-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Corbel-italic.fntdata"/><Relationship Id="rId30" Type="http://schemas.openxmlformats.org/officeDocument/2006/relationships/font" Target="fonts/Corbel-bold.fntdata"/><Relationship Id="rId11" Type="http://schemas.openxmlformats.org/officeDocument/2006/relationships/slide" Target="slides/slide5.xml"/><Relationship Id="rId33" Type="http://schemas.openxmlformats.org/officeDocument/2006/relationships/font" Target="fonts/OswaldSemiBold-regular.fntdata"/><Relationship Id="rId10" Type="http://schemas.openxmlformats.org/officeDocument/2006/relationships/slide" Target="slides/slide4.xml"/><Relationship Id="rId32" Type="http://schemas.openxmlformats.org/officeDocument/2006/relationships/font" Target="fonts/Corbel-boldItalic.fntdata"/><Relationship Id="rId13" Type="http://schemas.openxmlformats.org/officeDocument/2006/relationships/slide" Target="slides/slide7.xml"/><Relationship Id="rId35" Type="http://schemas.openxmlformats.org/officeDocument/2006/relationships/font" Target="fonts/OpenSans-regular.fntdata"/><Relationship Id="rId12" Type="http://schemas.openxmlformats.org/officeDocument/2006/relationships/slide" Target="slides/slide6.xml"/><Relationship Id="rId34" Type="http://schemas.openxmlformats.org/officeDocument/2006/relationships/font" Target="fonts/OswaldSemiBold-bold.fntdata"/><Relationship Id="rId15" Type="http://schemas.openxmlformats.org/officeDocument/2006/relationships/slide" Target="slides/slide9.xml"/><Relationship Id="rId37" Type="http://schemas.openxmlformats.org/officeDocument/2006/relationships/font" Target="fonts/OpenSans-italic.fntdata"/><Relationship Id="rId14" Type="http://schemas.openxmlformats.org/officeDocument/2006/relationships/slide" Target="slides/slide8.xml"/><Relationship Id="rId36" Type="http://schemas.openxmlformats.org/officeDocument/2006/relationships/font" Target="fonts/OpenSans-bold.fntdata"/><Relationship Id="rId17" Type="http://schemas.openxmlformats.org/officeDocument/2006/relationships/slide" Target="slides/slide11.xml"/><Relationship Id="rId39" Type="http://schemas.openxmlformats.org/officeDocument/2006/relationships/font" Target="fonts/CenturyGothic-regular.fntdata"/><Relationship Id="rId16" Type="http://schemas.openxmlformats.org/officeDocument/2006/relationships/slide" Target="slides/slide10.xml"/><Relationship Id="rId38" Type="http://schemas.openxmlformats.org/officeDocument/2006/relationships/font" Target="fonts/OpenSans-bol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9" name="Google Shape;159;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8" name="Google Shape;168;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0" name="Google Shape;540;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8" name="Shape 18"/>
        <p:cNvGrpSpPr/>
        <p:nvPr/>
      </p:nvGrpSpPr>
      <p:grpSpPr>
        <a:xfrm>
          <a:off x="0" y="0"/>
          <a:ext cx="0" cy="0"/>
          <a:chOff x="0" y="0"/>
          <a:chExt cx="0" cy="0"/>
        </a:xfrm>
      </p:grpSpPr>
      <p:sp>
        <p:nvSpPr>
          <p:cNvPr id="19" name="Google Shape;19;p42"/>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2"/>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42"/>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 name="Shape 22"/>
        <p:cNvGrpSpPr/>
        <p:nvPr/>
      </p:nvGrpSpPr>
      <p:grpSpPr>
        <a:xfrm>
          <a:off x="0" y="0"/>
          <a:ext cx="0" cy="0"/>
          <a:chOff x="0" y="0"/>
          <a:chExt cx="0" cy="0"/>
        </a:xfrm>
      </p:grpSpPr>
      <p:sp>
        <p:nvSpPr>
          <p:cNvPr id="23" name="Google Shape;23;p44"/>
          <p:cNvSpPr txBox="1"/>
          <p:nvPr>
            <p:ph type="title"/>
          </p:nvPr>
        </p:nvSpPr>
        <p:spPr>
          <a:xfrm>
            <a:off x="2226467" y="1028701"/>
            <a:ext cx="15028070" cy="26288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44"/>
          <p:cNvSpPr txBox="1"/>
          <p:nvPr>
            <p:ph idx="1" type="body"/>
          </p:nvPr>
        </p:nvSpPr>
        <p:spPr>
          <a:xfrm>
            <a:off x="2226466" y="4000499"/>
            <a:ext cx="15028070" cy="4686302"/>
          </a:xfrm>
          <a:prstGeom prst="rect">
            <a:avLst/>
          </a:prstGeom>
          <a:noFill/>
          <a:ln>
            <a:noFill/>
          </a:ln>
        </p:spPr>
        <p:txBody>
          <a:bodyPr anchorCtr="0" anchor="ctr" bIns="45700" lIns="91425" spcFirstLastPara="1" rIns="91425" wrap="square" tIns="45700">
            <a:normAutofit/>
          </a:bodyPr>
          <a:lstStyle>
            <a:lvl1pPr indent="-394335" lvl="0" marL="457200" algn="l">
              <a:spcBef>
                <a:spcPts val="360"/>
              </a:spcBef>
              <a:spcAft>
                <a:spcPts val="0"/>
              </a:spcAft>
              <a:buSzPts val="2610"/>
              <a:buChar char="•"/>
              <a:defRPr/>
            </a:lvl1pPr>
            <a:lvl2pPr indent="-394335" lvl="1" marL="914400" algn="l">
              <a:spcBef>
                <a:spcPts val="900"/>
              </a:spcBef>
              <a:spcAft>
                <a:spcPts val="0"/>
              </a:spcAft>
              <a:buSzPts val="2610"/>
              <a:buChar char="•"/>
              <a:defRPr/>
            </a:lvl2pPr>
            <a:lvl3pPr indent="-394335" lvl="2" marL="1371600" algn="l">
              <a:spcBef>
                <a:spcPts val="900"/>
              </a:spcBef>
              <a:spcAft>
                <a:spcPts val="0"/>
              </a:spcAft>
              <a:buSzPts val="2610"/>
              <a:buChar char="•"/>
              <a:defRPr/>
            </a:lvl3pPr>
            <a:lvl4pPr indent="-394335" lvl="3" marL="1828800" algn="l">
              <a:spcBef>
                <a:spcPts val="900"/>
              </a:spcBef>
              <a:spcAft>
                <a:spcPts val="0"/>
              </a:spcAft>
              <a:buSzPts val="2610"/>
              <a:buChar char="•"/>
              <a:defRPr/>
            </a:lvl4pPr>
            <a:lvl5pPr indent="-394335" lvl="4" marL="2286000" algn="l">
              <a:spcBef>
                <a:spcPts val="900"/>
              </a:spcBef>
              <a:spcAft>
                <a:spcPts val="0"/>
              </a:spcAft>
              <a:buSzPts val="2610"/>
              <a:buChar char="•"/>
              <a:defRPr/>
            </a:lvl5pPr>
            <a:lvl6pPr indent="-394335" lvl="5" marL="2743200" algn="l">
              <a:spcBef>
                <a:spcPts val="900"/>
              </a:spcBef>
              <a:spcAft>
                <a:spcPts val="0"/>
              </a:spcAft>
              <a:buSzPts val="2610"/>
              <a:buChar char="•"/>
              <a:defRPr/>
            </a:lvl6pPr>
            <a:lvl7pPr indent="-394335" lvl="6" marL="3200400" algn="l">
              <a:spcBef>
                <a:spcPts val="900"/>
              </a:spcBef>
              <a:spcAft>
                <a:spcPts val="0"/>
              </a:spcAft>
              <a:buSzPts val="2610"/>
              <a:buChar char="•"/>
              <a:defRPr/>
            </a:lvl7pPr>
            <a:lvl8pPr indent="-394334" lvl="7" marL="3657600" algn="l">
              <a:spcBef>
                <a:spcPts val="900"/>
              </a:spcBef>
              <a:spcAft>
                <a:spcPts val="0"/>
              </a:spcAft>
              <a:buSzPts val="2610"/>
              <a:buChar char="•"/>
              <a:defRPr/>
            </a:lvl8pPr>
            <a:lvl9pPr indent="-394334" lvl="8" marL="4114800" algn="l">
              <a:spcBef>
                <a:spcPts val="900"/>
              </a:spcBef>
              <a:spcAft>
                <a:spcPts val="900"/>
              </a:spcAft>
              <a:buSzPts val="2610"/>
              <a:buChar char="•"/>
              <a:defRPr/>
            </a:lvl9pPr>
          </a:lstStyle>
          <a:p/>
        </p:txBody>
      </p:sp>
      <p:sp>
        <p:nvSpPr>
          <p:cNvPr id="25" name="Google Shape;25;p44"/>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4"/>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4"/>
          <p:cNvSpPr txBox="1"/>
          <p:nvPr>
            <p:ph idx="12" type="sldNum"/>
          </p:nvPr>
        </p:nvSpPr>
        <p:spPr>
          <a:xfrm>
            <a:off x="16427785" y="8800697"/>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8" name="Shape 28"/>
        <p:cNvGrpSpPr/>
        <p:nvPr/>
      </p:nvGrpSpPr>
      <p:grpSpPr>
        <a:xfrm>
          <a:off x="0" y="0"/>
          <a:ext cx="0" cy="0"/>
          <a:chOff x="0" y="0"/>
          <a:chExt cx="0" cy="0"/>
        </a:xfrm>
      </p:grpSpPr>
      <p:grpSp>
        <p:nvGrpSpPr>
          <p:cNvPr id="29" name="Google Shape;29;p46"/>
          <p:cNvGrpSpPr/>
          <p:nvPr/>
        </p:nvGrpSpPr>
        <p:grpSpPr>
          <a:xfrm>
            <a:off x="819150" y="-7144"/>
            <a:ext cx="7522368" cy="10294145"/>
            <a:chOff x="2928938" y="-4763"/>
            <a:chExt cx="5014912" cy="6862763"/>
          </a:xfrm>
        </p:grpSpPr>
        <p:sp>
          <p:nvSpPr>
            <p:cNvPr id="30" name="Google Shape;30;p46"/>
            <p:cNvSpPr/>
            <p:nvPr/>
          </p:nvSpPr>
          <p:spPr>
            <a:xfrm>
              <a:off x="3367088" y="-4763"/>
              <a:ext cx="1063625" cy="2782888"/>
            </a:xfrm>
            <a:custGeom>
              <a:rect b="b" l="l" r="r" t="t"/>
              <a:pathLst>
                <a:path extrusionOk="0" h="1753" w="670">
                  <a:moveTo>
                    <a:pt x="0" y="1696"/>
                  </a:moveTo>
                  <a:lnTo>
                    <a:pt x="225" y="1753"/>
                  </a:lnTo>
                  <a:lnTo>
                    <a:pt x="670" y="0"/>
                  </a:lnTo>
                  <a:lnTo>
                    <a:pt x="430" y="0"/>
                  </a:lnTo>
                  <a:lnTo>
                    <a:pt x="0" y="1696"/>
                  </a:lnTo>
                  <a:close/>
                </a:path>
              </a:pathLst>
            </a:custGeom>
            <a:solidFill>
              <a:schemeClr val="accent1"/>
            </a:solidFill>
            <a:ln>
              <a:noFill/>
            </a:ln>
          </p:spPr>
        </p:sp>
        <p:sp>
          <p:nvSpPr>
            <p:cNvPr id="31" name="Google Shape;31;p46"/>
            <p:cNvSpPr/>
            <p:nvPr/>
          </p:nvSpPr>
          <p:spPr>
            <a:xfrm>
              <a:off x="2928938" y="-4763"/>
              <a:ext cx="1035050" cy="2673350"/>
            </a:xfrm>
            <a:custGeom>
              <a:rect b="b" l="l" r="r" t="t"/>
              <a:pathLst>
                <a:path extrusionOk="0" h="1684" w="652">
                  <a:moveTo>
                    <a:pt x="225" y="1684"/>
                  </a:moveTo>
                  <a:lnTo>
                    <a:pt x="652" y="0"/>
                  </a:lnTo>
                  <a:lnTo>
                    <a:pt x="411" y="0"/>
                  </a:lnTo>
                  <a:lnTo>
                    <a:pt x="0" y="1627"/>
                  </a:lnTo>
                  <a:lnTo>
                    <a:pt x="219" y="1681"/>
                  </a:lnTo>
                  <a:lnTo>
                    <a:pt x="225" y="1684"/>
                  </a:lnTo>
                  <a:close/>
                </a:path>
              </a:pathLst>
            </a:custGeom>
            <a:solidFill>
              <a:srgbClr val="595959"/>
            </a:solidFill>
            <a:ln>
              <a:noFill/>
            </a:ln>
          </p:spPr>
        </p:sp>
        <p:sp>
          <p:nvSpPr>
            <p:cNvPr id="32" name="Google Shape;32;p46"/>
            <p:cNvSpPr/>
            <p:nvPr/>
          </p:nvSpPr>
          <p:spPr>
            <a:xfrm>
              <a:off x="2928938" y="2582862"/>
              <a:ext cx="2693987" cy="4275138"/>
            </a:xfrm>
            <a:custGeom>
              <a:rect b="b" l="l" r="r" t="t"/>
              <a:pathLst>
                <a:path extrusionOk="0" h="2693" w="1697">
                  <a:moveTo>
                    <a:pt x="0" y="0"/>
                  </a:moveTo>
                  <a:lnTo>
                    <a:pt x="1622" y="2693"/>
                  </a:lnTo>
                  <a:lnTo>
                    <a:pt x="1697" y="2693"/>
                  </a:lnTo>
                  <a:lnTo>
                    <a:pt x="0" y="0"/>
                  </a:lnTo>
                  <a:close/>
                </a:path>
              </a:pathLst>
            </a:custGeom>
            <a:solidFill>
              <a:srgbClr val="262626"/>
            </a:solidFill>
            <a:ln>
              <a:noFill/>
            </a:ln>
          </p:spPr>
        </p:sp>
        <p:sp>
          <p:nvSpPr>
            <p:cNvPr id="33" name="Google Shape;33;p46"/>
            <p:cNvSpPr/>
            <p:nvPr/>
          </p:nvSpPr>
          <p:spPr>
            <a:xfrm>
              <a:off x="3371850" y="2692400"/>
              <a:ext cx="3332162" cy="4165600"/>
            </a:xfrm>
            <a:custGeom>
              <a:rect b="b" l="l" r="r" t="t"/>
              <a:pathLst>
                <a:path extrusionOk="0" h="2624" w="2099">
                  <a:moveTo>
                    <a:pt x="2099" y="2624"/>
                  </a:moveTo>
                  <a:lnTo>
                    <a:pt x="0" y="0"/>
                  </a:lnTo>
                  <a:lnTo>
                    <a:pt x="2021" y="2624"/>
                  </a:lnTo>
                  <a:lnTo>
                    <a:pt x="2099" y="2624"/>
                  </a:lnTo>
                  <a:close/>
                </a:path>
              </a:pathLst>
            </a:custGeom>
            <a:solidFill>
              <a:srgbClr val="0B5982"/>
            </a:solidFill>
            <a:ln>
              <a:noFill/>
            </a:ln>
          </p:spPr>
        </p:sp>
        <p:sp>
          <p:nvSpPr>
            <p:cNvPr id="34" name="Google Shape;34;p46"/>
            <p:cNvSpPr/>
            <p:nvPr/>
          </p:nvSpPr>
          <p:spPr>
            <a:xfrm>
              <a:off x="3367088" y="2687637"/>
              <a:ext cx="4576762" cy="4170363"/>
            </a:xfrm>
            <a:custGeom>
              <a:rect b="b" l="l" r="r" t="t"/>
              <a:pathLst>
                <a:path extrusionOk="0" h="2627" w="2883">
                  <a:moveTo>
                    <a:pt x="0" y="0"/>
                  </a:moveTo>
                  <a:lnTo>
                    <a:pt x="3" y="3"/>
                  </a:lnTo>
                  <a:lnTo>
                    <a:pt x="2102" y="2627"/>
                  </a:lnTo>
                  <a:lnTo>
                    <a:pt x="2883" y="2627"/>
                  </a:lnTo>
                  <a:lnTo>
                    <a:pt x="225" y="57"/>
                  </a:lnTo>
                  <a:lnTo>
                    <a:pt x="0" y="0"/>
                  </a:lnTo>
                  <a:close/>
                </a:path>
              </a:pathLst>
            </a:custGeom>
            <a:solidFill>
              <a:srgbClr val="1186C3"/>
            </a:solidFill>
            <a:ln>
              <a:noFill/>
            </a:ln>
          </p:spPr>
        </p:sp>
        <p:sp>
          <p:nvSpPr>
            <p:cNvPr id="35" name="Google Shape;35;p46"/>
            <p:cNvSpPr/>
            <p:nvPr/>
          </p:nvSpPr>
          <p:spPr>
            <a:xfrm>
              <a:off x="2928938" y="2578100"/>
              <a:ext cx="3584575" cy="4279900"/>
            </a:xfrm>
            <a:custGeom>
              <a:rect b="b" l="l" r="r" t="t"/>
              <a:pathLst>
                <a:path extrusionOk="0" h="2696" w="2258">
                  <a:moveTo>
                    <a:pt x="2258" y="2696"/>
                  </a:moveTo>
                  <a:lnTo>
                    <a:pt x="264" y="111"/>
                  </a:lnTo>
                  <a:lnTo>
                    <a:pt x="228" y="60"/>
                  </a:lnTo>
                  <a:lnTo>
                    <a:pt x="225" y="57"/>
                  </a:lnTo>
                  <a:lnTo>
                    <a:pt x="0" y="0"/>
                  </a:lnTo>
                  <a:lnTo>
                    <a:pt x="0" y="3"/>
                  </a:lnTo>
                  <a:lnTo>
                    <a:pt x="1697" y="2696"/>
                  </a:lnTo>
                  <a:lnTo>
                    <a:pt x="2258" y="2696"/>
                  </a:lnTo>
                  <a:close/>
                </a:path>
              </a:pathLst>
            </a:custGeom>
            <a:solidFill>
              <a:srgbClr val="3F3F3F"/>
            </a:solidFill>
            <a:ln>
              <a:noFill/>
            </a:ln>
          </p:spPr>
        </p:sp>
      </p:grpSp>
      <p:sp>
        <p:nvSpPr>
          <p:cNvPr id="36" name="Google Shape;36;p46"/>
          <p:cNvSpPr txBox="1"/>
          <p:nvPr>
            <p:ph type="ctrTitle"/>
          </p:nvPr>
        </p:nvSpPr>
        <p:spPr>
          <a:xfrm>
            <a:off x="4392602" y="2070103"/>
            <a:ext cx="12861933" cy="3924299"/>
          </a:xfrm>
          <a:prstGeom prst="rect">
            <a:avLst/>
          </a:prstGeom>
          <a:noFill/>
          <a:ln>
            <a:noFill/>
          </a:ln>
        </p:spPr>
        <p:txBody>
          <a:bodyPr anchorCtr="0" anchor="b" bIns="45700" lIns="91425" spcFirstLastPara="1" rIns="91425" wrap="square" tIns="45700">
            <a:normAutofit/>
          </a:bodyPr>
          <a:lstStyle>
            <a:lvl1pPr lvl="0" algn="r">
              <a:spcBef>
                <a:spcPts val="0"/>
              </a:spcBef>
              <a:spcAft>
                <a:spcPts val="0"/>
              </a:spcAft>
              <a:buClr>
                <a:schemeClr val="dk1"/>
              </a:buClr>
              <a:buSzPts val="9000"/>
              <a:buFont typeface="Corbel"/>
              <a:buNone/>
              <a:defRPr sz="9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46"/>
          <p:cNvSpPr txBox="1"/>
          <p:nvPr>
            <p:ph idx="1" type="subTitle"/>
          </p:nvPr>
        </p:nvSpPr>
        <p:spPr>
          <a:xfrm>
            <a:off x="6773066" y="5994401"/>
            <a:ext cx="10481468" cy="2082801"/>
          </a:xfrm>
          <a:prstGeom prst="rect">
            <a:avLst/>
          </a:prstGeom>
          <a:noFill/>
          <a:ln>
            <a:noFill/>
          </a:ln>
        </p:spPr>
        <p:txBody>
          <a:bodyPr anchorCtr="0" anchor="t" bIns="45700" lIns="91425" spcFirstLastPara="1" rIns="91425" wrap="square" tIns="45700">
            <a:normAutofit/>
          </a:bodyPr>
          <a:lstStyle>
            <a:lvl1pPr lvl="0" algn="r">
              <a:spcBef>
                <a:spcPts val="630"/>
              </a:spcBef>
              <a:spcAft>
                <a:spcPts val="0"/>
              </a:spcAft>
              <a:buSzPts val="4568"/>
              <a:buNone/>
              <a:defRPr sz="3150">
                <a:solidFill>
                  <a:schemeClr val="dk1"/>
                </a:solidFill>
              </a:defRPr>
            </a:lvl1pPr>
            <a:lvl2pPr lvl="1" algn="ctr">
              <a:spcBef>
                <a:spcPts val="900"/>
              </a:spcBef>
              <a:spcAft>
                <a:spcPts val="0"/>
              </a:spcAft>
              <a:buSzPts val="4350"/>
              <a:buNone/>
              <a:defRPr>
                <a:solidFill>
                  <a:srgbClr val="888888"/>
                </a:solidFill>
              </a:defRPr>
            </a:lvl2pPr>
            <a:lvl3pPr lvl="2" algn="ctr">
              <a:spcBef>
                <a:spcPts val="900"/>
              </a:spcBef>
              <a:spcAft>
                <a:spcPts val="0"/>
              </a:spcAft>
              <a:buSzPts val="3915"/>
              <a:buNone/>
              <a:defRPr>
                <a:solidFill>
                  <a:srgbClr val="888888"/>
                </a:solidFill>
              </a:defRPr>
            </a:lvl3pPr>
            <a:lvl4pPr lvl="3" algn="ctr">
              <a:spcBef>
                <a:spcPts val="900"/>
              </a:spcBef>
              <a:spcAft>
                <a:spcPts val="0"/>
              </a:spcAft>
              <a:buSzPts val="3480"/>
              <a:buNone/>
              <a:defRPr>
                <a:solidFill>
                  <a:srgbClr val="888888"/>
                </a:solidFill>
              </a:defRPr>
            </a:lvl4pPr>
            <a:lvl5pPr lvl="4" algn="ctr">
              <a:spcBef>
                <a:spcPts val="900"/>
              </a:spcBef>
              <a:spcAft>
                <a:spcPts val="0"/>
              </a:spcAft>
              <a:buSzPts val="3045"/>
              <a:buNone/>
              <a:defRPr>
                <a:solidFill>
                  <a:srgbClr val="888888"/>
                </a:solidFill>
              </a:defRPr>
            </a:lvl5pPr>
            <a:lvl6pPr lvl="5" algn="ctr">
              <a:spcBef>
                <a:spcPts val="900"/>
              </a:spcBef>
              <a:spcAft>
                <a:spcPts val="0"/>
              </a:spcAft>
              <a:buSzPts val="3045"/>
              <a:buNone/>
              <a:defRPr>
                <a:solidFill>
                  <a:srgbClr val="888888"/>
                </a:solidFill>
              </a:defRPr>
            </a:lvl6pPr>
            <a:lvl7pPr lvl="6" algn="ctr">
              <a:spcBef>
                <a:spcPts val="900"/>
              </a:spcBef>
              <a:spcAft>
                <a:spcPts val="0"/>
              </a:spcAft>
              <a:buSzPts val="3045"/>
              <a:buNone/>
              <a:defRPr>
                <a:solidFill>
                  <a:srgbClr val="888888"/>
                </a:solidFill>
              </a:defRPr>
            </a:lvl7pPr>
            <a:lvl8pPr lvl="7" algn="ctr">
              <a:spcBef>
                <a:spcPts val="900"/>
              </a:spcBef>
              <a:spcAft>
                <a:spcPts val="0"/>
              </a:spcAft>
              <a:buSzPts val="3045"/>
              <a:buNone/>
              <a:defRPr>
                <a:solidFill>
                  <a:srgbClr val="888888"/>
                </a:solidFill>
              </a:defRPr>
            </a:lvl8pPr>
            <a:lvl9pPr lvl="8" algn="ctr">
              <a:spcBef>
                <a:spcPts val="900"/>
              </a:spcBef>
              <a:spcAft>
                <a:spcPts val="900"/>
              </a:spcAft>
              <a:buSzPts val="3045"/>
              <a:buNone/>
              <a:defRPr>
                <a:solidFill>
                  <a:srgbClr val="888888"/>
                </a:solidFill>
              </a:defRPr>
            </a:lvl9pPr>
          </a:lstStyle>
          <a:p/>
        </p:txBody>
      </p:sp>
      <p:sp>
        <p:nvSpPr>
          <p:cNvPr id="38" name="Google Shape;38;p46"/>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46"/>
          <p:cNvSpPr txBox="1"/>
          <p:nvPr>
            <p:ph idx="11" type="ftr"/>
          </p:nvPr>
        </p:nvSpPr>
        <p:spPr>
          <a:xfrm>
            <a:off x="7998618" y="8824913"/>
            <a:ext cx="64860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46"/>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1" name="Shape 41"/>
        <p:cNvGrpSpPr/>
        <p:nvPr/>
      </p:nvGrpSpPr>
      <p:grpSpPr>
        <a:xfrm>
          <a:off x="0" y="0"/>
          <a:ext cx="0" cy="0"/>
          <a:chOff x="0" y="0"/>
          <a:chExt cx="0" cy="0"/>
        </a:xfrm>
      </p:grpSpPr>
      <p:sp>
        <p:nvSpPr>
          <p:cNvPr id="42" name="Google Shape;42;p47"/>
          <p:cNvSpPr txBox="1"/>
          <p:nvPr>
            <p:ph type="title"/>
          </p:nvPr>
        </p:nvSpPr>
        <p:spPr>
          <a:xfrm>
            <a:off x="3858419" y="4000498"/>
            <a:ext cx="13396121" cy="3165573"/>
          </a:xfrm>
          <a:prstGeom prst="rect">
            <a:avLst/>
          </a:prstGeom>
          <a:noFill/>
          <a:ln>
            <a:noFill/>
          </a:ln>
        </p:spPr>
        <p:txBody>
          <a:bodyPr anchorCtr="0" anchor="b" bIns="45700" lIns="91425" spcFirstLastPara="1" rIns="91425" wrap="square" tIns="45700">
            <a:normAutofit/>
          </a:bodyPr>
          <a:lstStyle>
            <a:lvl1pPr lvl="0" algn="r">
              <a:spcBef>
                <a:spcPts val="0"/>
              </a:spcBef>
              <a:spcAft>
                <a:spcPts val="0"/>
              </a:spcAft>
              <a:buClr>
                <a:schemeClr val="dk1"/>
              </a:buClr>
              <a:buSzPts val="6000"/>
              <a:buFont typeface="Corbel"/>
              <a:buNone/>
              <a:defRPr b="0" sz="6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47"/>
          <p:cNvSpPr txBox="1"/>
          <p:nvPr>
            <p:ph idx="1" type="body"/>
          </p:nvPr>
        </p:nvSpPr>
        <p:spPr>
          <a:xfrm>
            <a:off x="3858417" y="7166072"/>
            <a:ext cx="13396122" cy="1290600"/>
          </a:xfrm>
          <a:prstGeom prst="rect">
            <a:avLst/>
          </a:prstGeom>
          <a:noFill/>
          <a:ln>
            <a:noFill/>
          </a:ln>
        </p:spPr>
        <p:txBody>
          <a:bodyPr anchorCtr="0" anchor="t" bIns="45700" lIns="91425" spcFirstLastPara="1" rIns="91425" wrap="square" tIns="45700">
            <a:normAutofit/>
          </a:bodyPr>
          <a:lstStyle>
            <a:lvl1pPr indent="-228600" lvl="0" marL="457200" algn="r">
              <a:spcBef>
                <a:spcPts val="600"/>
              </a:spcBef>
              <a:spcAft>
                <a:spcPts val="0"/>
              </a:spcAft>
              <a:buSzPts val="4350"/>
              <a:buNone/>
              <a:defRPr sz="3000">
                <a:solidFill>
                  <a:schemeClr val="dk1"/>
                </a:solidFill>
              </a:defRPr>
            </a:lvl1pPr>
            <a:lvl2pPr indent="-228600" lvl="1" marL="914400" algn="l">
              <a:spcBef>
                <a:spcPts val="900"/>
              </a:spcBef>
              <a:spcAft>
                <a:spcPts val="0"/>
              </a:spcAft>
              <a:buSzPts val="3915"/>
              <a:buNone/>
              <a:defRPr sz="2700">
                <a:solidFill>
                  <a:srgbClr val="888888"/>
                </a:solidFill>
              </a:defRPr>
            </a:lvl2pPr>
            <a:lvl3pPr indent="-228600" lvl="2" marL="1371600" algn="l">
              <a:spcBef>
                <a:spcPts val="900"/>
              </a:spcBef>
              <a:spcAft>
                <a:spcPts val="0"/>
              </a:spcAft>
              <a:buSzPts val="3480"/>
              <a:buNone/>
              <a:defRPr sz="2400">
                <a:solidFill>
                  <a:srgbClr val="888888"/>
                </a:solidFill>
              </a:defRPr>
            </a:lvl3pPr>
            <a:lvl4pPr indent="-228600" lvl="3" marL="1828800" algn="l">
              <a:spcBef>
                <a:spcPts val="900"/>
              </a:spcBef>
              <a:spcAft>
                <a:spcPts val="0"/>
              </a:spcAft>
              <a:buSzPts val="3045"/>
              <a:buNone/>
              <a:defRPr sz="2100">
                <a:solidFill>
                  <a:srgbClr val="888888"/>
                </a:solidFill>
              </a:defRPr>
            </a:lvl4pPr>
            <a:lvl5pPr indent="-228600" lvl="4" marL="2286000" algn="l">
              <a:spcBef>
                <a:spcPts val="900"/>
              </a:spcBef>
              <a:spcAft>
                <a:spcPts val="0"/>
              </a:spcAft>
              <a:buSzPts val="3045"/>
              <a:buNone/>
              <a:defRPr sz="2100">
                <a:solidFill>
                  <a:srgbClr val="888888"/>
                </a:solidFill>
              </a:defRPr>
            </a:lvl5pPr>
            <a:lvl6pPr indent="-228600" lvl="5" marL="2743200" algn="l">
              <a:spcBef>
                <a:spcPts val="900"/>
              </a:spcBef>
              <a:spcAft>
                <a:spcPts val="0"/>
              </a:spcAft>
              <a:buSzPts val="3045"/>
              <a:buNone/>
              <a:defRPr sz="2100">
                <a:solidFill>
                  <a:srgbClr val="888888"/>
                </a:solidFill>
              </a:defRPr>
            </a:lvl6pPr>
            <a:lvl7pPr indent="-228600" lvl="6" marL="3200400" algn="l">
              <a:spcBef>
                <a:spcPts val="900"/>
              </a:spcBef>
              <a:spcAft>
                <a:spcPts val="0"/>
              </a:spcAft>
              <a:buSzPts val="3045"/>
              <a:buNone/>
              <a:defRPr sz="2100">
                <a:solidFill>
                  <a:srgbClr val="888888"/>
                </a:solidFill>
              </a:defRPr>
            </a:lvl7pPr>
            <a:lvl8pPr indent="-228600" lvl="7" marL="3657600" algn="l">
              <a:spcBef>
                <a:spcPts val="900"/>
              </a:spcBef>
              <a:spcAft>
                <a:spcPts val="0"/>
              </a:spcAft>
              <a:buSzPts val="3045"/>
              <a:buNone/>
              <a:defRPr sz="2100">
                <a:solidFill>
                  <a:srgbClr val="888888"/>
                </a:solidFill>
              </a:defRPr>
            </a:lvl8pPr>
            <a:lvl9pPr indent="-228600" lvl="8" marL="4114800" algn="l">
              <a:spcBef>
                <a:spcPts val="900"/>
              </a:spcBef>
              <a:spcAft>
                <a:spcPts val="900"/>
              </a:spcAft>
              <a:buSzPts val="3045"/>
              <a:buNone/>
              <a:defRPr sz="2100">
                <a:solidFill>
                  <a:srgbClr val="888888"/>
                </a:solidFill>
              </a:defRPr>
            </a:lvl9pPr>
          </a:lstStyle>
          <a:p/>
        </p:txBody>
      </p:sp>
      <p:sp>
        <p:nvSpPr>
          <p:cNvPr id="44" name="Google Shape;44;p47"/>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47"/>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47"/>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7" name="Shape 47"/>
        <p:cNvGrpSpPr/>
        <p:nvPr/>
      </p:nvGrpSpPr>
      <p:grpSpPr>
        <a:xfrm>
          <a:off x="0" y="0"/>
          <a:ext cx="0" cy="0"/>
          <a:chOff x="0" y="0"/>
          <a:chExt cx="0" cy="0"/>
        </a:xfrm>
      </p:grpSpPr>
      <p:sp>
        <p:nvSpPr>
          <p:cNvPr id="48" name="Google Shape;48;p48"/>
          <p:cNvSpPr txBox="1"/>
          <p:nvPr>
            <p:ph type="title"/>
          </p:nvPr>
        </p:nvSpPr>
        <p:spPr>
          <a:xfrm>
            <a:off x="2226467" y="1028701"/>
            <a:ext cx="15028070" cy="26288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48"/>
          <p:cNvSpPr txBox="1"/>
          <p:nvPr>
            <p:ph idx="1" type="body"/>
          </p:nvPr>
        </p:nvSpPr>
        <p:spPr>
          <a:xfrm>
            <a:off x="2226469" y="4000499"/>
            <a:ext cx="7342583" cy="4686302"/>
          </a:xfrm>
          <a:prstGeom prst="rect">
            <a:avLst/>
          </a:prstGeom>
          <a:noFill/>
          <a:ln>
            <a:noFill/>
          </a:ln>
        </p:spPr>
        <p:txBody>
          <a:bodyPr anchorCtr="0" anchor="ctr" bIns="45700" lIns="91425" spcFirstLastPara="1" rIns="91425" wrap="square" tIns="45700">
            <a:normAutofit/>
          </a:bodyPr>
          <a:lstStyle>
            <a:lvl1pPr indent="-477202" lvl="0" marL="457200" algn="l">
              <a:spcBef>
                <a:spcPts val="540"/>
              </a:spcBef>
              <a:spcAft>
                <a:spcPts val="0"/>
              </a:spcAft>
              <a:buSzPts val="3915"/>
              <a:buChar char="•"/>
              <a:defRPr sz="2700"/>
            </a:lvl1pPr>
            <a:lvl2pPr indent="-449580" lvl="1" marL="914400" algn="l">
              <a:spcBef>
                <a:spcPts val="900"/>
              </a:spcBef>
              <a:spcAft>
                <a:spcPts val="0"/>
              </a:spcAft>
              <a:buSzPts val="3480"/>
              <a:buChar char="•"/>
              <a:defRPr sz="2400"/>
            </a:lvl2pPr>
            <a:lvl3pPr indent="-421957" lvl="2" marL="1371600" algn="l">
              <a:spcBef>
                <a:spcPts val="900"/>
              </a:spcBef>
              <a:spcAft>
                <a:spcPts val="0"/>
              </a:spcAft>
              <a:buSzPts val="3045"/>
              <a:buChar char="•"/>
              <a:defRPr sz="2100"/>
            </a:lvl3pPr>
            <a:lvl4pPr indent="-394335" lvl="3" marL="1828800" algn="l">
              <a:spcBef>
                <a:spcPts val="900"/>
              </a:spcBef>
              <a:spcAft>
                <a:spcPts val="0"/>
              </a:spcAft>
              <a:buSzPts val="2610"/>
              <a:buChar char="•"/>
              <a:defRPr sz="1800"/>
            </a:lvl4pPr>
            <a:lvl5pPr indent="-394335" lvl="4" marL="2286000" algn="l">
              <a:spcBef>
                <a:spcPts val="900"/>
              </a:spcBef>
              <a:spcAft>
                <a:spcPts val="0"/>
              </a:spcAft>
              <a:buSzPts val="2610"/>
              <a:buChar char="•"/>
              <a:defRPr sz="1800"/>
            </a:lvl5pPr>
            <a:lvl6pPr indent="-394335" lvl="5" marL="2743200" algn="l">
              <a:spcBef>
                <a:spcPts val="900"/>
              </a:spcBef>
              <a:spcAft>
                <a:spcPts val="0"/>
              </a:spcAft>
              <a:buSzPts val="2610"/>
              <a:buChar char="•"/>
              <a:defRPr sz="1800"/>
            </a:lvl6pPr>
            <a:lvl7pPr indent="-394335" lvl="6" marL="3200400" algn="l">
              <a:spcBef>
                <a:spcPts val="900"/>
              </a:spcBef>
              <a:spcAft>
                <a:spcPts val="0"/>
              </a:spcAft>
              <a:buSzPts val="2610"/>
              <a:buChar char="•"/>
              <a:defRPr sz="1800"/>
            </a:lvl7pPr>
            <a:lvl8pPr indent="-394334" lvl="7" marL="3657600" algn="l">
              <a:spcBef>
                <a:spcPts val="900"/>
              </a:spcBef>
              <a:spcAft>
                <a:spcPts val="0"/>
              </a:spcAft>
              <a:buSzPts val="2610"/>
              <a:buChar char="•"/>
              <a:defRPr sz="1800"/>
            </a:lvl8pPr>
            <a:lvl9pPr indent="-394334" lvl="8" marL="4114800" algn="l">
              <a:spcBef>
                <a:spcPts val="900"/>
              </a:spcBef>
              <a:spcAft>
                <a:spcPts val="900"/>
              </a:spcAft>
              <a:buSzPts val="2610"/>
              <a:buChar char="•"/>
              <a:defRPr sz="1800"/>
            </a:lvl9pPr>
          </a:lstStyle>
          <a:p/>
        </p:txBody>
      </p:sp>
      <p:sp>
        <p:nvSpPr>
          <p:cNvPr id="50" name="Google Shape;50;p48"/>
          <p:cNvSpPr txBox="1"/>
          <p:nvPr>
            <p:ph idx="2" type="body"/>
          </p:nvPr>
        </p:nvSpPr>
        <p:spPr>
          <a:xfrm>
            <a:off x="9911951" y="4000500"/>
            <a:ext cx="7342584" cy="4686300"/>
          </a:xfrm>
          <a:prstGeom prst="rect">
            <a:avLst/>
          </a:prstGeom>
          <a:noFill/>
          <a:ln>
            <a:noFill/>
          </a:ln>
        </p:spPr>
        <p:txBody>
          <a:bodyPr anchorCtr="0" anchor="ctr" bIns="45700" lIns="91425" spcFirstLastPara="1" rIns="91425" wrap="square" tIns="45700">
            <a:normAutofit/>
          </a:bodyPr>
          <a:lstStyle>
            <a:lvl1pPr indent="-477202" lvl="0" marL="457200" algn="l">
              <a:spcBef>
                <a:spcPts val="540"/>
              </a:spcBef>
              <a:spcAft>
                <a:spcPts val="0"/>
              </a:spcAft>
              <a:buSzPts val="3915"/>
              <a:buChar char="•"/>
              <a:defRPr sz="2700"/>
            </a:lvl1pPr>
            <a:lvl2pPr indent="-449580" lvl="1" marL="914400" algn="l">
              <a:spcBef>
                <a:spcPts val="900"/>
              </a:spcBef>
              <a:spcAft>
                <a:spcPts val="0"/>
              </a:spcAft>
              <a:buSzPts val="3480"/>
              <a:buChar char="•"/>
              <a:defRPr sz="2400"/>
            </a:lvl2pPr>
            <a:lvl3pPr indent="-421957" lvl="2" marL="1371600" algn="l">
              <a:spcBef>
                <a:spcPts val="900"/>
              </a:spcBef>
              <a:spcAft>
                <a:spcPts val="0"/>
              </a:spcAft>
              <a:buSzPts val="3045"/>
              <a:buChar char="•"/>
              <a:defRPr sz="2100"/>
            </a:lvl3pPr>
            <a:lvl4pPr indent="-394335" lvl="3" marL="1828800" algn="l">
              <a:spcBef>
                <a:spcPts val="900"/>
              </a:spcBef>
              <a:spcAft>
                <a:spcPts val="0"/>
              </a:spcAft>
              <a:buSzPts val="2610"/>
              <a:buChar char="•"/>
              <a:defRPr sz="1800"/>
            </a:lvl4pPr>
            <a:lvl5pPr indent="-394335" lvl="4" marL="2286000" algn="l">
              <a:spcBef>
                <a:spcPts val="900"/>
              </a:spcBef>
              <a:spcAft>
                <a:spcPts val="0"/>
              </a:spcAft>
              <a:buSzPts val="2610"/>
              <a:buChar char="•"/>
              <a:defRPr sz="1800"/>
            </a:lvl5pPr>
            <a:lvl6pPr indent="-394335" lvl="5" marL="2743200" algn="l">
              <a:spcBef>
                <a:spcPts val="900"/>
              </a:spcBef>
              <a:spcAft>
                <a:spcPts val="0"/>
              </a:spcAft>
              <a:buSzPts val="2610"/>
              <a:buChar char="•"/>
              <a:defRPr sz="1800"/>
            </a:lvl6pPr>
            <a:lvl7pPr indent="-394335" lvl="6" marL="3200400" algn="l">
              <a:spcBef>
                <a:spcPts val="900"/>
              </a:spcBef>
              <a:spcAft>
                <a:spcPts val="0"/>
              </a:spcAft>
              <a:buSzPts val="2610"/>
              <a:buChar char="•"/>
              <a:defRPr sz="1800"/>
            </a:lvl7pPr>
            <a:lvl8pPr indent="-394334" lvl="7" marL="3657600" algn="l">
              <a:spcBef>
                <a:spcPts val="900"/>
              </a:spcBef>
              <a:spcAft>
                <a:spcPts val="0"/>
              </a:spcAft>
              <a:buSzPts val="2610"/>
              <a:buChar char="•"/>
              <a:defRPr sz="1800"/>
            </a:lvl8pPr>
            <a:lvl9pPr indent="-394334" lvl="8" marL="4114800" algn="l">
              <a:spcBef>
                <a:spcPts val="900"/>
              </a:spcBef>
              <a:spcAft>
                <a:spcPts val="900"/>
              </a:spcAft>
              <a:buSzPts val="2610"/>
              <a:buChar char="•"/>
              <a:defRPr sz="1800"/>
            </a:lvl9pPr>
          </a:lstStyle>
          <a:p/>
        </p:txBody>
      </p:sp>
      <p:sp>
        <p:nvSpPr>
          <p:cNvPr id="51" name="Google Shape;51;p48"/>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8"/>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8"/>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4" name="Shape 54"/>
        <p:cNvGrpSpPr/>
        <p:nvPr/>
      </p:nvGrpSpPr>
      <p:grpSpPr>
        <a:xfrm>
          <a:off x="0" y="0"/>
          <a:ext cx="0" cy="0"/>
          <a:chOff x="0" y="0"/>
          <a:chExt cx="0" cy="0"/>
        </a:xfrm>
      </p:grpSpPr>
      <p:sp>
        <p:nvSpPr>
          <p:cNvPr id="55" name="Google Shape;55;p49"/>
          <p:cNvSpPr txBox="1"/>
          <p:nvPr>
            <p:ph type="title"/>
          </p:nvPr>
        </p:nvSpPr>
        <p:spPr>
          <a:xfrm>
            <a:off x="2226467" y="1028701"/>
            <a:ext cx="15028070" cy="26288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6000"/>
              <a:buFont typeface="Corbel"/>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49"/>
          <p:cNvSpPr txBox="1"/>
          <p:nvPr>
            <p:ph idx="1" type="body"/>
          </p:nvPr>
        </p:nvSpPr>
        <p:spPr>
          <a:xfrm>
            <a:off x="2658269" y="3987800"/>
            <a:ext cx="6910782" cy="864393"/>
          </a:xfrm>
          <a:prstGeom prst="rect">
            <a:avLst/>
          </a:prstGeom>
          <a:noFill/>
          <a:ln>
            <a:noFill/>
          </a:ln>
        </p:spPr>
        <p:txBody>
          <a:bodyPr anchorCtr="0" anchor="b" bIns="45700" lIns="91425" spcFirstLastPara="1" rIns="91425" wrap="square" tIns="45700">
            <a:noAutofit/>
          </a:bodyPr>
          <a:lstStyle>
            <a:lvl1pPr indent="-228600" lvl="0" marL="457200" algn="l">
              <a:spcBef>
                <a:spcPts val="840"/>
              </a:spcBef>
              <a:spcAft>
                <a:spcPts val="0"/>
              </a:spcAft>
              <a:buSzPts val="6090"/>
              <a:buNone/>
              <a:defRPr b="0" sz="4200">
                <a:solidFill>
                  <a:srgbClr val="1186C3"/>
                </a:solidFill>
              </a:defRPr>
            </a:lvl1pPr>
            <a:lvl2pPr indent="-228600" lvl="1" marL="914400" algn="l">
              <a:spcBef>
                <a:spcPts val="900"/>
              </a:spcBef>
              <a:spcAft>
                <a:spcPts val="0"/>
              </a:spcAft>
              <a:buSzPts val="4350"/>
              <a:buNone/>
              <a:defRPr b="1" sz="3000"/>
            </a:lvl2pPr>
            <a:lvl3pPr indent="-228600" lvl="2" marL="1371600" algn="l">
              <a:spcBef>
                <a:spcPts val="900"/>
              </a:spcBef>
              <a:spcAft>
                <a:spcPts val="0"/>
              </a:spcAft>
              <a:buSzPts val="3915"/>
              <a:buNone/>
              <a:defRPr b="1" sz="2700"/>
            </a:lvl3pPr>
            <a:lvl4pPr indent="-228600" lvl="3" marL="1828800" algn="l">
              <a:spcBef>
                <a:spcPts val="900"/>
              </a:spcBef>
              <a:spcAft>
                <a:spcPts val="0"/>
              </a:spcAft>
              <a:buSzPts val="3480"/>
              <a:buNone/>
              <a:defRPr b="1" sz="2400"/>
            </a:lvl4pPr>
            <a:lvl5pPr indent="-228600" lvl="4" marL="2286000" algn="l">
              <a:spcBef>
                <a:spcPts val="900"/>
              </a:spcBef>
              <a:spcAft>
                <a:spcPts val="0"/>
              </a:spcAft>
              <a:buSzPts val="3480"/>
              <a:buNone/>
              <a:defRPr b="1" sz="2400"/>
            </a:lvl5pPr>
            <a:lvl6pPr indent="-228600" lvl="5" marL="2743200" algn="l">
              <a:spcBef>
                <a:spcPts val="900"/>
              </a:spcBef>
              <a:spcAft>
                <a:spcPts val="0"/>
              </a:spcAft>
              <a:buSzPts val="3480"/>
              <a:buNone/>
              <a:defRPr b="1" sz="2400"/>
            </a:lvl6pPr>
            <a:lvl7pPr indent="-228600" lvl="6" marL="3200400" algn="l">
              <a:spcBef>
                <a:spcPts val="900"/>
              </a:spcBef>
              <a:spcAft>
                <a:spcPts val="0"/>
              </a:spcAft>
              <a:buSzPts val="3480"/>
              <a:buNone/>
              <a:defRPr b="1" sz="2400"/>
            </a:lvl7pPr>
            <a:lvl8pPr indent="-228600" lvl="7" marL="3657600" algn="l">
              <a:spcBef>
                <a:spcPts val="900"/>
              </a:spcBef>
              <a:spcAft>
                <a:spcPts val="0"/>
              </a:spcAft>
              <a:buSzPts val="3480"/>
              <a:buNone/>
              <a:defRPr b="1" sz="2400"/>
            </a:lvl8pPr>
            <a:lvl9pPr indent="-228600" lvl="8" marL="4114800" algn="l">
              <a:spcBef>
                <a:spcPts val="900"/>
              </a:spcBef>
              <a:spcAft>
                <a:spcPts val="900"/>
              </a:spcAft>
              <a:buSzPts val="3480"/>
              <a:buNone/>
              <a:defRPr b="1" sz="2400"/>
            </a:lvl9pPr>
          </a:lstStyle>
          <a:p/>
        </p:txBody>
      </p:sp>
      <p:sp>
        <p:nvSpPr>
          <p:cNvPr id="57" name="Google Shape;57;p49"/>
          <p:cNvSpPr txBox="1"/>
          <p:nvPr>
            <p:ph idx="2" type="body"/>
          </p:nvPr>
        </p:nvSpPr>
        <p:spPr>
          <a:xfrm>
            <a:off x="2226467" y="5003006"/>
            <a:ext cx="7342584" cy="3683793"/>
          </a:xfrm>
          <a:prstGeom prst="rect">
            <a:avLst/>
          </a:prstGeom>
          <a:noFill/>
          <a:ln>
            <a:noFill/>
          </a:ln>
        </p:spPr>
        <p:txBody>
          <a:bodyPr anchorCtr="0" anchor="t" bIns="45700" lIns="91425" spcFirstLastPara="1" rIns="91425" wrap="square" tIns="45700">
            <a:normAutofit/>
          </a:bodyPr>
          <a:lstStyle>
            <a:lvl1pPr indent="-477202" lvl="0" marL="457200" algn="l">
              <a:spcBef>
                <a:spcPts val="540"/>
              </a:spcBef>
              <a:spcAft>
                <a:spcPts val="0"/>
              </a:spcAft>
              <a:buSzPts val="3915"/>
              <a:buChar char="•"/>
              <a:defRPr sz="2700"/>
            </a:lvl1pPr>
            <a:lvl2pPr indent="-449580" lvl="1" marL="914400" algn="l">
              <a:spcBef>
                <a:spcPts val="900"/>
              </a:spcBef>
              <a:spcAft>
                <a:spcPts val="0"/>
              </a:spcAft>
              <a:buSzPts val="3480"/>
              <a:buChar char="•"/>
              <a:defRPr sz="2400"/>
            </a:lvl2pPr>
            <a:lvl3pPr indent="-421957" lvl="2" marL="1371600" algn="l">
              <a:spcBef>
                <a:spcPts val="900"/>
              </a:spcBef>
              <a:spcAft>
                <a:spcPts val="0"/>
              </a:spcAft>
              <a:buSzPts val="3045"/>
              <a:buChar char="•"/>
              <a:defRPr sz="2100"/>
            </a:lvl3pPr>
            <a:lvl4pPr indent="-394335" lvl="3" marL="1828800" algn="l">
              <a:spcBef>
                <a:spcPts val="900"/>
              </a:spcBef>
              <a:spcAft>
                <a:spcPts val="0"/>
              </a:spcAft>
              <a:buSzPts val="2610"/>
              <a:buChar char="•"/>
              <a:defRPr sz="1800"/>
            </a:lvl4pPr>
            <a:lvl5pPr indent="-394335" lvl="4" marL="2286000" algn="l">
              <a:spcBef>
                <a:spcPts val="900"/>
              </a:spcBef>
              <a:spcAft>
                <a:spcPts val="0"/>
              </a:spcAft>
              <a:buSzPts val="2610"/>
              <a:buChar char="•"/>
              <a:defRPr sz="1800"/>
            </a:lvl5pPr>
            <a:lvl6pPr indent="-394335" lvl="5" marL="2743200" algn="l">
              <a:spcBef>
                <a:spcPts val="900"/>
              </a:spcBef>
              <a:spcAft>
                <a:spcPts val="0"/>
              </a:spcAft>
              <a:buSzPts val="2610"/>
              <a:buChar char="•"/>
              <a:defRPr sz="1800"/>
            </a:lvl6pPr>
            <a:lvl7pPr indent="-394335" lvl="6" marL="3200400" algn="l">
              <a:spcBef>
                <a:spcPts val="900"/>
              </a:spcBef>
              <a:spcAft>
                <a:spcPts val="0"/>
              </a:spcAft>
              <a:buSzPts val="2610"/>
              <a:buChar char="•"/>
              <a:defRPr sz="1800"/>
            </a:lvl7pPr>
            <a:lvl8pPr indent="-394334" lvl="7" marL="3657600" algn="l">
              <a:spcBef>
                <a:spcPts val="900"/>
              </a:spcBef>
              <a:spcAft>
                <a:spcPts val="0"/>
              </a:spcAft>
              <a:buSzPts val="2610"/>
              <a:buChar char="•"/>
              <a:defRPr sz="1800"/>
            </a:lvl8pPr>
            <a:lvl9pPr indent="-394334" lvl="8" marL="4114800" algn="l">
              <a:spcBef>
                <a:spcPts val="900"/>
              </a:spcBef>
              <a:spcAft>
                <a:spcPts val="900"/>
              </a:spcAft>
              <a:buSzPts val="2610"/>
              <a:buChar char="•"/>
              <a:defRPr sz="1800"/>
            </a:lvl9pPr>
          </a:lstStyle>
          <a:p/>
        </p:txBody>
      </p:sp>
      <p:sp>
        <p:nvSpPr>
          <p:cNvPr id="58" name="Google Shape;58;p49"/>
          <p:cNvSpPr txBox="1"/>
          <p:nvPr>
            <p:ph idx="3" type="body"/>
          </p:nvPr>
        </p:nvSpPr>
        <p:spPr>
          <a:xfrm>
            <a:off x="10320731" y="4000500"/>
            <a:ext cx="6933806" cy="864393"/>
          </a:xfrm>
          <a:prstGeom prst="rect">
            <a:avLst/>
          </a:prstGeom>
          <a:noFill/>
          <a:ln>
            <a:noFill/>
          </a:ln>
        </p:spPr>
        <p:txBody>
          <a:bodyPr anchorCtr="0" anchor="b" bIns="45700" lIns="91425" spcFirstLastPara="1" rIns="91425" wrap="square" tIns="45700">
            <a:noAutofit/>
          </a:bodyPr>
          <a:lstStyle>
            <a:lvl1pPr indent="-228600" lvl="0" marL="457200" algn="l">
              <a:spcBef>
                <a:spcPts val="840"/>
              </a:spcBef>
              <a:spcAft>
                <a:spcPts val="0"/>
              </a:spcAft>
              <a:buSzPts val="6090"/>
              <a:buNone/>
              <a:defRPr b="0" sz="4200">
                <a:solidFill>
                  <a:srgbClr val="1186C3"/>
                </a:solidFill>
              </a:defRPr>
            </a:lvl1pPr>
            <a:lvl2pPr indent="-228600" lvl="1" marL="914400" algn="l">
              <a:spcBef>
                <a:spcPts val="900"/>
              </a:spcBef>
              <a:spcAft>
                <a:spcPts val="0"/>
              </a:spcAft>
              <a:buSzPts val="4350"/>
              <a:buNone/>
              <a:defRPr b="1" sz="3000"/>
            </a:lvl2pPr>
            <a:lvl3pPr indent="-228600" lvl="2" marL="1371600" algn="l">
              <a:spcBef>
                <a:spcPts val="900"/>
              </a:spcBef>
              <a:spcAft>
                <a:spcPts val="0"/>
              </a:spcAft>
              <a:buSzPts val="3915"/>
              <a:buNone/>
              <a:defRPr b="1" sz="2700"/>
            </a:lvl3pPr>
            <a:lvl4pPr indent="-228600" lvl="3" marL="1828800" algn="l">
              <a:spcBef>
                <a:spcPts val="900"/>
              </a:spcBef>
              <a:spcAft>
                <a:spcPts val="0"/>
              </a:spcAft>
              <a:buSzPts val="3480"/>
              <a:buNone/>
              <a:defRPr b="1" sz="2400"/>
            </a:lvl4pPr>
            <a:lvl5pPr indent="-228600" lvl="4" marL="2286000" algn="l">
              <a:spcBef>
                <a:spcPts val="900"/>
              </a:spcBef>
              <a:spcAft>
                <a:spcPts val="0"/>
              </a:spcAft>
              <a:buSzPts val="3480"/>
              <a:buNone/>
              <a:defRPr b="1" sz="2400"/>
            </a:lvl5pPr>
            <a:lvl6pPr indent="-228600" lvl="5" marL="2743200" algn="l">
              <a:spcBef>
                <a:spcPts val="900"/>
              </a:spcBef>
              <a:spcAft>
                <a:spcPts val="0"/>
              </a:spcAft>
              <a:buSzPts val="3480"/>
              <a:buNone/>
              <a:defRPr b="1" sz="2400"/>
            </a:lvl6pPr>
            <a:lvl7pPr indent="-228600" lvl="6" marL="3200400" algn="l">
              <a:spcBef>
                <a:spcPts val="900"/>
              </a:spcBef>
              <a:spcAft>
                <a:spcPts val="0"/>
              </a:spcAft>
              <a:buSzPts val="3480"/>
              <a:buNone/>
              <a:defRPr b="1" sz="2400"/>
            </a:lvl7pPr>
            <a:lvl8pPr indent="-228600" lvl="7" marL="3657600" algn="l">
              <a:spcBef>
                <a:spcPts val="900"/>
              </a:spcBef>
              <a:spcAft>
                <a:spcPts val="0"/>
              </a:spcAft>
              <a:buSzPts val="3480"/>
              <a:buNone/>
              <a:defRPr b="1" sz="2400"/>
            </a:lvl8pPr>
            <a:lvl9pPr indent="-228600" lvl="8" marL="4114800" algn="l">
              <a:spcBef>
                <a:spcPts val="900"/>
              </a:spcBef>
              <a:spcAft>
                <a:spcPts val="900"/>
              </a:spcAft>
              <a:buSzPts val="3480"/>
              <a:buNone/>
              <a:defRPr b="1" sz="2400"/>
            </a:lvl9pPr>
          </a:lstStyle>
          <a:p/>
        </p:txBody>
      </p:sp>
      <p:sp>
        <p:nvSpPr>
          <p:cNvPr id="59" name="Google Shape;59;p49"/>
          <p:cNvSpPr txBox="1"/>
          <p:nvPr>
            <p:ph idx="4" type="body"/>
          </p:nvPr>
        </p:nvSpPr>
        <p:spPr>
          <a:xfrm>
            <a:off x="9911951" y="5003006"/>
            <a:ext cx="7342584" cy="3683793"/>
          </a:xfrm>
          <a:prstGeom prst="rect">
            <a:avLst/>
          </a:prstGeom>
          <a:noFill/>
          <a:ln>
            <a:noFill/>
          </a:ln>
        </p:spPr>
        <p:txBody>
          <a:bodyPr anchorCtr="0" anchor="t" bIns="45700" lIns="91425" spcFirstLastPara="1" rIns="91425" wrap="square" tIns="45700">
            <a:normAutofit/>
          </a:bodyPr>
          <a:lstStyle>
            <a:lvl1pPr indent="-477202" lvl="0" marL="457200" algn="l">
              <a:spcBef>
                <a:spcPts val="540"/>
              </a:spcBef>
              <a:spcAft>
                <a:spcPts val="0"/>
              </a:spcAft>
              <a:buSzPts val="3915"/>
              <a:buChar char="•"/>
              <a:defRPr sz="2700"/>
            </a:lvl1pPr>
            <a:lvl2pPr indent="-449580" lvl="1" marL="914400" algn="l">
              <a:spcBef>
                <a:spcPts val="900"/>
              </a:spcBef>
              <a:spcAft>
                <a:spcPts val="0"/>
              </a:spcAft>
              <a:buSzPts val="3480"/>
              <a:buChar char="•"/>
              <a:defRPr sz="2400"/>
            </a:lvl2pPr>
            <a:lvl3pPr indent="-421957" lvl="2" marL="1371600" algn="l">
              <a:spcBef>
                <a:spcPts val="900"/>
              </a:spcBef>
              <a:spcAft>
                <a:spcPts val="0"/>
              </a:spcAft>
              <a:buSzPts val="3045"/>
              <a:buChar char="•"/>
              <a:defRPr sz="2100"/>
            </a:lvl3pPr>
            <a:lvl4pPr indent="-394335" lvl="3" marL="1828800" algn="l">
              <a:spcBef>
                <a:spcPts val="900"/>
              </a:spcBef>
              <a:spcAft>
                <a:spcPts val="0"/>
              </a:spcAft>
              <a:buSzPts val="2610"/>
              <a:buChar char="•"/>
              <a:defRPr sz="1800"/>
            </a:lvl4pPr>
            <a:lvl5pPr indent="-394335" lvl="4" marL="2286000" algn="l">
              <a:spcBef>
                <a:spcPts val="900"/>
              </a:spcBef>
              <a:spcAft>
                <a:spcPts val="0"/>
              </a:spcAft>
              <a:buSzPts val="2610"/>
              <a:buChar char="•"/>
              <a:defRPr sz="1800"/>
            </a:lvl5pPr>
            <a:lvl6pPr indent="-394335" lvl="5" marL="2743200" algn="l">
              <a:spcBef>
                <a:spcPts val="900"/>
              </a:spcBef>
              <a:spcAft>
                <a:spcPts val="0"/>
              </a:spcAft>
              <a:buSzPts val="2610"/>
              <a:buChar char="•"/>
              <a:defRPr sz="1800"/>
            </a:lvl6pPr>
            <a:lvl7pPr indent="-394335" lvl="6" marL="3200400" algn="l">
              <a:spcBef>
                <a:spcPts val="900"/>
              </a:spcBef>
              <a:spcAft>
                <a:spcPts val="0"/>
              </a:spcAft>
              <a:buSzPts val="2610"/>
              <a:buChar char="•"/>
              <a:defRPr sz="1800"/>
            </a:lvl7pPr>
            <a:lvl8pPr indent="-394334" lvl="7" marL="3657600" algn="l">
              <a:spcBef>
                <a:spcPts val="900"/>
              </a:spcBef>
              <a:spcAft>
                <a:spcPts val="0"/>
              </a:spcAft>
              <a:buSzPts val="2610"/>
              <a:buChar char="•"/>
              <a:defRPr sz="1800"/>
            </a:lvl8pPr>
            <a:lvl9pPr indent="-394334" lvl="8" marL="4114800" algn="l">
              <a:spcBef>
                <a:spcPts val="900"/>
              </a:spcBef>
              <a:spcAft>
                <a:spcPts val="900"/>
              </a:spcAft>
              <a:buSzPts val="2610"/>
              <a:buChar char="•"/>
              <a:defRPr sz="1800"/>
            </a:lvl9pPr>
          </a:lstStyle>
          <a:p/>
        </p:txBody>
      </p:sp>
      <p:sp>
        <p:nvSpPr>
          <p:cNvPr id="60" name="Google Shape;60;p49"/>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49"/>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49"/>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3" name="Shape 63"/>
        <p:cNvGrpSpPr/>
        <p:nvPr/>
      </p:nvGrpSpPr>
      <p:grpSpPr>
        <a:xfrm>
          <a:off x="0" y="0"/>
          <a:ext cx="0" cy="0"/>
          <a:chOff x="0" y="0"/>
          <a:chExt cx="0" cy="0"/>
        </a:xfrm>
      </p:grpSpPr>
      <p:sp>
        <p:nvSpPr>
          <p:cNvPr id="64" name="Google Shape;64;p50"/>
          <p:cNvSpPr txBox="1"/>
          <p:nvPr>
            <p:ph type="title"/>
          </p:nvPr>
        </p:nvSpPr>
        <p:spPr>
          <a:xfrm>
            <a:off x="2226467" y="1028701"/>
            <a:ext cx="15028070" cy="26288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50"/>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50"/>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50"/>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8" name="Shape 68"/>
        <p:cNvGrpSpPr/>
        <p:nvPr/>
      </p:nvGrpSpPr>
      <p:grpSpPr>
        <a:xfrm>
          <a:off x="0" y="0"/>
          <a:ext cx="0" cy="0"/>
          <a:chOff x="0" y="0"/>
          <a:chExt cx="0" cy="0"/>
        </a:xfrm>
      </p:grpSpPr>
      <p:sp>
        <p:nvSpPr>
          <p:cNvPr id="69" name="Google Shape;69;p51"/>
          <p:cNvSpPr txBox="1"/>
          <p:nvPr>
            <p:ph type="title"/>
          </p:nvPr>
        </p:nvSpPr>
        <p:spPr>
          <a:xfrm>
            <a:off x="2226469" y="2400300"/>
            <a:ext cx="5323682" cy="2057400"/>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chemeClr val="dk1"/>
              </a:buClr>
              <a:buSzPts val="3600"/>
              <a:buFont typeface="Corbel"/>
              <a:buNone/>
              <a:defRPr b="0"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51"/>
          <p:cNvSpPr txBox="1"/>
          <p:nvPr>
            <p:ph idx="1" type="body"/>
          </p:nvPr>
        </p:nvSpPr>
        <p:spPr>
          <a:xfrm>
            <a:off x="7893050" y="1028699"/>
            <a:ext cx="9361485" cy="7658102"/>
          </a:xfrm>
          <a:prstGeom prst="rect">
            <a:avLst/>
          </a:prstGeom>
          <a:noFill/>
          <a:ln>
            <a:noFill/>
          </a:ln>
        </p:spPr>
        <p:txBody>
          <a:bodyPr anchorCtr="0" anchor="ctr" bIns="45700" lIns="91425" spcFirstLastPara="1" rIns="91425" wrap="square" tIns="45700">
            <a:normAutofit/>
          </a:bodyPr>
          <a:lstStyle>
            <a:lvl1pPr indent="-504825" lvl="0" marL="457200" algn="l">
              <a:spcBef>
                <a:spcPts val="600"/>
              </a:spcBef>
              <a:spcAft>
                <a:spcPts val="0"/>
              </a:spcAft>
              <a:buSzPts val="4350"/>
              <a:buChar char="•"/>
              <a:defRPr sz="3000"/>
            </a:lvl1pPr>
            <a:lvl2pPr indent="-477202" lvl="1" marL="914400" algn="l">
              <a:spcBef>
                <a:spcPts val="900"/>
              </a:spcBef>
              <a:spcAft>
                <a:spcPts val="0"/>
              </a:spcAft>
              <a:buSzPts val="3915"/>
              <a:buChar char="•"/>
              <a:defRPr sz="2700"/>
            </a:lvl2pPr>
            <a:lvl3pPr indent="-449580" lvl="2" marL="1371600" algn="l">
              <a:spcBef>
                <a:spcPts val="900"/>
              </a:spcBef>
              <a:spcAft>
                <a:spcPts val="0"/>
              </a:spcAft>
              <a:buSzPts val="3480"/>
              <a:buChar char="•"/>
              <a:defRPr sz="2400"/>
            </a:lvl3pPr>
            <a:lvl4pPr indent="-421957" lvl="3" marL="1828800" algn="l">
              <a:spcBef>
                <a:spcPts val="900"/>
              </a:spcBef>
              <a:spcAft>
                <a:spcPts val="0"/>
              </a:spcAft>
              <a:buSzPts val="3045"/>
              <a:buChar char="•"/>
              <a:defRPr sz="2100"/>
            </a:lvl4pPr>
            <a:lvl5pPr indent="-421957" lvl="4" marL="2286000" algn="l">
              <a:spcBef>
                <a:spcPts val="900"/>
              </a:spcBef>
              <a:spcAft>
                <a:spcPts val="0"/>
              </a:spcAft>
              <a:buSzPts val="3045"/>
              <a:buChar char="•"/>
              <a:defRPr sz="2100"/>
            </a:lvl5pPr>
            <a:lvl6pPr indent="-421957" lvl="5" marL="2743200" algn="l">
              <a:spcBef>
                <a:spcPts val="900"/>
              </a:spcBef>
              <a:spcAft>
                <a:spcPts val="0"/>
              </a:spcAft>
              <a:buSzPts val="3045"/>
              <a:buChar char="•"/>
              <a:defRPr sz="2100"/>
            </a:lvl6pPr>
            <a:lvl7pPr indent="-421957" lvl="6" marL="3200400" algn="l">
              <a:spcBef>
                <a:spcPts val="900"/>
              </a:spcBef>
              <a:spcAft>
                <a:spcPts val="0"/>
              </a:spcAft>
              <a:buSzPts val="3045"/>
              <a:buChar char="•"/>
              <a:defRPr sz="2100"/>
            </a:lvl7pPr>
            <a:lvl8pPr indent="-421957" lvl="7" marL="3657600" algn="l">
              <a:spcBef>
                <a:spcPts val="900"/>
              </a:spcBef>
              <a:spcAft>
                <a:spcPts val="0"/>
              </a:spcAft>
              <a:buSzPts val="3045"/>
              <a:buChar char="•"/>
              <a:defRPr sz="2100"/>
            </a:lvl8pPr>
            <a:lvl9pPr indent="-421957" lvl="8" marL="4114800" algn="l">
              <a:spcBef>
                <a:spcPts val="900"/>
              </a:spcBef>
              <a:spcAft>
                <a:spcPts val="900"/>
              </a:spcAft>
              <a:buSzPts val="3045"/>
              <a:buChar char="•"/>
              <a:defRPr sz="2100"/>
            </a:lvl9pPr>
          </a:lstStyle>
          <a:p/>
        </p:txBody>
      </p:sp>
      <p:sp>
        <p:nvSpPr>
          <p:cNvPr id="71" name="Google Shape;71;p51"/>
          <p:cNvSpPr txBox="1"/>
          <p:nvPr>
            <p:ph idx="2" type="body"/>
          </p:nvPr>
        </p:nvSpPr>
        <p:spPr>
          <a:xfrm>
            <a:off x="2226469" y="4457700"/>
            <a:ext cx="5323682" cy="2743200"/>
          </a:xfrm>
          <a:prstGeom prst="rect">
            <a:avLst/>
          </a:prstGeom>
          <a:noFill/>
          <a:ln>
            <a:noFill/>
          </a:ln>
        </p:spPr>
        <p:txBody>
          <a:bodyPr anchorCtr="0" anchor="ctr" bIns="45700" lIns="91425" spcFirstLastPara="1" rIns="91425" wrap="square" tIns="45700">
            <a:normAutofit/>
          </a:bodyPr>
          <a:lstStyle>
            <a:lvl1pPr indent="-228600" lvl="0" marL="457200" algn="ctr">
              <a:spcBef>
                <a:spcPts val="480"/>
              </a:spcBef>
              <a:spcAft>
                <a:spcPts val="0"/>
              </a:spcAft>
              <a:buSzPts val="3480"/>
              <a:buNone/>
              <a:defRPr sz="2400"/>
            </a:lvl1pPr>
            <a:lvl2pPr indent="-228600" lvl="1" marL="914400" algn="l">
              <a:spcBef>
                <a:spcPts val="900"/>
              </a:spcBef>
              <a:spcAft>
                <a:spcPts val="0"/>
              </a:spcAft>
              <a:buSzPts val="2610"/>
              <a:buNone/>
              <a:defRPr sz="1800"/>
            </a:lvl2pPr>
            <a:lvl3pPr indent="-228600" lvl="2" marL="1371600" algn="l">
              <a:spcBef>
                <a:spcPts val="900"/>
              </a:spcBef>
              <a:spcAft>
                <a:spcPts val="0"/>
              </a:spcAft>
              <a:buSzPts val="2175"/>
              <a:buNone/>
              <a:defRPr sz="1500"/>
            </a:lvl3pPr>
            <a:lvl4pPr indent="-228600" lvl="3" marL="1828800" algn="l">
              <a:spcBef>
                <a:spcPts val="900"/>
              </a:spcBef>
              <a:spcAft>
                <a:spcPts val="0"/>
              </a:spcAft>
              <a:buSzPts val="1958"/>
              <a:buNone/>
              <a:defRPr sz="1350"/>
            </a:lvl4pPr>
            <a:lvl5pPr indent="-228600" lvl="4" marL="2286000" algn="l">
              <a:spcBef>
                <a:spcPts val="900"/>
              </a:spcBef>
              <a:spcAft>
                <a:spcPts val="0"/>
              </a:spcAft>
              <a:buSzPts val="1958"/>
              <a:buNone/>
              <a:defRPr sz="1350"/>
            </a:lvl5pPr>
            <a:lvl6pPr indent="-228600" lvl="5" marL="2743200" algn="l">
              <a:spcBef>
                <a:spcPts val="900"/>
              </a:spcBef>
              <a:spcAft>
                <a:spcPts val="0"/>
              </a:spcAft>
              <a:buSzPts val="1958"/>
              <a:buNone/>
              <a:defRPr sz="1350"/>
            </a:lvl6pPr>
            <a:lvl7pPr indent="-228600" lvl="6" marL="3200400" algn="l">
              <a:spcBef>
                <a:spcPts val="900"/>
              </a:spcBef>
              <a:spcAft>
                <a:spcPts val="0"/>
              </a:spcAft>
              <a:buSzPts val="1958"/>
              <a:buNone/>
              <a:defRPr sz="1350"/>
            </a:lvl7pPr>
            <a:lvl8pPr indent="-228600" lvl="7" marL="3657600" algn="l">
              <a:spcBef>
                <a:spcPts val="900"/>
              </a:spcBef>
              <a:spcAft>
                <a:spcPts val="0"/>
              </a:spcAft>
              <a:buSzPts val="1958"/>
              <a:buNone/>
              <a:defRPr sz="1350"/>
            </a:lvl8pPr>
            <a:lvl9pPr indent="-228600" lvl="8" marL="4114800" algn="l">
              <a:spcBef>
                <a:spcPts val="900"/>
              </a:spcBef>
              <a:spcAft>
                <a:spcPts val="900"/>
              </a:spcAft>
              <a:buSzPts val="1958"/>
              <a:buNone/>
              <a:defRPr sz="1350"/>
            </a:lvl9pPr>
          </a:lstStyle>
          <a:p/>
        </p:txBody>
      </p:sp>
      <p:sp>
        <p:nvSpPr>
          <p:cNvPr id="72" name="Google Shape;72;p51"/>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51"/>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51"/>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5" name="Shape 75"/>
        <p:cNvGrpSpPr/>
        <p:nvPr/>
      </p:nvGrpSpPr>
      <p:grpSpPr>
        <a:xfrm>
          <a:off x="0" y="0"/>
          <a:ext cx="0" cy="0"/>
          <a:chOff x="0" y="0"/>
          <a:chExt cx="0" cy="0"/>
        </a:xfrm>
      </p:grpSpPr>
      <p:sp>
        <p:nvSpPr>
          <p:cNvPr id="76" name="Google Shape;76;p52"/>
          <p:cNvSpPr txBox="1"/>
          <p:nvPr>
            <p:ph type="title"/>
          </p:nvPr>
        </p:nvSpPr>
        <p:spPr>
          <a:xfrm>
            <a:off x="2224086" y="2628899"/>
            <a:ext cx="8139237" cy="2057400"/>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chemeClr val="dk1"/>
              </a:buClr>
              <a:buSzPts val="4200"/>
              <a:buFont typeface="Corbel"/>
              <a:buNone/>
              <a:defRPr b="0" sz="4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52"/>
          <p:cNvSpPr/>
          <p:nvPr>
            <p:ph idx="2" type="pic"/>
          </p:nvPr>
        </p:nvSpPr>
        <p:spPr>
          <a:xfrm>
            <a:off x="11392023" y="1371600"/>
            <a:ext cx="4921461" cy="6858000"/>
          </a:xfrm>
          <a:prstGeom prst="roundRect">
            <a:avLst>
              <a:gd fmla="val 4280" name="adj"/>
            </a:avLst>
          </a:prstGeom>
          <a:noFill/>
          <a:ln cap="flat" cmpd="sng" w="38100">
            <a:solidFill>
              <a:schemeClr val="lt2"/>
            </a:solidFill>
            <a:prstDash val="solid"/>
            <a:round/>
            <a:headEnd len="sm" w="sm" type="none"/>
            <a:tailEnd len="sm" w="sm" type="none"/>
          </a:ln>
        </p:spPr>
      </p:sp>
      <p:sp>
        <p:nvSpPr>
          <p:cNvPr id="78" name="Google Shape;78;p52"/>
          <p:cNvSpPr txBox="1"/>
          <p:nvPr>
            <p:ph idx="1" type="body"/>
          </p:nvPr>
        </p:nvSpPr>
        <p:spPr>
          <a:xfrm>
            <a:off x="2224086" y="4686299"/>
            <a:ext cx="8139237" cy="2743200"/>
          </a:xfrm>
          <a:prstGeom prst="rect">
            <a:avLst/>
          </a:prstGeom>
          <a:noFill/>
          <a:ln>
            <a:noFill/>
          </a:ln>
        </p:spPr>
        <p:txBody>
          <a:bodyPr anchorCtr="0" anchor="ctr" bIns="45700" lIns="91425" spcFirstLastPara="1" rIns="91425" wrap="square" tIns="45700">
            <a:normAutofit/>
          </a:bodyPr>
          <a:lstStyle>
            <a:lvl1pPr indent="-228600" lvl="0" marL="457200" algn="ctr">
              <a:spcBef>
                <a:spcPts val="540"/>
              </a:spcBef>
              <a:spcAft>
                <a:spcPts val="0"/>
              </a:spcAft>
              <a:buSzPts val="3915"/>
              <a:buNone/>
              <a:defRPr sz="2700"/>
            </a:lvl1pPr>
            <a:lvl2pPr indent="-228600" lvl="1" marL="914400" algn="l">
              <a:spcBef>
                <a:spcPts val="900"/>
              </a:spcBef>
              <a:spcAft>
                <a:spcPts val="0"/>
              </a:spcAft>
              <a:buSzPts val="2610"/>
              <a:buNone/>
              <a:defRPr sz="1800"/>
            </a:lvl2pPr>
            <a:lvl3pPr indent="-228600" lvl="2" marL="1371600" algn="l">
              <a:spcBef>
                <a:spcPts val="900"/>
              </a:spcBef>
              <a:spcAft>
                <a:spcPts val="0"/>
              </a:spcAft>
              <a:buSzPts val="2175"/>
              <a:buNone/>
              <a:defRPr sz="1500"/>
            </a:lvl3pPr>
            <a:lvl4pPr indent="-228600" lvl="3" marL="1828800" algn="l">
              <a:spcBef>
                <a:spcPts val="900"/>
              </a:spcBef>
              <a:spcAft>
                <a:spcPts val="0"/>
              </a:spcAft>
              <a:buSzPts val="1958"/>
              <a:buNone/>
              <a:defRPr sz="1350"/>
            </a:lvl4pPr>
            <a:lvl5pPr indent="-228600" lvl="4" marL="2286000" algn="l">
              <a:spcBef>
                <a:spcPts val="900"/>
              </a:spcBef>
              <a:spcAft>
                <a:spcPts val="0"/>
              </a:spcAft>
              <a:buSzPts val="1958"/>
              <a:buNone/>
              <a:defRPr sz="1350"/>
            </a:lvl5pPr>
            <a:lvl6pPr indent="-228600" lvl="5" marL="2743200" algn="l">
              <a:spcBef>
                <a:spcPts val="900"/>
              </a:spcBef>
              <a:spcAft>
                <a:spcPts val="0"/>
              </a:spcAft>
              <a:buSzPts val="1958"/>
              <a:buNone/>
              <a:defRPr sz="1350"/>
            </a:lvl6pPr>
            <a:lvl7pPr indent="-228600" lvl="6" marL="3200400" algn="l">
              <a:spcBef>
                <a:spcPts val="900"/>
              </a:spcBef>
              <a:spcAft>
                <a:spcPts val="0"/>
              </a:spcAft>
              <a:buSzPts val="1958"/>
              <a:buNone/>
              <a:defRPr sz="1350"/>
            </a:lvl7pPr>
            <a:lvl8pPr indent="-228600" lvl="7" marL="3657600" algn="l">
              <a:spcBef>
                <a:spcPts val="900"/>
              </a:spcBef>
              <a:spcAft>
                <a:spcPts val="0"/>
              </a:spcAft>
              <a:buSzPts val="1958"/>
              <a:buNone/>
              <a:defRPr sz="1350"/>
            </a:lvl8pPr>
            <a:lvl9pPr indent="-228600" lvl="8" marL="4114800" algn="l">
              <a:spcBef>
                <a:spcPts val="900"/>
              </a:spcBef>
              <a:spcAft>
                <a:spcPts val="900"/>
              </a:spcAft>
              <a:buSzPts val="1958"/>
              <a:buNone/>
              <a:defRPr sz="1350"/>
            </a:lvl9pPr>
          </a:lstStyle>
          <a:p/>
        </p:txBody>
      </p:sp>
      <p:sp>
        <p:nvSpPr>
          <p:cNvPr id="79" name="Google Shape;79;p52"/>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52"/>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52"/>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82" name="Shape 82"/>
        <p:cNvGrpSpPr/>
        <p:nvPr/>
      </p:nvGrpSpPr>
      <p:grpSpPr>
        <a:xfrm>
          <a:off x="0" y="0"/>
          <a:ext cx="0" cy="0"/>
          <a:chOff x="0" y="0"/>
          <a:chExt cx="0" cy="0"/>
        </a:xfrm>
      </p:grpSpPr>
      <p:sp>
        <p:nvSpPr>
          <p:cNvPr id="83" name="Google Shape;83;p53"/>
          <p:cNvSpPr txBox="1"/>
          <p:nvPr>
            <p:ph type="title"/>
          </p:nvPr>
        </p:nvSpPr>
        <p:spPr>
          <a:xfrm>
            <a:off x="2226467" y="7099298"/>
            <a:ext cx="15028067" cy="850107"/>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chemeClr val="dk1"/>
              </a:buClr>
              <a:buSzPts val="3600"/>
              <a:buFont typeface="Corbel"/>
              <a:buNone/>
              <a:defRPr b="0"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53"/>
          <p:cNvSpPr/>
          <p:nvPr>
            <p:ph idx="2" type="pic"/>
          </p:nvPr>
        </p:nvSpPr>
        <p:spPr>
          <a:xfrm>
            <a:off x="3579018" y="1398168"/>
            <a:ext cx="12338916" cy="4747464"/>
          </a:xfrm>
          <a:prstGeom prst="roundRect">
            <a:avLst>
              <a:gd fmla="val 4380" name="adj"/>
            </a:avLst>
          </a:prstGeom>
          <a:noFill/>
          <a:ln cap="flat" cmpd="sng" w="38100">
            <a:solidFill>
              <a:schemeClr val="lt2"/>
            </a:solidFill>
            <a:prstDash val="solid"/>
            <a:round/>
            <a:headEnd len="sm" w="sm" type="none"/>
            <a:tailEnd len="sm" w="sm" type="none"/>
          </a:ln>
        </p:spPr>
      </p:sp>
      <p:sp>
        <p:nvSpPr>
          <p:cNvPr id="85" name="Google Shape;85;p53"/>
          <p:cNvSpPr txBox="1"/>
          <p:nvPr>
            <p:ph idx="1" type="body"/>
          </p:nvPr>
        </p:nvSpPr>
        <p:spPr>
          <a:xfrm>
            <a:off x="2226467" y="7949405"/>
            <a:ext cx="15028067" cy="740568"/>
          </a:xfrm>
          <a:prstGeom prst="rect">
            <a:avLst/>
          </a:prstGeom>
          <a:noFill/>
          <a:ln>
            <a:noFill/>
          </a:ln>
        </p:spPr>
        <p:txBody>
          <a:bodyPr anchorCtr="0" anchor="ctr" bIns="45700" lIns="91425" spcFirstLastPara="1" rIns="91425" wrap="square" tIns="45700">
            <a:normAutofit/>
          </a:bodyPr>
          <a:lstStyle>
            <a:lvl1pPr indent="-228600" lvl="0" marL="457200" algn="ctr">
              <a:spcBef>
                <a:spcPts val="420"/>
              </a:spcBef>
              <a:spcAft>
                <a:spcPts val="0"/>
              </a:spcAft>
              <a:buSzPts val="3045"/>
              <a:buNone/>
              <a:defRPr sz="2100"/>
            </a:lvl1pPr>
            <a:lvl2pPr indent="-228600" lvl="1" marL="914400" algn="l">
              <a:spcBef>
                <a:spcPts val="900"/>
              </a:spcBef>
              <a:spcAft>
                <a:spcPts val="0"/>
              </a:spcAft>
              <a:buSzPts val="2610"/>
              <a:buNone/>
              <a:defRPr sz="1800"/>
            </a:lvl2pPr>
            <a:lvl3pPr indent="-228600" lvl="2" marL="1371600" algn="l">
              <a:spcBef>
                <a:spcPts val="900"/>
              </a:spcBef>
              <a:spcAft>
                <a:spcPts val="0"/>
              </a:spcAft>
              <a:buSzPts val="2175"/>
              <a:buNone/>
              <a:defRPr sz="1500"/>
            </a:lvl3pPr>
            <a:lvl4pPr indent="-228600" lvl="3" marL="1828800" algn="l">
              <a:spcBef>
                <a:spcPts val="900"/>
              </a:spcBef>
              <a:spcAft>
                <a:spcPts val="0"/>
              </a:spcAft>
              <a:buSzPts val="1958"/>
              <a:buNone/>
              <a:defRPr sz="1350"/>
            </a:lvl4pPr>
            <a:lvl5pPr indent="-228600" lvl="4" marL="2286000" algn="l">
              <a:spcBef>
                <a:spcPts val="900"/>
              </a:spcBef>
              <a:spcAft>
                <a:spcPts val="0"/>
              </a:spcAft>
              <a:buSzPts val="1958"/>
              <a:buNone/>
              <a:defRPr sz="1350"/>
            </a:lvl5pPr>
            <a:lvl6pPr indent="-228600" lvl="5" marL="2743200" algn="l">
              <a:spcBef>
                <a:spcPts val="900"/>
              </a:spcBef>
              <a:spcAft>
                <a:spcPts val="0"/>
              </a:spcAft>
              <a:buSzPts val="1958"/>
              <a:buNone/>
              <a:defRPr sz="1350"/>
            </a:lvl6pPr>
            <a:lvl7pPr indent="-228600" lvl="6" marL="3200400" algn="l">
              <a:spcBef>
                <a:spcPts val="900"/>
              </a:spcBef>
              <a:spcAft>
                <a:spcPts val="0"/>
              </a:spcAft>
              <a:buSzPts val="1958"/>
              <a:buNone/>
              <a:defRPr sz="1350"/>
            </a:lvl7pPr>
            <a:lvl8pPr indent="-228600" lvl="7" marL="3657600" algn="l">
              <a:spcBef>
                <a:spcPts val="900"/>
              </a:spcBef>
              <a:spcAft>
                <a:spcPts val="0"/>
              </a:spcAft>
              <a:buSzPts val="1958"/>
              <a:buNone/>
              <a:defRPr sz="1350"/>
            </a:lvl8pPr>
            <a:lvl9pPr indent="-228600" lvl="8" marL="4114800" algn="l">
              <a:spcBef>
                <a:spcPts val="900"/>
              </a:spcBef>
              <a:spcAft>
                <a:spcPts val="900"/>
              </a:spcAft>
              <a:buSzPts val="1958"/>
              <a:buNone/>
              <a:defRPr sz="1350"/>
            </a:lvl9pPr>
          </a:lstStyle>
          <a:p/>
        </p:txBody>
      </p:sp>
      <p:sp>
        <p:nvSpPr>
          <p:cNvPr id="86" name="Google Shape;86;p53"/>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53"/>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53"/>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89" name="Shape 89"/>
        <p:cNvGrpSpPr/>
        <p:nvPr/>
      </p:nvGrpSpPr>
      <p:grpSpPr>
        <a:xfrm>
          <a:off x="0" y="0"/>
          <a:ext cx="0" cy="0"/>
          <a:chOff x="0" y="0"/>
          <a:chExt cx="0" cy="0"/>
        </a:xfrm>
      </p:grpSpPr>
      <p:sp>
        <p:nvSpPr>
          <p:cNvPr id="90" name="Google Shape;90;p54"/>
          <p:cNvSpPr txBox="1"/>
          <p:nvPr>
            <p:ph type="title"/>
          </p:nvPr>
        </p:nvSpPr>
        <p:spPr>
          <a:xfrm>
            <a:off x="2226469" y="1028700"/>
            <a:ext cx="15028067" cy="4572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800"/>
              <a:buFont typeface="Corbel"/>
              <a:buNone/>
              <a:defRPr b="0" sz="48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54"/>
          <p:cNvSpPr txBox="1"/>
          <p:nvPr>
            <p:ph idx="1" type="body"/>
          </p:nvPr>
        </p:nvSpPr>
        <p:spPr>
          <a:xfrm>
            <a:off x="2226469" y="6515100"/>
            <a:ext cx="15028070" cy="2171700"/>
          </a:xfrm>
          <a:prstGeom prst="rect">
            <a:avLst/>
          </a:prstGeom>
          <a:noFill/>
          <a:ln>
            <a:noFill/>
          </a:ln>
        </p:spPr>
        <p:txBody>
          <a:bodyPr anchorCtr="0" anchor="ctr" bIns="45700" lIns="91425" spcFirstLastPara="1" rIns="91425" wrap="square" tIns="45700">
            <a:normAutofit/>
          </a:bodyPr>
          <a:lstStyle>
            <a:lvl1pPr indent="-228600" lvl="0" marL="457200" algn="ctr">
              <a:spcBef>
                <a:spcPts val="600"/>
              </a:spcBef>
              <a:spcAft>
                <a:spcPts val="0"/>
              </a:spcAft>
              <a:buSzPts val="4350"/>
              <a:buNone/>
              <a:defRPr sz="3000">
                <a:solidFill>
                  <a:schemeClr val="dk1"/>
                </a:solidFill>
              </a:defRPr>
            </a:lvl1pPr>
            <a:lvl2pPr indent="-228600" lvl="1" marL="914400" algn="l">
              <a:spcBef>
                <a:spcPts val="900"/>
              </a:spcBef>
              <a:spcAft>
                <a:spcPts val="0"/>
              </a:spcAft>
              <a:buSzPts val="3915"/>
              <a:buNone/>
              <a:defRPr sz="2700">
                <a:solidFill>
                  <a:srgbClr val="888888"/>
                </a:solidFill>
              </a:defRPr>
            </a:lvl2pPr>
            <a:lvl3pPr indent="-228600" lvl="2" marL="1371600" algn="l">
              <a:spcBef>
                <a:spcPts val="900"/>
              </a:spcBef>
              <a:spcAft>
                <a:spcPts val="0"/>
              </a:spcAft>
              <a:buSzPts val="3480"/>
              <a:buNone/>
              <a:defRPr sz="2400">
                <a:solidFill>
                  <a:srgbClr val="888888"/>
                </a:solidFill>
              </a:defRPr>
            </a:lvl3pPr>
            <a:lvl4pPr indent="-228600" lvl="3" marL="1828800" algn="l">
              <a:spcBef>
                <a:spcPts val="900"/>
              </a:spcBef>
              <a:spcAft>
                <a:spcPts val="0"/>
              </a:spcAft>
              <a:buSzPts val="3045"/>
              <a:buNone/>
              <a:defRPr sz="2100">
                <a:solidFill>
                  <a:srgbClr val="888888"/>
                </a:solidFill>
              </a:defRPr>
            </a:lvl4pPr>
            <a:lvl5pPr indent="-228600" lvl="4" marL="2286000" algn="l">
              <a:spcBef>
                <a:spcPts val="900"/>
              </a:spcBef>
              <a:spcAft>
                <a:spcPts val="0"/>
              </a:spcAft>
              <a:buSzPts val="3045"/>
              <a:buNone/>
              <a:defRPr sz="2100">
                <a:solidFill>
                  <a:srgbClr val="888888"/>
                </a:solidFill>
              </a:defRPr>
            </a:lvl5pPr>
            <a:lvl6pPr indent="-228600" lvl="5" marL="2743200" algn="l">
              <a:spcBef>
                <a:spcPts val="900"/>
              </a:spcBef>
              <a:spcAft>
                <a:spcPts val="0"/>
              </a:spcAft>
              <a:buSzPts val="3045"/>
              <a:buNone/>
              <a:defRPr sz="2100">
                <a:solidFill>
                  <a:srgbClr val="888888"/>
                </a:solidFill>
              </a:defRPr>
            </a:lvl6pPr>
            <a:lvl7pPr indent="-228600" lvl="6" marL="3200400" algn="l">
              <a:spcBef>
                <a:spcPts val="900"/>
              </a:spcBef>
              <a:spcAft>
                <a:spcPts val="0"/>
              </a:spcAft>
              <a:buSzPts val="3045"/>
              <a:buNone/>
              <a:defRPr sz="2100">
                <a:solidFill>
                  <a:srgbClr val="888888"/>
                </a:solidFill>
              </a:defRPr>
            </a:lvl7pPr>
            <a:lvl8pPr indent="-228600" lvl="7" marL="3657600" algn="l">
              <a:spcBef>
                <a:spcPts val="900"/>
              </a:spcBef>
              <a:spcAft>
                <a:spcPts val="0"/>
              </a:spcAft>
              <a:buSzPts val="3045"/>
              <a:buNone/>
              <a:defRPr sz="2100">
                <a:solidFill>
                  <a:srgbClr val="888888"/>
                </a:solidFill>
              </a:defRPr>
            </a:lvl8pPr>
            <a:lvl9pPr indent="-228600" lvl="8" marL="4114800" algn="l">
              <a:spcBef>
                <a:spcPts val="900"/>
              </a:spcBef>
              <a:spcAft>
                <a:spcPts val="900"/>
              </a:spcAft>
              <a:buSzPts val="3045"/>
              <a:buNone/>
              <a:defRPr sz="2100">
                <a:solidFill>
                  <a:srgbClr val="888888"/>
                </a:solidFill>
              </a:defRPr>
            </a:lvl9pPr>
          </a:lstStyle>
          <a:p/>
        </p:txBody>
      </p:sp>
      <p:sp>
        <p:nvSpPr>
          <p:cNvPr id="92" name="Google Shape;92;p54"/>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54"/>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54"/>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95" name="Shape 95"/>
        <p:cNvGrpSpPr/>
        <p:nvPr/>
      </p:nvGrpSpPr>
      <p:grpSpPr>
        <a:xfrm>
          <a:off x="0" y="0"/>
          <a:ext cx="0" cy="0"/>
          <a:chOff x="0" y="0"/>
          <a:chExt cx="0" cy="0"/>
        </a:xfrm>
      </p:grpSpPr>
      <p:sp>
        <p:nvSpPr>
          <p:cNvPr id="96" name="Google Shape;96;p55"/>
          <p:cNvSpPr txBox="1"/>
          <p:nvPr/>
        </p:nvSpPr>
        <p:spPr>
          <a:xfrm>
            <a:off x="2397918" y="1294535"/>
            <a:ext cx="914400" cy="877164"/>
          </a:xfrm>
          <a:prstGeom prst="rect">
            <a:avLst/>
          </a:prstGeom>
          <a:noFill/>
          <a:ln>
            <a:noFill/>
          </a:ln>
        </p:spPr>
        <p:txBody>
          <a:bodyPr anchorCtr="0" anchor="ctr" bIns="68575" lIns="137150" spcFirstLastPara="1" rIns="137150" wrap="square" tIns="68575">
            <a:noAutofit/>
          </a:bodyPr>
          <a:lstStyle/>
          <a:p>
            <a:pPr indent="0" lvl="0" marL="0" marR="0" rtl="0" algn="l">
              <a:spcBef>
                <a:spcPts val="0"/>
              </a:spcBef>
              <a:spcAft>
                <a:spcPts val="0"/>
              </a:spcAft>
              <a:buClr>
                <a:schemeClr val="dk1"/>
              </a:buClr>
              <a:buSzPts val="12000"/>
              <a:buFont typeface="Corbel"/>
              <a:buNone/>
            </a:pPr>
            <a:r>
              <a:rPr b="0" lang="en-US" sz="12000" cap="none">
                <a:solidFill>
                  <a:schemeClr val="dk1"/>
                </a:solidFill>
                <a:latin typeface="Corbel"/>
                <a:ea typeface="Corbel"/>
                <a:cs typeface="Corbel"/>
                <a:sym typeface="Corbel"/>
              </a:rPr>
              <a:t>“</a:t>
            </a:r>
            <a:endParaRPr/>
          </a:p>
        </p:txBody>
      </p:sp>
      <p:sp>
        <p:nvSpPr>
          <p:cNvPr id="97" name="Google Shape;97;p55"/>
          <p:cNvSpPr txBox="1"/>
          <p:nvPr/>
        </p:nvSpPr>
        <p:spPr>
          <a:xfrm>
            <a:off x="16340138" y="4229099"/>
            <a:ext cx="914400" cy="877164"/>
          </a:xfrm>
          <a:prstGeom prst="rect">
            <a:avLst/>
          </a:prstGeom>
          <a:noFill/>
          <a:ln>
            <a:noFill/>
          </a:ln>
        </p:spPr>
        <p:txBody>
          <a:bodyPr anchorCtr="0" anchor="ctr" bIns="68575" lIns="137150" spcFirstLastPara="1" rIns="137150" wrap="square" tIns="68575">
            <a:noAutofit/>
          </a:bodyPr>
          <a:lstStyle/>
          <a:p>
            <a:pPr indent="0" lvl="0" marL="0" marR="0" rtl="0" algn="r">
              <a:spcBef>
                <a:spcPts val="0"/>
              </a:spcBef>
              <a:spcAft>
                <a:spcPts val="0"/>
              </a:spcAft>
              <a:buClr>
                <a:schemeClr val="dk1"/>
              </a:buClr>
              <a:buSzPts val="12000"/>
              <a:buFont typeface="Corbel"/>
              <a:buNone/>
            </a:pPr>
            <a:r>
              <a:rPr b="0" lang="en-US" sz="12000" cap="none">
                <a:solidFill>
                  <a:schemeClr val="dk1"/>
                </a:solidFill>
                <a:latin typeface="Corbel"/>
                <a:ea typeface="Corbel"/>
                <a:cs typeface="Corbel"/>
                <a:sym typeface="Corbel"/>
              </a:rPr>
              <a:t>”</a:t>
            </a:r>
            <a:endParaRPr/>
          </a:p>
        </p:txBody>
      </p:sp>
      <p:sp>
        <p:nvSpPr>
          <p:cNvPr id="98" name="Google Shape;98;p55"/>
          <p:cNvSpPr txBox="1"/>
          <p:nvPr>
            <p:ph type="title"/>
          </p:nvPr>
        </p:nvSpPr>
        <p:spPr>
          <a:xfrm>
            <a:off x="3312318" y="1028701"/>
            <a:ext cx="13485018" cy="41147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800"/>
              <a:buFont typeface="Corbel"/>
              <a:buNone/>
              <a:defRPr b="0" sz="4800" cap="none">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55"/>
          <p:cNvSpPr txBox="1"/>
          <p:nvPr>
            <p:ph idx="1" type="body"/>
          </p:nvPr>
        </p:nvSpPr>
        <p:spPr>
          <a:xfrm>
            <a:off x="3655217" y="5143499"/>
            <a:ext cx="12799223" cy="571500"/>
          </a:xfrm>
          <a:prstGeom prst="rect">
            <a:avLst/>
          </a:prstGeom>
          <a:noFill/>
          <a:ln>
            <a:noFill/>
          </a:ln>
        </p:spPr>
        <p:txBody>
          <a:bodyPr anchorCtr="0" anchor="ctr" bIns="45700" lIns="91425" spcFirstLastPara="1" rIns="91425" wrap="square" tIns="45700">
            <a:normAutofit/>
          </a:bodyPr>
          <a:lstStyle>
            <a:lvl1pPr indent="-228600" lvl="0" marL="457200" algn="l">
              <a:spcBef>
                <a:spcPts val="540"/>
              </a:spcBef>
              <a:spcAft>
                <a:spcPts val="0"/>
              </a:spcAft>
              <a:buSzPts val="3915"/>
              <a:buFont typeface="Corbel"/>
              <a:buNone/>
              <a:defRPr sz="2700"/>
            </a:lvl1pPr>
            <a:lvl2pPr indent="-228600" lvl="1" marL="914400" algn="l">
              <a:spcBef>
                <a:spcPts val="900"/>
              </a:spcBef>
              <a:spcAft>
                <a:spcPts val="0"/>
              </a:spcAft>
              <a:buSzPts val="4350"/>
              <a:buFont typeface="Corbel"/>
              <a:buNone/>
              <a:defRPr/>
            </a:lvl2pPr>
            <a:lvl3pPr indent="-228600" lvl="2" marL="1371600" algn="l">
              <a:spcBef>
                <a:spcPts val="900"/>
              </a:spcBef>
              <a:spcAft>
                <a:spcPts val="0"/>
              </a:spcAft>
              <a:buSzPts val="3915"/>
              <a:buFont typeface="Corbel"/>
              <a:buNone/>
              <a:defRPr/>
            </a:lvl3pPr>
            <a:lvl4pPr indent="-228600" lvl="3" marL="1828800" algn="l">
              <a:spcBef>
                <a:spcPts val="900"/>
              </a:spcBef>
              <a:spcAft>
                <a:spcPts val="0"/>
              </a:spcAft>
              <a:buSzPts val="3480"/>
              <a:buFont typeface="Corbel"/>
              <a:buNone/>
              <a:defRPr/>
            </a:lvl4pPr>
            <a:lvl5pPr indent="-228600" lvl="4" marL="2286000" algn="l">
              <a:spcBef>
                <a:spcPts val="900"/>
              </a:spcBef>
              <a:spcAft>
                <a:spcPts val="0"/>
              </a:spcAft>
              <a:buSzPts val="3045"/>
              <a:buFont typeface="Corbel"/>
              <a:buNone/>
              <a:defRPr/>
            </a:lvl5pPr>
            <a:lvl6pPr indent="-394335" lvl="5" marL="2743200" algn="l">
              <a:spcBef>
                <a:spcPts val="900"/>
              </a:spcBef>
              <a:spcAft>
                <a:spcPts val="0"/>
              </a:spcAft>
              <a:buSzPts val="2610"/>
              <a:buChar char="•"/>
              <a:defRPr/>
            </a:lvl6pPr>
            <a:lvl7pPr indent="-394335" lvl="6" marL="3200400" algn="l">
              <a:spcBef>
                <a:spcPts val="900"/>
              </a:spcBef>
              <a:spcAft>
                <a:spcPts val="0"/>
              </a:spcAft>
              <a:buSzPts val="2610"/>
              <a:buChar char="•"/>
              <a:defRPr/>
            </a:lvl7pPr>
            <a:lvl8pPr indent="-394334" lvl="7" marL="3657600" algn="l">
              <a:spcBef>
                <a:spcPts val="900"/>
              </a:spcBef>
              <a:spcAft>
                <a:spcPts val="0"/>
              </a:spcAft>
              <a:buSzPts val="2610"/>
              <a:buChar char="•"/>
              <a:defRPr/>
            </a:lvl8pPr>
            <a:lvl9pPr indent="-394334" lvl="8" marL="4114800" algn="l">
              <a:spcBef>
                <a:spcPts val="900"/>
              </a:spcBef>
              <a:spcAft>
                <a:spcPts val="900"/>
              </a:spcAft>
              <a:buSzPts val="2610"/>
              <a:buChar char="•"/>
              <a:defRPr/>
            </a:lvl9pPr>
          </a:lstStyle>
          <a:p/>
        </p:txBody>
      </p:sp>
      <p:sp>
        <p:nvSpPr>
          <p:cNvPr id="100" name="Google Shape;100;p55"/>
          <p:cNvSpPr txBox="1"/>
          <p:nvPr>
            <p:ph idx="2" type="body"/>
          </p:nvPr>
        </p:nvSpPr>
        <p:spPr>
          <a:xfrm>
            <a:off x="2226467" y="6515100"/>
            <a:ext cx="15028067" cy="2171700"/>
          </a:xfrm>
          <a:prstGeom prst="rect">
            <a:avLst/>
          </a:prstGeom>
          <a:noFill/>
          <a:ln>
            <a:noFill/>
          </a:ln>
        </p:spPr>
        <p:txBody>
          <a:bodyPr anchorCtr="0" anchor="ctr" bIns="45700" lIns="91425" spcFirstLastPara="1" rIns="91425" wrap="square" tIns="45700">
            <a:normAutofit/>
          </a:bodyPr>
          <a:lstStyle>
            <a:lvl1pPr indent="-228600" lvl="0" marL="457200" algn="ctr">
              <a:spcBef>
                <a:spcPts val="600"/>
              </a:spcBef>
              <a:spcAft>
                <a:spcPts val="0"/>
              </a:spcAft>
              <a:buSzPts val="4350"/>
              <a:buNone/>
              <a:defRPr sz="3000">
                <a:solidFill>
                  <a:schemeClr val="dk1"/>
                </a:solidFill>
              </a:defRPr>
            </a:lvl1pPr>
            <a:lvl2pPr indent="-228600" lvl="1" marL="914400" algn="l">
              <a:spcBef>
                <a:spcPts val="900"/>
              </a:spcBef>
              <a:spcAft>
                <a:spcPts val="0"/>
              </a:spcAft>
              <a:buSzPts val="3915"/>
              <a:buNone/>
              <a:defRPr sz="2700">
                <a:solidFill>
                  <a:srgbClr val="888888"/>
                </a:solidFill>
              </a:defRPr>
            </a:lvl2pPr>
            <a:lvl3pPr indent="-228600" lvl="2" marL="1371600" algn="l">
              <a:spcBef>
                <a:spcPts val="900"/>
              </a:spcBef>
              <a:spcAft>
                <a:spcPts val="0"/>
              </a:spcAft>
              <a:buSzPts val="3480"/>
              <a:buNone/>
              <a:defRPr sz="2400">
                <a:solidFill>
                  <a:srgbClr val="888888"/>
                </a:solidFill>
              </a:defRPr>
            </a:lvl3pPr>
            <a:lvl4pPr indent="-228600" lvl="3" marL="1828800" algn="l">
              <a:spcBef>
                <a:spcPts val="900"/>
              </a:spcBef>
              <a:spcAft>
                <a:spcPts val="0"/>
              </a:spcAft>
              <a:buSzPts val="3045"/>
              <a:buNone/>
              <a:defRPr sz="2100">
                <a:solidFill>
                  <a:srgbClr val="888888"/>
                </a:solidFill>
              </a:defRPr>
            </a:lvl4pPr>
            <a:lvl5pPr indent="-228600" lvl="4" marL="2286000" algn="l">
              <a:spcBef>
                <a:spcPts val="900"/>
              </a:spcBef>
              <a:spcAft>
                <a:spcPts val="0"/>
              </a:spcAft>
              <a:buSzPts val="3045"/>
              <a:buNone/>
              <a:defRPr sz="2100">
                <a:solidFill>
                  <a:srgbClr val="888888"/>
                </a:solidFill>
              </a:defRPr>
            </a:lvl5pPr>
            <a:lvl6pPr indent="-228600" lvl="5" marL="2743200" algn="l">
              <a:spcBef>
                <a:spcPts val="900"/>
              </a:spcBef>
              <a:spcAft>
                <a:spcPts val="0"/>
              </a:spcAft>
              <a:buSzPts val="3045"/>
              <a:buNone/>
              <a:defRPr sz="2100">
                <a:solidFill>
                  <a:srgbClr val="888888"/>
                </a:solidFill>
              </a:defRPr>
            </a:lvl6pPr>
            <a:lvl7pPr indent="-228600" lvl="6" marL="3200400" algn="l">
              <a:spcBef>
                <a:spcPts val="900"/>
              </a:spcBef>
              <a:spcAft>
                <a:spcPts val="0"/>
              </a:spcAft>
              <a:buSzPts val="3045"/>
              <a:buNone/>
              <a:defRPr sz="2100">
                <a:solidFill>
                  <a:srgbClr val="888888"/>
                </a:solidFill>
              </a:defRPr>
            </a:lvl7pPr>
            <a:lvl8pPr indent="-228600" lvl="7" marL="3657600" algn="l">
              <a:spcBef>
                <a:spcPts val="900"/>
              </a:spcBef>
              <a:spcAft>
                <a:spcPts val="0"/>
              </a:spcAft>
              <a:buSzPts val="3045"/>
              <a:buNone/>
              <a:defRPr sz="2100">
                <a:solidFill>
                  <a:srgbClr val="888888"/>
                </a:solidFill>
              </a:defRPr>
            </a:lvl8pPr>
            <a:lvl9pPr indent="-228600" lvl="8" marL="4114800" algn="l">
              <a:spcBef>
                <a:spcPts val="900"/>
              </a:spcBef>
              <a:spcAft>
                <a:spcPts val="900"/>
              </a:spcAft>
              <a:buSzPts val="3045"/>
              <a:buNone/>
              <a:defRPr sz="2100">
                <a:solidFill>
                  <a:srgbClr val="888888"/>
                </a:solidFill>
              </a:defRPr>
            </a:lvl9pPr>
          </a:lstStyle>
          <a:p/>
        </p:txBody>
      </p:sp>
      <p:sp>
        <p:nvSpPr>
          <p:cNvPr id="101" name="Google Shape;101;p55"/>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55"/>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55"/>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04" name="Shape 104"/>
        <p:cNvGrpSpPr/>
        <p:nvPr/>
      </p:nvGrpSpPr>
      <p:grpSpPr>
        <a:xfrm>
          <a:off x="0" y="0"/>
          <a:ext cx="0" cy="0"/>
          <a:chOff x="0" y="0"/>
          <a:chExt cx="0" cy="0"/>
        </a:xfrm>
      </p:grpSpPr>
      <p:sp>
        <p:nvSpPr>
          <p:cNvPr id="105" name="Google Shape;105;p56"/>
          <p:cNvSpPr txBox="1"/>
          <p:nvPr>
            <p:ph type="title"/>
          </p:nvPr>
        </p:nvSpPr>
        <p:spPr>
          <a:xfrm>
            <a:off x="2226470" y="4962872"/>
            <a:ext cx="15028064" cy="2203200"/>
          </a:xfrm>
          <a:prstGeom prst="rect">
            <a:avLst/>
          </a:prstGeom>
          <a:noFill/>
          <a:ln>
            <a:noFill/>
          </a:ln>
        </p:spPr>
        <p:txBody>
          <a:bodyPr anchorCtr="0" anchor="b" bIns="45700" lIns="91425" spcFirstLastPara="1" rIns="91425" wrap="square" tIns="45700">
            <a:normAutofit/>
          </a:bodyPr>
          <a:lstStyle>
            <a:lvl1pPr lvl="0" algn="r">
              <a:spcBef>
                <a:spcPts val="0"/>
              </a:spcBef>
              <a:spcAft>
                <a:spcPts val="0"/>
              </a:spcAft>
              <a:buClr>
                <a:schemeClr val="dk1"/>
              </a:buClr>
              <a:buSzPts val="4800"/>
              <a:buFont typeface="Corbel"/>
              <a:buNone/>
              <a:defRPr b="0" sz="48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56"/>
          <p:cNvSpPr txBox="1"/>
          <p:nvPr>
            <p:ph idx="1" type="body"/>
          </p:nvPr>
        </p:nvSpPr>
        <p:spPr>
          <a:xfrm>
            <a:off x="2226468" y="7166072"/>
            <a:ext cx="15028065" cy="1290600"/>
          </a:xfrm>
          <a:prstGeom prst="rect">
            <a:avLst/>
          </a:prstGeom>
          <a:noFill/>
          <a:ln>
            <a:noFill/>
          </a:ln>
        </p:spPr>
        <p:txBody>
          <a:bodyPr anchorCtr="0" anchor="t" bIns="45700" lIns="91425" spcFirstLastPara="1" rIns="91425" wrap="square" tIns="45700">
            <a:normAutofit/>
          </a:bodyPr>
          <a:lstStyle>
            <a:lvl1pPr indent="-228600" lvl="0" marL="457200" algn="r">
              <a:spcBef>
                <a:spcPts val="600"/>
              </a:spcBef>
              <a:spcAft>
                <a:spcPts val="0"/>
              </a:spcAft>
              <a:buSzPts val="4350"/>
              <a:buNone/>
              <a:defRPr sz="3000">
                <a:solidFill>
                  <a:schemeClr val="dk1"/>
                </a:solidFill>
              </a:defRPr>
            </a:lvl1pPr>
            <a:lvl2pPr indent="-228600" lvl="1" marL="914400" algn="l">
              <a:spcBef>
                <a:spcPts val="900"/>
              </a:spcBef>
              <a:spcAft>
                <a:spcPts val="0"/>
              </a:spcAft>
              <a:buSzPts val="3915"/>
              <a:buNone/>
              <a:defRPr sz="2700">
                <a:solidFill>
                  <a:srgbClr val="888888"/>
                </a:solidFill>
              </a:defRPr>
            </a:lvl2pPr>
            <a:lvl3pPr indent="-228600" lvl="2" marL="1371600" algn="l">
              <a:spcBef>
                <a:spcPts val="900"/>
              </a:spcBef>
              <a:spcAft>
                <a:spcPts val="0"/>
              </a:spcAft>
              <a:buSzPts val="3480"/>
              <a:buNone/>
              <a:defRPr sz="2400">
                <a:solidFill>
                  <a:srgbClr val="888888"/>
                </a:solidFill>
              </a:defRPr>
            </a:lvl3pPr>
            <a:lvl4pPr indent="-228600" lvl="3" marL="1828800" algn="l">
              <a:spcBef>
                <a:spcPts val="900"/>
              </a:spcBef>
              <a:spcAft>
                <a:spcPts val="0"/>
              </a:spcAft>
              <a:buSzPts val="3045"/>
              <a:buNone/>
              <a:defRPr sz="2100">
                <a:solidFill>
                  <a:srgbClr val="888888"/>
                </a:solidFill>
              </a:defRPr>
            </a:lvl4pPr>
            <a:lvl5pPr indent="-228600" lvl="4" marL="2286000" algn="l">
              <a:spcBef>
                <a:spcPts val="900"/>
              </a:spcBef>
              <a:spcAft>
                <a:spcPts val="0"/>
              </a:spcAft>
              <a:buSzPts val="3045"/>
              <a:buNone/>
              <a:defRPr sz="2100">
                <a:solidFill>
                  <a:srgbClr val="888888"/>
                </a:solidFill>
              </a:defRPr>
            </a:lvl5pPr>
            <a:lvl6pPr indent="-228600" lvl="5" marL="2743200" algn="l">
              <a:spcBef>
                <a:spcPts val="900"/>
              </a:spcBef>
              <a:spcAft>
                <a:spcPts val="0"/>
              </a:spcAft>
              <a:buSzPts val="3045"/>
              <a:buNone/>
              <a:defRPr sz="2100">
                <a:solidFill>
                  <a:srgbClr val="888888"/>
                </a:solidFill>
              </a:defRPr>
            </a:lvl6pPr>
            <a:lvl7pPr indent="-228600" lvl="6" marL="3200400" algn="l">
              <a:spcBef>
                <a:spcPts val="900"/>
              </a:spcBef>
              <a:spcAft>
                <a:spcPts val="0"/>
              </a:spcAft>
              <a:buSzPts val="3045"/>
              <a:buNone/>
              <a:defRPr sz="2100">
                <a:solidFill>
                  <a:srgbClr val="888888"/>
                </a:solidFill>
              </a:defRPr>
            </a:lvl7pPr>
            <a:lvl8pPr indent="-228600" lvl="7" marL="3657600" algn="l">
              <a:spcBef>
                <a:spcPts val="900"/>
              </a:spcBef>
              <a:spcAft>
                <a:spcPts val="0"/>
              </a:spcAft>
              <a:buSzPts val="3045"/>
              <a:buNone/>
              <a:defRPr sz="2100">
                <a:solidFill>
                  <a:srgbClr val="888888"/>
                </a:solidFill>
              </a:defRPr>
            </a:lvl8pPr>
            <a:lvl9pPr indent="-228600" lvl="8" marL="4114800" algn="l">
              <a:spcBef>
                <a:spcPts val="900"/>
              </a:spcBef>
              <a:spcAft>
                <a:spcPts val="900"/>
              </a:spcAft>
              <a:buSzPts val="3045"/>
              <a:buNone/>
              <a:defRPr sz="2100">
                <a:solidFill>
                  <a:srgbClr val="888888"/>
                </a:solidFill>
              </a:defRPr>
            </a:lvl9pPr>
          </a:lstStyle>
          <a:p/>
        </p:txBody>
      </p:sp>
      <p:sp>
        <p:nvSpPr>
          <p:cNvPr id="107" name="Google Shape;107;p56"/>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56"/>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56"/>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10" name="Shape 110"/>
        <p:cNvGrpSpPr/>
        <p:nvPr/>
      </p:nvGrpSpPr>
      <p:grpSpPr>
        <a:xfrm>
          <a:off x="0" y="0"/>
          <a:ext cx="0" cy="0"/>
          <a:chOff x="0" y="0"/>
          <a:chExt cx="0" cy="0"/>
        </a:xfrm>
      </p:grpSpPr>
      <p:sp>
        <p:nvSpPr>
          <p:cNvPr id="111" name="Google Shape;111;p57"/>
          <p:cNvSpPr txBox="1"/>
          <p:nvPr/>
        </p:nvSpPr>
        <p:spPr>
          <a:xfrm>
            <a:off x="2397918" y="1294535"/>
            <a:ext cx="914400" cy="877164"/>
          </a:xfrm>
          <a:prstGeom prst="rect">
            <a:avLst/>
          </a:prstGeom>
          <a:noFill/>
          <a:ln>
            <a:noFill/>
          </a:ln>
        </p:spPr>
        <p:txBody>
          <a:bodyPr anchorCtr="0" anchor="ctr" bIns="68575" lIns="137150" spcFirstLastPara="1" rIns="137150" wrap="square" tIns="68575">
            <a:noAutofit/>
          </a:bodyPr>
          <a:lstStyle/>
          <a:p>
            <a:pPr indent="0" lvl="0" marL="0" marR="0" rtl="0" algn="l">
              <a:spcBef>
                <a:spcPts val="0"/>
              </a:spcBef>
              <a:spcAft>
                <a:spcPts val="0"/>
              </a:spcAft>
              <a:buClr>
                <a:schemeClr val="dk1"/>
              </a:buClr>
              <a:buSzPts val="12000"/>
              <a:buFont typeface="Corbel"/>
              <a:buNone/>
            </a:pPr>
            <a:r>
              <a:rPr b="0" lang="en-US" sz="12000" cap="none">
                <a:solidFill>
                  <a:schemeClr val="dk1"/>
                </a:solidFill>
                <a:latin typeface="Corbel"/>
                <a:ea typeface="Corbel"/>
                <a:cs typeface="Corbel"/>
                <a:sym typeface="Corbel"/>
              </a:rPr>
              <a:t>“</a:t>
            </a:r>
            <a:endParaRPr/>
          </a:p>
        </p:txBody>
      </p:sp>
      <p:sp>
        <p:nvSpPr>
          <p:cNvPr id="112" name="Google Shape;112;p57"/>
          <p:cNvSpPr txBox="1"/>
          <p:nvPr/>
        </p:nvSpPr>
        <p:spPr>
          <a:xfrm>
            <a:off x="16340138" y="4229099"/>
            <a:ext cx="914400" cy="877164"/>
          </a:xfrm>
          <a:prstGeom prst="rect">
            <a:avLst/>
          </a:prstGeom>
          <a:noFill/>
          <a:ln>
            <a:noFill/>
          </a:ln>
        </p:spPr>
        <p:txBody>
          <a:bodyPr anchorCtr="0" anchor="ctr" bIns="68575" lIns="137150" spcFirstLastPara="1" rIns="137150" wrap="square" tIns="68575">
            <a:noAutofit/>
          </a:bodyPr>
          <a:lstStyle/>
          <a:p>
            <a:pPr indent="0" lvl="0" marL="0" marR="0" rtl="0" algn="r">
              <a:spcBef>
                <a:spcPts val="0"/>
              </a:spcBef>
              <a:spcAft>
                <a:spcPts val="0"/>
              </a:spcAft>
              <a:buClr>
                <a:schemeClr val="dk1"/>
              </a:buClr>
              <a:buSzPts val="12000"/>
              <a:buFont typeface="Corbel"/>
              <a:buNone/>
            </a:pPr>
            <a:r>
              <a:rPr b="0" lang="en-US" sz="12000" cap="none">
                <a:solidFill>
                  <a:schemeClr val="dk1"/>
                </a:solidFill>
                <a:latin typeface="Corbel"/>
                <a:ea typeface="Corbel"/>
                <a:cs typeface="Corbel"/>
                <a:sym typeface="Corbel"/>
              </a:rPr>
              <a:t>”</a:t>
            </a:r>
            <a:endParaRPr/>
          </a:p>
        </p:txBody>
      </p:sp>
      <p:sp>
        <p:nvSpPr>
          <p:cNvPr id="113" name="Google Shape;113;p57"/>
          <p:cNvSpPr txBox="1"/>
          <p:nvPr>
            <p:ph type="title"/>
          </p:nvPr>
        </p:nvSpPr>
        <p:spPr>
          <a:xfrm>
            <a:off x="3312318" y="1028701"/>
            <a:ext cx="13485018" cy="41147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800"/>
              <a:buFont typeface="Corbel"/>
              <a:buNone/>
              <a:defRPr b="0" sz="4800" cap="none">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57"/>
          <p:cNvSpPr txBox="1"/>
          <p:nvPr>
            <p:ph idx="1" type="body"/>
          </p:nvPr>
        </p:nvSpPr>
        <p:spPr>
          <a:xfrm>
            <a:off x="2226470" y="5829300"/>
            <a:ext cx="15028065" cy="1333500"/>
          </a:xfrm>
          <a:prstGeom prst="rect">
            <a:avLst/>
          </a:prstGeom>
          <a:noFill/>
          <a:ln>
            <a:noFill/>
          </a:ln>
        </p:spPr>
        <p:txBody>
          <a:bodyPr anchorCtr="0" anchor="b" bIns="45700" lIns="91425" spcFirstLastPara="1" rIns="91425" wrap="square" tIns="45700">
            <a:normAutofit/>
          </a:bodyPr>
          <a:lstStyle>
            <a:lvl1pPr indent="-228600" lvl="0" marL="457200" algn="r">
              <a:spcBef>
                <a:spcPts val="720"/>
              </a:spcBef>
              <a:spcAft>
                <a:spcPts val="0"/>
              </a:spcAft>
              <a:buSzPts val="5220"/>
              <a:buNone/>
              <a:defRPr b="0" sz="3600" cap="none">
                <a:solidFill>
                  <a:schemeClr val="dk1"/>
                </a:solidFill>
              </a:defRPr>
            </a:lvl1pPr>
            <a:lvl2pPr indent="-394335" lvl="1" marL="914400" algn="l">
              <a:spcBef>
                <a:spcPts val="900"/>
              </a:spcBef>
              <a:spcAft>
                <a:spcPts val="0"/>
              </a:spcAft>
              <a:buSzPts val="2610"/>
              <a:buChar char="•"/>
              <a:defRPr/>
            </a:lvl2pPr>
            <a:lvl3pPr indent="-394335" lvl="2" marL="1371600" algn="l">
              <a:spcBef>
                <a:spcPts val="900"/>
              </a:spcBef>
              <a:spcAft>
                <a:spcPts val="0"/>
              </a:spcAft>
              <a:buSzPts val="2610"/>
              <a:buChar char="•"/>
              <a:defRPr/>
            </a:lvl3pPr>
            <a:lvl4pPr indent="-394335" lvl="3" marL="1828800" algn="l">
              <a:spcBef>
                <a:spcPts val="900"/>
              </a:spcBef>
              <a:spcAft>
                <a:spcPts val="0"/>
              </a:spcAft>
              <a:buSzPts val="2610"/>
              <a:buChar char="•"/>
              <a:defRPr/>
            </a:lvl4pPr>
            <a:lvl5pPr indent="-394335" lvl="4" marL="2286000" algn="l">
              <a:spcBef>
                <a:spcPts val="900"/>
              </a:spcBef>
              <a:spcAft>
                <a:spcPts val="0"/>
              </a:spcAft>
              <a:buSzPts val="2610"/>
              <a:buChar char="•"/>
              <a:defRPr/>
            </a:lvl5pPr>
            <a:lvl6pPr indent="-394335" lvl="5" marL="2743200" algn="l">
              <a:spcBef>
                <a:spcPts val="900"/>
              </a:spcBef>
              <a:spcAft>
                <a:spcPts val="0"/>
              </a:spcAft>
              <a:buSzPts val="2610"/>
              <a:buChar char="•"/>
              <a:defRPr/>
            </a:lvl6pPr>
            <a:lvl7pPr indent="-394335" lvl="6" marL="3200400" algn="l">
              <a:spcBef>
                <a:spcPts val="900"/>
              </a:spcBef>
              <a:spcAft>
                <a:spcPts val="0"/>
              </a:spcAft>
              <a:buSzPts val="2610"/>
              <a:buChar char="•"/>
              <a:defRPr/>
            </a:lvl7pPr>
            <a:lvl8pPr indent="-394334" lvl="7" marL="3657600" algn="l">
              <a:spcBef>
                <a:spcPts val="900"/>
              </a:spcBef>
              <a:spcAft>
                <a:spcPts val="0"/>
              </a:spcAft>
              <a:buSzPts val="2610"/>
              <a:buChar char="•"/>
              <a:defRPr/>
            </a:lvl8pPr>
            <a:lvl9pPr indent="-394334" lvl="8" marL="4114800" algn="l">
              <a:spcBef>
                <a:spcPts val="900"/>
              </a:spcBef>
              <a:spcAft>
                <a:spcPts val="900"/>
              </a:spcAft>
              <a:buSzPts val="2610"/>
              <a:buChar char="•"/>
              <a:defRPr/>
            </a:lvl9pPr>
          </a:lstStyle>
          <a:p/>
        </p:txBody>
      </p:sp>
      <p:sp>
        <p:nvSpPr>
          <p:cNvPr id="115" name="Google Shape;115;p57"/>
          <p:cNvSpPr txBox="1"/>
          <p:nvPr>
            <p:ph idx="2" type="body"/>
          </p:nvPr>
        </p:nvSpPr>
        <p:spPr>
          <a:xfrm>
            <a:off x="2226468" y="7162800"/>
            <a:ext cx="15028065" cy="1524000"/>
          </a:xfrm>
          <a:prstGeom prst="rect">
            <a:avLst/>
          </a:prstGeom>
          <a:noFill/>
          <a:ln>
            <a:noFill/>
          </a:ln>
        </p:spPr>
        <p:txBody>
          <a:bodyPr anchorCtr="0" anchor="t" bIns="45700" lIns="91425" spcFirstLastPara="1" rIns="91425" wrap="square" tIns="45700">
            <a:normAutofit/>
          </a:bodyPr>
          <a:lstStyle>
            <a:lvl1pPr indent="-228600" lvl="0" marL="457200" algn="r">
              <a:spcBef>
                <a:spcPts val="540"/>
              </a:spcBef>
              <a:spcAft>
                <a:spcPts val="0"/>
              </a:spcAft>
              <a:buSzPts val="3915"/>
              <a:buNone/>
              <a:defRPr sz="2700">
                <a:solidFill>
                  <a:schemeClr val="dk1"/>
                </a:solidFill>
              </a:defRPr>
            </a:lvl1pPr>
            <a:lvl2pPr indent="-228600" lvl="1" marL="914400" algn="l">
              <a:spcBef>
                <a:spcPts val="900"/>
              </a:spcBef>
              <a:spcAft>
                <a:spcPts val="0"/>
              </a:spcAft>
              <a:buSzPts val="3915"/>
              <a:buNone/>
              <a:defRPr sz="2700">
                <a:solidFill>
                  <a:srgbClr val="888888"/>
                </a:solidFill>
              </a:defRPr>
            </a:lvl2pPr>
            <a:lvl3pPr indent="-228600" lvl="2" marL="1371600" algn="l">
              <a:spcBef>
                <a:spcPts val="900"/>
              </a:spcBef>
              <a:spcAft>
                <a:spcPts val="0"/>
              </a:spcAft>
              <a:buSzPts val="3480"/>
              <a:buNone/>
              <a:defRPr sz="2400">
                <a:solidFill>
                  <a:srgbClr val="888888"/>
                </a:solidFill>
              </a:defRPr>
            </a:lvl3pPr>
            <a:lvl4pPr indent="-228600" lvl="3" marL="1828800" algn="l">
              <a:spcBef>
                <a:spcPts val="900"/>
              </a:spcBef>
              <a:spcAft>
                <a:spcPts val="0"/>
              </a:spcAft>
              <a:buSzPts val="3045"/>
              <a:buNone/>
              <a:defRPr sz="2100">
                <a:solidFill>
                  <a:srgbClr val="888888"/>
                </a:solidFill>
              </a:defRPr>
            </a:lvl4pPr>
            <a:lvl5pPr indent="-228600" lvl="4" marL="2286000" algn="l">
              <a:spcBef>
                <a:spcPts val="900"/>
              </a:spcBef>
              <a:spcAft>
                <a:spcPts val="0"/>
              </a:spcAft>
              <a:buSzPts val="3045"/>
              <a:buNone/>
              <a:defRPr sz="2100">
                <a:solidFill>
                  <a:srgbClr val="888888"/>
                </a:solidFill>
              </a:defRPr>
            </a:lvl5pPr>
            <a:lvl6pPr indent="-228600" lvl="5" marL="2743200" algn="l">
              <a:spcBef>
                <a:spcPts val="900"/>
              </a:spcBef>
              <a:spcAft>
                <a:spcPts val="0"/>
              </a:spcAft>
              <a:buSzPts val="3045"/>
              <a:buNone/>
              <a:defRPr sz="2100">
                <a:solidFill>
                  <a:srgbClr val="888888"/>
                </a:solidFill>
              </a:defRPr>
            </a:lvl6pPr>
            <a:lvl7pPr indent="-228600" lvl="6" marL="3200400" algn="l">
              <a:spcBef>
                <a:spcPts val="900"/>
              </a:spcBef>
              <a:spcAft>
                <a:spcPts val="0"/>
              </a:spcAft>
              <a:buSzPts val="3045"/>
              <a:buNone/>
              <a:defRPr sz="2100">
                <a:solidFill>
                  <a:srgbClr val="888888"/>
                </a:solidFill>
              </a:defRPr>
            </a:lvl7pPr>
            <a:lvl8pPr indent="-228600" lvl="7" marL="3657600" algn="l">
              <a:spcBef>
                <a:spcPts val="900"/>
              </a:spcBef>
              <a:spcAft>
                <a:spcPts val="0"/>
              </a:spcAft>
              <a:buSzPts val="3045"/>
              <a:buNone/>
              <a:defRPr sz="2100">
                <a:solidFill>
                  <a:srgbClr val="888888"/>
                </a:solidFill>
              </a:defRPr>
            </a:lvl8pPr>
            <a:lvl9pPr indent="-228600" lvl="8" marL="4114800" algn="l">
              <a:spcBef>
                <a:spcPts val="900"/>
              </a:spcBef>
              <a:spcAft>
                <a:spcPts val="900"/>
              </a:spcAft>
              <a:buSzPts val="3045"/>
              <a:buNone/>
              <a:defRPr sz="2100">
                <a:solidFill>
                  <a:srgbClr val="888888"/>
                </a:solidFill>
              </a:defRPr>
            </a:lvl9pPr>
          </a:lstStyle>
          <a:p/>
        </p:txBody>
      </p:sp>
      <p:sp>
        <p:nvSpPr>
          <p:cNvPr id="116" name="Google Shape;116;p57"/>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57"/>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57"/>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19" name="Shape 119"/>
        <p:cNvGrpSpPr/>
        <p:nvPr/>
      </p:nvGrpSpPr>
      <p:grpSpPr>
        <a:xfrm>
          <a:off x="0" y="0"/>
          <a:ext cx="0" cy="0"/>
          <a:chOff x="0" y="0"/>
          <a:chExt cx="0" cy="0"/>
        </a:xfrm>
      </p:grpSpPr>
      <p:sp>
        <p:nvSpPr>
          <p:cNvPr id="120" name="Google Shape;120;p58"/>
          <p:cNvSpPr txBox="1"/>
          <p:nvPr>
            <p:ph type="title"/>
          </p:nvPr>
        </p:nvSpPr>
        <p:spPr>
          <a:xfrm>
            <a:off x="2226470" y="1028701"/>
            <a:ext cx="15028068" cy="4090988"/>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6000"/>
              <a:buFont typeface="Corbel"/>
              <a:buNone/>
              <a:defRPr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58"/>
          <p:cNvSpPr txBox="1"/>
          <p:nvPr>
            <p:ph idx="1" type="body"/>
          </p:nvPr>
        </p:nvSpPr>
        <p:spPr>
          <a:xfrm>
            <a:off x="2226469" y="5257800"/>
            <a:ext cx="15028070" cy="1257300"/>
          </a:xfrm>
          <a:prstGeom prst="rect">
            <a:avLst/>
          </a:prstGeom>
          <a:noFill/>
          <a:ln>
            <a:noFill/>
          </a:ln>
        </p:spPr>
        <p:txBody>
          <a:bodyPr anchorCtr="0" anchor="b" bIns="45700" lIns="91425" spcFirstLastPara="1" rIns="91425" wrap="square" tIns="45700">
            <a:normAutofit/>
          </a:bodyPr>
          <a:lstStyle>
            <a:lvl1pPr indent="-228600" lvl="0" marL="457200" algn="l">
              <a:spcBef>
                <a:spcPts val="840"/>
              </a:spcBef>
              <a:spcAft>
                <a:spcPts val="0"/>
              </a:spcAft>
              <a:buSzPts val="6090"/>
              <a:buNone/>
              <a:defRPr b="0" sz="4200" cap="none">
                <a:solidFill>
                  <a:schemeClr val="dk1"/>
                </a:solidFill>
              </a:defRPr>
            </a:lvl1pPr>
            <a:lvl2pPr indent="-394335" lvl="1" marL="914400" algn="l">
              <a:spcBef>
                <a:spcPts val="900"/>
              </a:spcBef>
              <a:spcAft>
                <a:spcPts val="0"/>
              </a:spcAft>
              <a:buSzPts val="2610"/>
              <a:buChar char="•"/>
              <a:defRPr/>
            </a:lvl2pPr>
            <a:lvl3pPr indent="-394335" lvl="2" marL="1371600" algn="l">
              <a:spcBef>
                <a:spcPts val="900"/>
              </a:spcBef>
              <a:spcAft>
                <a:spcPts val="0"/>
              </a:spcAft>
              <a:buSzPts val="2610"/>
              <a:buChar char="•"/>
              <a:defRPr/>
            </a:lvl3pPr>
            <a:lvl4pPr indent="-394335" lvl="3" marL="1828800" algn="l">
              <a:spcBef>
                <a:spcPts val="900"/>
              </a:spcBef>
              <a:spcAft>
                <a:spcPts val="0"/>
              </a:spcAft>
              <a:buSzPts val="2610"/>
              <a:buChar char="•"/>
              <a:defRPr/>
            </a:lvl4pPr>
            <a:lvl5pPr indent="-394335" lvl="4" marL="2286000" algn="l">
              <a:spcBef>
                <a:spcPts val="900"/>
              </a:spcBef>
              <a:spcAft>
                <a:spcPts val="0"/>
              </a:spcAft>
              <a:buSzPts val="2610"/>
              <a:buChar char="•"/>
              <a:defRPr/>
            </a:lvl5pPr>
            <a:lvl6pPr indent="-394335" lvl="5" marL="2743200" algn="l">
              <a:spcBef>
                <a:spcPts val="900"/>
              </a:spcBef>
              <a:spcAft>
                <a:spcPts val="0"/>
              </a:spcAft>
              <a:buSzPts val="2610"/>
              <a:buChar char="•"/>
              <a:defRPr/>
            </a:lvl6pPr>
            <a:lvl7pPr indent="-394335" lvl="6" marL="3200400" algn="l">
              <a:spcBef>
                <a:spcPts val="900"/>
              </a:spcBef>
              <a:spcAft>
                <a:spcPts val="0"/>
              </a:spcAft>
              <a:buSzPts val="2610"/>
              <a:buChar char="•"/>
              <a:defRPr/>
            </a:lvl7pPr>
            <a:lvl8pPr indent="-394334" lvl="7" marL="3657600" algn="l">
              <a:spcBef>
                <a:spcPts val="900"/>
              </a:spcBef>
              <a:spcAft>
                <a:spcPts val="0"/>
              </a:spcAft>
              <a:buSzPts val="2610"/>
              <a:buChar char="•"/>
              <a:defRPr/>
            </a:lvl8pPr>
            <a:lvl9pPr indent="-394334" lvl="8" marL="4114800" algn="l">
              <a:spcBef>
                <a:spcPts val="900"/>
              </a:spcBef>
              <a:spcAft>
                <a:spcPts val="900"/>
              </a:spcAft>
              <a:buSzPts val="2610"/>
              <a:buChar char="•"/>
              <a:defRPr/>
            </a:lvl9pPr>
          </a:lstStyle>
          <a:p/>
        </p:txBody>
      </p:sp>
      <p:sp>
        <p:nvSpPr>
          <p:cNvPr id="122" name="Google Shape;122;p58"/>
          <p:cNvSpPr txBox="1"/>
          <p:nvPr>
            <p:ph idx="2" type="body"/>
          </p:nvPr>
        </p:nvSpPr>
        <p:spPr>
          <a:xfrm>
            <a:off x="2226467" y="6515100"/>
            <a:ext cx="15028070" cy="2171700"/>
          </a:xfrm>
          <a:prstGeom prst="rect">
            <a:avLst/>
          </a:prstGeom>
          <a:noFill/>
          <a:ln>
            <a:noFill/>
          </a:ln>
        </p:spPr>
        <p:txBody>
          <a:bodyPr anchorCtr="0" anchor="t" bIns="45700" lIns="91425" spcFirstLastPara="1" rIns="91425" wrap="square" tIns="45700">
            <a:normAutofit/>
          </a:bodyPr>
          <a:lstStyle>
            <a:lvl1pPr indent="-228600" lvl="0" marL="457200" algn="l">
              <a:spcBef>
                <a:spcPts val="540"/>
              </a:spcBef>
              <a:spcAft>
                <a:spcPts val="0"/>
              </a:spcAft>
              <a:buSzPts val="3915"/>
              <a:buNone/>
              <a:defRPr sz="2700">
                <a:solidFill>
                  <a:schemeClr val="dk1"/>
                </a:solidFill>
              </a:defRPr>
            </a:lvl1pPr>
            <a:lvl2pPr indent="-228600" lvl="1" marL="914400" algn="l">
              <a:spcBef>
                <a:spcPts val="900"/>
              </a:spcBef>
              <a:spcAft>
                <a:spcPts val="0"/>
              </a:spcAft>
              <a:buSzPts val="3915"/>
              <a:buNone/>
              <a:defRPr sz="2700">
                <a:solidFill>
                  <a:srgbClr val="888888"/>
                </a:solidFill>
              </a:defRPr>
            </a:lvl2pPr>
            <a:lvl3pPr indent="-228600" lvl="2" marL="1371600" algn="l">
              <a:spcBef>
                <a:spcPts val="900"/>
              </a:spcBef>
              <a:spcAft>
                <a:spcPts val="0"/>
              </a:spcAft>
              <a:buSzPts val="3480"/>
              <a:buNone/>
              <a:defRPr sz="2400">
                <a:solidFill>
                  <a:srgbClr val="888888"/>
                </a:solidFill>
              </a:defRPr>
            </a:lvl3pPr>
            <a:lvl4pPr indent="-228600" lvl="3" marL="1828800" algn="l">
              <a:spcBef>
                <a:spcPts val="900"/>
              </a:spcBef>
              <a:spcAft>
                <a:spcPts val="0"/>
              </a:spcAft>
              <a:buSzPts val="3045"/>
              <a:buNone/>
              <a:defRPr sz="2100">
                <a:solidFill>
                  <a:srgbClr val="888888"/>
                </a:solidFill>
              </a:defRPr>
            </a:lvl4pPr>
            <a:lvl5pPr indent="-228600" lvl="4" marL="2286000" algn="l">
              <a:spcBef>
                <a:spcPts val="900"/>
              </a:spcBef>
              <a:spcAft>
                <a:spcPts val="0"/>
              </a:spcAft>
              <a:buSzPts val="3045"/>
              <a:buNone/>
              <a:defRPr sz="2100">
                <a:solidFill>
                  <a:srgbClr val="888888"/>
                </a:solidFill>
              </a:defRPr>
            </a:lvl5pPr>
            <a:lvl6pPr indent="-228600" lvl="5" marL="2743200" algn="l">
              <a:spcBef>
                <a:spcPts val="900"/>
              </a:spcBef>
              <a:spcAft>
                <a:spcPts val="0"/>
              </a:spcAft>
              <a:buSzPts val="3045"/>
              <a:buNone/>
              <a:defRPr sz="2100">
                <a:solidFill>
                  <a:srgbClr val="888888"/>
                </a:solidFill>
              </a:defRPr>
            </a:lvl6pPr>
            <a:lvl7pPr indent="-228600" lvl="6" marL="3200400" algn="l">
              <a:spcBef>
                <a:spcPts val="900"/>
              </a:spcBef>
              <a:spcAft>
                <a:spcPts val="0"/>
              </a:spcAft>
              <a:buSzPts val="3045"/>
              <a:buNone/>
              <a:defRPr sz="2100">
                <a:solidFill>
                  <a:srgbClr val="888888"/>
                </a:solidFill>
              </a:defRPr>
            </a:lvl7pPr>
            <a:lvl8pPr indent="-228600" lvl="7" marL="3657600" algn="l">
              <a:spcBef>
                <a:spcPts val="900"/>
              </a:spcBef>
              <a:spcAft>
                <a:spcPts val="0"/>
              </a:spcAft>
              <a:buSzPts val="3045"/>
              <a:buNone/>
              <a:defRPr sz="2100">
                <a:solidFill>
                  <a:srgbClr val="888888"/>
                </a:solidFill>
              </a:defRPr>
            </a:lvl8pPr>
            <a:lvl9pPr indent="-228600" lvl="8" marL="4114800" algn="l">
              <a:spcBef>
                <a:spcPts val="900"/>
              </a:spcBef>
              <a:spcAft>
                <a:spcPts val="900"/>
              </a:spcAft>
              <a:buSzPts val="3045"/>
              <a:buNone/>
              <a:defRPr sz="2100">
                <a:solidFill>
                  <a:srgbClr val="888888"/>
                </a:solidFill>
              </a:defRPr>
            </a:lvl9pPr>
          </a:lstStyle>
          <a:p/>
        </p:txBody>
      </p:sp>
      <p:sp>
        <p:nvSpPr>
          <p:cNvPr id="123" name="Google Shape;123;p58"/>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58"/>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5" name="Google Shape;125;p58"/>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6" name="Shape 126"/>
        <p:cNvGrpSpPr/>
        <p:nvPr/>
      </p:nvGrpSpPr>
      <p:grpSpPr>
        <a:xfrm>
          <a:off x="0" y="0"/>
          <a:ext cx="0" cy="0"/>
          <a:chOff x="0" y="0"/>
          <a:chExt cx="0" cy="0"/>
        </a:xfrm>
      </p:grpSpPr>
      <p:sp>
        <p:nvSpPr>
          <p:cNvPr id="127" name="Google Shape;127;p59"/>
          <p:cNvSpPr txBox="1"/>
          <p:nvPr>
            <p:ph type="title"/>
          </p:nvPr>
        </p:nvSpPr>
        <p:spPr>
          <a:xfrm>
            <a:off x="2226467" y="1028701"/>
            <a:ext cx="15028070" cy="26288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6000"/>
              <a:buFont typeface="Corbel"/>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8" name="Google Shape;128;p59"/>
          <p:cNvSpPr txBox="1"/>
          <p:nvPr>
            <p:ph idx="1" type="body"/>
          </p:nvPr>
        </p:nvSpPr>
        <p:spPr>
          <a:xfrm rot="5400000">
            <a:off x="7397350" y="-1170385"/>
            <a:ext cx="4686302" cy="15028070"/>
          </a:xfrm>
          <a:prstGeom prst="rect">
            <a:avLst/>
          </a:prstGeom>
          <a:noFill/>
          <a:ln>
            <a:noFill/>
          </a:ln>
        </p:spPr>
        <p:txBody>
          <a:bodyPr anchorCtr="0" anchor="t" bIns="45700" lIns="91425" spcFirstLastPara="1" rIns="91425" wrap="square" tIns="45700">
            <a:normAutofit/>
          </a:bodyPr>
          <a:lstStyle>
            <a:lvl1pPr indent="-394335" lvl="0" marL="457200" algn="l">
              <a:spcBef>
                <a:spcPts val="360"/>
              </a:spcBef>
              <a:spcAft>
                <a:spcPts val="0"/>
              </a:spcAft>
              <a:buSzPts val="2610"/>
              <a:buChar char="•"/>
              <a:defRPr/>
            </a:lvl1pPr>
            <a:lvl2pPr indent="-394335" lvl="1" marL="914400" algn="l">
              <a:spcBef>
                <a:spcPts val="900"/>
              </a:spcBef>
              <a:spcAft>
                <a:spcPts val="0"/>
              </a:spcAft>
              <a:buSzPts val="2610"/>
              <a:buChar char="•"/>
              <a:defRPr/>
            </a:lvl2pPr>
            <a:lvl3pPr indent="-394335" lvl="2" marL="1371600" algn="l">
              <a:spcBef>
                <a:spcPts val="900"/>
              </a:spcBef>
              <a:spcAft>
                <a:spcPts val="0"/>
              </a:spcAft>
              <a:buSzPts val="2610"/>
              <a:buChar char="•"/>
              <a:defRPr/>
            </a:lvl3pPr>
            <a:lvl4pPr indent="-394335" lvl="3" marL="1828800" algn="l">
              <a:spcBef>
                <a:spcPts val="900"/>
              </a:spcBef>
              <a:spcAft>
                <a:spcPts val="0"/>
              </a:spcAft>
              <a:buSzPts val="2610"/>
              <a:buChar char="•"/>
              <a:defRPr/>
            </a:lvl4pPr>
            <a:lvl5pPr indent="-394335" lvl="4" marL="2286000" algn="l">
              <a:spcBef>
                <a:spcPts val="900"/>
              </a:spcBef>
              <a:spcAft>
                <a:spcPts val="0"/>
              </a:spcAft>
              <a:buSzPts val="2610"/>
              <a:buChar char="•"/>
              <a:defRPr/>
            </a:lvl5pPr>
            <a:lvl6pPr indent="-394335" lvl="5" marL="2743200" algn="l">
              <a:spcBef>
                <a:spcPts val="900"/>
              </a:spcBef>
              <a:spcAft>
                <a:spcPts val="0"/>
              </a:spcAft>
              <a:buSzPts val="2610"/>
              <a:buChar char="•"/>
              <a:defRPr/>
            </a:lvl6pPr>
            <a:lvl7pPr indent="-394335" lvl="6" marL="3200400" algn="l">
              <a:spcBef>
                <a:spcPts val="900"/>
              </a:spcBef>
              <a:spcAft>
                <a:spcPts val="0"/>
              </a:spcAft>
              <a:buSzPts val="2610"/>
              <a:buChar char="•"/>
              <a:defRPr/>
            </a:lvl7pPr>
            <a:lvl8pPr indent="-394334" lvl="7" marL="3657600" algn="l">
              <a:spcBef>
                <a:spcPts val="900"/>
              </a:spcBef>
              <a:spcAft>
                <a:spcPts val="0"/>
              </a:spcAft>
              <a:buSzPts val="2610"/>
              <a:buChar char="•"/>
              <a:defRPr/>
            </a:lvl8pPr>
            <a:lvl9pPr indent="-394334" lvl="8" marL="4114800" algn="l">
              <a:spcBef>
                <a:spcPts val="900"/>
              </a:spcBef>
              <a:spcAft>
                <a:spcPts val="900"/>
              </a:spcAft>
              <a:buSzPts val="2610"/>
              <a:buChar char="•"/>
              <a:defRPr/>
            </a:lvl9pPr>
          </a:lstStyle>
          <a:p/>
        </p:txBody>
      </p:sp>
      <p:sp>
        <p:nvSpPr>
          <p:cNvPr id="129" name="Google Shape;129;p59"/>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59"/>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59"/>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2" name="Shape 132"/>
        <p:cNvGrpSpPr/>
        <p:nvPr/>
      </p:nvGrpSpPr>
      <p:grpSpPr>
        <a:xfrm>
          <a:off x="0" y="0"/>
          <a:ext cx="0" cy="0"/>
          <a:chOff x="0" y="0"/>
          <a:chExt cx="0" cy="0"/>
        </a:xfrm>
      </p:grpSpPr>
      <p:sp>
        <p:nvSpPr>
          <p:cNvPr id="133" name="Google Shape;133;p60"/>
          <p:cNvSpPr txBox="1"/>
          <p:nvPr>
            <p:ph type="title"/>
          </p:nvPr>
        </p:nvSpPr>
        <p:spPr>
          <a:xfrm rot="5400000">
            <a:off x="12097710" y="3529973"/>
            <a:ext cx="7658100" cy="2655554"/>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60"/>
          <p:cNvSpPr txBox="1"/>
          <p:nvPr>
            <p:ph idx="1" type="body"/>
          </p:nvPr>
        </p:nvSpPr>
        <p:spPr>
          <a:xfrm rot="5400000">
            <a:off x="4412225" y="-1157057"/>
            <a:ext cx="7658100" cy="12029613"/>
          </a:xfrm>
          <a:prstGeom prst="rect">
            <a:avLst/>
          </a:prstGeom>
          <a:noFill/>
          <a:ln>
            <a:noFill/>
          </a:ln>
        </p:spPr>
        <p:txBody>
          <a:bodyPr anchorCtr="0" anchor="t" bIns="45700" lIns="91425" spcFirstLastPara="1" rIns="91425" wrap="square" tIns="45700">
            <a:normAutofit/>
          </a:bodyPr>
          <a:lstStyle>
            <a:lvl1pPr indent="-394335" lvl="0" marL="457200" algn="l">
              <a:spcBef>
                <a:spcPts val="360"/>
              </a:spcBef>
              <a:spcAft>
                <a:spcPts val="0"/>
              </a:spcAft>
              <a:buSzPts val="2610"/>
              <a:buChar char="•"/>
              <a:defRPr/>
            </a:lvl1pPr>
            <a:lvl2pPr indent="-394335" lvl="1" marL="914400" algn="l">
              <a:spcBef>
                <a:spcPts val="900"/>
              </a:spcBef>
              <a:spcAft>
                <a:spcPts val="0"/>
              </a:spcAft>
              <a:buSzPts val="2610"/>
              <a:buChar char="•"/>
              <a:defRPr/>
            </a:lvl2pPr>
            <a:lvl3pPr indent="-394335" lvl="2" marL="1371600" algn="l">
              <a:spcBef>
                <a:spcPts val="900"/>
              </a:spcBef>
              <a:spcAft>
                <a:spcPts val="0"/>
              </a:spcAft>
              <a:buSzPts val="2610"/>
              <a:buChar char="•"/>
              <a:defRPr/>
            </a:lvl3pPr>
            <a:lvl4pPr indent="-394335" lvl="3" marL="1828800" algn="l">
              <a:spcBef>
                <a:spcPts val="900"/>
              </a:spcBef>
              <a:spcAft>
                <a:spcPts val="0"/>
              </a:spcAft>
              <a:buSzPts val="2610"/>
              <a:buChar char="•"/>
              <a:defRPr/>
            </a:lvl4pPr>
            <a:lvl5pPr indent="-394335" lvl="4" marL="2286000" algn="l">
              <a:spcBef>
                <a:spcPts val="900"/>
              </a:spcBef>
              <a:spcAft>
                <a:spcPts val="0"/>
              </a:spcAft>
              <a:buSzPts val="2610"/>
              <a:buChar char="•"/>
              <a:defRPr/>
            </a:lvl5pPr>
            <a:lvl6pPr indent="-394335" lvl="5" marL="2743200" algn="l">
              <a:spcBef>
                <a:spcPts val="900"/>
              </a:spcBef>
              <a:spcAft>
                <a:spcPts val="0"/>
              </a:spcAft>
              <a:buSzPts val="2610"/>
              <a:buChar char="•"/>
              <a:defRPr/>
            </a:lvl6pPr>
            <a:lvl7pPr indent="-394335" lvl="6" marL="3200400" algn="l">
              <a:spcBef>
                <a:spcPts val="900"/>
              </a:spcBef>
              <a:spcAft>
                <a:spcPts val="0"/>
              </a:spcAft>
              <a:buSzPts val="2610"/>
              <a:buChar char="•"/>
              <a:defRPr/>
            </a:lvl7pPr>
            <a:lvl8pPr indent="-394334" lvl="7" marL="3657600" algn="l">
              <a:spcBef>
                <a:spcPts val="900"/>
              </a:spcBef>
              <a:spcAft>
                <a:spcPts val="0"/>
              </a:spcAft>
              <a:buSzPts val="2610"/>
              <a:buChar char="•"/>
              <a:defRPr/>
            </a:lvl8pPr>
            <a:lvl9pPr indent="-394334" lvl="8" marL="4114800" algn="l">
              <a:spcBef>
                <a:spcPts val="900"/>
              </a:spcBef>
              <a:spcAft>
                <a:spcPts val="900"/>
              </a:spcAft>
              <a:buSzPts val="2610"/>
              <a:buChar char="•"/>
              <a:defRPr/>
            </a:lvl9pPr>
          </a:lstStyle>
          <a:p/>
        </p:txBody>
      </p:sp>
      <p:sp>
        <p:nvSpPr>
          <p:cNvPr id="135" name="Google Shape;135;p60"/>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60"/>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60"/>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1" name="Shape 151"/>
        <p:cNvGrpSpPr/>
        <p:nvPr/>
      </p:nvGrpSpPr>
      <p:grpSpPr>
        <a:xfrm>
          <a:off x="0" y="0"/>
          <a:ext cx="0" cy="0"/>
          <a:chOff x="0" y="0"/>
          <a:chExt cx="0" cy="0"/>
        </a:xfrm>
      </p:grpSpPr>
      <p:sp>
        <p:nvSpPr>
          <p:cNvPr id="152" name="Google Shape;152;p45"/>
          <p:cNvSpPr txBox="1"/>
          <p:nvPr>
            <p:ph type="title"/>
          </p:nvPr>
        </p:nvSpPr>
        <p:spPr>
          <a:xfrm>
            <a:off x="2226467" y="1028701"/>
            <a:ext cx="15028070" cy="26288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3" name="Google Shape;153;p45"/>
          <p:cNvSpPr txBox="1"/>
          <p:nvPr>
            <p:ph idx="1" type="body"/>
          </p:nvPr>
        </p:nvSpPr>
        <p:spPr>
          <a:xfrm>
            <a:off x="2226466" y="4000499"/>
            <a:ext cx="15028070" cy="4686302"/>
          </a:xfrm>
          <a:prstGeom prst="rect">
            <a:avLst/>
          </a:prstGeom>
          <a:noFill/>
          <a:ln>
            <a:noFill/>
          </a:ln>
        </p:spPr>
        <p:txBody>
          <a:bodyPr anchorCtr="0" anchor="ctr" bIns="45700" lIns="91425" spcFirstLastPara="1" rIns="91425" wrap="square" tIns="45700">
            <a:normAutofit/>
          </a:bodyPr>
          <a:lstStyle>
            <a:lvl1pPr indent="-394335" lvl="0" marL="457200" algn="l">
              <a:spcBef>
                <a:spcPts val="360"/>
              </a:spcBef>
              <a:spcAft>
                <a:spcPts val="0"/>
              </a:spcAft>
              <a:buSzPts val="2610"/>
              <a:buChar char="•"/>
              <a:defRPr/>
            </a:lvl1pPr>
            <a:lvl2pPr indent="-394335" lvl="1" marL="914400" algn="l">
              <a:spcBef>
                <a:spcPts val="900"/>
              </a:spcBef>
              <a:spcAft>
                <a:spcPts val="0"/>
              </a:spcAft>
              <a:buSzPts val="2610"/>
              <a:buChar char="•"/>
              <a:defRPr/>
            </a:lvl2pPr>
            <a:lvl3pPr indent="-394335" lvl="2" marL="1371600" algn="l">
              <a:spcBef>
                <a:spcPts val="900"/>
              </a:spcBef>
              <a:spcAft>
                <a:spcPts val="0"/>
              </a:spcAft>
              <a:buSzPts val="2610"/>
              <a:buChar char="•"/>
              <a:defRPr/>
            </a:lvl3pPr>
            <a:lvl4pPr indent="-394335" lvl="3" marL="1828800" algn="l">
              <a:spcBef>
                <a:spcPts val="900"/>
              </a:spcBef>
              <a:spcAft>
                <a:spcPts val="0"/>
              </a:spcAft>
              <a:buSzPts val="2610"/>
              <a:buChar char="•"/>
              <a:defRPr/>
            </a:lvl4pPr>
            <a:lvl5pPr indent="-394335" lvl="4" marL="2286000" algn="l">
              <a:spcBef>
                <a:spcPts val="900"/>
              </a:spcBef>
              <a:spcAft>
                <a:spcPts val="0"/>
              </a:spcAft>
              <a:buSzPts val="2610"/>
              <a:buChar char="•"/>
              <a:defRPr/>
            </a:lvl5pPr>
            <a:lvl6pPr indent="-394335" lvl="5" marL="2743200" algn="l">
              <a:spcBef>
                <a:spcPts val="900"/>
              </a:spcBef>
              <a:spcAft>
                <a:spcPts val="0"/>
              </a:spcAft>
              <a:buSzPts val="2610"/>
              <a:buChar char="•"/>
              <a:defRPr/>
            </a:lvl6pPr>
            <a:lvl7pPr indent="-394335" lvl="6" marL="3200400" algn="l">
              <a:spcBef>
                <a:spcPts val="900"/>
              </a:spcBef>
              <a:spcAft>
                <a:spcPts val="0"/>
              </a:spcAft>
              <a:buSzPts val="2610"/>
              <a:buChar char="•"/>
              <a:defRPr/>
            </a:lvl7pPr>
            <a:lvl8pPr indent="-394334" lvl="7" marL="3657600" algn="l">
              <a:spcBef>
                <a:spcPts val="900"/>
              </a:spcBef>
              <a:spcAft>
                <a:spcPts val="0"/>
              </a:spcAft>
              <a:buSzPts val="2610"/>
              <a:buChar char="•"/>
              <a:defRPr/>
            </a:lvl8pPr>
            <a:lvl9pPr indent="-394334" lvl="8" marL="4114800" algn="l">
              <a:spcBef>
                <a:spcPts val="900"/>
              </a:spcBef>
              <a:spcAft>
                <a:spcPts val="900"/>
              </a:spcAft>
              <a:buSzPts val="2610"/>
              <a:buChar char="•"/>
              <a:defRPr/>
            </a:lvl9pPr>
          </a:lstStyle>
          <a:p/>
        </p:txBody>
      </p:sp>
      <p:sp>
        <p:nvSpPr>
          <p:cNvPr id="154" name="Google Shape;154;p45"/>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5" name="Google Shape;155;p45"/>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6" name="Google Shape;156;p45"/>
          <p:cNvSpPr txBox="1"/>
          <p:nvPr>
            <p:ph idx="12" type="sldNum"/>
          </p:nvPr>
        </p:nvSpPr>
        <p:spPr>
          <a:xfrm>
            <a:off x="16427785" y="8800697"/>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lt1"/>
              </a:buClr>
              <a:buSzPts val="1500"/>
              <a:buFont typeface="Corbel"/>
              <a:buNone/>
              <a:defRPr/>
            </a:lvl1pPr>
            <a:lvl2pPr indent="0" lvl="1" marL="0" algn="r">
              <a:spcBef>
                <a:spcPts val="0"/>
              </a:spcBef>
              <a:spcAft>
                <a:spcPts val="0"/>
              </a:spcAft>
              <a:buClr>
                <a:schemeClr val="lt1"/>
              </a:buClr>
              <a:buSzPts val="1500"/>
              <a:buFont typeface="Corbel"/>
              <a:buNone/>
              <a:defRPr/>
            </a:lvl2pPr>
            <a:lvl3pPr indent="0" lvl="2" marL="0" algn="r">
              <a:spcBef>
                <a:spcPts val="0"/>
              </a:spcBef>
              <a:spcAft>
                <a:spcPts val="0"/>
              </a:spcAft>
              <a:buClr>
                <a:schemeClr val="lt1"/>
              </a:buClr>
              <a:buSzPts val="1500"/>
              <a:buFont typeface="Corbel"/>
              <a:buNone/>
              <a:defRPr/>
            </a:lvl3pPr>
            <a:lvl4pPr indent="0" lvl="3" marL="0" algn="r">
              <a:spcBef>
                <a:spcPts val="0"/>
              </a:spcBef>
              <a:spcAft>
                <a:spcPts val="0"/>
              </a:spcAft>
              <a:buClr>
                <a:schemeClr val="lt1"/>
              </a:buClr>
              <a:buSzPts val="1500"/>
              <a:buFont typeface="Corbel"/>
              <a:buNone/>
              <a:defRPr/>
            </a:lvl4pPr>
            <a:lvl5pPr indent="0" lvl="4" marL="0" algn="r">
              <a:spcBef>
                <a:spcPts val="0"/>
              </a:spcBef>
              <a:spcAft>
                <a:spcPts val="0"/>
              </a:spcAft>
              <a:buClr>
                <a:schemeClr val="lt1"/>
              </a:buClr>
              <a:buSzPts val="1500"/>
              <a:buFont typeface="Corbel"/>
              <a:buNone/>
              <a:defRPr/>
            </a:lvl5pPr>
            <a:lvl6pPr indent="0" lvl="5" marL="0" algn="r">
              <a:spcBef>
                <a:spcPts val="0"/>
              </a:spcBef>
              <a:spcAft>
                <a:spcPts val="0"/>
              </a:spcAft>
              <a:buClr>
                <a:schemeClr val="lt1"/>
              </a:buClr>
              <a:buSzPts val="1500"/>
              <a:buFont typeface="Corbel"/>
              <a:buNone/>
              <a:defRPr/>
            </a:lvl6pPr>
            <a:lvl7pPr indent="0" lvl="6" marL="0" algn="r">
              <a:spcBef>
                <a:spcPts val="0"/>
              </a:spcBef>
              <a:spcAft>
                <a:spcPts val="0"/>
              </a:spcAft>
              <a:buClr>
                <a:schemeClr val="lt1"/>
              </a:buClr>
              <a:buSzPts val="1500"/>
              <a:buFont typeface="Corbel"/>
              <a:buNone/>
              <a:defRPr/>
            </a:lvl7pPr>
            <a:lvl8pPr indent="0" lvl="7" marL="0" algn="r">
              <a:spcBef>
                <a:spcPts val="0"/>
              </a:spcBef>
              <a:spcAft>
                <a:spcPts val="0"/>
              </a:spcAft>
              <a:buClr>
                <a:schemeClr val="lt1"/>
              </a:buClr>
              <a:buSzPts val="1500"/>
              <a:buFont typeface="Corbel"/>
              <a:buNone/>
              <a:defRPr/>
            </a:lvl8pPr>
            <a:lvl9pPr indent="0" lvl="8" marL="0" algn="r">
              <a:spcBef>
                <a:spcPts val="0"/>
              </a:spcBef>
              <a:spcAft>
                <a:spcPts val="0"/>
              </a:spcAft>
              <a:buClr>
                <a:schemeClr val="lt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1.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8.xml"/><Relationship Id="rId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grpSp>
        <p:nvGrpSpPr>
          <p:cNvPr id="6" name="Google Shape;6;p41"/>
          <p:cNvGrpSpPr/>
          <p:nvPr/>
        </p:nvGrpSpPr>
        <p:grpSpPr>
          <a:xfrm>
            <a:off x="226219" y="1"/>
            <a:ext cx="3655220" cy="10287002"/>
            <a:chOff x="1320800" y="0"/>
            <a:chExt cx="2436813" cy="6858001"/>
          </a:xfrm>
        </p:grpSpPr>
        <p:sp>
          <p:nvSpPr>
            <p:cNvPr id="7" name="Google Shape;7;p41"/>
            <p:cNvSpPr/>
            <p:nvPr/>
          </p:nvSpPr>
          <p:spPr>
            <a:xfrm>
              <a:off x="1627188" y="0"/>
              <a:ext cx="1122363" cy="5329238"/>
            </a:xfrm>
            <a:custGeom>
              <a:rect b="b" l="l" r="r" t="t"/>
              <a:pathLst>
                <a:path extrusionOk="0" h="3357" w="707">
                  <a:moveTo>
                    <a:pt x="0" y="3330"/>
                  </a:moveTo>
                  <a:lnTo>
                    <a:pt x="156" y="3357"/>
                  </a:lnTo>
                  <a:lnTo>
                    <a:pt x="707" y="0"/>
                  </a:lnTo>
                  <a:lnTo>
                    <a:pt x="547" y="0"/>
                  </a:lnTo>
                  <a:lnTo>
                    <a:pt x="0" y="3330"/>
                  </a:lnTo>
                  <a:close/>
                </a:path>
              </a:pathLst>
            </a:custGeom>
            <a:solidFill>
              <a:schemeClr val="accent1"/>
            </a:solidFill>
            <a:ln>
              <a:noFill/>
            </a:ln>
          </p:spPr>
        </p:sp>
        <p:sp>
          <p:nvSpPr>
            <p:cNvPr id="8" name="Google Shape;8;p41"/>
            <p:cNvSpPr/>
            <p:nvPr/>
          </p:nvSpPr>
          <p:spPr>
            <a:xfrm>
              <a:off x="1320800" y="0"/>
              <a:ext cx="1117600" cy="5276850"/>
            </a:xfrm>
            <a:custGeom>
              <a:rect b="b" l="l" r="r" t="t"/>
              <a:pathLst>
                <a:path extrusionOk="0" h="3324" w="704">
                  <a:moveTo>
                    <a:pt x="704" y="0"/>
                  </a:moveTo>
                  <a:lnTo>
                    <a:pt x="545" y="0"/>
                  </a:lnTo>
                  <a:lnTo>
                    <a:pt x="0" y="3300"/>
                  </a:lnTo>
                  <a:lnTo>
                    <a:pt x="157" y="3324"/>
                  </a:lnTo>
                  <a:lnTo>
                    <a:pt x="704" y="0"/>
                  </a:lnTo>
                  <a:close/>
                </a:path>
              </a:pathLst>
            </a:custGeom>
            <a:solidFill>
              <a:srgbClr val="595959"/>
            </a:solidFill>
            <a:ln>
              <a:noFill/>
            </a:ln>
          </p:spPr>
        </p:sp>
        <p:sp>
          <p:nvSpPr>
            <p:cNvPr id="9" name="Google Shape;9;p41"/>
            <p:cNvSpPr/>
            <p:nvPr/>
          </p:nvSpPr>
          <p:spPr>
            <a:xfrm>
              <a:off x="1320800" y="5238750"/>
              <a:ext cx="1228725" cy="1619250"/>
            </a:xfrm>
            <a:custGeom>
              <a:rect b="b" l="l" r="r" t="t"/>
              <a:pathLst>
                <a:path extrusionOk="0" h="1020" w="774">
                  <a:moveTo>
                    <a:pt x="0" y="0"/>
                  </a:moveTo>
                  <a:lnTo>
                    <a:pt x="740" y="1020"/>
                  </a:lnTo>
                  <a:lnTo>
                    <a:pt x="774" y="1020"/>
                  </a:lnTo>
                  <a:lnTo>
                    <a:pt x="0" y="0"/>
                  </a:lnTo>
                  <a:close/>
                </a:path>
              </a:pathLst>
            </a:custGeom>
            <a:solidFill>
              <a:srgbClr val="262626"/>
            </a:solidFill>
            <a:ln>
              <a:noFill/>
            </a:ln>
          </p:spPr>
        </p:sp>
        <p:sp>
          <p:nvSpPr>
            <p:cNvPr id="10" name="Google Shape;10;p41"/>
            <p:cNvSpPr/>
            <p:nvPr/>
          </p:nvSpPr>
          <p:spPr>
            <a:xfrm>
              <a:off x="1627188" y="5291138"/>
              <a:ext cx="1495425" cy="1566863"/>
            </a:xfrm>
            <a:custGeom>
              <a:rect b="b" l="l" r="r" t="t"/>
              <a:pathLst>
                <a:path extrusionOk="0" h="987" w="942">
                  <a:moveTo>
                    <a:pt x="0" y="0"/>
                  </a:moveTo>
                  <a:lnTo>
                    <a:pt x="909" y="987"/>
                  </a:lnTo>
                  <a:lnTo>
                    <a:pt x="942" y="987"/>
                  </a:lnTo>
                  <a:lnTo>
                    <a:pt x="0" y="0"/>
                  </a:lnTo>
                  <a:close/>
                </a:path>
              </a:pathLst>
            </a:custGeom>
            <a:solidFill>
              <a:srgbClr val="0B5982"/>
            </a:solidFill>
            <a:ln>
              <a:noFill/>
            </a:ln>
          </p:spPr>
        </p:sp>
        <p:sp>
          <p:nvSpPr>
            <p:cNvPr id="11" name="Google Shape;11;p41"/>
            <p:cNvSpPr/>
            <p:nvPr/>
          </p:nvSpPr>
          <p:spPr>
            <a:xfrm>
              <a:off x="1627188" y="5286375"/>
              <a:ext cx="2130425" cy="1571625"/>
            </a:xfrm>
            <a:custGeom>
              <a:rect b="b" l="l" r="r" t="t"/>
              <a:pathLst>
                <a:path extrusionOk="0" h="990" w="1342">
                  <a:moveTo>
                    <a:pt x="0" y="3"/>
                  </a:moveTo>
                  <a:lnTo>
                    <a:pt x="942" y="990"/>
                  </a:lnTo>
                  <a:lnTo>
                    <a:pt x="1342" y="990"/>
                  </a:lnTo>
                  <a:lnTo>
                    <a:pt x="156" y="27"/>
                  </a:lnTo>
                  <a:lnTo>
                    <a:pt x="0" y="0"/>
                  </a:lnTo>
                  <a:lnTo>
                    <a:pt x="0" y="3"/>
                  </a:lnTo>
                  <a:close/>
                </a:path>
              </a:pathLst>
            </a:custGeom>
            <a:solidFill>
              <a:srgbClr val="1186C3"/>
            </a:solidFill>
            <a:ln>
              <a:noFill/>
            </a:ln>
          </p:spPr>
        </p:sp>
        <p:sp>
          <p:nvSpPr>
            <p:cNvPr id="12" name="Google Shape;12;p41"/>
            <p:cNvSpPr/>
            <p:nvPr/>
          </p:nvSpPr>
          <p:spPr>
            <a:xfrm>
              <a:off x="1320800" y="5238750"/>
              <a:ext cx="1695450" cy="1619250"/>
            </a:xfrm>
            <a:custGeom>
              <a:rect b="b" l="l" r="r" t="t"/>
              <a:pathLst>
                <a:path extrusionOk="0" h="1020" w="1068">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3F3F3F"/>
            </a:solidFill>
            <a:ln>
              <a:noFill/>
            </a:ln>
          </p:spPr>
        </p:sp>
      </p:grpSp>
      <p:sp>
        <p:nvSpPr>
          <p:cNvPr id="13" name="Google Shape;13;p41"/>
          <p:cNvSpPr txBox="1"/>
          <p:nvPr>
            <p:ph type="title"/>
          </p:nvPr>
        </p:nvSpPr>
        <p:spPr>
          <a:xfrm>
            <a:off x="2226467" y="1028701"/>
            <a:ext cx="15028070" cy="2628899"/>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6000"/>
              <a:buFont typeface="Corbel"/>
              <a:buNone/>
              <a:defRPr b="0" i="0" sz="6000" u="none" cap="none" strike="noStrike">
                <a:solidFill>
                  <a:schemeClr val="dk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4" name="Google Shape;14;p41"/>
          <p:cNvSpPr txBox="1"/>
          <p:nvPr>
            <p:ph idx="1" type="body"/>
          </p:nvPr>
        </p:nvSpPr>
        <p:spPr>
          <a:xfrm>
            <a:off x="2226466" y="4000499"/>
            <a:ext cx="15028070" cy="4686302"/>
          </a:xfrm>
          <a:prstGeom prst="rect">
            <a:avLst/>
          </a:prstGeom>
          <a:noFill/>
          <a:ln>
            <a:noFill/>
          </a:ln>
        </p:spPr>
        <p:txBody>
          <a:bodyPr anchorCtr="0" anchor="ctr" bIns="45700" lIns="91425" spcFirstLastPara="1" rIns="91425" wrap="square" tIns="45700">
            <a:normAutofit/>
          </a:bodyPr>
          <a:lstStyle>
            <a:lvl1pPr indent="-560070" lvl="0" marL="457200" marR="0" rtl="0" algn="l">
              <a:spcBef>
                <a:spcPts val="720"/>
              </a:spcBef>
              <a:spcAft>
                <a:spcPts val="0"/>
              </a:spcAft>
              <a:buClr>
                <a:srgbClr val="1186C3"/>
              </a:buClr>
              <a:buSzPts val="5220"/>
              <a:buFont typeface="Arial"/>
              <a:buChar char="•"/>
              <a:defRPr b="0" i="0" sz="3600" u="none" cap="none" strike="noStrike">
                <a:solidFill>
                  <a:schemeClr val="dk1"/>
                </a:solidFill>
                <a:latin typeface="Corbel"/>
                <a:ea typeface="Corbel"/>
                <a:cs typeface="Corbel"/>
                <a:sym typeface="Corbel"/>
              </a:defRPr>
            </a:lvl1pPr>
            <a:lvl2pPr indent="-504825" lvl="1" marL="914400" marR="0" rtl="0" algn="l">
              <a:spcBef>
                <a:spcPts val="900"/>
              </a:spcBef>
              <a:spcAft>
                <a:spcPts val="0"/>
              </a:spcAft>
              <a:buClr>
                <a:srgbClr val="1186C3"/>
              </a:buClr>
              <a:buSzPts val="4350"/>
              <a:buFont typeface="Arial"/>
              <a:buChar char="•"/>
              <a:defRPr b="0" i="0" sz="3000" u="none" cap="none" strike="noStrike">
                <a:solidFill>
                  <a:schemeClr val="dk1"/>
                </a:solidFill>
                <a:latin typeface="Corbel"/>
                <a:ea typeface="Corbel"/>
                <a:cs typeface="Corbel"/>
                <a:sym typeface="Corbel"/>
              </a:defRPr>
            </a:lvl2pPr>
            <a:lvl3pPr indent="-477202" lvl="2" marL="1371600" marR="0" rtl="0" algn="l">
              <a:spcBef>
                <a:spcPts val="900"/>
              </a:spcBef>
              <a:spcAft>
                <a:spcPts val="0"/>
              </a:spcAft>
              <a:buClr>
                <a:srgbClr val="1186C3"/>
              </a:buClr>
              <a:buSzPts val="3915"/>
              <a:buFont typeface="Arial"/>
              <a:buChar char="•"/>
              <a:defRPr b="0" i="0" sz="2700" u="none" cap="none" strike="noStrike">
                <a:solidFill>
                  <a:schemeClr val="dk1"/>
                </a:solidFill>
                <a:latin typeface="Corbel"/>
                <a:ea typeface="Corbel"/>
                <a:cs typeface="Corbel"/>
                <a:sym typeface="Corbel"/>
              </a:defRPr>
            </a:lvl3pPr>
            <a:lvl4pPr indent="-449580" lvl="3" marL="1828800" marR="0" rtl="0" algn="l">
              <a:spcBef>
                <a:spcPts val="900"/>
              </a:spcBef>
              <a:spcAft>
                <a:spcPts val="0"/>
              </a:spcAft>
              <a:buClr>
                <a:srgbClr val="1186C3"/>
              </a:buClr>
              <a:buSzPts val="3480"/>
              <a:buFont typeface="Arial"/>
              <a:buChar char="•"/>
              <a:defRPr b="0" i="0" sz="2400" u="none" cap="none" strike="noStrike">
                <a:solidFill>
                  <a:schemeClr val="dk1"/>
                </a:solidFill>
                <a:latin typeface="Corbel"/>
                <a:ea typeface="Corbel"/>
                <a:cs typeface="Corbel"/>
                <a:sym typeface="Corbel"/>
              </a:defRPr>
            </a:lvl4pPr>
            <a:lvl5pPr indent="-421957" lvl="4" marL="2286000" marR="0" rtl="0" algn="l">
              <a:spcBef>
                <a:spcPts val="900"/>
              </a:spcBef>
              <a:spcAft>
                <a:spcPts val="0"/>
              </a:spcAft>
              <a:buClr>
                <a:srgbClr val="1186C3"/>
              </a:buClr>
              <a:buSzPts val="3045"/>
              <a:buFont typeface="Arial"/>
              <a:buChar char="•"/>
              <a:defRPr b="0" i="0" sz="2100" u="none" cap="none" strike="noStrike">
                <a:solidFill>
                  <a:schemeClr val="dk1"/>
                </a:solidFill>
                <a:latin typeface="Corbel"/>
                <a:ea typeface="Corbel"/>
                <a:cs typeface="Corbel"/>
                <a:sym typeface="Corbel"/>
              </a:defRPr>
            </a:lvl5pPr>
            <a:lvl6pPr indent="-421957" lvl="5" marL="2743200" marR="0" rtl="0" algn="l">
              <a:spcBef>
                <a:spcPts val="900"/>
              </a:spcBef>
              <a:spcAft>
                <a:spcPts val="0"/>
              </a:spcAft>
              <a:buClr>
                <a:srgbClr val="1186C3"/>
              </a:buClr>
              <a:buSzPts val="3045"/>
              <a:buFont typeface="Arial"/>
              <a:buChar char="•"/>
              <a:defRPr b="0" i="0" sz="2100" u="none" cap="none" strike="noStrike">
                <a:solidFill>
                  <a:schemeClr val="dk1"/>
                </a:solidFill>
                <a:latin typeface="Corbel"/>
                <a:ea typeface="Corbel"/>
                <a:cs typeface="Corbel"/>
                <a:sym typeface="Corbel"/>
              </a:defRPr>
            </a:lvl6pPr>
            <a:lvl7pPr indent="-421957" lvl="6" marL="3200400" marR="0" rtl="0" algn="l">
              <a:spcBef>
                <a:spcPts val="900"/>
              </a:spcBef>
              <a:spcAft>
                <a:spcPts val="0"/>
              </a:spcAft>
              <a:buClr>
                <a:srgbClr val="1186C3"/>
              </a:buClr>
              <a:buSzPts val="3045"/>
              <a:buFont typeface="Arial"/>
              <a:buChar char="•"/>
              <a:defRPr b="0" i="0" sz="2100" u="none" cap="none" strike="noStrike">
                <a:solidFill>
                  <a:schemeClr val="dk1"/>
                </a:solidFill>
                <a:latin typeface="Corbel"/>
                <a:ea typeface="Corbel"/>
                <a:cs typeface="Corbel"/>
                <a:sym typeface="Corbel"/>
              </a:defRPr>
            </a:lvl7pPr>
            <a:lvl8pPr indent="-421957" lvl="7" marL="3657600" marR="0" rtl="0" algn="l">
              <a:spcBef>
                <a:spcPts val="900"/>
              </a:spcBef>
              <a:spcAft>
                <a:spcPts val="0"/>
              </a:spcAft>
              <a:buClr>
                <a:srgbClr val="1186C3"/>
              </a:buClr>
              <a:buSzPts val="3045"/>
              <a:buFont typeface="Arial"/>
              <a:buChar char="•"/>
              <a:defRPr b="0" i="0" sz="2100" u="none" cap="none" strike="noStrike">
                <a:solidFill>
                  <a:schemeClr val="dk1"/>
                </a:solidFill>
                <a:latin typeface="Corbel"/>
                <a:ea typeface="Corbel"/>
                <a:cs typeface="Corbel"/>
                <a:sym typeface="Corbel"/>
              </a:defRPr>
            </a:lvl8pPr>
            <a:lvl9pPr indent="-421957" lvl="8" marL="4114800" marR="0" rtl="0" algn="l">
              <a:spcBef>
                <a:spcPts val="900"/>
              </a:spcBef>
              <a:spcAft>
                <a:spcPts val="900"/>
              </a:spcAft>
              <a:buClr>
                <a:srgbClr val="1186C3"/>
              </a:buClr>
              <a:buSzPts val="3045"/>
              <a:buFont typeface="Arial"/>
              <a:buChar char="•"/>
              <a:defRPr b="0" i="0" sz="2100" u="none" cap="none" strike="noStrike">
                <a:solidFill>
                  <a:schemeClr val="dk1"/>
                </a:solidFill>
                <a:latin typeface="Corbel"/>
                <a:ea typeface="Corbel"/>
                <a:cs typeface="Corbel"/>
                <a:sym typeface="Corbel"/>
              </a:defRPr>
            </a:lvl9pPr>
          </a:lstStyle>
          <a:p/>
        </p:txBody>
      </p:sp>
      <p:sp>
        <p:nvSpPr>
          <p:cNvPr id="15" name="Google Shape;15;p41"/>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500" u="none" cap="none" strike="noStrike">
                <a:solidFill>
                  <a:schemeClr val="dk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lvl="2"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lvl="3"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lvl="4"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lvl="5"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lvl="6"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lvl="7"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lvl="8"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16" name="Google Shape;16;p41"/>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500" u="none" cap="none" strike="noStrike">
                <a:solidFill>
                  <a:schemeClr val="dk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lvl="2"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lvl="3"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lvl="4"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lvl="5"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lvl="6"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lvl="7"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lvl="8"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17" name="Google Shape;17;p41"/>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Clr>
                <a:schemeClr val="dk1"/>
              </a:buClr>
              <a:buSzPts val="1500"/>
              <a:buFont typeface="Corbel"/>
              <a:buNone/>
              <a:defRPr b="0" i="0" sz="1500" u="none" cap="none" strike="noStrike">
                <a:solidFill>
                  <a:schemeClr val="dk1"/>
                </a:solidFill>
                <a:latin typeface="Corbel"/>
                <a:ea typeface="Corbel"/>
                <a:cs typeface="Corbel"/>
                <a:sym typeface="Corbel"/>
              </a:defRPr>
            </a:lvl1pPr>
            <a:lvl2pPr indent="0" lvl="1" marL="0" marR="0" rtl="0" algn="r">
              <a:spcBef>
                <a:spcPts val="0"/>
              </a:spcBef>
              <a:spcAft>
                <a:spcPts val="0"/>
              </a:spcAft>
              <a:buClr>
                <a:schemeClr val="dk1"/>
              </a:buClr>
              <a:buSzPts val="1500"/>
              <a:buFont typeface="Corbel"/>
              <a:buNone/>
              <a:defRPr b="0" i="0" sz="1500" u="none" cap="none" strike="noStrike">
                <a:solidFill>
                  <a:schemeClr val="dk1"/>
                </a:solidFill>
                <a:latin typeface="Corbel"/>
                <a:ea typeface="Corbel"/>
                <a:cs typeface="Corbel"/>
                <a:sym typeface="Corbel"/>
              </a:defRPr>
            </a:lvl2pPr>
            <a:lvl3pPr indent="0" lvl="2" marL="0" marR="0" rtl="0" algn="r">
              <a:spcBef>
                <a:spcPts val="0"/>
              </a:spcBef>
              <a:spcAft>
                <a:spcPts val="0"/>
              </a:spcAft>
              <a:buClr>
                <a:schemeClr val="dk1"/>
              </a:buClr>
              <a:buSzPts val="1500"/>
              <a:buFont typeface="Corbel"/>
              <a:buNone/>
              <a:defRPr b="0" i="0" sz="1500" u="none" cap="none" strike="noStrike">
                <a:solidFill>
                  <a:schemeClr val="dk1"/>
                </a:solidFill>
                <a:latin typeface="Corbel"/>
                <a:ea typeface="Corbel"/>
                <a:cs typeface="Corbel"/>
                <a:sym typeface="Corbel"/>
              </a:defRPr>
            </a:lvl3pPr>
            <a:lvl4pPr indent="0" lvl="3" marL="0" marR="0" rtl="0" algn="r">
              <a:spcBef>
                <a:spcPts val="0"/>
              </a:spcBef>
              <a:spcAft>
                <a:spcPts val="0"/>
              </a:spcAft>
              <a:buClr>
                <a:schemeClr val="dk1"/>
              </a:buClr>
              <a:buSzPts val="1500"/>
              <a:buFont typeface="Corbel"/>
              <a:buNone/>
              <a:defRPr b="0" i="0" sz="1500" u="none" cap="none" strike="noStrike">
                <a:solidFill>
                  <a:schemeClr val="dk1"/>
                </a:solidFill>
                <a:latin typeface="Corbel"/>
                <a:ea typeface="Corbel"/>
                <a:cs typeface="Corbel"/>
                <a:sym typeface="Corbel"/>
              </a:defRPr>
            </a:lvl4pPr>
            <a:lvl5pPr indent="0" lvl="4" marL="0" marR="0" rtl="0" algn="r">
              <a:spcBef>
                <a:spcPts val="0"/>
              </a:spcBef>
              <a:spcAft>
                <a:spcPts val="0"/>
              </a:spcAft>
              <a:buClr>
                <a:schemeClr val="dk1"/>
              </a:buClr>
              <a:buSzPts val="1500"/>
              <a:buFont typeface="Corbel"/>
              <a:buNone/>
              <a:defRPr b="0" i="0" sz="1500" u="none" cap="none" strike="noStrike">
                <a:solidFill>
                  <a:schemeClr val="dk1"/>
                </a:solidFill>
                <a:latin typeface="Corbel"/>
                <a:ea typeface="Corbel"/>
                <a:cs typeface="Corbel"/>
                <a:sym typeface="Corbel"/>
              </a:defRPr>
            </a:lvl5pPr>
            <a:lvl6pPr indent="0" lvl="5" marL="0" marR="0" rtl="0" algn="r">
              <a:spcBef>
                <a:spcPts val="0"/>
              </a:spcBef>
              <a:spcAft>
                <a:spcPts val="0"/>
              </a:spcAft>
              <a:buClr>
                <a:schemeClr val="dk1"/>
              </a:buClr>
              <a:buSzPts val="1500"/>
              <a:buFont typeface="Corbel"/>
              <a:buNone/>
              <a:defRPr b="0" i="0" sz="1500" u="none" cap="none" strike="noStrike">
                <a:solidFill>
                  <a:schemeClr val="dk1"/>
                </a:solidFill>
                <a:latin typeface="Corbel"/>
                <a:ea typeface="Corbel"/>
                <a:cs typeface="Corbel"/>
                <a:sym typeface="Corbel"/>
              </a:defRPr>
            </a:lvl6pPr>
            <a:lvl7pPr indent="0" lvl="6" marL="0" marR="0" rtl="0" algn="r">
              <a:spcBef>
                <a:spcPts val="0"/>
              </a:spcBef>
              <a:spcAft>
                <a:spcPts val="0"/>
              </a:spcAft>
              <a:buClr>
                <a:schemeClr val="dk1"/>
              </a:buClr>
              <a:buSzPts val="1500"/>
              <a:buFont typeface="Corbel"/>
              <a:buNone/>
              <a:defRPr b="0" i="0" sz="1500" u="none" cap="none" strike="noStrike">
                <a:solidFill>
                  <a:schemeClr val="dk1"/>
                </a:solidFill>
                <a:latin typeface="Corbel"/>
                <a:ea typeface="Corbel"/>
                <a:cs typeface="Corbel"/>
                <a:sym typeface="Corbel"/>
              </a:defRPr>
            </a:lvl7pPr>
            <a:lvl8pPr indent="0" lvl="7" marL="0" marR="0" rtl="0" algn="r">
              <a:spcBef>
                <a:spcPts val="0"/>
              </a:spcBef>
              <a:spcAft>
                <a:spcPts val="0"/>
              </a:spcAft>
              <a:buClr>
                <a:schemeClr val="dk1"/>
              </a:buClr>
              <a:buSzPts val="1500"/>
              <a:buFont typeface="Corbel"/>
              <a:buNone/>
              <a:defRPr b="0" i="0" sz="1500" u="none" cap="none" strike="noStrike">
                <a:solidFill>
                  <a:schemeClr val="dk1"/>
                </a:solidFill>
                <a:latin typeface="Corbel"/>
                <a:ea typeface="Corbel"/>
                <a:cs typeface="Corbel"/>
                <a:sym typeface="Corbel"/>
              </a:defRPr>
            </a:lvl8pPr>
            <a:lvl9pPr indent="0" lvl="8" marL="0" marR="0" rtl="0" algn="r">
              <a:spcBef>
                <a:spcPts val="0"/>
              </a:spcBef>
              <a:spcAft>
                <a:spcPts val="0"/>
              </a:spcAft>
              <a:buClr>
                <a:schemeClr val="dk1"/>
              </a:buClr>
              <a:buSzPts val="1500"/>
              <a:buFont typeface="Corbel"/>
              <a:buNone/>
              <a:defRPr b="0" i="0" sz="15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mc:AlternateContent>
    <mc:Choice Requires="p14">
      <p:transition spd="slow" p14:dur="1300">
        <p14:pan dir="u"/>
      </p:transition>
    </mc:Choice>
    <mc:Fallback>
      <p:transition spd="med">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138" name="Shape 138"/>
        <p:cNvGrpSpPr/>
        <p:nvPr/>
      </p:nvGrpSpPr>
      <p:grpSpPr>
        <a:xfrm>
          <a:off x="0" y="0"/>
          <a:ext cx="0" cy="0"/>
          <a:chOff x="0" y="0"/>
          <a:chExt cx="0" cy="0"/>
        </a:xfrm>
      </p:grpSpPr>
      <p:grpSp>
        <p:nvGrpSpPr>
          <p:cNvPr id="139" name="Google Shape;139;p43"/>
          <p:cNvGrpSpPr/>
          <p:nvPr/>
        </p:nvGrpSpPr>
        <p:grpSpPr>
          <a:xfrm>
            <a:off x="226219" y="1"/>
            <a:ext cx="3655220" cy="10287002"/>
            <a:chOff x="1320800" y="0"/>
            <a:chExt cx="2436813" cy="6858001"/>
          </a:xfrm>
        </p:grpSpPr>
        <p:sp>
          <p:nvSpPr>
            <p:cNvPr id="140" name="Google Shape;140;p43"/>
            <p:cNvSpPr/>
            <p:nvPr/>
          </p:nvSpPr>
          <p:spPr>
            <a:xfrm>
              <a:off x="1627188" y="0"/>
              <a:ext cx="1122363" cy="5329238"/>
            </a:xfrm>
            <a:custGeom>
              <a:rect b="b" l="l" r="r" t="t"/>
              <a:pathLst>
                <a:path extrusionOk="0" h="3357" w="707">
                  <a:moveTo>
                    <a:pt x="0" y="3330"/>
                  </a:moveTo>
                  <a:lnTo>
                    <a:pt x="156" y="3357"/>
                  </a:lnTo>
                  <a:lnTo>
                    <a:pt x="707" y="0"/>
                  </a:lnTo>
                  <a:lnTo>
                    <a:pt x="547" y="0"/>
                  </a:lnTo>
                  <a:lnTo>
                    <a:pt x="0" y="3330"/>
                  </a:lnTo>
                  <a:close/>
                </a:path>
              </a:pathLst>
            </a:custGeom>
            <a:solidFill>
              <a:schemeClr val="accent1"/>
            </a:solidFill>
            <a:ln>
              <a:noFill/>
            </a:ln>
          </p:spPr>
        </p:sp>
        <p:sp>
          <p:nvSpPr>
            <p:cNvPr id="141" name="Google Shape;141;p43"/>
            <p:cNvSpPr/>
            <p:nvPr/>
          </p:nvSpPr>
          <p:spPr>
            <a:xfrm>
              <a:off x="1320800" y="0"/>
              <a:ext cx="1117600" cy="5276850"/>
            </a:xfrm>
            <a:custGeom>
              <a:rect b="b" l="l" r="r" t="t"/>
              <a:pathLst>
                <a:path extrusionOk="0" h="3324" w="704">
                  <a:moveTo>
                    <a:pt x="704" y="0"/>
                  </a:moveTo>
                  <a:lnTo>
                    <a:pt x="545" y="0"/>
                  </a:lnTo>
                  <a:lnTo>
                    <a:pt x="0" y="3300"/>
                  </a:lnTo>
                  <a:lnTo>
                    <a:pt x="157" y="3324"/>
                  </a:lnTo>
                  <a:lnTo>
                    <a:pt x="704" y="0"/>
                  </a:lnTo>
                  <a:close/>
                </a:path>
              </a:pathLst>
            </a:custGeom>
            <a:solidFill>
              <a:srgbClr val="FEFEFE"/>
            </a:solidFill>
            <a:ln>
              <a:noFill/>
            </a:ln>
          </p:spPr>
        </p:sp>
        <p:sp>
          <p:nvSpPr>
            <p:cNvPr id="142" name="Google Shape;142;p43"/>
            <p:cNvSpPr/>
            <p:nvPr/>
          </p:nvSpPr>
          <p:spPr>
            <a:xfrm>
              <a:off x="1320800" y="5238750"/>
              <a:ext cx="1228725" cy="1619250"/>
            </a:xfrm>
            <a:custGeom>
              <a:rect b="b" l="l" r="r" t="t"/>
              <a:pathLst>
                <a:path extrusionOk="0" h="1020" w="774">
                  <a:moveTo>
                    <a:pt x="0" y="0"/>
                  </a:moveTo>
                  <a:lnTo>
                    <a:pt x="740" y="1020"/>
                  </a:lnTo>
                  <a:lnTo>
                    <a:pt x="774" y="1020"/>
                  </a:lnTo>
                  <a:lnTo>
                    <a:pt x="0" y="0"/>
                  </a:lnTo>
                  <a:close/>
                </a:path>
              </a:pathLst>
            </a:custGeom>
            <a:solidFill>
              <a:srgbClr val="FEFEFE"/>
            </a:solidFill>
            <a:ln>
              <a:noFill/>
            </a:ln>
          </p:spPr>
        </p:sp>
        <p:sp>
          <p:nvSpPr>
            <p:cNvPr id="143" name="Google Shape;143;p43"/>
            <p:cNvSpPr/>
            <p:nvPr/>
          </p:nvSpPr>
          <p:spPr>
            <a:xfrm>
              <a:off x="1627188" y="5291138"/>
              <a:ext cx="1495425" cy="1566863"/>
            </a:xfrm>
            <a:custGeom>
              <a:rect b="b" l="l" r="r" t="t"/>
              <a:pathLst>
                <a:path extrusionOk="0" h="987" w="942">
                  <a:moveTo>
                    <a:pt x="0" y="0"/>
                  </a:moveTo>
                  <a:lnTo>
                    <a:pt x="909" y="987"/>
                  </a:lnTo>
                  <a:lnTo>
                    <a:pt x="942" y="987"/>
                  </a:lnTo>
                  <a:lnTo>
                    <a:pt x="0" y="0"/>
                  </a:lnTo>
                  <a:close/>
                </a:path>
              </a:pathLst>
            </a:custGeom>
            <a:solidFill>
              <a:srgbClr val="0B5982"/>
            </a:solidFill>
            <a:ln>
              <a:noFill/>
            </a:ln>
          </p:spPr>
        </p:sp>
        <p:sp>
          <p:nvSpPr>
            <p:cNvPr id="144" name="Google Shape;144;p43"/>
            <p:cNvSpPr/>
            <p:nvPr/>
          </p:nvSpPr>
          <p:spPr>
            <a:xfrm>
              <a:off x="1627188" y="5286375"/>
              <a:ext cx="2130425" cy="1571625"/>
            </a:xfrm>
            <a:custGeom>
              <a:rect b="b" l="l" r="r" t="t"/>
              <a:pathLst>
                <a:path extrusionOk="0" h="990" w="1342">
                  <a:moveTo>
                    <a:pt x="0" y="3"/>
                  </a:moveTo>
                  <a:lnTo>
                    <a:pt x="942" y="990"/>
                  </a:lnTo>
                  <a:lnTo>
                    <a:pt x="1342" y="990"/>
                  </a:lnTo>
                  <a:lnTo>
                    <a:pt x="156" y="27"/>
                  </a:lnTo>
                  <a:lnTo>
                    <a:pt x="0" y="0"/>
                  </a:lnTo>
                  <a:lnTo>
                    <a:pt x="0" y="3"/>
                  </a:lnTo>
                  <a:close/>
                </a:path>
              </a:pathLst>
            </a:custGeom>
            <a:solidFill>
              <a:srgbClr val="1186C3"/>
            </a:solidFill>
            <a:ln>
              <a:noFill/>
            </a:ln>
          </p:spPr>
        </p:sp>
        <p:sp>
          <p:nvSpPr>
            <p:cNvPr id="145" name="Google Shape;145;p43"/>
            <p:cNvSpPr/>
            <p:nvPr/>
          </p:nvSpPr>
          <p:spPr>
            <a:xfrm>
              <a:off x="1320800" y="5238750"/>
              <a:ext cx="1695450" cy="1619250"/>
            </a:xfrm>
            <a:custGeom>
              <a:rect b="b" l="l" r="r" t="t"/>
              <a:pathLst>
                <a:path extrusionOk="0" h="1020" w="1068">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FEFEFE"/>
            </a:solidFill>
            <a:ln>
              <a:noFill/>
            </a:ln>
          </p:spPr>
        </p:sp>
      </p:grpSp>
      <p:sp>
        <p:nvSpPr>
          <p:cNvPr id="146" name="Google Shape;146;p43"/>
          <p:cNvSpPr txBox="1"/>
          <p:nvPr>
            <p:ph type="title"/>
          </p:nvPr>
        </p:nvSpPr>
        <p:spPr>
          <a:xfrm>
            <a:off x="2226467" y="1028701"/>
            <a:ext cx="15028070" cy="2628899"/>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lt1"/>
              </a:buClr>
              <a:buSzPts val="6000"/>
              <a:buFont typeface="Corbel"/>
              <a:buNone/>
              <a:defRPr b="0" i="0" sz="6000" u="none" cap="none" strike="noStrike">
                <a:solidFill>
                  <a:schemeClr val="lt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lt2"/>
                </a:solidFill>
              </a:defRPr>
            </a:lvl2pPr>
            <a:lvl3pPr lvl="2" marR="0" rtl="0" algn="l">
              <a:spcBef>
                <a:spcPts val="0"/>
              </a:spcBef>
              <a:spcAft>
                <a:spcPts val="0"/>
              </a:spcAft>
              <a:buSzPts val="1400"/>
              <a:buNone/>
              <a:defRPr b="0" i="0" sz="1800" u="none" cap="none" strike="noStrike">
                <a:solidFill>
                  <a:schemeClr val="lt2"/>
                </a:solidFill>
              </a:defRPr>
            </a:lvl3pPr>
            <a:lvl4pPr lvl="3" marR="0" rtl="0" algn="l">
              <a:spcBef>
                <a:spcPts val="0"/>
              </a:spcBef>
              <a:spcAft>
                <a:spcPts val="0"/>
              </a:spcAft>
              <a:buSzPts val="1400"/>
              <a:buNone/>
              <a:defRPr b="0" i="0" sz="1800" u="none" cap="none" strike="noStrike">
                <a:solidFill>
                  <a:schemeClr val="lt2"/>
                </a:solidFill>
              </a:defRPr>
            </a:lvl4pPr>
            <a:lvl5pPr lvl="4" marR="0" rtl="0" algn="l">
              <a:spcBef>
                <a:spcPts val="0"/>
              </a:spcBef>
              <a:spcAft>
                <a:spcPts val="0"/>
              </a:spcAft>
              <a:buSzPts val="1400"/>
              <a:buNone/>
              <a:defRPr b="0" i="0" sz="1800" u="none" cap="none" strike="noStrike">
                <a:solidFill>
                  <a:schemeClr val="lt2"/>
                </a:solidFill>
              </a:defRPr>
            </a:lvl5pPr>
            <a:lvl6pPr lvl="5" marR="0" rtl="0" algn="l">
              <a:spcBef>
                <a:spcPts val="0"/>
              </a:spcBef>
              <a:spcAft>
                <a:spcPts val="0"/>
              </a:spcAft>
              <a:buSzPts val="1400"/>
              <a:buNone/>
              <a:defRPr b="0" i="0" sz="1800" u="none" cap="none" strike="noStrike">
                <a:solidFill>
                  <a:schemeClr val="lt2"/>
                </a:solidFill>
              </a:defRPr>
            </a:lvl6pPr>
            <a:lvl7pPr lvl="6" marR="0" rtl="0" algn="l">
              <a:spcBef>
                <a:spcPts val="0"/>
              </a:spcBef>
              <a:spcAft>
                <a:spcPts val="0"/>
              </a:spcAft>
              <a:buSzPts val="1400"/>
              <a:buNone/>
              <a:defRPr b="0" i="0" sz="1800" u="none" cap="none" strike="noStrike">
                <a:solidFill>
                  <a:schemeClr val="lt2"/>
                </a:solidFill>
              </a:defRPr>
            </a:lvl7pPr>
            <a:lvl8pPr lvl="7" marR="0" rtl="0" algn="l">
              <a:spcBef>
                <a:spcPts val="0"/>
              </a:spcBef>
              <a:spcAft>
                <a:spcPts val="0"/>
              </a:spcAft>
              <a:buSzPts val="1400"/>
              <a:buNone/>
              <a:defRPr b="0" i="0" sz="1800" u="none" cap="none" strike="noStrike">
                <a:solidFill>
                  <a:schemeClr val="lt2"/>
                </a:solidFill>
              </a:defRPr>
            </a:lvl8pPr>
            <a:lvl9pPr lvl="8" marR="0" rtl="0" algn="l">
              <a:spcBef>
                <a:spcPts val="0"/>
              </a:spcBef>
              <a:spcAft>
                <a:spcPts val="0"/>
              </a:spcAft>
              <a:buSzPts val="1400"/>
              <a:buNone/>
              <a:defRPr b="0" i="0" sz="1800" u="none" cap="none" strike="noStrike">
                <a:solidFill>
                  <a:schemeClr val="lt2"/>
                </a:solidFill>
              </a:defRPr>
            </a:lvl9pPr>
          </a:lstStyle>
          <a:p/>
        </p:txBody>
      </p:sp>
      <p:sp>
        <p:nvSpPr>
          <p:cNvPr id="147" name="Google Shape;147;p43"/>
          <p:cNvSpPr txBox="1"/>
          <p:nvPr>
            <p:ph idx="1" type="body"/>
          </p:nvPr>
        </p:nvSpPr>
        <p:spPr>
          <a:xfrm>
            <a:off x="2226466" y="4000499"/>
            <a:ext cx="15028070" cy="4686302"/>
          </a:xfrm>
          <a:prstGeom prst="rect">
            <a:avLst/>
          </a:prstGeom>
          <a:noFill/>
          <a:ln>
            <a:noFill/>
          </a:ln>
        </p:spPr>
        <p:txBody>
          <a:bodyPr anchorCtr="0" anchor="ctr" bIns="45700" lIns="91425" spcFirstLastPara="1" rIns="91425" wrap="square" tIns="45700">
            <a:normAutofit/>
          </a:bodyPr>
          <a:lstStyle>
            <a:lvl1pPr indent="-560070" lvl="0" marL="457200" marR="0" rtl="0" algn="l">
              <a:spcBef>
                <a:spcPts val="720"/>
              </a:spcBef>
              <a:spcAft>
                <a:spcPts val="0"/>
              </a:spcAft>
              <a:buClr>
                <a:srgbClr val="1186C3"/>
              </a:buClr>
              <a:buSzPts val="5220"/>
              <a:buFont typeface="Arial"/>
              <a:buChar char="•"/>
              <a:defRPr b="0" i="0" sz="3600" u="none" cap="none" strike="noStrike">
                <a:solidFill>
                  <a:schemeClr val="lt1"/>
                </a:solidFill>
                <a:latin typeface="Corbel"/>
                <a:ea typeface="Corbel"/>
                <a:cs typeface="Corbel"/>
                <a:sym typeface="Corbel"/>
              </a:defRPr>
            </a:lvl1pPr>
            <a:lvl2pPr indent="-504825" lvl="1" marL="914400" marR="0" rtl="0" algn="l">
              <a:spcBef>
                <a:spcPts val="900"/>
              </a:spcBef>
              <a:spcAft>
                <a:spcPts val="0"/>
              </a:spcAft>
              <a:buClr>
                <a:srgbClr val="1186C3"/>
              </a:buClr>
              <a:buSzPts val="4350"/>
              <a:buFont typeface="Arial"/>
              <a:buChar char="•"/>
              <a:defRPr b="0" i="0" sz="3000" u="none" cap="none" strike="noStrike">
                <a:solidFill>
                  <a:schemeClr val="lt1"/>
                </a:solidFill>
                <a:latin typeface="Corbel"/>
                <a:ea typeface="Corbel"/>
                <a:cs typeface="Corbel"/>
                <a:sym typeface="Corbel"/>
              </a:defRPr>
            </a:lvl2pPr>
            <a:lvl3pPr indent="-477202" lvl="2" marL="1371600" marR="0" rtl="0" algn="l">
              <a:spcBef>
                <a:spcPts val="900"/>
              </a:spcBef>
              <a:spcAft>
                <a:spcPts val="0"/>
              </a:spcAft>
              <a:buClr>
                <a:srgbClr val="1186C3"/>
              </a:buClr>
              <a:buSzPts val="3915"/>
              <a:buFont typeface="Arial"/>
              <a:buChar char="•"/>
              <a:defRPr b="0" i="0" sz="2700" u="none" cap="none" strike="noStrike">
                <a:solidFill>
                  <a:schemeClr val="lt1"/>
                </a:solidFill>
                <a:latin typeface="Corbel"/>
                <a:ea typeface="Corbel"/>
                <a:cs typeface="Corbel"/>
                <a:sym typeface="Corbel"/>
              </a:defRPr>
            </a:lvl3pPr>
            <a:lvl4pPr indent="-449580" lvl="3" marL="1828800" marR="0" rtl="0" algn="l">
              <a:spcBef>
                <a:spcPts val="900"/>
              </a:spcBef>
              <a:spcAft>
                <a:spcPts val="0"/>
              </a:spcAft>
              <a:buClr>
                <a:srgbClr val="1186C3"/>
              </a:buClr>
              <a:buSzPts val="3480"/>
              <a:buFont typeface="Arial"/>
              <a:buChar char="•"/>
              <a:defRPr b="0" i="0" sz="2400" u="none" cap="none" strike="noStrike">
                <a:solidFill>
                  <a:schemeClr val="lt1"/>
                </a:solidFill>
                <a:latin typeface="Corbel"/>
                <a:ea typeface="Corbel"/>
                <a:cs typeface="Corbel"/>
                <a:sym typeface="Corbel"/>
              </a:defRPr>
            </a:lvl4pPr>
            <a:lvl5pPr indent="-421957" lvl="4" marL="2286000" marR="0" rtl="0" algn="l">
              <a:spcBef>
                <a:spcPts val="900"/>
              </a:spcBef>
              <a:spcAft>
                <a:spcPts val="0"/>
              </a:spcAft>
              <a:buClr>
                <a:srgbClr val="1186C3"/>
              </a:buClr>
              <a:buSzPts val="3045"/>
              <a:buFont typeface="Arial"/>
              <a:buChar char="•"/>
              <a:defRPr b="0" i="0" sz="2100" u="none" cap="none" strike="noStrike">
                <a:solidFill>
                  <a:schemeClr val="lt1"/>
                </a:solidFill>
                <a:latin typeface="Corbel"/>
                <a:ea typeface="Corbel"/>
                <a:cs typeface="Corbel"/>
                <a:sym typeface="Corbel"/>
              </a:defRPr>
            </a:lvl5pPr>
            <a:lvl6pPr indent="-421957" lvl="5" marL="2743200" marR="0" rtl="0" algn="l">
              <a:spcBef>
                <a:spcPts val="900"/>
              </a:spcBef>
              <a:spcAft>
                <a:spcPts val="0"/>
              </a:spcAft>
              <a:buClr>
                <a:srgbClr val="1186C3"/>
              </a:buClr>
              <a:buSzPts val="3045"/>
              <a:buFont typeface="Arial"/>
              <a:buChar char="•"/>
              <a:defRPr b="0" i="0" sz="2100" u="none" cap="none" strike="noStrike">
                <a:solidFill>
                  <a:schemeClr val="lt1"/>
                </a:solidFill>
                <a:latin typeface="Corbel"/>
                <a:ea typeface="Corbel"/>
                <a:cs typeface="Corbel"/>
                <a:sym typeface="Corbel"/>
              </a:defRPr>
            </a:lvl6pPr>
            <a:lvl7pPr indent="-421957" lvl="6" marL="3200400" marR="0" rtl="0" algn="l">
              <a:spcBef>
                <a:spcPts val="900"/>
              </a:spcBef>
              <a:spcAft>
                <a:spcPts val="0"/>
              </a:spcAft>
              <a:buClr>
                <a:srgbClr val="1186C3"/>
              </a:buClr>
              <a:buSzPts val="3045"/>
              <a:buFont typeface="Arial"/>
              <a:buChar char="•"/>
              <a:defRPr b="0" i="0" sz="2100" u="none" cap="none" strike="noStrike">
                <a:solidFill>
                  <a:schemeClr val="lt1"/>
                </a:solidFill>
                <a:latin typeface="Corbel"/>
                <a:ea typeface="Corbel"/>
                <a:cs typeface="Corbel"/>
                <a:sym typeface="Corbel"/>
              </a:defRPr>
            </a:lvl7pPr>
            <a:lvl8pPr indent="-421957" lvl="7" marL="3657600" marR="0" rtl="0" algn="l">
              <a:spcBef>
                <a:spcPts val="900"/>
              </a:spcBef>
              <a:spcAft>
                <a:spcPts val="0"/>
              </a:spcAft>
              <a:buClr>
                <a:srgbClr val="1186C3"/>
              </a:buClr>
              <a:buSzPts val="3045"/>
              <a:buFont typeface="Arial"/>
              <a:buChar char="•"/>
              <a:defRPr b="0" i="0" sz="2100" u="none" cap="none" strike="noStrike">
                <a:solidFill>
                  <a:schemeClr val="lt1"/>
                </a:solidFill>
                <a:latin typeface="Corbel"/>
                <a:ea typeface="Corbel"/>
                <a:cs typeface="Corbel"/>
                <a:sym typeface="Corbel"/>
              </a:defRPr>
            </a:lvl8pPr>
            <a:lvl9pPr indent="-421957" lvl="8" marL="4114800" marR="0" rtl="0" algn="l">
              <a:spcBef>
                <a:spcPts val="900"/>
              </a:spcBef>
              <a:spcAft>
                <a:spcPts val="900"/>
              </a:spcAft>
              <a:buClr>
                <a:srgbClr val="1186C3"/>
              </a:buClr>
              <a:buSzPts val="3045"/>
              <a:buFont typeface="Arial"/>
              <a:buChar char="•"/>
              <a:defRPr b="0" i="0" sz="2100" u="none" cap="none" strike="noStrike">
                <a:solidFill>
                  <a:schemeClr val="lt1"/>
                </a:solidFill>
                <a:latin typeface="Corbel"/>
                <a:ea typeface="Corbel"/>
                <a:cs typeface="Corbel"/>
                <a:sym typeface="Corbel"/>
              </a:defRPr>
            </a:lvl9pPr>
          </a:lstStyle>
          <a:p/>
        </p:txBody>
      </p:sp>
      <p:sp>
        <p:nvSpPr>
          <p:cNvPr id="148" name="Google Shape;148;p43"/>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500">
                <a:solidFill>
                  <a:schemeClr val="lt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2pPr>
            <a:lvl3pPr lvl="2"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3pPr>
            <a:lvl4pPr lvl="3"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4pPr>
            <a:lvl5pPr lvl="4"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5pPr>
            <a:lvl6pPr lvl="5"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6pPr>
            <a:lvl7pPr lvl="6"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7pPr>
            <a:lvl8pPr lvl="7"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8pPr>
            <a:lvl9pPr lvl="8"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9pPr>
          </a:lstStyle>
          <a:p/>
        </p:txBody>
      </p:sp>
      <p:sp>
        <p:nvSpPr>
          <p:cNvPr id="149" name="Google Shape;149;p43"/>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500">
                <a:solidFill>
                  <a:schemeClr val="lt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2pPr>
            <a:lvl3pPr lvl="2"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3pPr>
            <a:lvl4pPr lvl="3"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4pPr>
            <a:lvl5pPr lvl="4"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5pPr>
            <a:lvl6pPr lvl="5"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6pPr>
            <a:lvl7pPr lvl="6"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7pPr>
            <a:lvl8pPr lvl="7"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8pPr>
            <a:lvl9pPr lvl="8"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9pPr>
          </a:lstStyle>
          <a:p/>
        </p:txBody>
      </p:sp>
      <p:sp>
        <p:nvSpPr>
          <p:cNvPr id="150" name="Google Shape;150;p43"/>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Clr>
                <a:schemeClr val="lt1"/>
              </a:buClr>
              <a:buSzPts val="1500"/>
              <a:buFont typeface="Corbel"/>
              <a:buNone/>
              <a:defRPr b="0" i="0" sz="1500" u="none">
                <a:solidFill>
                  <a:schemeClr val="lt1"/>
                </a:solidFill>
                <a:latin typeface="Corbel"/>
                <a:ea typeface="Corbel"/>
                <a:cs typeface="Corbel"/>
                <a:sym typeface="Corbel"/>
              </a:defRPr>
            </a:lvl1pPr>
            <a:lvl2pPr indent="0" lvl="1" marL="0" marR="0" rtl="0" algn="r">
              <a:spcBef>
                <a:spcPts val="0"/>
              </a:spcBef>
              <a:spcAft>
                <a:spcPts val="0"/>
              </a:spcAft>
              <a:buClr>
                <a:schemeClr val="lt1"/>
              </a:buClr>
              <a:buSzPts val="1500"/>
              <a:buFont typeface="Corbel"/>
              <a:buNone/>
              <a:defRPr b="0" i="0" sz="1500" u="none">
                <a:solidFill>
                  <a:schemeClr val="lt1"/>
                </a:solidFill>
                <a:latin typeface="Corbel"/>
                <a:ea typeface="Corbel"/>
                <a:cs typeface="Corbel"/>
                <a:sym typeface="Corbel"/>
              </a:defRPr>
            </a:lvl2pPr>
            <a:lvl3pPr indent="0" lvl="2" marL="0" marR="0" rtl="0" algn="r">
              <a:spcBef>
                <a:spcPts val="0"/>
              </a:spcBef>
              <a:spcAft>
                <a:spcPts val="0"/>
              </a:spcAft>
              <a:buClr>
                <a:schemeClr val="lt1"/>
              </a:buClr>
              <a:buSzPts val="1500"/>
              <a:buFont typeface="Corbel"/>
              <a:buNone/>
              <a:defRPr b="0" i="0" sz="1500" u="none">
                <a:solidFill>
                  <a:schemeClr val="lt1"/>
                </a:solidFill>
                <a:latin typeface="Corbel"/>
                <a:ea typeface="Corbel"/>
                <a:cs typeface="Corbel"/>
                <a:sym typeface="Corbel"/>
              </a:defRPr>
            </a:lvl3pPr>
            <a:lvl4pPr indent="0" lvl="3" marL="0" marR="0" rtl="0" algn="r">
              <a:spcBef>
                <a:spcPts val="0"/>
              </a:spcBef>
              <a:spcAft>
                <a:spcPts val="0"/>
              </a:spcAft>
              <a:buClr>
                <a:schemeClr val="lt1"/>
              </a:buClr>
              <a:buSzPts val="1500"/>
              <a:buFont typeface="Corbel"/>
              <a:buNone/>
              <a:defRPr b="0" i="0" sz="1500" u="none">
                <a:solidFill>
                  <a:schemeClr val="lt1"/>
                </a:solidFill>
                <a:latin typeface="Corbel"/>
                <a:ea typeface="Corbel"/>
                <a:cs typeface="Corbel"/>
                <a:sym typeface="Corbel"/>
              </a:defRPr>
            </a:lvl4pPr>
            <a:lvl5pPr indent="0" lvl="4" marL="0" marR="0" rtl="0" algn="r">
              <a:spcBef>
                <a:spcPts val="0"/>
              </a:spcBef>
              <a:spcAft>
                <a:spcPts val="0"/>
              </a:spcAft>
              <a:buClr>
                <a:schemeClr val="lt1"/>
              </a:buClr>
              <a:buSzPts val="1500"/>
              <a:buFont typeface="Corbel"/>
              <a:buNone/>
              <a:defRPr b="0" i="0" sz="1500" u="none">
                <a:solidFill>
                  <a:schemeClr val="lt1"/>
                </a:solidFill>
                <a:latin typeface="Corbel"/>
                <a:ea typeface="Corbel"/>
                <a:cs typeface="Corbel"/>
                <a:sym typeface="Corbel"/>
              </a:defRPr>
            </a:lvl5pPr>
            <a:lvl6pPr indent="0" lvl="5" marL="0" marR="0" rtl="0" algn="r">
              <a:spcBef>
                <a:spcPts val="0"/>
              </a:spcBef>
              <a:spcAft>
                <a:spcPts val="0"/>
              </a:spcAft>
              <a:buClr>
                <a:schemeClr val="lt1"/>
              </a:buClr>
              <a:buSzPts val="1500"/>
              <a:buFont typeface="Corbel"/>
              <a:buNone/>
              <a:defRPr b="0" i="0" sz="1500" u="none">
                <a:solidFill>
                  <a:schemeClr val="lt1"/>
                </a:solidFill>
                <a:latin typeface="Corbel"/>
                <a:ea typeface="Corbel"/>
                <a:cs typeface="Corbel"/>
                <a:sym typeface="Corbel"/>
              </a:defRPr>
            </a:lvl6pPr>
            <a:lvl7pPr indent="0" lvl="6" marL="0" marR="0" rtl="0" algn="r">
              <a:spcBef>
                <a:spcPts val="0"/>
              </a:spcBef>
              <a:spcAft>
                <a:spcPts val="0"/>
              </a:spcAft>
              <a:buClr>
                <a:schemeClr val="lt1"/>
              </a:buClr>
              <a:buSzPts val="1500"/>
              <a:buFont typeface="Corbel"/>
              <a:buNone/>
              <a:defRPr b="0" i="0" sz="1500" u="none">
                <a:solidFill>
                  <a:schemeClr val="lt1"/>
                </a:solidFill>
                <a:latin typeface="Corbel"/>
                <a:ea typeface="Corbel"/>
                <a:cs typeface="Corbel"/>
                <a:sym typeface="Corbel"/>
              </a:defRPr>
            </a:lvl7pPr>
            <a:lvl8pPr indent="0" lvl="7" marL="0" marR="0" rtl="0" algn="r">
              <a:spcBef>
                <a:spcPts val="0"/>
              </a:spcBef>
              <a:spcAft>
                <a:spcPts val="0"/>
              </a:spcAft>
              <a:buClr>
                <a:schemeClr val="lt1"/>
              </a:buClr>
              <a:buSzPts val="1500"/>
              <a:buFont typeface="Corbel"/>
              <a:buNone/>
              <a:defRPr b="0" i="0" sz="1500" u="none">
                <a:solidFill>
                  <a:schemeClr val="lt1"/>
                </a:solidFill>
                <a:latin typeface="Corbel"/>
                <a:ea typeface="Corbel"/>
                <a:cs typeface="Corbel"/>
                <a:sym typeface="Corbel"/>
              </a:defRPr>
            </a:lvl8pPr>
            <a:lvl9pPr indent="0" lvl="8" marL="0" marR="0" rtl="0" algn="r">
              <a:spcBef>
                <a:spcPts val="0"/>
              </a:spcBef>
              <a:spcAft>
                <a:spcPts val="0"/>
              </a:spcAft>
              <a:buClr>
                <a:schemeClr val="lt1"/>
              </a:buClr>
              <a:buSzPts val="1500"/>
              <a:buFont typeface="Corbel"/>
              <a:buNone/>
              <a:defRPr b="0" i="0" sz="1500" u="none">
                <a:solidFill>
                  <a:schemeClr val="lt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7" r:id="rId2"/>
  </p:sldLayoutIdLst>
  <mc:AlternateContent>
    <mc:Choice Requires="p14">
      <p:transition spd="slow" p14:dur="1300">
        <p14:pan dir="u"/>
      </p:transition>
    </mc:Choice>
    <mc:Fallback>
      <p:transition spd="med">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18.png"/><Relationship Id="rId5"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1.xml"/><Relationship Id="rId3"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2.xml"/><Relationship Id="rId3"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4.xml"/><Relationship Id="rId3"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5.xml"/><Relationship Id="rId3"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0.png"/><Relationship Id="rId4" Type="http://schemas.openxmlformats.org/officeDocument/2006/relationships/image" Target="../media/image17.png"/><Relationship Id="rId5"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pic>
        <p:nvPicPr>
          <p:cNvPr descr="A computer and tablet with graphs and charts&#10;&#10;AI-generated content may be incorrect." id="161" name="Google Shape;161;p1"/>
          <p:cNvPicPr preferRelativeResize="0"/>
          <p:nvPr/>
        </p:nvPicPr>
        <p:blipFill rotWithShape="1">
          <a:blip r:embed="rId3">
            <a:alphaModFix/>
          </a:blip>
          <a:srcRect b="0" l="0" r="0" t="0"/>
          <a:stretch/>
        </p:blipFill>
        <p:spPr>
          <a:xfrm>
            <a:off x="10127482" y="5715865"/>
            <a:ext cx="8160517" cy="4571135"/>
          </a:xfrm>
          <a:prstGeom prst="rect">
            <a:avLst/>
          </a:prstGeom>
          <a:noFill/>
          <a:ln>
            <a:noFill/>
          </a:ln>
        </p:spPr>
      </p:pic>
      <p:sp>
        <p:nvSpPr>
          <p:cNvPr id="162" name="Google Shape;162;p1"/>
          <p:cNvSpPr txBox="1"/>
          <p:nvPr/>
        </p:nvSpPr>
        <p:spPr>
          <a:xfrm>
            <a:off x="809303" y="7107850"/>
            <a:ext cx="8588697" cy="1077218"/>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131416"/>
              </a:buClr>
              <a:buSzPts val="5000"/>
              <a:buFont typeface="Open Sans"/>
              <a:buNone/>
            </a:pPr>
            <a:r>
              <a:rPr b="1" i="0" lang="en-US" sz="5000" u="none" cap="none" strike="noStrike">
                <a:solidFill>
                  <a:srgbClr val="131416"/>
                </a:solidFill>
                <a:latin typeface="Open Sans"/>
                <a:ea typeface="Open Sans"/>
                <a:cs typeface="Open Sans"/>
                <a:sym typeface="Open Sans"/>
              </a:rPr>
              <a:t>Seminario de Sistemas 2</a:t>
            </a:r>
            <a:endParaRPr b="1" i="0" sz="5000" u="none" cap="none" strike="noStrike">
              <a:solidFill>
                <a:srgbClr val="131416"/>
              </a:solidFill>
              <a:latin typeface="Open Sans"/>
              <a:ea typeface="Open Sans"/>
              <a:cs typeface="Open Sans"/>
              <a:sym typeface="Open Sans"/>
            </a:endParaRPr>
          </a:p>
        </p:txBody>
      </p:sp>
      <p:sp>
        <p:nvSpPr>
          <p:cNvPr id="163" name="Google Shape;163;p1"/>
          <p:cNvSpPr txBox="1"/>
          <p:nvPr/>
        </p:nvSpPr>
        <p:spPr>
          <a:xfrm>
            <a:off x="2155441" y="1512847"/>
            <a:ext cx="15214600" cy="3964162"/>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131416"/>
              </a:buClr>
              <a:buSzPts val="9200"/>
              <a:buFont typeface="Open Sans"/>
              <a:buNone/>
            </a:pPr>
            <a:r>
              <a:rPr b="1" i="0" lang="en-US" sz="9200" u="none" cap="none" strike="noStrike">
                <a:solidFill>
                  <a:srgbClr val="131416"/>
                </a:solidFill>
                <a:latin typeface="Open Sans"/>
                <a:ea typeface="Open Sans"/>
                <a:cs typeface="Open Sans"/>
                <a:sym typeface="Open Sans"/>
              </a:rPr>
              <a:t>Fundamentos de BI y análisis OLAP</a:t>
            </a:r>
            <a:endParaRPr/>
          </a:p>
        </p:txBody>
      </p:sp>
      <p:sp>
        <p:nvSpPr>
          <p:cNvPr id="164" name="Google Shape;164;p1"/>
          <p:cNvSpPr txBox="1"/>
          <p:nvPr/>
        </p:nvSpPr>
        <p:spPr>
          <a:xfrm>
            <a:off x="3146103" y="8185068"/>
            <a:ext cx="6981379" cy="161525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131416"/>
              </a:buClr>
              <a:buSzPts val="2499"/>
              <a:buFont typeface="Open Sans"/>
              <a:buNone/>
            </a:pPr>
            <a:r>
              <a:rPr b="1" i="0" lang="en-US" sz="2499" u="none" cap="none" strike="noStrike">
                <a:solidFill>
                  <a:srgbClr val="131416"/>
                </a:solidFill>
                <a:latin typeface="Open Sans"/>
                <a:ea typeface="Open Sans"/>
                <a:cs typeface="Open Sans"/>
                <a:sym typeface="Open Sans"/>
              </a:rPr>
              <a:t>Escuela de Ingenieria de Ciencias Y Sistemas</a:t>
            </a:r>
            <a:endParaRPr/>
          </a:p>
          <a:p>
            <a:pPr indent="0" lvl="0" marL="0" marR="0" rtl="0" algn="l">
              <a:lnSpc>
                <a:spcPct val="140016"/>
              </a:lnSpc>
              <a:spcBef>
                <a:spcPts val="0"/>
              </a:spcBef>
              <a:spcAft>
                <a:spcPts val="0"/>
              </a:spcAft>
              <a:buNone/>
            </a:pPr>
            <a:r>
              <a:rPr b="1" i="0" lang="en-US" sz="2499" u="none" cap="none" strike="noStrike">
                <a:solidFill>
                  <a:srgbClr val="131416"/>
                </a:solidFill>
                <a:latin typeface="Open Sans"/>
                <a:ea typeface="Open Sans"/>
                <a:cs typeface="Open Sans"/>
                <a:sym typeface="Open Sans"/>
              </a:rPr>
              <a:t>Facultad de Ingenieria</a:t>
            </a:r>
            <a:endParaRPr/>
          </a:p>
          <a:p>
            <a:pPr indent="0" lvl="0" marL="0" marR="0" rtl="0" algn="l">
              <a:lnSpc>
                <a:spcPct val="140016"/>
              </a:lnSpc>
              <a:spcBef>
                <a:spcPts val="0"/>
              </a:spcBef>
              <a:spcAft>
                <a:spcPts val="0"/>
              </a:spcAft>
              <a:buNone/>
            </a:pPr>
            <a:r>
              <a:rPr b="1" i="0" lang="en-US" sz="2499" u="none" cap="none" strike="noStrike">
                <a:solidFill>
                  <a:srgbClr val="131416"/>
                </a:solidFill>
                <a:latin typeface="Open Sans"/>
                <a:ea typeface="Open Sans"/>
                <a:cs typeface="Open Sans"/>
                <a:sym typeface="Open Sans"/>
              </a:rPr>
              <a:t>Universidad de San Carlos de Guatemala</a:t>
            </a:r>
            <a:endParaRPr b="1" i="0" sz="2499" u="none" cap="none" strike="noStrike">
              <a:solidFill>
                <a:srgbClr val="131416"/>
              </a:solidFill>
              <a:latin typeface="Open Sans"/>
              <a:ea typeface="Open Sans"/>
              <a:cs typeface="Open Sans"/>
              <a:sym typeface="Open Sans"/>
            </a:endParaRPr>
          </a:p>
        </p:txBody>
      </p:sp>
      <p:pic>
        <p:nvPicPr>
          <p:cNvPr descr="A two logos with text&#10;&#10;AI-generated content may be incorrect." id="165" name="Google Shape;165;p1"/>
          <p:cNvPicPr preferRelativeResize="0"/>
          <p:nvPr/>
        </p:nvPicPr>
        <p:blipFill rotWithShape="1">
          <a:blip r:embed="rId4">
            <a:alphaModFix/>
          </a:blip>
          <a:srcRect b="0" l="0" r="0" t="0"/>
          <a:stretch/>
        </p:blipFill>
        <p:spPr>
          <a:xfrm>
            <a:off x="11315699" y="0"/>
            <a:ext cx="6972300" cy="1847850"/>
          </a:xfrm>
          <a:prstGeom prst="rect">
            <a:avLst/>
          </a:prstGeom>
          <a:noFill/>
          <a:ln>
            <a:noFill/>
          </a:ln>
        </p:spPr>
      </p:pic>
    </p:spTree>
  </p:cSld>
  <p:clrMapOvr>
    <a:masterClrMapping/>
  </p:clrMapOvr>
  <mc:AlternateContent>
    <mc:Choice Requires="p14">
      <p:transition spd="slow" p14:dur="1300">
        <p14:pan dir="u"/>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grpSp>
        <p:nvGrpSpPr>
          <p:cNvPr id="170" name="Google Shape;170;p2"/>
          <p:cNvGrpSpPr/>
          <p:nvPr/>
        </p:nvGrpSpPr>
        <p:grpSpPr>
          <a:xfrm>
            <a:off x="1568377" y="5074884"/>
            <a:ext cx="6074085" cy="845385"/>
            <a:chOff x="0" y="-38655"/>
            <a:chExt cx="1964221" cy="359923"/>
          </a:xfrm>
        </p:grpSpPr>
        <p:sp>
          <p:nvSpPr>
            <p:cNvPr id="171" name="Google Shape;171;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172" name="Google Shape;172;p2"/>
            <p:cNvSpPr txBox="1"/>
            <p:nvPr/>
          </p:nvSpPr>
          <p:spPr>
            <a:xfrm>
              <a:off x="0" y="-38655"/>
              <a:ext cx="1849921" cy="359923"/>
            </a:xfrm>
            <a:prstGeom prst="rect">
              <a:avLst/>
            </a:prstGeom>
            <a:noFill/>
            <a:ln>
              <a:noFill/>
            </a:ln>
          </p:spPr>
          <p:txBody>
            <a:bodyPr anchorCtr="0" anchor="ctr" bIns="50800" lIns="50800" spcFirstLastPara="1" rIns="50800" wrap="square" tIns="50800">
              <a:noAutofit/>
            </a:bodyPr>
            <a:lstStyle/>
            <a:p>
              <a:pPr indent="0" lvl="0" marL="0" marR="0" rtl="0" algn="r">
                <a:lnSpc>
                  <a:spcPct val="148017"/>
                </a:lnSpc>
                <a:spcBef>
                  <a:spcPts val="0"/>
                </a:spcBef>
                <a:spcAft>
                  <a:spcPts val="0"/>
                </a:spcAft>
                <a:buClr>
                  <a:srgbClr val="000000"/>
                </a:buClr>
                <a:buSzPts val="2799"/>
                <a:buFont typeface="Arial"/>
                <a:buNone/>
              </a:pPr>
              <a:r>
                <a:rPr lang="en-US" sz="2799">
                  <a:solidFill>
                    <a:srgbClr val="000000"/>
                  </a:solidFill>
                  <a:latin typeface="Arial"/>
                  <a:ea typeface="Arial"/>
                  <a:cs typeface="Arial"/>
                  <a:sym typeface="Arial"/>
                </a:rPr>
                <a:t>¿Qué es Business Intelligence?</a:t>
              </a:r>
              <a:endParaRPr sz="1800">
                <a:solidFill>
                  <a:schemeClr val="dk1"/>
                </a:solidFill>
                <a:latin typeface="Corbel"/>
                <a:ea typeface="Corbel"/>
                <a:cs typeface="Corbel"/>
                <a:sym typeface="Corbel"/>
              </a:endParaRPr>
            </a:p>
          </p:txBody>
        </p:sp>
      </p:grpSp>
      <p:sp>
        <p:nvSpPr>
          <p:cNvPr id="173" name="Google Shape;173;p2"/>
          <p:cNvSpPr/>
          <p:nvPr/>
        </p:nvSpPr>
        <p:spPr>
          <a:xfrm>
            <a:off x="1684278" y="5233820"/>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grpSp>
        <p:nvGrpSpPr>
          <p:cNvPr id="174" name="Google Shape;174;p2"/>
          <p:cNvGrpSpPr/>
          <p:nvPr/>
        </p:nvGrpSpPr>
        <p:grpSpPr>
          <a:xfrm>
            <a:off x="2713402" y="3863800"/>
            <a:ext cx="4115190" cy="1267162"/>
            <a:chOff x="0" y="-36600"/>
            <a:chExt cx="1083836" cy="409938"/>
          </a:xfrm>
        </p:grpSpPr>
        <p:sp>
          <p:nvSpPr>
            <p:cNvPr id="175" name="Google Shape;175;p2"/>
            <p:cNvSpPr/>
            <p:nvPr/>
          </p:nvSpPr>
          <p:spPr>
            <a:xfrm>
              <a:off x="0" y="0"/>
              <a:ext cx="1083836" cy="333738"/>
            </a:xfrm>
            <a:custGeom>
              <a:rect b="b" l="l" r="r" t="t"/>
              <a:pathLst>
                <a:path extrusionOk="0" h="333738" w="1083836">
                  <a:moveTo>
                    <a:pt x="880636" y="0"/>
                  </a:moveTo>
                  <a:lnTo>
                    <a:pt x="0" y="0"/>
                  </a:lnTo>
                  <a:lnTo>
                    <a:pt x="0" y="333738"/>
                  </a:lnTo>
                  <a:lnTo>
                    <a:pt x="880636" y="333738"/>
                  </a:lnTo>
                  <a:lnTo>
                    <a:pt x="1083836" y="166869"/>
                  </a:lnTo>
                  <a:lnTo>
                    <a:pt x="880636"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176" name="Google Shape;176;p2"/>
            <p:cNvSpPr txBox="1"/>
            <p:nvPr/>
          </p:nvSpPr>
          <p:spPr>
            <a:xfrm>
              <a:off x="0" y="-36600"/>
              <a:ext cx="969536" cy="409938"/>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RECORDATORIOS</a:t>
              </a:r>
              <a:endParaRPr sz="1800">
                <a:solidFill>
                  <a:schemeClr val="dk1"/>
                </a:solidFill>
                <a:latin typeface="Corbel"/>
                <a:ea typeface="Corbel"/>
                <a:cs typeface="Corbel"/>
                <a:sym typeface="Corbel"/>
              </a:endParaRPr>
            </a:p>
          </p:txBody>
        </p:sp>
      </p:grpSp>
      <p:sp>
        <p:nvSpPr>
          <p:cNvPr id="177" name="Google Shape;177;p2"/>
          <p:cNvSpPr/>
          <p:nvPr/>
        </p:nvSpPr>
        <p:spPr>
          <a:xfrm>
            <a:off x="1760876" y="4052276"/>
            <a:ext cx="753892" cy="872928"/>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178" name="Google Shape;178;p2"/>
          <p:cNvSpPr txBox="1"/>
          <p:nvPr/>
        </p:nvSpPr>
        <p:spPr>
          <a:xfrm>
            <a:off x="2216562" y="442037"/>
            <a:ext cx="7710301" cy="23089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131416"/>
              </a:buClr>
              <a:buSzPts val="15000"/>
              <a:buFont typeface="Pacifico"/>
              <a:buNone/>
            </a:pPr>
            <a:r>
              <a:rPr lang="en-US" sz="15000">
                <a:solidFill>
                  <a:srgbClr val="131416"/>
                </a:solidFill>
                <a:latin typeface="Oswald SemiBold"/>
                <a:ea typeface="Oswald SemiBold"/>
                <a:cs typeface="Oswald SemiBold"/>
                <a:sym typeface="Oswald SemiBold"/>
              </a:rPr>
              <a:t>A</a:t>
            </a:r>
            <a:r>
              <a:rPr i="0" lang="en-US" sz="15000" u="none" cap="none" strike="noStrike">
                <a:solidFill>
                  <a:srgbClr val="131416"/>
                </a:solidFill>
                <a:latin typeface="Oswald SemiBold"/>
                <a:ea typeface="Oswald SemiBold"/>
                <a:cs typeface="Oswald SemiBold"/>
                <a:sym typeface="Oswald SemiBold"/>
              </a:rPr>
              <a:t>genda</a:t>
            </a:r>
            <a:endParaRPr sz="1800">
              <a:solidFill>
                <a:schemeClr val="dk1"/>
              </a:solidFill>
              <a:latin typeface="Oswald SemiBold"/>
              <a:ea typeface="Oswald SemiBold"/>
              <a:cs typeface="Oswald SemiBold"/>
              <a:sym typeface="Oswald SemiBold"/>
            </a:endParaRPr>
          </a:p>
        </p:txBody>
      </p:sp>
      <p:sp>
        <p:nvSpPr>
          <p:cNvPr id="179" name="Google Shape;179;p2"/>
          <p:cNvSpPr txBox="1"/>
          <p:nvPr/>
        </p:nvSpPr>
        <p:spPr>
          <a:xfrm>
            <a:off x="10105990" y="390767"/>
            <a:ext cx="8416800" cy="2308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131416"/>
              </a:buClr>
              <a:buSzPts val="15000"/>
              <a:buFont typeface="Lobster"/>
              <a:buNone/>
            </a:pPr>
            <a:r>
              <a:rPr i="0" lang="en-US" sz="15000" u="none" cap="none" strike="noStrike">
                <a:solidFill>
                  <a:srgbClr val="131416"/>
                </a:solidFill>
                <a:latin typeface="Impact"/>
                <a:ea typeface="Impact"/>
                <a:cs typeface="Impact"/>
                <a:sym typeface="Impact"/>
              </a:rPr>
              <a:t>Recursos</a:t>
            </a:r>
            <a:endParaRPr sz="1800">
              <a:solidFill>
                <a:schemeClr val="dk1"/>
              </a:solidFill>
              <a:latin typeface="Impact"/>
              <a:ea typeface="Impact"/>
              <a:cs typeface="Impact"/>
              <a:sym typeface="Impact"/>
            </a:endParaRPr>
          </a:p>
        </p:txBody>
      </p:sp>
      <p:grpSp>
        <p:nvGrpSpPr>
          <p:cNvPr id="180" name="Google Shape;180;p2"/>
          <p:cNvGrpSpPr/>
          <p:nvPr/>
        </p:nvGrpSpPr>
        <p:grpSpPr>
          <a:xfrm>
            <a:off x="11739805" y="2798634"/>
            <a:ext cx="5353646" cy="1701145"/>
            <a:chOff x="0" y="-114300"/>
            <a:chExt cx="1410014" cy="448038"/>
          </a:xfrm>
        </p:grpSpPr>
        <p:sp>
          <p:nvSpPr>
            <p:cNvPr id="181" name="Google Shape;181;p2"/>
            <p:cNvSpPr/>
            <p:nvPr/>
          </p:nvSpPr>
          <p:spPr>
            <a:xfrm>
              <a:off x="0" y="0"/>
              <a:ext cx="1410014" cy="333738"/>
            </a:xfrm>
            <a:custGeom>
              <a:rect b="b" l="l" r="r" t="t"/>
              <a:pathLst>
                <a:path extrusionOk="0" h="333738" w="1410014">
                  <a:moveTo>
                    <a:pt x="1206814" y="0"/>
                  </a:moveTo>
                  <a:lnTo>
                    <a:pt x="0" y="0"/>
                  </a:lnTo>
                  <a:lnTo>
                    <a:pt x="0" y="333738"/>
                  </a:lnTo>
                  <a:lnTo>
                    <a:pt x="1206814" y="333738"/>
                  </a:lnTo>
                  <a:lnTo>
                    <a:pt x="1410014" y="166869"/>
                  </a:lnTo>
                  <a:lnTo>
                    <a:pt x="1206814"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182" name="Google Shape;182;p2"/>
            <p:cNvSpPr txBox="1"/>
            <p:nvPr/>
          </p:nvSpPr>
          <p:spPr>
            <a:xfrm>
              <a:off x="0" y="-114300"/>
              <a:ext cx="1295714" cy="448038"/>
            </a:xfrm>
            <a:prstGeom prst="rect">
              <a:avLst/>
            </a:prstGeom>
            <a:noFill/>
            <a:ln>
              <a:noFill/>
            </a:ln>
          </p:spPr>
          <p:txBody>
            <a:bodyPr anchorCtr="0" anchor="ctr" bIns="50800" lIns="50800" spcFirstLastPara="1" rIns="50800" wrap="square" tIns="50800">
              <a:noAutofit/>
            </a:bodyPr>
            <a:lstStyle/>
            <a:p>
              <a:pPr indent="0" lvl="0" marL="0" marR="0" rtl="0" algn="ctr">
                <a:lnSpc>
                  <a:spcPct val="148010"/>
                </a:lnSpc>
                <a:spcBef>
                  <a:spcPts val="0"/>
                </a:spcBef>
                <a:spcAft>
                  <a:spcPts val="0"/>
                </a:spcAft>
                <a:buClr>
                  <a:srgbClr val="000000"/>
                </a:buClr>
                <a:buSzPts val="4499"/>
                <a:buFont typeface="Arial"/>
                <a:buNone/>
              </a:pPr>
              <a:r>
                <a:rPr b="0" i="0" lang="en-US" sz="4499" u="none" cap="none" strike="noStrike">
                  <a:solidFill>
                    <a:srgbClr val="000000"/>
                  </a:solidFill>
                  <a:latin typeface="Arial"/>
                  <a:ea typeface="Arial"/>
                  <a:cs typeface="Arial"/>
                  <a:sym typeface="Arial"/>
                </a:rPr>
                <a:t>Link del Video</a:t>
              </a:r>
              <a:endParaRPr sz="1800">
                <a:solidFill>
                  <a:schemeClr val="dk1"/>
                </a:solidFill>
                <a:latin typeface="Corbel"/>
                <a:ea typeface="Corbel"/>
                <a:cs typeface="Corbel"/>
                <a:sym typeface="Corbel"/>
              </a:endParaRPr>
            </a:p>
          </p:txBody>
        </p:sp>
      </p:grpSp>
      <p:grpSp>
        <p:nvGrpSpPr>
          <p:cNvPr id="183" name="Google Shape;183;p2"/>
          <p:cNvGrpSpPr/>
          <p:nvPr/>
        </p:nvGrpSpPr>
        <p:grpSpPr>
          <a:xfrm>
            <a:off x="11739805" y="4598683"/>
            <a:ext cx="5353646" cy="1701145"/>
            <a:chOff x="0" y="-114300"/>
            <a:chExt cx="1410014" cy="448038"/>
          </a:xfrm>
        </p:grpSpPr>
        <p:sp>
          <p:nvSpPr>
            <p:cNvPr id="184" name="Google Shape;184;p2"/>
            <p:cNvSpPr/>
            <p:nvPr/>
          </p:nvSpPr>
          <p:spPr>
            <a:xfrm>
              <a:off x="0" y="0"/>
              <a:ext cx="1410014" cy="333738"/>
            </a:xfrm>
            <a:custGeom>
              <a:rect b="b" l="l" r="r" t="t"/>
              <a:pathLst>
                <a:path extrusionOk="0" h="333738" w="1410014">
                  <a:moveTo>
                    <a:pt x="1206814" y="0"/>
                  </a:moveTo>
                  <a:lnTo>
                    <a:pt x="0" y="0"/>
                  </a:lnTo>
                  <a:lnTo>
                    <a:pt x="0" y="333738"/>
                  </a:lnTo>
                  <a:lnTo>
                    <a:pt x="1206814" y="333738"/>
                  </a:lnTo>
                  <a:lnTo>
                    <a:pt x="1410014" y="166869"/>
                  </a:lnTo>
                  <a:lnTo>
                    <a:pt x="1206814"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185" name="Google Shape;185;p2"/>
            <p:cNvSpPr txBox="1"/>
            <p:nvPr/>
          </p:nvSpPr>
          <p:spPr>
            <a:xfrm>
              <a:off x="0" y="-114300"/>
              <a:ext cx="1295714" cy="448038"/>
            </a:xfrm>
            <a:prstGeom prst="rect">
              <a:avLst/>
            </a:prstGeom>
            <a:noFill/>
            <a:ln>
              <a:noFill/>
            </a:ln>
          </p:spPr>
          <p:txBody>
            <a:bodyPr anchorCtr="0" anchor="ctr" bIns="50800" lIns="50800" spcFirstLastPara="1" rIns="50800" wrap="square" tIns="50800">
              <a:noAutofit/>
            </a:bodyPr>
            <a:lstStyle/>
            <a:p>
              <a:pPr indent="0" lvl="0" marL="0" marR="0" rtl="0" algn="ctr">
                <a:lnSpc>
                  <a:spcPct val="148010"/>
                </a:lnSpc>
                <a:spcBef>
                  <a:spcPts val="0"/>
                </a:spcBef>
                <a:spcAft>
                  <a:spcPts val="0"/>
                </a:spcAft>
                <a:buClr>
                  <a:srgbClr val="000000"/>
                </a:buClr>
                <a:buSzPts val="4499"/>
                <a:buFont typeface="Arial"/>
                <a:buNone/>
              </a:pPr>
              <a:r>
                <a:rPr b="0" i="0" lang="en-US" sz="4499" u="none" cap="none" strike="noStrike">
                  <a:solidFill>
                    <a:srgbClr val="000000"/>
                  </a:solidFill>
                  <a:latin typeface="Arial"/>
                  <a:ea typeface="Arial"/>
                  <a:cs typeface="Arial"/>
                  <a:sym typeface="Arial"/>
                </a:rPr>
                <a:t>Link de </a:t>
              </a:r>
              <a:r>
                <a:rPr lang="en-US" sz="4499">
                  <a:solidFill>
                    <a:srgbClr val="000000"/>
                  </a:solidFill>
                  <a:latin typeface="Arial"/>
                  <a:ea typeface="Arial"/>
                  <a:cs typeface="Arial"/>
                  <a:sym typeface="Arial"/>
                </a:rPr>
                <a:t>Quiz</a:t>
              </a:r>
              <a:endParaRPr sz="1800">
                <a:solidFill>
                  <a:schemeClr val="dk1"/>
                </a:solidFill>
                <a:latin typeface="Corbel"/>
                <a:ea typeface="Corbel"/>
                <a:cs typeface="Corbel"/>
                <a:sym typeface="Corbel"/>
              </a:endParaRPr>
            </a:p>
          </p:txBody>
        </p:sp>
      </p:grpSp>
      <p:grpSp>
        <p:nvGrpSpPr>
          <p:cNvPr id="186" name="Google Shape;186;p2"/>
          <p:cNvGrpSpPr/>
          <p:nvPr/>
        </p:nvGrpSpPr>
        <p:grpSpPr>
          <a:xfrm>
            <a:off x="1452476" y="5810834"/>
            <a:ext cx="6297375" cy="845385"/>
            <a:chOff x="0" y="-38655"/>
            <a:chExt cx="1964221" cy="359923"/>
          </a:xfrm>
        </p:grpSpPr>
        <p:sp>
          <p:nvSpPr>
            <p:cNvPr id="187" name="Google Shape;187;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188" name="Google Shape;188;p2"/>
            <p:cNvSpPr txBox="1"/>
            <p:nvPr/>
          </p:nvSpPr>
          <p:spPr>
            <a:xfrm>
              <a:off x="0" y="-38655"/>
              <a:ext cx="1849921" cy="359923"/>
            </a:xfrm>
            <a:prstGeom prst="rect">
              <a:avLst/>
            </a:prstGeom>
            <a:noFill/>
            <a:ln>
              <a:noFill/>
            </a:ln>
          </p:spPr>
          <p:txBody>
            <a:bodyPr anchorCtr="0" anchor="ctr" bIns="50800" lIns="50800" spcFirstLastPara="1" rIns="50800" wrap="square" tIns="50800">
              <a:noAutofit/>
            </a:bodyPr>
            <a:lstStyle/>
            <a:p>
              <a:pPr indent="0" lvl="0" marL="0" marR="0" rtl="0" algn="r">
                <a:lnSpc>
                  <a:spcPct val="148017"/>
                </a:lnSpc>
                <a:spcBef>
                  <a:spcPts val="0"/>
                </a:spcBef>
                <a:spcAft>
                  <a:spcPts val="0"/>
                </a:spcAft>
                <a:buClr>
                  <a:srgbClr val="000000"/>
                </a:buClr>
                <a:buSzPts val="2799"/>
                <a:buFont typeface="Arial"/>
                <a:buNone/>
              </a:pPr>
              <a:r>
                <a:rPr lang="en-US" sz="2799">
                  <a:solidFill>
                    <a:srgbClr val="000000"/>
                  </a:solidFill>
                  <a:latin typeface="Arial"/>
                  <a:ea typeface="Arial"/>
                  <a:cs typeface="Arial"/>
                  <a:sym typeface="Arial"/>
                </a:rPr>
                <a:t>Datos para la toma de decisiones</a:t>
              </a:r>
              <a:endParaRPr sz="1800">
                <a:solidFill>
                  <a:schemeClr val="dk1"/>
                </a:solidFill>
                <a:latin typeface="Corbel"/>
                <a:ea typeface="Corbel"/>
                <a:cs typeface="Corbel"/>
                <a:sym typeface="Corbel"/>
              </a:endParaRPr>
            </a:p>
          </p:txBody>
        </p:sp>
      </p:grpSp>
      <p:sp>
        <p:nvSpPr>
          <p:cNvPr id="189" name="Google Shape;189;p2"/>
          <p:cNvSpPr/>
          <p:nvPr/>
        </p:nvSpPr>
        <p:spPr>
          <a:xfrm>
            <a:off x="1568377" y="5969770"/>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grpSp>
        <p:nvGrpSpPr>
          <p:cNvPr id="190" name="Google Shape;190;p2"/>
          <p:cNvGrpSpPr/>
          <p:nvPr/>
        </p:nvGrpSpPr>
        <p:grpSpPr>
          <a:xfrm>
            <a:off x="1307518" y="6520243"/>
            <a:ext cx="5720628" cy="845385"/>
            <a:chOff x="0" y="-38655"/>
            <a:chExt cx="1964221" cy="359923"/>
          </a:xfrm>
        </p:grpSpPr>
        <p:sp>
          <p:nvSpPr>
            <p:cNvPr id="191" name="Google Shape;191;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192" name="Google Shape;192;p2"/>
            <p:cNvSpPr txBox="1"/>
            <p:nvPr/>
          </p:nvSpPr>
          <p:spPr>
            <a:xfrm>
              <a:off x="0" y="-38655"/>
              <a:ext cx="1849921" cy="359923"/>
            </a:xfrm>
            <a:prstGeom prst="rect">
              <a:avLst/>
            </a:prstGeom>
            <a:noFill/>
            <a:ln>
              <a:noFill/>
            </a:ln>
          </p:spPr>
          <p:txBody>
            <a:bodyPr anchorCtr="0" anchor="ctr" bIns="50800" lIns="50800" spcFirstLastPara="1" rIns="50800" wrap="square" tIns="50800">
              <a:noAutofit/>
            </a:bodyPr>
            <a:lstStyle/>
            <a:p>
              <a:pPr indent="0" lvl="0" marL="0" marR="0" rtl="0" algn="r">
                <a:lnSpc>
                  <a:spcPct val="148017"/>
                </a:lnSpc>
                <a:spcBef>
                  <a:spcPts val="0"/>
                </a:spcBef>
                <a:spcAft>
                  <a:spcPts val="0"/>
                </a:spcAft>
                <a:buClr>
                  <a:srgbClr val="000000"/>
                </a:buClr>
                <a:buSzPts val="2799"/>
                <a:buFont typeface="Arial"/>
                <a:buNone/>
              </a:pPr>
              <a:r>
                <a:rPr lang="en-US" sz="2799">
                  <a:solidFill>
                    <a:srgbClr val="000000"/>
                  </a:solidFill>
                  <a:latin typeface="Arial"/>
                  <a:ea typeface="Arial"/>
                  <a:cs typeface="Arial"/>
                  <a:sym typeface="Arial"/>
                </a:rPr>
                <a:t>Niveles de madurez analítica</a:t>
              </a:r>
              <a:endParaRPr sz="1800">
                <a:solidFill>
                  <a:schemeClr val="dk1"/>
                </a:solidFill>
                <a:latin typeface="Corbel"/>
                <a:ea typeface="Corbel"/>
                <a:cs typeface="Corbel"/>
                <a:sym typeface="Corbel"/>
              </a:endParaRPr>
            </a:p>
          </p:txBody>
        </p:sp>
      </p:grpSp>
      <p:sp>
        <p:nvSpPr>
          <p:cNvPr id="193" name="Google Shape;193;p2"/>
          <p:cNvSpPr/>
          <p:nvPr/>
        </p:nvSpPr>
        <p:spPr>
          <a:xfrm>
            <a:off x="1423418" y="6679179"/>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grpSp>
        <p:nvGrpSpPr>
          <p:cNvPr id="194" name="Google Shape;194;p2"/>
          <p:cNvGrpSpPr/>
          <p:nvPr/>
        </p:nvGrpSpPr>
        <p:grpSpPr>
          <a:xfrm>
            <a:off x="1191617" y="7247487"/>
            <a:ext cx="4194485" cy="845385"/>
            <a:chOff x="0" y="-38655"/>
            <a:chExt cx="1964221" cy="359923"/>
          </a:xfrm>
        </p:grpSpPr>
        <p:sp>
          <p:nvSpPr>
            <p:cNvPr id="195" name="Google Shape;195;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196" name="Google Shape;196;p2"/>
            <p:cNvSpPr txBox="1"/>
            <p:nvPr/>
          </p:nvSpPr>
          <p:spPr>
            <a:xfrm>
              <a:off x="0" y="-38655"/>
              <a:ext cx="1849921" cy="359923"/>
            </a:xfrm>
            <a:prstGeom prst="rect">
              <a:avLst/>
            </a:prstGeom>
            <a:noFill/>
            <a:ln>
              <a:noFill/>
            </a:ln>
          </p:spPr>
          <p:txBody>
            <a:bodyPr anchorCtr="0" anchor="ctr" bIns="50800" lIns="50800" spcFirstLastPara="1" rIns="50800" wrap="square" tIns="50800">
              <a:noAutofit/>
            </a:bodyPr>
            <a:lstStyle/>
            <a:p>
              <a:pPr indent="0" lvl="0" marL="0" marR="0" rtl="0" algn="r">
                <a:lnSpc>
                  <a:spcPct val="148017"/>
                </a:lnSpc>
                <a:spcBef>
                  <a:spcPts val="0"/>
                </a:spcBef>
                <a:spcAft>
                  <a:spcPts val="0"/>
                </a:spcAft>
                <a:buClr>
                  <a:srgbClr val="000000"/>
                </a:buClr>
                <a:buSzPts val="2799"/>
                <a:buFont typeface="Arial"/>
                <a:buNone/>
              </a:pPr>
              <a:r>
                <a:rPr lang="en-US" sz="2799">
                  <a:solidFill>
                    <a:srgbClr val="000000"/>
                  </a:solidFill>
                  <a:latin typeface="Arial"/>
                  <a:ea typeface="Arial"/>
                  <a:cs typeface="Arial"/>
                  <a:sym typeface="Arial"/>
                </a:rPr>
                <a:t>Tipos de información</a:t>
              </a:r>
              <a:endParaRPr sz="1800">
                <a:solidFill>
                  <a:schemeClr val="dk1"/>
                </a:solidFill>
                <a:latin typeface="Corbel"/>
                <a:ea typeface="Corbel"/>
                <a:cs typeface="Corbel"/>
                <a:sym typeface="Corbel"/>
              </a:endParaRPr>
            </a:p>
          </p:txBody>
        </p:sp>
      </p:grpSp>
      <p:sp>
        <p:nvSpPr>
          <p:cNvPr id="197" name="Google Shape;197;p2"/>
          <p:cNvSpPr/>
          <p:nvPr/>
        </p:nvSpPr>
        <p:spPr>
          <a:xfrm>
            <a:off x="1307518" y="7406423"/>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grpSp>
        <p:nvGrpSpPr>
          <p:cNvPr id="198" name="Google Shape;198;p2"/>
          <p:cNvGrpSpPr/>
          <p:nvPr/>
        </p:nvGrpSpPr>
        <p:grpSpPr>
          <a:xfrm>
            <a:off x="1929161" y="7962643"/>
            <a:ext cx="5720628" cy="845385"/>
            <a:chOff x="0" y="-38655"/>
            <a:chExt cx="1964221" cy="359923"/>
          </a:xfrm>
        </p:grpSpPr>
        <p:sp>
          <p:nvSpPr>
            <p:cNvPr id="199" name="Google Shape;199;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00" name="Google Shape;200;p2"/>
            <p:cNvSpPr txBox="1"/>
            <p:nvPr/>
          </p:nvSpPr>
          <p:spPr>
            <a:xfrm>
              <a:off x="0" y="-38655"/>
              <a:ext cx="1849921" cy="359923"/>
            </a:xfrm>
            <a:prstGeom prst="rect">
              <a:avLst/>
            </a:prstGeom>
            <a:noFill/>
            <a:ln>
              <a:noFill/>
            </a:ln>
          </p:spPr>
          <p:txBody>
            <a:bodyPr anchorCtr="0" anchor="ctr" bIns="50800" lIns="50800" spcFirstLastPara="1" rIns="50800" wrap="square" tIns="50800">
              <a:noAutofit/>
            </a:bodyPr>
            <a:lstStyle/>
            <a:p>
              <a:pPr indent="0" lvl="0" marL="0" marR="0" rtl="0" algn="r">
                <a:lnSpc>
                  <a:spcPct val="148017"/>
                </a:lnSpc>
                <a:spcBef>
                  <a:spcPts val="0"/>
                </a:spcBef>
                <a:spcAft>
                  <a:spcPts val="0"/>
                </a:spcAft>
                <a:buClr>
                  <a:srgbClr val="000000"/>
                </a:buClr>
                <a:buSzPts val="2799"/>
                <a:buFont typeface="Arial"/>
                <a:buNone/>
              </a:pPr>
              <a:r>
                <a:rPr lang="en-US" sz="2799">
                  <a:solidFill>
                    <a:srgbClr val="000000"/>
                  </a:solidFill>
                  <a:latin typeface="Arial"/>
                  <a:ea typeface="Arial"/>
                  <a:cs typeface="Arial"/>
                  <a:sym typeface="Arial"/>
                </a:rPr>
                <a:t>Introducción al análisis OLAP</a:t>
              </a:r>
              <a:endParaRPr sz="1800">
                <a:solidFill>
                  <a:schemeClr val="dk1"/>
                </a:solidFill>
                <a:latin typeface="Corbel"/>
                <a:ea typeface="Corbel"/>
                <a:cs typeface="Corbel"/>
                <a:sym typeface="Corbel"/>
              </a:endParaRPr>
            </a:p>
          </p:txBody>
        </p:sp>
      </p:grpSp>
      <p:sp>
        <p:nvSpPr>
          <p:cNvPr id="201" name="Google Shape;201;p2"/>
          <p:cNvSpPr/>
          <p:nvPr/>
        </p:nvSpPr>
        <p:spPr>
          <a:xfrm>
            <a:off x="2045061" y="8121579"/>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grpSp>
        <p:nvGrpSpPr>
          <p:cNvPr id="202" name="Google Shape;202;p2"/>
          <p:cNvGrpSpPr/>
          <p:nvPr/>
        </p:nvGrpSpPr>
        <p:grpSpPr>
          <a:xfrm>
            <a:off x="2811378" y="8663959"/>
            <a:ext cx="7115485" cy="845385"/>
            <a:chOff x="0" y="-38655"/>
            <a:chExt cx="1964221" cy="359923"/>
          </a:xfrm>
        </p:grpSpPr>
        <p:sp>
          <p:nvSpPr>
            <p:cNvPr id="203" name="Google Shape;203;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04" name="Google Shape;204;p2"/>
            <p:cNvSpPr txBox="1"/>
            <p:nvPr/>
          </p:nvSpPr>
          <p:spPr>
            <a:xfrm>
              <a:off x="0" y="-38655"/>
              <a:ext cx="1849921" cy="359923"/>
            </a:xfrm>
            <a:prstGeom prst="rect">
              <a:avLst/>
            </a:prstGeom>
            <a:noFill/>
            <a:ln>
              <a:noFill/>
            </a:ln>
          </p:spPr>
          <p:txBody>
            <a:bodyPr anchorCtr="0" anchor="ctr" bIns="50800" lIns="50800" spcFirstLastPara="1" rIns="50800" wrap="square" tIns="50800">
              <a:noAutofit/>
            </a:bodyPr>
            <a:lstStyle/>
            <a:p>
              <a:pPr indent="0" lvl="0" marL="0" marR="0" rtl="0" algn="r">
                <a:lnSpc>
                  <a:spcPct val="148017"/>
                </a:lnSpc>
                <a:spcBef>
                  <a:spcPts val="0"/>
                </a:spcBef>
                <a:spcAft>
                  <a:spcPts val="0"/>
                </a:spcAft>
                <a:buClr>
                  <a:srgbClr val="000000"/>
                </a:buClr>
                <a:buSzPts val="2799"/>
                <a:buFont typeface="Arial"/>
                <a:buNone/>
              </a:pPr>
              <a:r>
                <a:rPr lang="en-US" sz="2799">
                  <a:solidFill>
                    <a:srgbClr val="000000"/>
                  </a:solidFill>
                  <a:latin typeface="Arial"/>
                  <a:ea typeface="Arial"/>
                  <a:cs typeface="Arial"/>
                  <a:sym typeface="Arial"/>
                </a:rPr>
                <a:t>Ventajas del análisis multidimensional</a:t>
              </a:r>
              <a:endParaRPr sz="1800">
                <a:solidFill>
                  <a:schemeClr val="dk1"/>
                </a:solidFill>
                <a:latin typeface="Corbel"/>
                <a:ea typeface="Corbel"/>
                <a:cs typeface="Corbel"/>
                <a:sym typeface="Corbel"/>
              </a:endParaRPr>
            </a:p>
          </p:txBody>
        </p:sp>
      </p:grpSp>
      <p:sp>
        <p:nvSpPr>
          <p:cNvPr id="205" name="Google Shape;205;p2"/>
          <p:cNvSpPr/>
          <p:nvPr/>
        </p:nvSpPr>
        <p:spPr>
          <a:xfrm>
            <a:off x="2927279" y="8822895"/>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grpSp>
        <p:nvGrpSpPr>
          <p:cNvPr id="206" name="Google Shape;206;p2"/>
          <p:cNvGrpSpPr/>
          <p:nvPr/>
        </p:nvGrpSpPr>
        <p:grpSpPr>
          <a:xfrm>
            <a:off x="3750201" y="9369413"/>
            <a:ext cx="10417485" cy="845385"/>
            <a:chOff x="0" y="-38655"/>
            <a:chExt cx="1964221" cy="359923"/>
          </a:xfrm>
        </p:grpSpPr>
        <p:sp>
          <p:nvSpPr>
            <p:cNvPr id="207" name="Google Shape;207;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08" name="Google Shape;208;p2"/>
            <p:cNvSpPr txBox="1"/>
            <p:nvPr/>
          </p:nvSpPr>
          <p:spPr>
            <a:xfrm>
              <a:off x="0" y="-38655"/>
              <a:ext cx="1849921" cy="359923"/>
            </a:xfrm>
            <a:prstGeom prst="rect">
              <a:avLst/>
            </a:prstGeom>
            <a:noFill/>
            <a:ln>
              <a:noFill/>
            </a:ln>
          </p:spPr>
          <p:txBody>
            <a:bodyPr anchorCtr="0" anchor="ctr" bIns="50800" lIns="50800" spcFirstLastPara="1" rIns="50800" wrap="square" tIns="50800">
              <a:noAutofit/>
            </a:bodyPr>
            <a:lstStyle/>
            <a:p>
              <a:pPr indent="0" lvl="0" marL="0" marR="0" rtl="0" algn="r">
                <a:lnSpc>
                  <a:spcPct val="148017"/>
                </a:lnSpc>
                <a:spcBef>
                  <a:spcPts val="0"/>
                </a:spcBef>
                <a:spcAft>
                  <a:spcPts val="0"/>
                </a:spcAft>
                <a:buClr>
                  <a:srgbClr val="000000"/>
                </a:buClr>
                <a:buSzPts val="2799"/>
                <a:buFont typeface="Arial"/>
                <a:buNone/>
              </a:pPr>
              <a:r>
                <a:rPr lang="en-US" sz="2799">
                  <a:solidFill>
                    <a:srgbClr val="000000"/>
                  </a:solidFill>
                  <a:latin typeface="Arial"/>
                  <a:ea typeface="Arial"/>
                  <a:cs typeface="Arial"/>
                  <a:sym typeface="Arial"/>
                </a:rPr>
                <a:t>Comparativa entre OLAP y herramientas de visualización</a:t>
              </a:r>
              <a:endParaRPr sz="1800">
                <a:solidFill>
                  <a:schemeClr val="dk1"/>
                </a:solidFill>
                <a:latin typeface="Corbel"/>
                <a:ea typeface="Corbel"/>
                <a:cs typeface="Corbel"/>
                <a:sym typeface="Corbel"/>
              </a:endParaRPr>
            </a:p>
          </p:txBody>
        </p:sp>
      </p:grpSp>
      <p:sp>
        <p:nvSpPr>
          <p:cNvPr id="209" name="Google Shape;209;p2"/>
          <p:cNvSpPr/>
          <p:nvPr/>
        </p:nvSpPr>
        <p:spPr>
          <a:xfrm>
            <a:off x="3866102" y="9528349"/>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Tree>
  </p:cSld>
  <p:clrMapOvr>
    <a:masterClrMapping/>
  </p:clrMapOvr>
  <mc:AlternateContent>
    <mc:Choice Requires="p14">
      <p:transition spd="slow" p14:dur="1300">
        <p14:pan dir="u"/>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213" name="Shape 213"/>
        <p:cNvGrpSpPr/>
        <p:nvPr/>
      </p:nvGrpSpPr>
      <p:grpSpPr>
        <a:xfrm>
          <a:off x="0" y="0"/>
          <a:ext cx="0" cy="0"/>
          <a:chOff x="0" y="0"/>
          <a:chExt cx="0" cy="0"/>
        </a:xfrm>
      </p:grpSpPr>
      <p:sp>
        <p:nvSpPr>
          <p:cNvPr id="214" name="Google Shape;214;p22"/>
          <p:cNvSpPr/>
          <p:nvPr/>
        </p:nvSpPr>
        <p:spPr>
          <a:xfrm>
            <a:off x="0" y="0"/>
            <a:ext cx="18288000" cy="10287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grpSp>
        <p:nvGrpSpPr>
          <p:cNvPr id="215" name="Google Shape;215;p22"/>
          <p:cNvGrpSpPr/>
          <p:nvPr/>
        </p:nvGrpSpPr>
        <p:grpSpPr>
          <a:xfrm flipH="1">
            <a:off x="9789314" y="0"/>
            <a:ext cx="7522369" cy="10294145"/>
            <a:chOff x="2928938" y="-4763"/>
            <a:chExt cx="5014912" cy="6862763"/>
          </a:xfrm>
        </p:grpSpPr>
        <p:sp>
          <p:nvSpPr>
            <p:cNvPr id="216" name="Google Shape;216;p22"/>
            <p:cNvSpPr/>
            <p:nvPr/>
          </p:nvSpPr>
          <p:spPr>
            <a:xfrm>
              <a:off x="3367088" y="-4763"/>
              <a:ext cx="1063625" cy="2782888"/>
            </a:xfrm>
            <a:custGeom>
              <a:rect b="b" l="l" r="r" t="t"/>
              <a:pathLst>
                <a:path extrusionOk="0" h="1753" w="670">
                  <a:moveTo>
                    <a:pt x="0" y="1696"/>
                  </a:moveTo>
                  <a:lnTo>
                    <a:pt x="225" y="1753"/>
                  </a:lnTo>
                  <a:lnTo>
                    <a:pt x="670" y="0"/>
                  </a:lnTo>
                  <a:lnTo>
                    <a:pt x="430" y="0"/>
                  </a:lnTo>
                  <a:lnTo>
                    <a:pt x="0" y="169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217" name="Google Shape;217;p22"/>
            <p:cNvSpPr/>
            <p:nvPr/>
          </p:nvSpPr>
          <p:spPr>
            <a:xfrm>
              <a:off x="2928938" y="-4763"/>
              <a:ext cx="1035050" cy="2673350"/>
            </a:xfrm>
            <a:custGeom>
              <a:rect b="b" l="l" r="r" t="t"/>
              <a:pathLst>
                <a:path extrusionOk="0" h="1684" w="652">
                  <a:moveTo>
                    <a:pt x="225" y="1684"/>
                  </a:moveTo>
                  <a:lnTo>
                    <a:pt x="652" y="0"/>
                  </a:lnTo>
                  <a:lnTo>
                    <a:pt x="411" y="0"/>
                  </a:lnTo>
                  <a:lnTo>
                    <a:pt x="0" y="1627"/>
                  </a:lnTo>
                  <a:lnTo>
                    <a:pt x="219" y="1681"/>
                  </a:lnTo>
                  <a:lnTo>
                    <a:pt x="225" y="1684"/>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218" name="Google Shape;218;p22"/>
            <p:cNvSpPr/>
            <p:nvPr/>
          </p:nvSpPr>
          <p:spPr>
            <a:xfrm>
              <a:off x="2928938" y="2582862"/>
              <a:ext cx="2693987" cy="4275138"/>
            </a:xfrm>
            <a:custGeom>
              <a:rect b="b" l="l" r="r" t="t"/>
              <a:pathLst>
                <a:path extrusionOk="0" h="2693" w="1697">
                  <a:moveTo>
                    <a:pt x="0" y="0"/>
                  </a:moveTo>
                  <a:lnTo>
                    <a:pt x="1622" y="2693"/>
                  </a:lnTo>
                  <a:lnTo>
                    <a:pt x="1697" y="2693"/>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219" name="Google Shape;219;p22"/>
            <p:cNvSpPr/>
            <p:nvPr/>
          </p:nvSpPr>
          <p:spPr>
            <a:xfrm>
              <a:off x="3371850" y="2692400"/>
              <a:ext cx="3332162" cy="4165600"/>
            </a:xfrm>
            <a:custGeom>
              <a:rect b="b" l="l" r="r" t="t"/>
              <a:pathLst>
                <a:path extrusionOk="0" h="2624" w="2099">
                  <a:moveTo>
                    <a:pt x="2099" y="2624"/>
                  </a:moveTo>
                  <a:lnTo>
                    <a:pt x="0" y="0"/>
                  </a:lnTo>
                  <a:lnTo>
                    <a:pt x="2021" y="2624"/>
                  </a:lnTo>
                  <a:lnTo>
                    <a:pt x="2099" y="2624"/>
                  </a:lnTo>
                  <a:close/>
                </a:path>
              </a:pathLst>
            </a:custGeom>
            <a:solidFill>
              <a:srgbClr val="0B59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220" name="Google Shape;220;p22"/>
            <p:cNvSpPr/>
            <p:nvPr/>
          </p:nvSpPr>
          <p:spPr>
            <a:xfrm>
              <a:off x="3367088" y="2687637"/>
              <a:ext cx="4576762" cy="4170363"/>
            </a:xfrm>
            <a:custGeom>
              <a:rect b="b" l="l" r="r" t="t"/>
              <a:pathLst>
                <a:path extrusionOk="0" h="2627" w="2883">
                  <a:moveTo>
                    <a:pt x="0" y="0"/>
                  </a:moveTo>
                  <a:lnTo>
                    <a:pt x="3" y="3"/>
                  </a:lnTo>
                  <a:lnTo>
                    <a:pt x="2102" y="2627"/>
                  </a:lnTo>
                  <a:lnTo>
                    <a:pt x="2883" y="2627"/>
                  </a:lnTo>
                  <a:lnTo>
                    <a:pt x="225" y="57"/>
                  </a:lnTo>
                  <a:lnTo>
                    <a:pt x="0" y="0"/>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221" name="Google Shape;221;p22"/>
            <p:cNvSpPr/>
            <p:nvPr/>
          </p:nvSpPr>
          <p:spPr>
            <a:xfrm>
              <a:off x="2928938" y="2578100"/>
              <a:ext cx="3584575" cy="4279900"/>
            </a:xfrm>
            <a:custGeom>
              <a:rect b="b" l="l" r="r" t="t"/>
              <a:pathLst>
                <a:path extrusionOk="0" h="2696" w="2258">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grpSp>
      <p:sp>
        <p:nvSpPr>
          <p:cNvPr id="222" name="Google Shape;222;p22"/>
          <p:cNvSpPr txBox="1"/>
          <p:nvPr>
            <p:ph type="title"/>
          </p:nvPr>
        </p:nvSpPr>
        <p:spPr>
          <a:xfrm>
            <a:off x="1527286" y="1028700"/>
            <a:ext cx="11117738" cy="262889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lt1"/>
              </a:buClr>
              <a:buSzPts val="6000"/>
              <a:buFont typeface="Impact"/>
              <a:buNone/>
            </a:pPr>
            <a:r>
              <a:rPr i="0" lang="en-US" u="none" cap="none" strike="noStrike">
                <a:latin typeface="Impact"/>
                <a:ea typeface="Impact"/>
                <a:cs typeface="Impact"/>
                <a:sym typeface="Impact"/>
              </a:rPr>
              <a:t>COMPETENCIA(S) QUE DESARROLLAREMOS</a:t>
            </a:r>
            <a:endParaRPr/>
          </a:p>
        </p:txBody>
      </p:sp>
      <p:sp>
        <p:nvSpPr>
          <p:cNvPr id="223" name="Google Shape;223;p22"/>
          <p:cNvSpPr txBox="1"/>
          <p:nvPr>
            <p:ph idx="1" type="body"/>
          </p:nvPr>
        </p:nvSpPr>
        <p:spPr>
          <a:xfrm>
            <a:off x="1527285" y="3657597"/>
            <a:ext cx="10865400" cy="5792400"/>
          </a:xfrm>
          <a:prstGeom prst="rect">
            <a:avLst/>
          </a:prstGeom>
          <a:noFill/>
          <a:ln>
            <a:noFill/>
          </a:ln>
        </p:spPr>
        <p:txBody>
          <a:bodyPr anchorCtr="0" anchor="t" bIns="45700" lIns="91425" spcFirstLastPara="1" rIns="91425" wrap="square" tIns="45700">
            <a:noAutofit/>
          </a:bodyPr>
          <a:lstStyle/>
          <a:p>
            <a:pPr indent="-441960" lvl="0" marL="428625" rtl="0" algn="l">
              <a:spcBef>
                <a:spcPts val="0"/>
              </a:spcBef>
              <a:spcAft>
                <a:spcPts val="0"/>
              </a:spcAft>
              <a:buSzPts val="6960"/>
              <a:buChar char="•"/>
            </a:pPr>
            <a:r>
              <a:rPr lang="en-US" sz="4800">
                <a:latin typeface="Open Sans"/>
                <a:ea typeface="Open Sans"/>
                <a:cs typeface="Open Sans"/>
                <a:sym typeface="Open Sans"/>
              </a:rPr>
              <a:t>D</a:t>
            </a:r>
            <a:r>
              <a:rPr i="0" lang="en-US" sz="4800" u="none" cap="none" strike="noStrike">
                <a:latin typeface="Open Sans"/>
                <a:ea typeface="Open Sans"/>
                <a:cs typeface="Open Sans"/>
                <a:sym typeface="Open Sans"/>
              </a:rPr>
              <a:t>iseña modelos de análisis multidimensional y cubos OLAP utilizando herramientas como Power BI y Excel para representar datos y facilitar la toma de decisiones en contextos empresariales.</a:t>
            </a:r>
            <a:endParaRPr sz="4800"/>
          </a:p>
        </p:txBody>
      </p:sp>
    </p:spTree>
  </p:cSld>
  <p:clrMapOvr>
    <a:masterClrMapping/>
  </p:clrMapOvr>
  <mc:AlternateContent>
    <mc:Choice Requires="p14">
      <p:transition spd="slow" p14:dur="1300">
        <p14:pan dir="u"/>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7" name="Shape 227"/>
        <p:cNvGrpSpPr/>
        <p:nvPr/>
      </p:nvGrpSpPr>
      <p:grpSpPr>
        <a:xfrm>
          <a:off x="0" y="0"/>
          <a:ext cx="0" cy="0"/>
          <a:chOff x="0" y="0"/>
          <a:chExt cx="0" cy="0"/>
        </a:xfrm>
      </p:grpSpPr>
      <p:sp>
        <p:nvSpPr>
          <p:cNvPr id="228" name="Google Shape;228;p23"/>
          <p:cNvSpPr/>
          <p:nvPr/>
        </p:nvSpPr>
        <p:spPr>
          <a:xfrm>
            <a:off x="0" y="0"/>
            <a:ext cx="18288000" cy="10287000"/>
          </a:xfrm>
          <a:prstGeom prst="rect">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229" name="Google Shape;229;p23"/>
          <p:cNvSpPr txBox="1"/>
          <p:nvPr>
            <p:ph type="title"/>
          </p:nvPr>
        </p:nvSpPr>
        <p:spPr>
          <a:xfrm>
            <a:off x="5781676" y="1028700"/>
            <a:ext cx="11472860" cy="262889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6000"/>
              <a:buFont typeface="Impact"/>
              <a:buNone/>
            </a:pPr>
            <a:r>
              <a:rPr i="0" lang="en-US" u="none" cap="none" strike="noStrike">
                <a:latin typeface="Impact"/>
                <a:ea typeface="Impact"/>
                <a:cs typeface="Impact"/>
                <a:sym typeface="Impact"/>
              </a:rPr>
              <a:t>¿Qué es Business Intelligence?</a:t>
            </a:r>
            <a:endParaRPr/>
          </a:p>
        </p:txBody>
      </p:sp>
      <p:sp>
        <p:nvSpPr>
          <p:cNvPr id="230" name="Google Shape;230;p23"/>
          <p:cNvSpPr/>
          <p:nvPr/>
        </p:nvSpPr>
        <p:spPr>
          <a:xfrm>
            <a:off x="0" y="0"/>
            <a:ext cx="5109589" cy="10287000"/>
          </a:xfrm>
          <a:prstGeom prst="rect">
            <a:avLst/>
          </a:prstGeom>
          <a:gradFill>
            <a:gsLst>
              <a:gs pos="0">
                <a:srgbClr val="159FE7"/>
              </a:gs>
              <a:gs pos="23000">
                <a:srgbClr val="159FE7"/>
              </a:gs>
              <a:gs pos="69000">
                <a:srgbClr val="1186C3"/>
              </a:gs>
              <a:gs pos="97000">
                <a:srgbClr val="107DB6"/>
              </a:gs>
              <a:gs pos="100000">
                <a:srgbClr val="107DB6"/>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orbel"/>
              <a:buNone/>
            </a:pPr>
            <a:r>
              <a:t/>
            </a:r>
            <a:endParaRPr b="0" i="0" sz="1800" u="none" cap="none" strike="noStrike">
              <a:solidFill>
                <a:srgbClr val="FFFFFF"/>
              </a:solidFill>
              <a:latin typeface="Century Gothic"/>
              <a:ea typeface="Century Gothic"/>
              <a:cs typeface="Century Gothic"/>
              <a:sym typeface="Century Gothic"/>
            </a:endParaRPr>
          </a:p>
        </p:txBody>
      </p:sp>
      <p:sp>
        <p:nvSpPr>
          <p:cNvPr id="231" name="Google Shape;231;p23"/>
          <p:cNvSpPr/>
          <p:nvPr/>
        </p:nvSpPr>
        <p:spPr>
          <a:xfrm>
            <a:off x="742849" y="1"/>
            <a:ext cx="1288326" cy="4171436"/>
          </a:xfrm>
          <a:custGeom>
            <a:rect b="b" l="l" r="r" t="t"/>
            <a:pathLst>
              <a:path extrusionOk="0" h="1753" w="670">
                <a:moveTo>
                  <a:pt x="0" y="1696"/>
                </a:moveTo>
                <a:lnTo>
                  <a:pt x="225" y="1753"/>
                </a:lnTo>
                <a:lnTo>
                  <a:pt x="670" y="0"/>
                </a:lnTo>
                <a:lnTo>
                  <a:pt x="430" y="0"/>
                </a:lnTo>
                <a:lnTo>
                  <a:pt x="0" y="1696"/>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32" name="Google Shape;232;p23"/>
          <p:cNvSpPr/>
          <p:nvPr/>
        </p:nvSpPr>
        <p:spPr>
          <a:xfrm>
            <a:off x="212136" y="1"/>
            <a:ext cx="1253715" cy="4007243"/>
          </a:xfrm>
          <a:custGeom>
            <a:rect b="b" l="l" r="r" t="t"/>
            <a:pathLst>
              <a:path extrusionOk="0" h="1684" w="652">
                <a:moveTo>
                  <a:pt x="225" y="1684"/>
                </a:moveTo>
                <a:lnTo>
                  <a:pt x="652" y="0"/>
                </a:lnTo>
                <a:lnTo>
                  <a:pt x="411" y="0"/>
                </a:lnTo>
                <a:lnTo>
                  <a:pt x="0" y="1627"/>
                </a:lnTo>
                <a:lnTo>
                  <a:pt x="219" y="1681"/>
                </a:lnTo>
                <a:lnTo>
                  <a:pt x="225" y="1684"/>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33" name="Google Shape;233;p23"/>
          <p:cNvSpPr/>
          <p:nvPr/>
        </p:nvSpPr>
        <p:spPr>
          <a:xfrm>
            <a:off x="212136" y="3878745"/>
            <a:ext cx="3263119" cy="6408256"/>
          </a:xfrm>
          <a:custGeom>
            <a:rect b="b" l="l" r="r" t="t"/>
            <a:pathLst>
              <a:path extrusionOk="0" h="2693" w="1697">
                <a:moveTo>
                  <a:pt x="0" y="0"/>
                </a:moveTo>
                <a:lnTo>
                  <a:pt x="1622" y="2693"/>
                </a:lnTo>
                <a:lnTo>
                  <a:pt x="1697" y="2693"/>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34" name="Google Shape;234;p23"/>
          <p:cNvSpPr/>
          <p:nvPr/>
        </p:nvSpPr>
        <p:spPr>
          <a:xfrm>
            <a:off x="748617" y="4042938"/>
            <a:ext cx="4036114" cy="6244063"/>
          </a:xfrm>
          <a:custGeom>
            <a:rect b="b" l="l" r="r" t="t"/>
            <a:pathLst>
              <a:path extrusionOk="0" h="2624" w="2099">
                <a:moveTo>
                  <a:pt x="2099" y="2624"/>
                </a:moveTo>
                <a:lnTo>
                  <a:pt x="0" y="0"/>
                </a:lnTo>
                <a:lnTo>
                  <a:pt x="2021" y="2624"/>
                </a:lnTo>
                <a:lnTo>
                  <a:pt x="2099" y="2624"/>
                </a:lnTo>
                <a:close/>
              </a:path>
            </a:pathLst>
          </a:custGeom>
          <a:solidFill>
            <a:srgbClr val="0B59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35" name="Google Shape;235;p23"/>
          <p:cNvSpPr/>
          <p:nvPr/>
        </p:nvSpPr>
        <p:spPr>
          <a:xfrm>
            <a:off x="742849" y="4035798"/>
            <a:ext cx="4356480" cy="6251203"/>
          </a:xfrm>
          <a:custGeom>
            <a:rect b="b" l="l" r="r" t="t"/>
            <a:pathLst>
              <a:path extrusionOk="0" h="4167469" w="2904320">
                <a:moveTo>
                  <a:pt x="0" y="0"/>
                </a:moveTo>
                <a:lnTo>
                  <a:pt x="288431" y="90425"/>
                </a:lnTo>
                <a:lnTo>
                  <a:pt x="2904320" y="3220465"/>
                </a:lnTo>
                <a:lnTo>
                  <a:pt x="2904320" y="4167469"/>
                </a:lnTo>
                <a:lnTo>
                  <a:pt x="2694589" y="4167469"/>
                </a:lnTo>
                <a:lnTo>
                  <a:pt x="3846" y="4759"/>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36" name="Google Shape;236;p23"/>
          <p:cNvSpPr/>
          <p:nvPr/>
        </p:nvSpPr>
        <p:spPr>
          <a:xfrm>
            <a:off x="212136" y="3871606"/>
            <a:ext cx="4341852" cy="6415395"/>
          </a:xfrm>
          <a:custGeom>
            <a:rect b="b" l="l" r="r" t="t"/>
            <a:pathLst>
              <a:path extrusionOk="0" h="2696" w="2258">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37" name="Google Shape;237;p23"/>
          <p:cNvSpPr txBox="1"/>
          <p:nvPr>
            <p:ph idx="1" type="body"/>
          </p:nvPr>
        </p:nvSpPr>
        <p:spPr>
          <a:xfrm>
            <a:off x="5781676" y="4000498"/>
            <a:ext cx="11472858" cy="4686302"/>
          </a:xfrm>
          <a:prstGeom prst="rect">
            <a:avLst/>
          </a:prstGeom>
          <a:noFill/>
          <a:ln>
            <a:noFill/>
          </a:ln>
        </p:spPr>
        <p:txBody>
          <a:bodyPr anchorCtr="0" anchor="t" bIns="45700" lIns="91425" spcFirstLastPara="1" rIns="91425" wrap="square" tIns="45700">
            <a:normAutofit lnSpcReduction="10000"/>
          </a:bodyPr>
          <a:lstStyle/>
          <a:p>
            <a:pPr indent="-428625" lvl="0" marL="428625" rtl="0" algn="l">
              <a:spcBef>
                <a:spcPts val="0"/>
              </a:spcBef>
              <a:spcAft>
                <a:spcPts val="0"/>
              </a:spcAft>
              <a:buSzPts val="6380"/>
              <a:buChar char="•"/>
            </a:pPr>
            <a:r>
              <a:rPr lang="en-US" sz="4400">
                <a:latin typeface="Open Sans"/>
                <a:ea typeface="Open Sans"/>
                <a:cs typeface="Open Sans"/>
                <a:sym typeface="Open Sans"/>
              </a:rPr>
              <a:t>Business Intelligence (Inteligencia de Negocios) es una combinación de </a:t>
            </a:r>
            <a:r>
              <a:rPr b="1" lang="en-US" sz="4400">
                <a:latin typeface="Open Sans"/>
                <a:ea typeface="Open Sans"/>
                <a:cs typeface="Open Sans"/>
                <a:sym typeface="Open Sans"/>
              </a:rPr>
              <a:t>análisis de negocios</a:t>
            </a:r>
            <a:r>
              <a:rPr lang="en-US" sz="4400">
                <a:latin typeface="Open Sans"/>
                <a:ea typeface="Open Sans"/>
                <a:cs typeface="Open Sans"/>
                <a:sym typeface="Open Sans"/>
              </a:rPr>
              <a:t>, </a:t>
            </a:r>
            <a:r>
              <a:rPr b="1" lang="en-US" sz="4400">
                <a:latin typeface="Open Sans"/>
                <a:ea typeface="Open Sans"/>
                <a:cs typeface="Open Sans"/>
                <a:sym typeface="Open Sans"/>
              </a:rPr>
              <a:t>minería</a:t>
            </a:r>
            <a:r>
              <a:rPr lang="en-US" sz="4400">
                <a:latin typeface="Open Sans"/>
                <a:ea typeface="Open Sans"/>
                <a:cs typeface="Open Sans"/>
                <a:sym typeface="Open Sans"/>
              </a:rPr>
              <a:t>, </a:t>
            </a:r>
            <a:r>
              <a:rPr b="1" lang="en-US" sz="4400">
                <a:latin typeface="Open Sans"/>
                <a:ea typeface="Open Sans"/>
                <a:cs typeface="Open Sans"/>
                <a:sym typeface="Open Sans"/>
              </a:rPr>
              <a:t>visualización</a:t>
            </a:r>
            <a:r>
              <a:rPr lang="en-US" sz="4400">
                <a:latin typeface="Open Sans"/>
                <a:ea typeface="Open Sans"/>
                <a:cs typeface="Open Sans"/>
                <a:sym typeface="Open Sans"/>
              </a:rPr>
              <a:t>, </a:t>
            </a:r>
            <a:r>
              <a:rPr b="1" lang="en-US" sz="4400">
                <a:latin typeface="Open Sans"/>
                <a:ea typeface="Open Sans"/>
                <a:cs typeface="Open Sans"/>
                <a:sym typeface="Open Sans"/>
              </a:rPr>
              <a:t>herramientas e infraestructura de datos</a:t>
            </a:r>
            <a:r>
              <a:rPr lang="en-US" sz="4400">
                <a:latin typeface="Open Sans"/>
                <a:ea typeface="Open Sans"/>
                <a:cs typeface="Open Sans"/>
                <a:sym typeface="Open Sans"/>
              </a:rPr>
              <a:t>; que ayudan a empresas (negocios) a tomar decisiones basadas en los datos.</a:t>
            </a:r>
            <a:endParaRPr sz="4400"/>
          </a:p>
        </p:txBody>
      </p:sp>
    </p:spTree>
  </p:cSld>
  <p:clrMapOvr>
    <a:masterClrMapping/>
  </p:clrMapOvr>
  <mc:AlternateContent>
    <mc:Choice Requires="p14">
      <p:transition spd="slow" p14:dur="1300">
        <p14:pan dir="u"/>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41" name="Shape 241"/>
        <p:cNvGrpSpPr/>
        <p:nvPr/>
      </p:nvGrpSpPr>
      <p:grpSpPr>
        <a:xfrm>
          <a:off x="0" y="0"/>
          <a:ext cx="0" cy="0"/>
          <a:chOff x="0" y="0"/>
          <a:chExt cx="0" cy="0"/>
        </a:xfrm>
      </p:grpSpPr>
      <p:sp>
        <p:nvSpPr>
          <p:cNvPr id="242" name="Google Shape;242;p24"/>
          <p:cNvSpPr/>
          <p:nvPr/>
        </p:nvSpPr>
        <p:spPr>
          <a:xfrm>
            <a:off x="0" y="0"/>
            <a:ext cx="18288000" cy="10287000"/>
          </a:xfrm>
          <a:prstGeom prst="rect">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243" name="Google Shape;243;p24"/>
          <p:cNvSpPr txBox="1"/>
          <p:nvPr>
            <p:ph type="title"/>
          </p:nvPr>
        </p:nvSpPr>
        <p:spPr>
          <a:xfrm>
            <a:off x="5781676" y="1028700"/>
            <a:ext cx="11472860" cy="262889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6000"/>
              <a:buFont typeface="Impact"/>
              <a:buNone/>
            </a:pPr>
            <a:r>
              <a:rPr i="0" lang="en-US" u="none" cap="none" strike="noStrike">
                <a:latin typeface="Impact"/>
                <a:ea typeface="Impact"/>
                <a:cs typeface="Impact"/>
                <a:sym typeface="Impact"/>
              </a:rPr>
              <a:t>¿Qué es Business Intelligence?</a:t>
            </a:r>
            <a:endParaRPr/>
          </a:p>
        </p:txBody>
      </p:sp>
      <p:sp>
        <p:nvSpPr>
          <p:cNvPr id="244" name="Google Shape;244;p24"/>
          <p:cNvSpPr/>
          <p:nvPr/>
        </p:nvSpPr>
        <p:spPr>
          <a:xfrm>
            <a:off x="0" y="0"/>
            <a:ext cx="5109589" cy="10287000"/>
          </a:xfrm>
          <a:prstGeom prst="rect">
            <a:avLst/>
          </a:prstGeom>
          <a:gradFill>
            <a:gsLst>
              <a:gs pos="0">
                <a:srgbClr val="159FE7"/>
              </a:gs>
              <a:gs pos="23000">
                <a:srgbClr val="159FE7"/>
              </a:gs>
              <a:gs pos="69000">
                <a:srgbClr val="1186C3"/>
              </a:gs>
              <a:gs pos="97000">
                <a:srgbClr val="107DB6"/>
              </a:gs>
              <a:gs pos="100000">
                <a:srgbClr val="107DB6"/>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orbel"/>
              <a:buNone/>
            </a:pPr>
            <a:r>
              <a:t/>
            </a:r>
            <a:endParaRPr b="0" i="0" sz="1800" u="none" cap="none" strike="noStrike">
              <a:solidFill>
                <a:srgbClr val="FFFFFF"/>
              </a:solidFill>
              <a:latin typeface="Century Gothic"/>
              <a:ea typeface="Century Gothic"/>
              <a:cs typeface="Century Gothic"/>
              <a:sym typeface="Century Gothic"/>
            </a:endParaRPr>
          </a:p>
        </p:txBody>
      </p:sp>
      <p:sp>
        <p:nvSpPr>
          <p:cNvPr id="245" name="Google Shape;245;p24"/>
          <p:cNvSpPr/>
          <p:nvPr/>
        </p:nvSpPr>
        <p:spPr>
          <a:xfrm>
            <a:off x="742849" y="1"/>
            <a:ext cx="1288326" cy="4171436"/>
          </a:xfrm>
          <a:custGeom>
            <a:rect b="b" l="l" r="r" t="t"/>
            <a:pathLst>
              <a:path extrusionOk="0" h="1753" w="670">
                <a:moveTo>
                  <a:pt x="0" y="1696"/>
                </a:moveTo>
                <a:lnTo>
                  <a:pt x="225" y="1753"/>
                </a:lnTo>
                <a:lnTo>
                  <a:pt x="670" y="0"/>
                </a:lnTo>
                <a:lnTo>
                  <a:pt x="430" y="0"/>
                </a:lnTo>
                <a:lnTo>
                  <a:pt x="0" y="1696"/>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46" name="Google Shape;246;p24"/>
          <p:cNvSpPr/>
          <p:nvPr/>
        </p:nvSpPr>
        <p:spPr>
          <a:xfrm>
            <a:off x="212136" y="1"/>
            <a:ext cx="1253715" cy="4007243"/>
          </a:xfrm>
          <a:custGeom>
            <a:rect b="b" l="l" r="r" t="t"/>
            <a:pathLst>
              <a:path extrusionOk="0" h="1684" w="652">
                <a:moveTo>
                  <a:pt x="225" y="1684"/>
                </a:moveTo>
                <a:lnTo>
                  <a:pt x="652" y="0"/>
                </a:lnTo>
                <a:lnTo>
                  <a:pt x="411" y="0"/>
                </a:lnTo>
                <a:lnTo>
                  <a:pt x="0" y="1627"/>
                </a:lnTo>
                <a:lnTo>
                  <a:pt x="219" y="1681"/>
                </a:lnTo>
                <a:lnTo>
                  <a:pt x="225" y="1684"/>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47" name="Google Shape;247;p24"/>
          <p:cNvSpPr/>
          <p:nvPr/>
        </p:nvSpPr>
        <p:spPr>
          <a:xfrm>
            <a:off x="212136" y="3878745"/>
            <a:ext cx="3263119" cy="6408256"/>
          </a:xfrm>
          <a:custGeom>
            <a:rect b="b" l="l" r="r" t="t"/>
            <a:pathLst>
              <a:path extrusionOk="0" h="2693" w="1697">
                <a:moveTo>
                  <a:pt x="0" y="0"/>
                </a:moveTo>
                <a:lnTo>
                  <a:pt x="1622" y="2693"/>
                </a:lnTo>
                <a:lnTo>
                  <a:pt x="1697" y="2693"/>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48" name="Google Shape;248;p24"/>
          <p:cNvSpPr/>
          <p:nvPr/>
        </p:nvSpPr>
        <p:spPr>
          <a:xfrm>
            <a:off x="748617" y="4042938"/>
            <a:ext cx="4036114" cy="6244063"/>
          </a:xfrm>
          <a:custGeom>
            <a:rect b="b" l="l" r="r" t="t"/>
            <a:pathLst>
              <a:path extrusionOk="0" h="2624" w="2099">
                <a:moveTo>
                  <a:pt x="2099" y="2624"/>
                </a:moveTo>
                <a:lnTo>
                  <a:pt x="0" y="0"/>
                </a:lnTo>
                <a:lnTo>
                  <a:pt x="2021" y="2624"/>
                </a:lnTo>
                <a:lnTo>
                  <a:pt x="2099" y="2624"/>
                </a:lnTo>
                <a:close/>
              </a:path>
            </a:pathLst>
          </a:custGeom>
          <a:solidFill>
            <a:srgbClr val="0B59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49" name="Google Shape;249;p24"/>
          <p:cNvSpPr/>
          <p:nvPr/>
        </p:nvSpPr>
        <p:spPr>
          <a:xfrm>
            <a:off x="742849" y="4035798"/>
            <a:ext cx="4356480" cy="6251203"/>
          </a:xfrm>
          <a:custGeom>
            <a:rect b="b" l="l" r="r" t="t"/>
            <a:pathLst>
              <a:path extrusionOk="0" h="4167469" w="2904320">
                <a:moveTo>
                  <a:pt x="0" y="0"/>
                </a:moveTo>
                <a:lnTo>
                  <a:pt x="288431" y="90425"/>
                </a:lnTo>
                <a:lnTo>
                  <a:pt x="2904320" y="3220465"/>
                </a:lnTo>
                <a:lnTo>
                  <a:pt x="2904320" y="4167469"/>
                </a:lnTo>
                <a:lnTo>
                  <a:pt x="2694589" y="4167469"/>
                </a:lnTo>
                <a:lnTo>
                  <a:pt x="3846" y="4759"/>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50" name="Google Shape;250;p24"/>
          <p:cNvSpPr/>
          <p:nvPr/>
        </p:nvSpPr>
        <p:spPr>
          <a:xfrm>
            <a:off x="212136" y="3871606"/>
            <a:ext cx="4341852" cy="6415395"/>
          </a:xfrm>
          <a:custGeom>
            <a:rect b="b" l="l" r="r" t="t"/>
            <a:pathLst>
              <a:path extrusionOk="0" h="2696" w="2258">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51" name="Google Shape;251;p24"/>
          <p:cNvSpPr txBox="1"/>
          <p:nvPr>
            <p:ph idx="1" type="body"/>
          </p:nvPr>
        </p:nvSpPr>
        <p:spPr>
          <a:xfrm>
            <a:off x="6070351" y="3428998"/>
            <a:ext cx="11472900" cy="4686300"/>
          </a:xfrm>
          <a:prstGeom prst="rect">
            <a:avLst/>
          </a:prstGeom>
          <a:noFill/>
          <a:ln>
            <a:noFill/>
          </a:ln>
        </p:spPr>
        <p:txBody>
          <a:bodyPr anchorCtr="0" anchor="t" bIns="45700" lIns="91425" spcFirstLastPara="1" rIns="91425" wrap="square" tIns="45700">
            <a:noAutofit/>
          </a:bodyPr>
          <a:lstStyle/>
          <a:p>
            <a:pPr indent="-428625" lvl="0" marL="428625" rtl="0" algn="l">
              <a:spcBef>
                <a:spcPts val="0"/>
              </a:spcBef>
              <a:spcAft>
                <a:spcPts val="0"/>
              </a:spcAft>
              <a:buSzPts val="5800"/>
              <a:buChar char="•"/>
            </a:pPr>
            <a:r>
              <a:rPr lang="en-US" sz="4000">
                <a:latin typeface="Open Sans"/>
                <a:ea typeface="Open Sans"/>
                <a:cs typeface="Open Sans"/>
                <a:sym typeface="Open Sans"/>
              </a:rPr>
              <a:t>Originalmente, el Business Intelligence tradicional surgió en la década de 1960 como un sistema para compartir información entre organizaciones. En la década de 1980 se desarrolló aún más junto con los modelos informáticos. Se utilizó para tomar decisiones y transformar datos en información antes de convertirse en un producto específico de los equipos de BI con soluciones de servicio basadas en TI.</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55" name="Shape 255"/>
        <p:cNvGrpSpPr/>
        <p:nvPr/>
      </p:nvGrpSpPr>
      <p:grpSpPr>
        <a:xfrm>
          <a:off x="0" y="0"/>
          <a:ext cx="0" cy="0"/>
          <a:chOff x="0" y="0"/>
          <a:chExt cx="0" cy="0"/>
        </a:xfrm>
      </p:grpSpPr>
      <p:sp>
        <p:nvSpPr>
          <p:cNvPr id="256" name="Google Shape;256;p25"/>
          <p:cNvSpPr/>
          <p:nvPr/>
        </p:nvSpPr>
        <p:spPr>
          <a:xfrm>
            <a:off x="0" y="0"/>
            <a:ext cx="18288000" cy="10287000"/>
          </a:xfrm>
          <a:prstGeom prst="rect">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257" name="Google Shape;257;p25"/>
          <p:cNvSpPr txBox="1"/>
          <p:nvPr>
            <p:ph type="title"/>
          </p:nvPr>
        </p:nvSpPr>
        <p:spPr>
          <a:xfrm>
            <a:off x="5781676" y="1028700"/>
            <a:ext cx="11472860" cy="262889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6000"/>
              <a:buFont typeface="Impact"/>
              <a:buNone/>
            </a:pPr>
            <a:r>
              <a:rPr i="0" lang="en-US" u="none" cap="none" strike="noStrike">
                <a:latin typeface="Impact"/>
                <a:ea typeface="Impact"/>
                <a:cs typeface="Impact"/>
                <a:sym typeface="Impact"/>
              </a:rPr>
              <a:t>¿Qué es Business Intelligence?</a:t>
            </a:r>
            <a:endParaRPr/>
          </a:p>
        </p:txBody>
      </p:sp>
      <p:sp>
        <p:nvSpPr>
          <p:cNvPr id="258" name="Google Shape;258;p25"/>
          <p:cNvSpPr/>
          <p:nvPr/>
        </p:nvSpPr>
        <p:spPr>
          <a:xfrm>
            <a:off x="0" y="0"/>
            <a:ext cx="5109589" cy="10287000"/>
          </a:xfrm>
          <a:prstGeom prst="rect">
            <a:avLst/>
          </a:prstGeom>
          <a:gradFill>
            <a:gsLst>
              <a:gs pos="0">
                <a:srgbClr val="159FE7"/>
              </a:gs>
              <a:gs pos="23000">
                <a:srgbClr val="159FE7"/>
              </a:gs>
              <a:gs pos="69000">
                <a:srgbClr val="1186C3"/>
              </a:gs>
              <a:gs pos="97000">
                <a:srgbClr val="107DB6"/>
              </a:gs>
              <a:gs pos="100000">
                <a:srgbClr val="107DB6"/>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orbel"/>
              <a:buNone/>
            </a:pPr>
            <a:r>
              <a:t/>
            </a:r>
            <a:endParaRPr b="0" i="0" sz="1800" u="none" cap="none" strike="noStrike">
              <a:solidFill>
                <a:srgbClr val="FFFFFF"/>
              </a:solidFill>
              <a:latin typeface="Century Gothic"/>
              <a:ea typeface="Century Gothic"/>
              <a:cs typeface="Century Gothic"/>
              <a:sym typeface="Century Gothic"/>
            </a:endParaRPr>
          </a:p>
        </p:txBody>
      </p:sp>
      <p:sp>
        <p:nvSpPr>
          <p:cNvPr id="259" name="Google Shape;259;p25"/>
          <p:cNvSpPr/>
          <p:nvPr/>
        </p:nvSpPr>
        <p:spPr>
          <a:xfrm>
            <a:off x="742849" y="1"/>
            <a:ext cx="1288326" cy="4171436"/>
          </a:xfrm>
          <a:custGeom>
            <a:rect b="b" l="l" r="r" t="t"/>
            <a:pathLst>
              <a:path extrusionOk="0" h="1753" w="670">
                <a:moveTo>
                  <a:pt x="0" y="1696"/>
                </a:moveTo>
                <a:lnTo>
                  <a:pt x="225" y="1753"/>
                </a:lnTo>
                <a:lnTo>
                  <a:pt x="670" y="0"/>
                </a:lnTo>
                <a:lnTo>
                  <a:pt x="430" y="0"/>
                </a:lnTo>
                <a:lnTo>
                  <a:pt x="0" y="1696"/>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60" name="Google Shape;260;p25"/>
          <p:cNvSpPr/>
          <p:nvPr/>
        </p:nvSpPr>
        <p:spPr>
          <a:xfrm>
            <a:off x="212136" y="1"/>
            <a:ext cx="1253715" cy="4007243"/>
          </a:xfrm>
          <a:custGeom>
            <a:rect b="b" l="l" r="r" t="t"/>
            <a:pathLst>
              <a:path extrusionOk="0" h="1684" w="652">
                <a:moveTo>
                  <a:pt x="225" y="1684"/>
                </a:moveTo>
                <a:lnTo>
                  <a:pt x="652" y="0"/>
                </a:lnTo>
                <a:lnTo>
                  <a:pt x="411" y="0"/>
                </a:lnTo>
                <a:lnTo>
                  <a:pt x="0" y="1627"/>
                </a:lnTo>
                <a:lnTo>
                  <a:pt x="219" y="1681"/>
                </a:lnTo>
                <a:lnTo>
                  <a:pt x="225" y="1684"/>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61" name="Google Shape;261;p25"/>
          <p:cNvSpPr/>
          <p:nvPr/>
        </p:nvSpPr>
        <p:spPr>
          <a:xfrm>
            <a:off x="212136" y="3878745"/>
            <a:ext cx="3263119" cy="6408256"/>
          </a:xfrm>
          <a:custGeom>
            <a:rect b="b" l="l" r="r" t="t"/>
            <a:pathLst>
              <a:path extrusionOk="0" h="2693" w="1697">
                <a:moveTo>
                  <a:pt x="0" y="0"/>
                </a:moveTo>
                <a:lnTo>
                  <a:pt x="1622" y="2693"/>
                </a:lnTo>
                <a:lnTo>
                  <a:pt x="1697" y="2693"/>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62" name="Google Shape;262;p25"/>
          <p:cNvSpPr/>
          <p:nvPr/>
        </p:nvSpPr>
        <p:spPr>
          <a:xfrm>
            <a:off x="748617" y="4042938"/>
            <a:ext cx="4036114" cy="6244063"/>
          </a:xfrm>
          <a:custGeom>
            <a:rect b="b" l="l" r="r" t="t"/>
            <a:pathLst>
              <a:path extrusionOk="0" h="2624" w="2099">
                <a:moveTo>
                  <a:pt x="2099" y="2624"/>
                </a:moveTo>
                <a:lnTo>
                  <a:pt x="0" y="0"/>
                </a:lnTo>
                <a:lnTo>
                  <a:pt x="2021" y="2624"/>
                </a:lnTo>
                <a:lnTo>
                  <a:pt x="2099" y="2624"/>
                </a:lnTo>
                <a:close/>
              </a:path>
            </a:pathLst>
          </a:custGeom>
          <a:solidFill>
            <a:srgbClr val="0B59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63" name="Google Shape;263;p25"/>
          <p:cNvSpPr/>
          <p:nvPr/>
        </p:nvSpPr>
        <p:spPr>
          <a:xfrm>
            <a:off x="742849" y="4035798"/>
            <a:ext cx="4356480" cy="6251203"/>
          </a:xfrm>
          <a:custGeom>
            <a:rect b="b" l="l" r="r" t="t"/>
            <a:pathLst>
              <a:path extrusionOk="0" h="4167469" w="2904320">
                <a:moveTo>
                  <a:pt x="0" y="0"/>
                </a:moveTo>
                <a:lnTo>
                  <a:pt x="288431" y="90425"/>
                </a:lnTo>
                <a:lnTo>
                  <a:pt x="2904320" y="3220465"/>
                </a:lnTo>
                <a:lnTo>
                  <a:pt x="2904320" y="4167469"/>
                </a:lnTo>
                <a:lnTo>
                  <a:pt x="2694589" y="4167469"/>
                </a:lnTo>
                <a:lnTo>
                  <a:pt x="3846" y="4759"/>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64" name="Google Shape;264;p25"/>
          <p:cNvSpPr/>
          <p:nvPr/>
        </p:nvSpPr>
        <p:spPr>
          <a:xfrm>
            <a:off x="212136" y="3871606"/>
            <a:ext cx="4341852" cy="6415395"/>
          </a:xfrm>
          <a:custGeom>
            <a:rect b="b" l="l" r="r" t="t"/>
            <a:pathLst>
              <a:path extrusionOk="0" h="2696" w="2258">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65" name="Google Shape;265;p25"/>
          <p:cNvSpPr txBox="1"/>
          <p:nvPr>
            <p:ph idx="1" type="body"/>
          </p:nvPr>
        </p:nvSpPr>
        <p:spPr>
          <a:xfrm>
            <a:off x="5939151" y="3428998"/>
            <a:ext cx="11472900" cy="4686300"/>
          </a:xfrm>
          <a:prstGeom prst="rect">
            <a:avLst/>
          </a:prstGeom>
          <a:noFill/>
          <a:ln>
            <a:noFill/>
          </a:ln>
        </p:spPr>
        <p:txBody>
          <a:bodyPr anchorCtr="0" anchor="t" bIns="45700" lIns="91425" spcFirstLastPara="1" rIns="91425" wrap="square" tIns="45700">
            <a:noAutofit/>
          </a:bodyPr>
          <a:lstStyle/>
          <a:p>
            <a:pPr indent="-428625" lvl="0" marL="428625" rtl="0" algn="l">
              <a:spcBef>
                <a:spcPts val="0"/>
              </a:spcBef>
              <a:spcAft>
                <a:spcPts val="0"/>
              </a:spcAft>
              <a:buSzPts val="6380"/>
              <a:buChar char="•"/>
            </a:pPr>
            <a:r>
              <a:rPr lang="en-US" sz="4400">
                <a:latin typeface="Open Sans"/>
                <a:ea typeface="Open Sans"/>
                <a:cs typeface="Open Sans"/>
                <a:sym typeface="Open Sans"/>
              </a:rPr>
              <a:t>En las soluciones de BI modernas, se priorizan factores como el análisis de autoservicio flexible, los datos gobernados en plataformas confiables, la capacitación de los usuarios corporativos y la rapidez para obtener información. En este artículo se ofrece una introducción al Business Intelligence.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26"/>
          <p:cNvSpPr txBox="1"/>
          <p:nvPr>
            <p:ph type="title"/>
          </p:nvPr>
        </p:nvSpPr>
        <p:spPr>
          <a:xfrm>
            <a:off x="2226467" y="1028701"/>
            <a:ext cx="15028070" cy="2628899"/>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131416"/>
              </a:buClr>
              <a:buSzPts val="6000"/>
              <a:buFont typeface="Impact"/>
              <a:buNone/>
            </a:pPr>
            <a:r>
              <a:rPr lang="en-US">
                <a:solidFill>
                  <a:srgbClr val="131416"/>
                </a:solidFill>
                <a:latin typeface="Impact"/>
                <a:ea typeface="Impact"/>
                <a:cs typeface="Impact"/>
                <a:sym typeface="Impact"/>
              </a:rPr>
              <a:t>Combinaciones</a:t>
            </a:r>
            <a:endParaRPr/>
          </a:p>
        </p:txBody>
      </p:sp>
      <p:grpSp>
        <p:nvGrpSpPr>
          <p:cNvPr id="271" name="Google Shape;271;p26"/>
          <p:cNvGrpSpPr/>
          <p:nvPr/>
        </p:nvGrpSpPr>
        <p:grpSpPr>
          <a:xfrm>
            <a:off x="2226466" y="2670192"/>
            <a:ext cx="15028070" cy="6015874"/>
            <a:chOff x="0" y="734"/>
            <a:chExt cx="15028070" cy="6015874"/>
          </a:xfrm>
        </p:grpSpPr>
        <p:sp>
          <p:nvSpPr>
            <p:cNvPr id="272" name="Google Shape;272;p26"/>
            <p:cNvSpPr/>
            <p:nvPr/>
          </p:nvSpPr>
          <p:spPr>
            <a:xfrm>
              <a:off x="0" y="734"/>
              <a:ext cx="15028070" cy="1718821"/>
            </a:xfrm>
            <a:prstGeom prst="roundRect">
              <a:avLst>
                <a:gd fmla="val 10000" name="adj"/>
              </a:avLst>
            </a:prstGeom>
            <a:solidFill>
              <a:srgbClr val="CBE2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26"/>
            <p:cNvSpPr/>
            <p:nvPr/>
          </p:nvSpPr>
          <p:spPr>
            <a:xfrm>
              <a:off x="519943" y="387469"/>
              <a:ext cx="945351" cy="945351"/>
            </a:xfrm>
            <a:prstGeom prst="rect">
              <a:avLst/>
            </a:prstGeom>
            <a:blipFill rotWithShape="1">
              <a:blip r:embed="rId3">
                <a:alphaModFix/>
              </a:blip>
              <a:stretch>
                <a:fillRect b="0" l="0" r="0" t="0"/>
              </a:stretch>
            </a:blip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26"/>
            <p:cNvSpPr/>
            <p:nvPr/>
          </p:nvSpPr>
          <p:spPr>
            <a:xfrm>
              <a:off x="1985238" y="734"/>
              <a:ext cx="13042831" cy="1718821"/>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6"/>
            <p:cNvSpPr txBox="1"/>
            <p:nvPr/>
          </p:nvSpPr>
          <p:spPr>
            <a:xfrm>
              <a:off x="1985238" y="734"/>
              <a:ext cx="13042831" cy="1718821"/>
            </a:xfrm>
            <a:prstGeom prst="rect">
              <a:avLst/>
            </a:prstGeom>
            <a:noFill/>
            <a:ln>
              <a:noFill/>
            </a:ln>
          </p:spPr>
          <p:txBody>
            <a:bodyPr anchorCtr="0" anchor="ctr" bIns="181900" lIns="181900" spcFirstLastPara="1" rIns="181900" wrap="square" tIns="181900">
              <a:noAutofit/>
            </a:bodyPr>
            <a:lstStyle/>
            <a:p>
              <a:pPr indent="0" lvl="0" marL="0" marR="0" rtl="0" algn="l">
                <a:lnSpc>
                  <a:spcPct val="100000"/>
                </a:lnSpc>
                <a:spcBef>
                  <a:spcPts val="0"/>
                </a:spcBef>
                <a:spcAft>
                  <a:spcPts val="0"/>
                </a:spcAft>
                <a:buClr>
                  <a:schemeClr val="dk1"/>
                </a:buClr>
                <a:buSzPts val="2500"/>
                <a:buFont typeface="Corbel"/>
                <a:buNone/>
              </a:pPr>
              <a:r>
                <a:rPr b="1" i="0" lang="en-US" sz="2500">
                  <a:solidFill>
                    <a:schemeClr val="dk1"/>
                  </a:solidFill>
                  <a:latin typeface="Corbel"/>
                  <a:ea typeface="Corbel"/>
                  <a:cs typeface="Corbel"/>
                  <a:sym typeface="Corbel"/>
                </a:rPr>
                <a:t>Minería de datos:</a:t>
              </a:r>
              <a:r>
                <a:rPr b="0" i="0" lang="en-US" sz="2500">
                  <a:solidFill>
                    <a:schemeClr val="dk1"/>
                  </a:solidFill>
                  <a:latin typeface="Corbel"/>
                  <a:ea typeface="Corbel"/>
                  <a:cs typeface="Corbel"/>
                  <a:sym typeface="Corbel"/>
                </a:rPr>
                <a:t> usar bases de datos, estadísticas y aprendizaje automático para descubrir tendencias en conjuntos de datos más grandes.</a:t>
              </a:r>
              <a:endParaRPr sz="2500">
                <a:solidFill>
                  <a:schemeClr val="dk1"/>
                </a:solidFill>
                <a:latin typeface="Corbel"/>
                <a:ea typeface="Corbel"/>
                <a:cs typeface="Corbel"/>
                <a:sym typeface="Corbel"/>
              </a:endParaRPr>
            </a:p>
          </p:txBody>
        </p:sp>
        <p:sp>
          <p:nvSpPr>
            <p:cNvPr id="276" name="Google Shape;276;p26"/>
            <p:cNvSpPr/>
            <p:nvPr/>
          </p:nvSpPr>
          <p:spPr>
            <a:xfrm>
              <a:off x="0" y="2149260"/>
              <a:ext cx="15028070" cy="1718821"/>
            </a:xfrm>
            <a:prstGeom prst="roundRect">
              <a:avLst>
                <a:gd fmla="val 10000" name="adj"/>
              </a:avLst>
            </a:prstGeom>
            <a:solidFill>
              <a:srgbClr val="CBE2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26"/>
            <p:cNvSpPr/>
            <p:nvPr/>
          </p:nvSpPr>
          <p:spPr>
            <a:xfrm>
              <a:off x="519943" y="2535995"/>
              <a:ext cx="945351" cy="945351"/>
            </a:xfrm>
            <a:prstGeom prst="rect">
              <a:avLst/>
            </a:prstGeom>
            <a:blipFill rotWithShape="1">
              <a:blip r:embed="rId4">
                <a:alphaModFix/>
              </a:blip>
              <a:stretch>
                <a:fillRect b="0" l="0" r="0" t="0"/>
              </a:stretch>
            </a:blip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26"/>
            <p:cNvSpPr/>
            <p:nvPr/>
          </p:nvSpPr>
          <p:spPr>
            <a:xfrm>
              <a:off x="1985238" y="2149260"/>
              <a:ext cx="13042831" cy="1718821"/>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6"/>
            <p:cNvSpPr txBox="1"/>
            <p:nvPr/>
          </p:nvSpPr>
          <p:spPr>
            <a:xfrm>
              <a:off x="1985238" y="2149260"/>
              <a:ext cx="13042831" cy="1718821"/>
            </a:xfrm>
            <a:prstGeom prst="rect">
              <a:avLst/>
            </a:prstGeom>
            <a:noFill/>
            <a:ln>
              <a:noFill/>
            </a:ln>
          </p:spPr>
          <p:txBody>
            <a:bodyPr anchorCtr="0" anchor="ctr" bIns="181900" lIns="181900" spcFirstLastPara="1" rIns="181900" wrap="square" tIns="181900">
              <a:noAutofit/>
            </a:bodyPr>
            <a:lstStyle/>
            <a:p>
              <a:pPr indent="0" lvl="0" marL="0" marR="0" rtl="0" algn="l">
                <a:lnSpc>
                  <a:spcPct val="100000"/>
                </a:lnSpc>
                <a:spcBef>
                  <a:spcPts val="0"/>
                </a:spcBef>
                <a:spcAft>
                  <a:spcPts val="0"/>
                </a:spcAft>
                <a:buClr>
                  <a:schemeClr val="dk1"/>
                </a:buClr>
                <a:buSzPts val="2500"/>
                <a:buFont typeface="Corbel"/>
                <a:buNone/>
              </a:pPr>
              <a:r>
                <a:rPr b="1" i="0" lang="en-US" sz="2500">
                  <a:solidFill>
                    <a:schemeClr val="dk1"/>
                  </a:solidFill>
                  <a:latin typeface="Corbel"/>
                  <a:ea typeface="Corbel"/>
                  <a:cs typeface="Corbel"/>
                  <a:sym typeface="Corbel"/>
                </a:rPr>
                <a:t>Generación de informes:</a:t>
              </a:r>
              <a:r>
                <a:rPr b="0" i="0" lang="en-US" sz="2500">
                  <a:solidFill>
                    <a:schemeClr val="dk1"/>
                  </a:solidFill>
                  <a:latin typeface="Corbel"/>
                  <a:ea typeface="Corbel"/>
                  <a:cs typeface="Corbel"/>
                  <a:sym typeface="Corbel"/>
                </a:rPr>
                <a:t> compartir análisis de datos con las partes interesadas para que todos puedan sacar sus propias conclusiones y tomar decisiones.</a:t>
              </a:r>
              <a:endParaRPr sz="2500">
                <a:solidFill>
                  <a:schemeClr val="dk1"/>
                </a:solidFill>
                <a:latin typeface="Corbel"/>
                <a:ea typeface="Corbel"/>
                <a:cs typeface="Corbel"/>
                <a:sym typeface="Corbel"/>
              </a:endParaRPr>
            </a:p>
          </p:txBody>
        </p:sp>
        <p:sp>
          <p:nvSpPr>
            <p:cNvPr id="280" name="Google Shape;280;p26"/>
            <p:cNvSpPr/>
            <p:nvPr/>
          </p:nvSpPr>
          <p:spPr>
            <a:xfrm>
              <a:off x="0" y="4297787"/>
              <a:ext cx="15028070" cy="1718821"/>
            </a:xfrm>
            <a:prstGeom prst="roundRect">
              <a:avLst>
                <a:gd fmla="val 10000" name="adj"/>
              </a:avLst>
            </a:prstGeom>
            <a:solidFill>
              <a:srgbClr val="CBE2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26"/>
            <p:cNvSpPr/>
            <p:nvPr/>
          </p:nvSpPr>
          <p:spPr>
            <a:xfrm>
              <a:off x="519943" y="4684522"/>
              <a:ext cx="945351" cy="945351"/>
            </a:xfrm>
            <a:prstGeom prst="rect">
              <a:avLst/>
            </a:prstGeom>
            <a:blipFill rotWithShape="1">
              <a:blip r:embed="rId5">
                <a:alphaModFix/>
              </a:blip>
              <a:stretch>
                <a:fillRect b="0" l="0" r="0" t="0"/>
              </a:stretch>
            </a:blip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26"/>
            <p:cNvSpPr/>
            <p:nvPr/>
          </p:nvSpPr>
          <p:spPr>
            <a:xfrm>
              <a:off x="1985238" y="4297787"/>
              <a:ext cx="13042831" cy="1718821"/>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26"/>
            <p:cNvSpPr txBox="1"/>
            <p:nvPr/>
          </p:nvSpPr>
          <p:spPr>
            <a:xfrm>
              <a:off x="1985238" y="4297787"/>
              <a:ext cx="13042831" cy="1718821"/>
            </a:xfrm>
            <a:prstGeom prst="rect">
              <a:avLst/>
            </a:prstGeom>
            <a:noFill/>
            <a:ln>
              <a:noFill/>
            </a:ln>
          </p:spPr>
          <p:txBody>
            <a:bodyPr anchorCtr="0" anchor="ctr" bIns="181900" lIns="181900" spcFirstLastPara="1" rIns="181900" wrap="square" tIns="181900">
              <a:noAutofit/>
            </a:bodyPr>
            <a:lstStyle/>
            <a:p>
              <a:pPr indent="0" lvl="0" marL="0" marR="0" rtl="0" algn="l">
                <a:lnSpc>
                  <a:spcPct val="100000"/>
                </a:lnSpc>
                <a:spcBef>
                  <a:spcPts val="0"/>
                </a:spcBef>
                <a:spcAft>
                  <a:spcPts val="0"/>
                </a:spcAft>
                <a:buClr>
                  <a:schemeClr val="dk1"/>
                </a:buClr>
                <a:buSzPts val="2500"/>
                <a:buFont typeface="Corbel"/>
                <a:buNone/>
              </a:pPr>
              <a:r>
                <a:rPr b="1" i="0" lang="en-US" sz="2500">
                  <a:solidFill>
                    <a:schemeClr val="dk1"/>
                  </a:solidFill>
                  <a:latin typeface="Corbel"/>
                  <a:ea typeface="Corbel"/>
                  <a:cs typeface="Corbel"/>
                  <a:sym typeface="Corbel"/>
                </a:rPr>
                <a:t>Métricas de rendimiento y valores de referencia:</a:t>
              </a:r>
              <a:r>
                <a:rPr b="0" i="0" lang="en-US" sz="2500">
                  <a:solidFill>
                    <a:schemeClr val="dk1"/>
                  </a:solidFill>
                  <a:latin typeface="Corbel"/>
                  <a:ea typeface="Corbel"/>
                  <a:cs typeface="Corbel"/>
                  <a:sym typeface="Corbel"/>
                </a:rPr>
                <a:t> comparar los datos del rendimiento actual con los datos históricos para hacer un seguimiento del rendimiento frente a los objetivos. En general, esto se lleva a cabo con Dashboard personalizados.</a:t>
              </a:r>
              <a:endParaRPr sz="2500">
                <a:solidFill>
                  <a:schemeClr val="dk1"/>
                </a:solidFill>
                <a:latin typeface="Corbel"/>
                <a:ea typeface="Corbel"/>
                <a:cs typeface="Corbel"/>
                <a:sym typeface="Corbel"/>
              </a:endParaRPr>
            </a:p>
          </p:txBody>
        </p:sp>
      </p:grpSp>
    </p:spTree>
  </p:cSld>
  <p:clrMapOvr>
    <a:masterClrMapping/>
  </p:clrMapOvr>
  <mc:AlternateContent>
    <mc:Choice Requires="p14">
      <p:transition spd="slow" p14:dur="1300">
        <p14:pan dir="u"/>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27"/>
          <p:cNvSpPr txBox="1"/>
          <p:nvPr>
            <p:ph type="title"/>
          </p:nvPr>
        </p:nvSpPr>
        <p:spPr>
          <a:xfrm>
            <a:off x="2226467" y="1028701"/>
            <a:ext cx="15028070" cy="2628899"/>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131416"/>
              </a:buClr>
              <a:buSzPts val="6000"/>
              <a:buFont typeface="Impact"/>
              <a:buNone/>
            </a:pPr>
            <a:r>
              <a:rPr lang="en-US">
                <a:solidFill>
                  <a:srgbClr val="131416"/>
                </a:solidFill>
                <a:latin typeface="Impact"/>
                <a:ea typeface="Impact"/>
                <a:cs typeface="Impact"/>
                <a:sym typeface="Impact"/>
              </a:rPr>
              <a:t>Combinaciones</a:t>
            </a:r>
            <a:endParaRPr/>
          </a:p>
        </p:txBody>
      </p:sp>
      <p:grpSp>
        <p:nvGrpSpPr>
          <p:cNvPr id="289" name="Google Shape;289;p27"/>
          <p:cNvGrpSpPr/>
          <p:nvPr/>
        </p:nvGrpSpPr>
        <p:grpSpPr>
          <a:xfrm>
            <a:off x="2226466" y="2891391"/>
            <a:ext cx="15028070" cy="5794702"/>
            <a:chOff x="0" y="707"/>
            <a:chExt cx="15028070" cy="5794702"/>
          </a:xfrm>
        </p:grpSpPr>
        <p:sp>
          <p:nvSpPr>
            <p:cNvPr id="290" name="Google Shape;290;p27"/>
            <p:cNvSpPr/>
            <p:nvPr/>
          </p:nvSpPr>
          <p:spPr>
            <a:xfrm>
              <a:off x="0" y="707"/>
              <a:ext cx="15028070" cy="1655629"/>
            </a:xfrm>
            <a:prstGeom prst="roundRect">
              <a:avLst>
                <a:gd fmla="val 10000" name="adj"/>
              </a:avLst>
            </a:prstGeom>
            <a:solidFill>
              <a:srgbClr val="CBE2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27"/>
            <p:cNvSpPr/>
            <p:nvPr/>
          </p:nvSpPr>
          <p:spPr>
            <a:xfrm>
              <a:off x="500827" y="373224"/>
              <a:ext cx="910596" cy="910596"/>
            </a:xfrm>
            <a:prstGeom prst="rect">
              <a:avLst/>
            </a:prstGeom>
            <a:blipFill rotWithShape="1">
              <a:blip r:embed="rId3">
                <a:alphaModFix/>
              </a:blip>
              <a:stretch>
                <a:fillRect b="0" l="0" r="0" t="0"/>
              </a:stretch>
            </a:blip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27"/>
            <p:cNvSpPr/>
            <p:nvPr/>
          </p:nvSpPr>
          <p:spPr>
            <a:xfrm>
              <a:off x="1912251" y="707"/>
              <a:ext cx="13115818" cy="1655629"/>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27"/>
            <p:cNvSpPr txBox="1"/>
            <p:nvPr/>
          </p:nvSpPr>
          <p:spPr>
            <a:xfrm>
              <a:off x="1912251" y="707"/>
              <a:ext cx="13115818" cy="1655629"/>
            </a:xfrm>
            <a:prstGeom prst="rect">
              <a:avLst/>
            </a:prstGeom>
            <a:noFill/>
            <a:ln>
              <a:noFill/>
            </a:ln>
          </p:spPr>
          <p:txBody>
            <a:bodyPr anchorCtr="0" anchor="ctr" bIns="175200" lIns="175200" spcFirstLastPara="1" rIns="175200" wrap="square" tIns="175200">
              <a:noAutofit/>
            </a:bodyPr>
            <a:lstStyle/>
            <a:p>
              <a:pPr indent="0" lvl="0" marL="0" marR="0" rtl="0" algn="l">
                <a:lnSpc>
                  <a:spcPct val="100000"/>
                </a:lnSpc>
                <a:spcBef>
                  <a:spcPts val="0"/>
                </a:spcBef>
                <a:spcAft>
                  <a:spcPts val="0"/>
                </a:spcAft>
                <a:buClr>
                  <a:schemeClr val="dk1"/>
                </a:buClr>
                <a:buSzPts val="2500"/>
                <a:buFont typeface="Corbel"/>
                <a:buNone/>
              </a:pPr>
              <a:r>
                <a:rPr b="1" i="0" lang="en-US" sz="2500">
                  <a:solidFill>
                    <a:schemeClr val="dk1"/>
                  </a:solidFill>
                  <a:latin typeface="Corbel"/>
                  <a:ea typeface="Corbel"/>
                  <a:cs typeface="Corbel"/>
                  <a:sym typeface="Corbel"/>
                </a:rPr>
                <a:t>Análisis descriptivos:</a:t>
              </a:r>
              <a:r>
                <a:rPr b="0" i="0" lang="en-US" sz="2500">
                  <a:solidFill>
                    <a:schemeClr val="dk1"/>
                  </a:solidFill>
                  <a:latin typeface="Corbel"/>
                  <a:ea typeface="Corbel"/>
                  <a:cs typeface="Corbel"/>
                  <a:sym typeface="Corbel"/>
                </a:rPr>
                <a:t> usar un análisis de datos preliminar para descubrir qué ocurrió.</a:t>
              </a:r>
              <a:endParaRPr sz="2500">
                <a:solidFill>
                  <a:schemeClr val="dk1"/>
                </a:solidFill>
                <a:latin typeface="Corbel"/>
                <a:ea typeface="Corbel"/>
                <a:cs typeface="Corbel"/>
                <a:sym typeface="Corbel"/>
              </a:endParaRPr>
            </a:p>
          </p:txBody>
        </p:sp>
        <p:sp>
          <p:nvSpPr>
            <p:cNvPr id="294" name="Google Shape;294;p27"/>
            <p:cNvSpPr/>
            <p:nvPr/>
          </p:nvSpPr>
          <p:spPr>
            <a:xfrm>
              <a:off x="0" y="2070243"/>
              <a:ext cx="15028070" cy="1655629"/>
            </a:xfrm>
            <a:prstGeom prst="roundRect">
              <a:avLst>
                <a:gd fmla="val 10000" name="adj"/>
              </a:avLst>
            </a:prstGeom>
            <a:solidFill>
              <a:srgbClr val="CBE2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27"/>
            <p:cNvSpPr/>
            <p:nvPr/>
          </p:nvSpPr>
          <p:spPr>
            <a:xfrm>
              <a:off x="500827" y="2442760"/>
              <a:ext cx="910596" cy="910596"/>
            </a:xfrm>
            <a:prstGeom prst="rect">
              <a:avLst/>
            </a:prstGeom>
            <a:blipFill rotWithShape="1">
              <a:blip r:embed="rId4">
                <a:alphaModFix/>
              </a:blip>
              <a:stretch>
                <a:fillRect b="0" l="0" r="0" t="0"/>
              </a:stretch>
            </a:blip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27"/>
            <p:cNvSpPr/>
            <p:nvPr/>
          </p:nvSpPr>
          <p:spPr>
            <a:xfrm>
              <a:off x="1912251" y="2070243"/>
              <a:ext cx="13115818" cy="1655629"/>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27"/>
            <p:cNvSpPr txBox="1"/>
            <p:nvPr/>
          </p:nvSpPr>
          <p:spPr>
            <a:xfrm>
              <a:off x="1912251" y="2070243"/>
              <a:ext cx="13115818" cy="1655629"/>
            </a:xfrm>
            <a:prstGeom prst="rect">
              <a:avLst/>
            </a:prstGeom>
            <a:noFill/>
            <a:ln>
              <a:noFill/>
            </a:ln>
          </p:spPr>
          <p:txBody>
            <a:bodyPr anchorCtr="0" anchor="ctr" bIns="175200" lIns="175200" spcFirstLastPara="1" rIns="175200" wrap="square" tIns="175200">
              <a:noAutofit/>
            </a:bodyPr>
            <a:lstStyle/>
            <a:p>
              <a:pPr indent="0" lvl="0" marL="0" marR="0" rtl="0" algn="l">
                <a:lnSpc>
                  <a:spcPct val="100000"/>
                </a:lnSpc>
                <a:spcBef>
                  <a:spcPts val="0"/>
                </a:spcBef>
                <a:spcAft>
                  <a:spcPts val="0"/>
                </a:spcAft>
                <a:buClr>
                  <a:schemeClr val="dk1"/>
                </a:buClr>
                <a:buSzPts val="2500"/>
                <a:buFont typeface="Corbel"/>
                <a:buNone/>
              </a:pPr>
              <a:r>
                <a:rPr b="1" i="0" lang="en-US" sz="2500">
                  <a:solidFill>
                    <a:schemeClr val="dk1"/>
                  </a:solidFill>
                  <a:latin typeface="Corbel"/>
                  <a:ea typeface="Corbel"/>
                  <a:cs typeface="Corbel"/>
                  <a:sym typeface="Corbel"/>
                </a:rPr>
                <a:t>Consultas:</a:t>
              </a:r>
              <a:r>
                <a:rPr b="0" i="0" lang="en-US" sz="2500">
                  <a:solidFill>
                    <a:schemeClr val="dk1"/>
                  </a:solidFill>
                  <a:latin typeface="Corbel"/>
                  <a:ea typeface="Corbel"/>
                  <a:cs typeface="Corbel"/>
                  <a:sym typeface="Corbel"/>
                </a:rPr>
                <a:t> el usuario realiza preguntas específicas relacionadas con los datos y la BI extrae las respuestas de los conjuntos de datos.</a:t>
              </a:r>
              <a:endParaRPr sz="2500">
                <a:solidFill>
                  <a:schemeClr val="dk1"/>
                </a:solidFill>
                <a:latin typeface="Corbel"/>
                <a:ea typeface="Corbel"/>
                <a:cs typeface="Corbel"/>
                <a:sym typeface="Corbel"/>
              </a:endParaRPr>
            </a:p>
          </p:txBody>
        </p:sp>
        <p:sp>
          <p:nvSpPr>
            <p:cNvPr id="298" name="Google Shape;298;p27"/>
            <p:cNvSpPr/>
            <p:nvPr/>
          </p:nvSpPr>
          <p:spPr>
            <a:xfrm>
              <a:off x="0" y="4139780"/>
              <a:ext cx="15028070" cy="1655629"/>
            </a:xfrm>
            <a:prstGeom prst="roundRect">
              <a:avLst>
                <a:gd fmla="val 10000" name="adj"/>
              </a:avLst>
            </a:prstGeom>
            <a:solidFill>
              <a:srgbClr val="CBE2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27"/>
            <p:cNvSpPr/>
            <p:nvPr/>
          </p:nvSpPr>
          <p:spPr>
            <a:xfrm>
              <a:off x="500827" y="4512296"/>
              <a:ext cx="910596" cy="910596"/>
            </a:xfrm>
            <a:prstGeom prst="rect">
              <a:avLst/>
            </a:prstGeom>
            <a:blipFill rotWithShape="1">
              <a:blip r:embed="rId5">
                <a:alphaModFix/>
              </a:blip>
              <a:stretch>
                <a:fillRect b="0" l="0" r="0" t="0"/>
              </a:stretch>
            </a:blip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27"/>
            <p:cNvSpPr/>
            <p:nvPr/>
          </p:nvSpPr>
          <p:spPr>
            <a:xfrm>
              <a:off x="1912251" y="4139780"/>
              <a:ext cx="13115818" cy="1655629"/>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27"/>
            <p:cNvSpPr txBox="1"/>
            <p:nvPr/>
          </p:nvSpPr>
          <p:spPr>
            <a:xfrm>
              <a:off x="1912251" y="4139780"/>
              <a:ext cx="13115818" cy="1655629"/>
            </a:xfrm>
            <a:prstGeom prst="rect">
              <a:avLst/>
            </a:prstGeom>
            <a:noFill/>
            <a:ln>
              <a:noFill/>
            </a:ln>
          </p:spPr>
          <p:txBody>
            <a:bodyPr anchorCtr="0" anchor="ctr" bIns="175200" lIns="175200" spcFirstLastPara="1" rIns="175200" wrap="square" tIns="175200">
              <a:noAutofit/>
            </a:bodyPr>
            <a:lstStyle/>
            <a:p>
              <a:pPr indent="0" lvl="0" marL="0" marR="0" rtl="0" algn="l">
                <a:lnSpc>
                  <a:spcPct val="100000"/>
                </a:lnSpc>
                <a:spcBef>
                  <a:spcPts val="0"/>
                </a:spcBef>
                <a:spcAft>
                  <a:spcPts val="0"/>
                </a:spcAft>
                <a:buClr>
                  <a:schemeClr val="dk1"/>
                </a:buClr>
                <a:buSzPts val="2500"/>
                <a:buFont typeface="Corbel"/>
                <a:buNone/>
              </a:pPr>
              <a:r>
                <a:rPr b="1" i="0" lang="en-US" sz="2500">
                  <a:solidFill>
                    <a:schemeClr val="dk1"/>
                  </a:solidFill>
                  <a:latin typeface="Corbel"/>
                  <a:ea typeface="Corbel"/>
                  <a:cs typeface="Corbel"/>
                  <a:sym typeface="Corbel"/>
                </a:rPr>
                <a:t>Análisis estadístico:</a:t>
              </a:r>
              <a:r>
                <a:rPr b="0" i="0" lang="en-US" sz="2500">
                  <a:solidFill>
                    <a:schemeClr val="dk1"/>
                  </a:solidFill>
                  <a:latin typeface="Corbel"/>
                  <a:ea typeface="Corbel"/>
                  <a:cs typeface="Corbel"/>
                  <a:sym typeface="Corbel"/>
                </a:rPr>
                <a:t> a partir de los resultados de análisis descriptivos, se exploran aún más los datos a través de estadísticas, por ejemplo, para determinar cómo ocurrió una tendencia y por qué.</a:t>
              </a:r>
              <a:endParaRPr sz="2500">
                <a:solidFill>
                  <a:schemeClr val="dk1"/>
                </a:solidFill>
                <a:latin typeface="Corbel"/>
                <a:ea typeface="Corbel"/>
                <a:cs typeface="Corbel"/>
                <a:sym typeface="Corbel"/>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28"/>
          <p:cNvSpPr txBox="1"/>
          <p:nvPr>
            <p:ph type="title"/>
          </p:nvPr>
        </p:nvSpPr>
        <p:spPr>
          <a:xfrm>
            <a:off x="2226467" y="1028701"/>
            <a:ext cx="15028070" cy="2628899"/>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131416"/>
              </a:buClr>
              <a:buSzPts val="6000"/>
              <a:buFont typeface="Impact"/>
              <a:buNone/>
            </a:pPr>
            <a:r>
              <a:rPr lang="en-US">
                <a:solidFill>
                  <a:srgbClr val="131416"/>
                </a:solidFill>
                <a:latin typeface="Impact"/>
                <a:ea typeface="Impact"/>
                <a:cs typeface="Impact"/>
                <a:sym typeface="Impact"/>
              </a:rPr>
              <a:t>Combinaciones</a:t>
            </a:r>
            <a:endParaRPr/>
          </a:p>
        </p:txBody>
      </p:sp>
      <p:grpSp>
        <p:nvGrpSpPr>
          <p:cNvPr id="307" name="Google Shape;307;p28"/>
          <p:cNvGrpSpPr/>
          <p:nvPr/>
        </p:nvGrpSpPr>
        <p:grpSpPr>
          <a:xfrm>
            <a:off x="2226466" y="2758671"/>
            <a:ext cx="15028070" cy="5927405"/>
            <a:chOff x="0" y="723"/>
            <a:chExt cx="15028070" cy="5927405"/>
          </a:xfrm>
        </p:grpSpPr>
        <p:sp>
          <p:nvSpPr>
            <p:cNvPr id="308" name="Google Shape;308;p28"/>
            <p:cNvSpPr/>
            <p:nvPr/>
          </p:nvSpPr>
          <p:spPr>
            <a:xfrm>
              <a:off x="0" y="723"/>
              <a:ext cx="15028070" cy="1693544"/>
            </a:xfrm>
            <a:prstGeom prst="roundRect">
              <a:avLst>
                <a:gd fmla="val 10000" name="adj"/>
              </a:avLst>
            </a:prstGeom>
            <a:solidFill>
              <a:srgbClr val="CBE2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28"/>
            <p:cNvSpPr/>
            <p:nvPr/>
          </p:nvSpPr>
          <p:spPr>
            <a:xfrm>
              <a:off x="512297" y="381771"/>
              <a:ext cx="931449" cy="931449"/>
            </a:xfrm>
            <a:prstGeom prst="rect">
              <a:avLst/>
            </a:prstGeom>
            <a:blipFill rotWithShape="1">
              <a:blip r:embed="rId3">
                <a:alphaModFix/>
              </a:blip>
              <a:stretch>
                <a:fillRect b="0" l="0" r="0" t="0"/>
              </a:stretch>
            </a:blip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28"/>
            <p:cNvSpPr/>
            <p:nvPr/>
          </p:nvSpPr>
          <p:spPr>
            <a:xfrm>
              <a:off x="1956043" y="723"/>
              <a:ext cx="13072026" cy="1693544"/>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8"/>
            <p:cNvSpPr txBox="1"/>
            <p:nvPr/>
          </p:nvSpPr>
          <p:spPr>
            <a:xfrm>
              <a:off x="1956043" y="723"/>
              <a:ext cx="13072026" cy="1693544"/>
            </a:xfrm>
            <a:prstGeom prst="rect">
              <a:avLst/>
            </a:prstGeom>
            <a:noFill/>
            <a:ln>
              <a:noFill/>
            </a:ln>
          </p:spPr>
          <p:txBody>
            <a:bodyPr anchorCtr="0" anchor="ctr" bIns="179225" lIns="179225" spcFirstLastPara="1" rIns="179225" wrap="square" tIns="179225">
              <a:noAutofit/>
            </a:bodyPr>
            <a:lstStyle/>
            <a:p>
              <a:pPr indent="0" lvl="0" marL="0" marR="0" rtl="0" algn="l">
                <a:lnSpc>
                  <a:spcPct val="100000"/>
                </a:lnSpc>
                <a:spcBef>
                  <a:spcPts val="0"/>
                </a:spcBef>
                <a:spcAft>
                  <a:spcPts val="0"/>
                </a:spcAft>
                <a:buClr>
                  <a:schemeClr val="dk1"/>
                </a:buClr>
                <a:buSzPts val="2500"/>
                <a:buFont typeface="Corbel"/>
                <a:buNone/>
              </a:pPr>
              <a:r>
                <a:rPr b="1" i="0" lang="en-US" sz="2500">
                  <a:solidFill>
                    <a:schemeClr val="dk1"/>
                  </a:solidFill>
                  <a:latin typeface="Corbel"/>
                  <a:ea typeface="Corbel"/>
                  <a:cs typeface="Corbel"/>
                  <a:sym typeface="Corbel"/>
                </a:rPr>
                <a:t>Visualización de datos:</a:t>
              </a:r>
              <a:r>
                <a:rPr b="0" i="0" lang="en-US" sz="2500">
                  <a:solidFill>
                    <a:schemeClr val="dk1"/>
                  </a:solidFill>
                  <a:latin typeface="Corbel"/>
                  <a:ea typeface="Corbel"/>
                  <a:cs typeface="Corbel"/>
                  <a:sym typeface="Corbel"/>
                </a:rPr>
                <a:t> transformar el análisis de datos en representaciones visuales, como gráficos e histogramas, a fin de consumir más fácilmente los datos.</a:t>
              </a:r>
              <a:endParaRPr sz="2500">
                <a:solidFill>
                  <a:schemeClr val="dk1"/>
                </a:solidFill>
                <a:latin typeface="Corbel"/>
                <a:ea typeface="Corbel"/>
                <a:cs typeface="Corbel"/>
                <a:sym typeface="Corbel"/>
              </a:endParaRPr>
            </a:p>
          </p:txBody>
        </p:sp>
        <p:sp>
          <p:nvSpPr>
            <p:cNvPr id="312" name="Google Shape;312;p28"/>
            <p:cNvSpPr/>
            <p:nvPr/>
          </p:nvSpPr>
          <p:spPr>
            <a:xfrm>
              <a:off x="0" y="2117654"/>
              <a:ext cx="15028070" cy="1693544"/>
            </a:xfrm>
            <a:prstGeom prst="roundRect">
              <a:avLst>
                <a:gd fmla="val 10000" name="adj"/>
              </a:avLst>
            </a:prstGeom>
            <a:solidFill>
              <a:srgbClr val="CBE2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28"/>
            <p:cNvSpPr/>
            <p:nvPr/>
          </p:nvSpPr>
          <p:spPr>
            <a:xfrm>
              <a:off x="512297" y="2498701"/>
              <a:ext cx="931449" cy="931449"/>
            </a:xfrm>
            <a:prstGeom prst="rect">
              <a:avLst/>
            </a:prstGeom>
            <a:blipFill rotWithShape="1">
              <a:blip r:embed="rId4">
                <a:alphaModFix/>
              </a:blip>
              <a:stretch>
                <a:fillRect b="0" l="0" r="0" t="0"/>
              </a:stretch>
            </a:blip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28"/>
            <p:cNvSpPr/>
            <p:nvPr/>
          </p:nvSpPr>
          <p:spPr>
            <a:xfrm>
              <a:off x="1956043" y="2117654"/>
              <a:ext cx="13072026" cy="1693544"/>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28"/>
            <p:cNvSpPr txBox="1"/>
            <p:nvPr/>
          </p:nvSpPr>
          <p:spPr>
            <a:xfrm>
              <a:off x="1956043" y="2117654"/>
              <a:ext cx="13072026" cy="1693544"/>
            </a:xfrm>
            <a:prstGeom prst="rect">
              <a:avLst/>
            </a:prstGeom>
            <a:noFill/>
            <a:ln>
              <a:noFill/>
            </a:ln>
          </p:spPr>
          <p:txBody>
            <a:bodyPr anchorCtr="0" anchor="ctr" bIns="179225" lIns="179225" spcFirstLastPara="1" rIns="179225" wrap="square" tIns="179225">
              <a:noAutofit/>
            </a:bodyPr>
            <a:lstStyle/>
            <a:p>
              <a:pPr indent="0" lvl="0" marL="0" marR="0" rtl="0" algn="l">
                <a:lnSpc>
                  <a:spcPct val="100000"/>
                </a:lnSpc>
                <a:spcBef>
                  <a:spcPts val="0"/>
                </a:spcBef>
                <a:spcAft>
                  <a:spcPts val="0"/>
                </a:spcAft>
                <a:buClr>
                  <a:schemeClr val="dk1"/>
                </a:buClr>
                <a:buSzPts val="2500"/>
                <a:buFont typeface="Corbel"/>
                <a:buNone/>
              </a:pPr>
              <a:r>
                <a:rPr b="1" i="0" lang="en-US" sz="2500">
                  <a:solidFill>
                    <a:schemeClr val="dk1"/>
                  </a:solidFill>
                  <a:latin typeface="Corbel"/>
                  <a:ea typeface="Corbel"/>
                  <a:cs typeface="Corbel"/>
                  <a:sym typeface="Corbel"/>
                </a:rPr>
                <a:t>Análisis visual:</a:t>
              </a:r>
              <a:r>
                <a:rPr b="0" i="0" lang="en-US" sz="2500">
                  <a:solidFill>
                    <a:schemeClr val="dk1"/>
                  </a:solidFill>
                  <a:latin typeface="Corbel"/>
                  <a:ea typeface="Corbel"/>
                  <a:cs typeface="Corbel"/>
                  <a:sym typeface="Corbel"/>
                </a:rPr>
                <a:t> explorar los datos a través de la narración visual de historias para compartir información sobre la marcha y permanecer en el flujo de análisis.</a:t>
              </a:r>
              <a:endParaRPr sz="2500">
                <a:solidFill>
                  <a:schemeClr val="dk1"/>
                </a:solidFill>
                <a:latin typeface="Corbel"/>
                <a:ea typeface="Corbel"/>
                <a:cs typeface="Corbel"/>
                <a:sym typeface="Corbel"/>
              </a:endParaRPr>
            </a:p>
          </p:txBody>
        </p:sp>
        <p:sp>
          <p:nvSpPr>
            <p:cNvPr id="316" name="Google Shape;316;p28"/>
            <p:cNvSpPr/>
            <p:nvPr/>
          </p:nvSpPr>
          <p:spPr>
            <a:xfrm>
              <a:off x="0" y="4234584"/>
              <a:ext cx="15028070" cy="1693544"/>
            </a:xfrm>
            <a:prstGeom prst="roundRect">
              <a:avLst>
                <a:gd fmla="val 10000" name="adj"/>
              </a:avLst>
            </a:prstGeom>
            <a:solidFill>
              <a:srgbClr val="CBE2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28"/>
            <p:cNvSpPr/>
            <p:nvPr/>
          </p:nvSpPr>
          <p:spPr>
            <a:xfrm>
              <a:off x="512297" y="4615632"/>
              <a:ext cx="931449" cy="931449"/>
            </a:xfrm>
            <a:prstGeom prst="rect">
              <a:avLst/>
            </a:prstGeom>
            <a:blipFill rotWithShape="1">
              <a:blip r:embed="rId5">
                <a:alphaModFix/>
              </a:blip>
              <a:stretch>
                <a:fillRect b="0" l="0" r="0" t="0"/>
              </a:stretch>
            </a:blip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28"/>
            <p:cNvSpPr/>
            <p:nvPr/>
          </p:nvSpPr>
          <p:spPr>
            <a:xfrm>
              <a:off x="1956043" y="4234584"/>
              <a:ext cx="13072026" cy="1693544"/>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28"/>
            <p:cNvSpPr txBox="1"/>
            <p:nvPr/>
          </p:nvSpPr>
          <p:spPr>
            <a:xfrm>
              <a:off x="1956043" y="4234584"/>
              <a:ext cx="13072026" cy="1693544"/>
            </a:xfrm>
            <a:prstGeom prst="rect">
              <a:avLst/>
            </a:prstGeom>
            <a:noFill/>
            <a:ln>
              <a:noFill/>
            </a:ln>
          </p:spPr>
          <p:txBody>
            <a:bodyPr anchorCtr="0" anchor="ctr" bIns="179225" lIns="179225" spcFirstLastPara="1" rIns="179225" wrap="square" tIns="179225">
              <a:noAutofit/>
            </a:bodyPr>
            <a:lstStyle/>
            <a:p>
              <a:pPr indent="0" lvl="0" marL="0" marR="0" rtl="0" algn="l">
                <a:lnSpc>
                  <a:spcPct val="100000"/>
                </a:lnSpc>
                <a:spcBef>
                  <a:spcPts val="0"/>
                </a:spcBef>
                <a:spcAft>
                  <a:spcPts val="0"/>
                </a:spcAft>
                <a:buClr>
                  <a:schemeClr val="dk1"/>
                </a:buClr>
                <a:buSzPts val="2500"/>
                <a:buFont typeface="Corbel"/>
                <a:buNone/>
              </a:pPr>
              <a:r>
                <a:rPr b="1" i="0" lang="en-US" sz="2500">
                  <a:solidFill>
                    <a:schemeClr val="dk1"/>
                  </a:solidFill>
                  <a:latin typeface="Corbel"/>
                  <a:ea typeface="Corbel"/>
                  <a:cs typeface="Corbel"/>
                  <a:sym typeface="Corbel"/>
                </a:rPr>
                <a:t>Preparación de datos:</a:t>
              </a:r>
              <a:r>
                <a:rPr b="0" i="0" lang="en-US" sz="2500">
                  <a:solidFill>
                    <a:schemeClr val="dk1"/>
                  </a:solidFill>
                  <a:latin typeface="Corbel"/>
                  <a:ea typeface="Corbel"/>
                  <a:cs typeface="Corbel"/>
                  <a:sym typeface="Corbel"/>
                </a:rPr>
                <a:t> recopilar varias fuentes de datos, identificar las dimensiones y las medidas y preparar los datos para el análisis.</a:t>
              </a:r>
              <a:endParaRPr sz="2500">
                <a:solidFill>
                  <a:schemeClr val="dk1"/>
                </a:solidFill>
                <a:latin typeface="Corbel"/>
                <a:ea typeface="Corbel"/>
                <a:cs typeface="Corbel"/>
                <a:sym typeface="Corbel"/>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E9EAEA"/>
            </a:gs>
            <a:gs pos="100000">
              <a:srgbClr val="A3A5A6"/>
            </a:gs>
          </a:gsLst>
          <a:lin ang="5400000" scaled="0"/>
        </a:gradFill>
      </p:bgPr>
    </p:bg>
    <p:spTree>
      <p:nvGrpSpPr>
        <p:cNvPr id="323" name="Shape 323"/>
        <p:cNvGrpSpPr/>
        <p:nvPr/>
      </p:nvGrpSpPr>
      <p:grpSpPr>
        <a:xfrm>
          <a:off x="0" y="0"/>
          <a:ext cx="0" cy="0"/>
          <a:chOff x="0" y="0"/>
          <a:chExt cx="0" cy="0"/>
        </a:xfrm>
      </p:grpSpPr>
      <p:sp>
        <p:nvSpPr>
          <p:cNvPr id="324" name="Google Shape;324;p29"/>
          <p:cNvSpPr txBox="1"/>
          <p:nvPr>
            <p:ph type="title"/>
          </p:nvPr>
        </p:nvSpPr>
        <p:spPr>
          <a:xfrm>
            <a:off x="2641059" y="1028700"/>
            <a:ext cx="14613477" cy="262889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6000"/>
              <a:buFont typeface="Impact"/>
              <a:buNone/>
            </a:pPr>
            <a:r>
              <a:rPr i="0" lang="en-US" u="none" cap="none" strike="noStrike">
                <a:latin typeface="Impact"/>
                <a:ea typeface="Impact"/>
                <a:cs typeface="Impact"/>
                <a:sym typeface="Impact"/>
              </a:rPr>
              <a:t>Niveles de madurez analítica</a:t>
            </a:r>
            <a:endParaRPr/>
          </a:p>
        </p:txBody>
      </p:sp>
      <p:grpSp>
        <p:nvGrpSpPr>
          <p:cNvPr id="325" name="Google Shape;325;p29"/>
          <p:cNvGrpSpPr/>
          <p:nvPr/>
        </p:nvGrpSpPr>
        <p:grpSpPr>
          <a:xfrm>
            <a:off x="2641057" y="4064034"/>
            <a:ext cx="14613479" cy="4600573"/>
            <a:chOff x="0" y="22191"/>
            <a:chExt cx="14613479" cy="4600573"/>
          </a:xfrm>
        </p:grpSpPr>
        <p:sp>
          <p:nvSpPr>
            <p:cNvPr id="326" name="Google Shape;326;p29"/>
            <p:cNvSpPr/>
            <p:nvPr/>
          </p:nvSpPr>
          <p:spPr>
            <a:xfrm>
              <a:off x="0" y="22191"/>
              <a:ext cx="14613479" cy="839474"/>
            </a:xfrm>
            <a:prstGeom prst="roundRect">
              <a:avLst>
                <a:gd fmla="val 16667" name="adj"/>
              </a:avLst>
            </a:prstGeom>
            <a:solidFill>
              <a:schemeClr val="dk2"/>
            </a:solidFill>
            <a:ln cap="rnd" cmpd="sng" w="158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29"/>
            <p:cNvSpPr txBox="1"/>
            <p:nvPr/>
          </p:nvSpPr>
          <p:spPr>
            <a:xfrm>
              <a:off x="40980" y="63171"/>
              <a:ext cx="14531519" cy="757514"/>
            </a:xfrm>
            <a:prstGeom prst="rect">
              <a:avLst/>
            </a:prstGeom>
            <a:noFill/>
            <a:ln>
              <a:noFill/>
            </a:ln>
          </p:spPr>
          <p:txBody>
            <a:bodyPr anchorCtr="0" anchor="ctr" bIns="133350" lIns="133350" spcFirstLastPara="1" rIns="133350" wrap="square" tIns="133350">
              <a:noAutofit/>
            </a:bodyPr>
            <a:lstStyle/>
            <a:p>
              <a:pPr indent="0" lvl="0" marL="0" marR="0" rtl="0" algn="l">
                <a:lnSpc>
                  <a:spcPct val="90000"/>
                </a:lnSpc>
                <a:spcBef>
                  <a:spcPts val="0"/>
                </a:spcBef>
                <a:spcAft>
                  <a:spcPts val="0"/>
                </a:spcAft>
                <a:buClr>
                  <a:schemeClr val="lt1"/>
                </a:buClr>
                <a:buSzPts val="3500"/>
                <a:buFont typeface="Corbel"/>
                <a:buNone/>
              </a:pPr>
              <a:r>
                <a:rPr lang="en-US" sz="3500">
                  <a:solidFill>
                    <a:schemeClr val="lt1"/>
                  </a:solidFill>
                  <a:latin typeface="Corbel"/>
                  <a:ea typeface="Corbel"/>
                  <a:cs typeface="Corbel"/>
                  <a:sym typeface="Corbel"/>
                </a:rPr>
                <a:t>Principiante analítico</a:t>
              </a:r>
              <a:endParaRPr sz="3500">
                <a:solidFill>
                  <a:schemeClr val="lt1"/>
                </a:solidFill>
                <a:latin typeface="Corbel"/>
                <a:ea typeface="Corbel"/>
                <a:cs typeface="Corbel"/>
                <a:sym typeface="Corbel"/>
              </a:endParaRPr>
            </a:p>
          </p:txBody>
        </p:sp>
        <p:sp>
          <p:nvSpPr>
            <p:cNvPr id="328" name="Google Shape;328;p29"/>
            <p:cNvSpPr/>
            <p:nvPr/>
          </p:nvSpPr>
          <p:spPr>
            <a:xfrm>
              <a:off x="0" y="962466"/>
              <a:ext cx="14613479" cy="839474"/>
            </a:xfrm>
            <a:prstGeom prst="roundRect">
              <a:avLst>
                <a:gd fmla="val 16667" name="adj"/>
              </a:avLst>
            </a:prstGeom>
            <a:solidFill>
              <a:schemeClr val="dk2"/>
            </a:solidFill>
            <a:ln cap="rnd" cmpd="sng" w="158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29"/>
            <p:cNvSpPr txBox="1"/>
            <p:nvPr/>
          </p:nvSpPr>
          <p:spPr>
            <a:xfrm>
              <a:off x="40980" y="1003446"/>
              <a:ext cx="14531519" cy="757514"/>
            </a:xfrm>
            <a:prstGeom prst="rect">
              <a:avLst/>
            </a:prstGeom>
            <a:noFill/>
            <a:ln>
              <a:noFill/>
            </a:ln>
          </p:spPr>
          <p:txBody>
            <a:bodyPr anchorCtr="0" anchor="ctr" bIns="133350" lIns="133350" spcFirstLastPara="1" rIns="133350" wrap="square" tIns="133350">
              <a:noAutofit/>
            </a:bodyPr>
            <a:lstStyle/>
            <a:p>
              <a:pPr indent="0" lvl="0" marL="0" marR="0" rtl="0" algn="l">
                <a:lnSpc>
                  <a:spcPct val="90000"/>
                </a:lnSpc>
                <a:spcBef>
                  <a:spcPts val="0"/>
                </a:spcBef>
                <a:spcAft>
                  <a:spcPts val="0"/>
                </a:spcAft>
                <a:buClr>
                  <a:schemeClr val="lt1"/>
                </a:buClr>
                <a:buSzPts val="3500"/>
                <a:buFont typeface="Corbel"/>
                <a:buNone/>
              </a:pPr>
              <a:r>
                <a:rPr lang="en-US" sz="3500">
                  <a:solidFill>
                    <a:schemeClr val="lt1"/>
                  </a:solidFill>
                  <a:latin typeface="Corbel"/>
                  <a:ea typeface="Corbel"/>
                  <a:cs typeface="Corbel"/>
                  <a:sym typeface="Corbel"/>
                </a:rPr>
                <a:t>Analítica localizada</a:t>
              </a:r>
              <a:endParaRPr sz="3500">
                <a:solidFill>
                  <a:schemeClr val="lt1"/>
                </a:solidFill>
                <a:latin typeface="Corbel"/>
                <a:ea typeface="Corbel"/>
                <a:cs typeface="Corbel"/>
                <a:sym typeface="Corbel"/>
              </a:endParaRPr>
            </a:p>
          </p:txBody>
        </p:sp>
        <p:sp>
          <p:nvSpPr>
            <p:cNvPr id="330" name="Google Shape;330;p29"/>
            <p:cNvSpPr/>
            <p:nvPr/>
          </p:nvSpPr>
          <p:spPr>
            <a:xfrm>
              <a:off x="0" y="1902741"/>
              <a:ext cx="14613479" cy="839474"/>
            </a:xfrm>
            <a:prstGeom prst="roundRect">
              <a:avLst>
                <a:gd fmla="val 16667" name="adj"/>
              </a:avLst>
            </a:prstGeom>
            <a:solidFill>
              <a:schemeClr val="dk2"/>
            </a:solidFill>
            <a:ln cap="rnd" cmpd="sng" w="158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29"/>
            <p:cNvSpPr txBox="1"/>
            <p:nvPr/>
          </p:nvSpPr>
          <p:spPr>
            <a:xfrm>
              <a:off x="40980" y="1943721"/>
              <a:ext cx="14531519" cy="757514"/>
            </a:xfrm>
            <a:prstGeom prst="rect">
              <a:avLst/>
            </a:prstGeom>
            <a:noFill/>
            <a:ln>
              <a:noFill/>
            </a:ln>
          </p:spPr>
          <p:txBody>
            <a:bodyPr anchorCtr="0" anchor="ctr" bIns="133350" lIns="133350" spcFirstLastPara="1" rIns="133350" wrap="square" tIns="133350">
              <a:noAutofit/>
            </a:bodyPr>
            <a:lstStyle/>
            <a:p>
              <a:pPr indent="0" lvl="0" marL="0" marR="0" rtl="0" algn="l">
                <a:lnSpc>
                  <a:spcPct val="90000"/>
                </a:lnSpc>
                <a:spcBef>
                  <a:spcPts val="0"/>
                </a:spcBef>
                <a:spcAft>
                  <a:spcPts val="0"/>
                </a:spcAft>
                <a:buClr>
                  <a:schemeClr val="lt1"/>
                </a:buClr>
                <a:buSzPts val="3500"/>
                <a:buFont typeface="Corbel"/>
                <a:buNone/>
              </a:pPr>
              <a:r>
                <a:rPr lang="en-US" sz="3500">
                  <a:solidFill>
                    <a:schemeClr val="lt1"/>
                  </a:solidFill>
                  <a:latin typeface="Corbel"/>
                  <a:ea typeface="Corbel"/>
                  <a:cs typeface="Corbel"/>
                  <a:sym typeface="Corbel"/>
                </a:rPr>
                <a:t>Aspiraciones analíticas</a:t>
              </a:r>
              <a:endParaRPr sz="3500">
                <a:solidFill>
                  <a:schemeClr val="lt1"/>
                </a:solidFill>
                <a:latin typeface="Corbel"/>
                <a:ea typeface="Corbel"/>
                <a:cs typeface="Corbel"/>
                <a:sym typeface="Corbel"/>
              </a:endParaRPr>
            </a:p>
          </p:txBody>
        </p:sp>
        <p:sp>
          <p:nvSpPr>
            <p:cNvPr id="332" name="Google Shape;332;p29"/>
            <p:cNvSpPr/>
            <p:nvPr/>
          </p:nvSpPr>
          <p:spPr>
            <a:xfrm>
              <a:off x="0" y="2843015"/>
              <a:ext cx="14613479" cy="839474"/>
            </a:xfrm>
            <a:prstGeom prst="roundRect">
              <a:avLst>
                <a:gd fmla="val 16667" name="adj"/>
              </a:avLst>
            </a:prstGeom>
            <a:solidFill>
              <a:schemeClr val="dk2"/>
            </a:solidFill>
            <a:ln cap="rnd" cmpd="sng" w="158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29"/>
            <p:cNvSpPr txBox="1"/>
            <p:nvPr/>
          </p:nvSpPr>
          <p:spPr>
            <a:xfrm>
              <a:off x="40980" y="2883995"/>
              <a:ext cx="14531519" cy="757514"/>
            </a:xfrm>
            <a:prstGeom prst="rect">
              <a:avLst/>
            </a:prstGeom>
            <a:noFill/>
            <a:ln>
              <a:noFill/>
            </a:ln>
          </p:spPr>
          <p:txBody>
            <a:bodyPr anchorCtr="0" anchor="ctr" bIns="133350" lIns="133350" spcFirstLastPara="1" rIns="133350" wrap="square" tIns="133350">
              <a:noAutofit/>
            </a:bodyPr>
            <a:lstStyle/>
            <a:p>
              <a:pPr indent="0" lvl="0" marL="0" marR="0" rtl="0" algn="l">
                <a:lnSpc>
                  <a:spcPct val="90000"/>
                </a:lnSpc>
                <a:spcBef>
                  <a:spcPts val="0"/>
                </a:spcBef>
                <a:spcAft>
                  <a:spcPts val="0"/>
                </a:spcAft>
                <a:buClr>
                  <a:schemeClr val="lt1"/>
                </a:buClr>
                <a:buSzPts val="3500"/>
                <a:buFont typeface="Corbel"/>
                <a:buNone/>
              </a:pPr>
              <a:r>
                <a:rPr lang="en-US" sz="3500">
                  <a:solidFill>
                    <a:schemeClr val="lt1"/>
                  </a:solidFill>
                  <a:latin typeface="Corbel"/>
                  <a:ea typeface="Corbel"/>
                  <a:cs typeface="Corbel"/>
                  <a:sym typeface="Corbel"/>
                </a:rPr>
                <a:t>Empresas analíticas</a:t>
              </a:r>
              <a:endParaRPr sz="3500">
                <a:solidFill>
                  <a:schemeClr val="lt1"/>
                </a:solidFill>
                <a:latin typeface="Corbel"/>
                <a:ea typeface="Corbel"/>
                <a:cs typeface="Corbel"/>
                <a:sym typeface="Corbel"/>
              </a:endParaRPr>
            </a:p>
          </p:txBody>
        </p:sp>
        <p:sp>
          <p:nvSpPr>
            <p:cNvPr id="334" name="Google Shape;334;p29"/>
            <p:cNvSpPr/>
            <p:nvPr/>
          </p:nvSpPr>
          <p:spPr>
            <a:xfrm>
              <a:off x="0" y="3783290"/>
              <a:ext cx="14613479" cy="839474"/>
            </a:xfrm>
            <a:prstGeom prst="roundRect">
              <a:avLst>
                <a:gd fmla="val 16667" name="adj"/>
              </a:avLst>
            </a:prstGeom>
            <a:solidFill>
              <a:schemeClr val="dk2"/>
            </a:solidFill>
            <a:ln cap="rnd" cmpd="sng" w="158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29"/>
            <p:cNvSpPr txBox="1"/>
            <p:nvPr/>
          </p:nvSpPr>
          <p:spPr>
            <a:xfrm>
              <a:off x="40980" y="3824270"/>
              <a:ext cx="14531519" cy="757514"/>
            </a:xfrm>
            <a:prstGeom prst="rect">
              <a:avLst/>
            </a:prstGeom>
            <a:noFill/>
            <a:ln>
              <a:noFill/>
            </a:ln>
          </p:spPr>
          <p:txBody>
            <a:bodyPr anchorCtr="0" anchor="ctr" bIns="133350" lIns="133350" spcFirstLastPara="1" rIns="133350" wrap="square" tIns="133350">
              <a:noAutofit/>
            </a:bodyPr>
            <a:lstStyle/>
            <a:p>
              <a:pPr indent="0" lvl="0" marL="0" marR="0" rtl="0" algn="l">
                <a:lnSpc>
                  <a:spcPct val="90000"/>
                </a:lnSpc>
                <a:spcBef>
                  <a:spcPts val="0"/>
                </a:spcBef>
                <a:spcAft>
                  <a:spcPts val="0"/>
                </a:spcAft>
                <a:buClr>
                  <a:schemeClr val="lt1"/>
                </a:buClr>
                <a:buSzPts val="3500"/>
                <a:buFont typeface="Corbel"/>
                <a:buNone/>
              </a:pPr>
              <a:r>
                <a:rPr lang="en-US" sz="3500">
                  <a:solidFill>
                    <a:schemeClr val="lt1"/>
                  </a:solidFill>
                  <a:latin typeface="Corbel"/>
                  <a:ea typeface="Corbel"/>
                  <a:cs typeface="Corbel"/>
                  <a:sym typeface="Corbel"/>
                </a:rPr>
                <a:t>Competidores analíticos</a:t>
              </a:r>
              <a:endParaRPr sz="3500">
                <a:solidFill>
                  <a:schemeClr val="lt1"/>
                </a:solidFill>
                <a:latin typeface="Corbel"/>
                <a:ea typeface="Corbel"/>
                <a:cs typeface="Corbel"/>
                <a:sym typeface="Corbel"/>
              </a:endParaRPr>
            </a:p>
          </p:txBody>
        </p:sp>
      </p:grpSp>
    </p:spTree>
  </p:cSld>
  <p:clrMapOvr>
    <a:masterClrMapping/>
  </p:clrMapOvr>
  <mc:AlternateContent>
    <mc:Choice Requires="p14">
      <p:transition spd="slow" p14:dur="1300">
        <p14:pan dir="u"/>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339" name="Shape 339"/>
        <p:cNvGrpSpPr/>
        <p:nvPr/>
      </p:nvGrpSpPr>
      <p:grpSpPr>
        <a:xfrm>
          <a:off x="0" y="0"/>
          <a:ext cx="0" cy="0"/>
          <a:chOff x="0" y="0"/>
          <a:chExt cx="0" cy="0"/>
        </a:xfrm>
      </p:grpSpPr>
      <p:sp>
        <p:nvSpPr>
          <p:cNvPr id="340" name="Google Shape;340;p30"/>
          <p:cNvSpPr/>
          <p:nvPr/>
        </p:nvSpPr>
        <p:spPr>
          <a:xfrm>
            <a:off x="0" y="0"/>
            <a:ext cx="18288000" cy="10287000"/>
          </a:xfrm>
          <a:prstGeom prst="rect">
            <a:avLst/>
          </a:prstGeom>
          <a:solidFill>
            <a:srgbClr val="3F3F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grpSp>
        <p:nvGrpSpPr>
          <p:cNvPr id="341" name="Google Shape;341;p30"/>
          <p:cNvGrpSpPr/>
          <p:nvPr/>
        </p:nvGrpSpPr>
        <p:grpSpPr>
          <a:xfrm>
            <a:off x="1631183" y="0"/>
            <a:ext cx="7522369" cy="10294145"/>
            <a:chOff x="2928938" y="-4763"/>
            <a:chExt cx="5014912" cy="6862763"/>
          </a:xfrm>
        </p:grpSpPr>
        <p:sp>
          <p:nvSpPr>
            <p:cNvPr id="342" name="Google Shape;342;p30"/>
            <p:cNvSpPr/>
            <p:nvPr/>
          </p:nvSpPr>
          <p:spPr>
            <a:xfrm>
              <a:off x="3367088" y="-4763"/>
              <a:ext cx="1063625" cy="2782888"/>
            </a:xfrm>
            <a:custGeom>
              <a:rect b="b" l="l" r="r" t="t"/>
              <a:pathLst>
                <a:path extrusionOk="0" h="1753" w="670">
                  <a:moveTo>
                    <a:pt x="0" y="1696"/>
                  </a:moveTo>
                  <a:lnTo>
                    <a:pt x="225" y="1753"/>
                  </a:lnTo>
                  <a:lnTo>
                    <a:pt x="670" y="0"/>
                  </a:lnTo>
                  <a:lnTo>
                    <a:pt x="430" y="0"/>
                  </a:lnTo>
                  <a:lnTo>
                    <a:pt x="0" y="1696"/>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343" name="Google Shape;343;p30"/>
            <p:cNvSpPr/>
            <p:nvPr/>
          </p:nvSpPr>
          <p:spPr>
            <a:xfrm>
              <a:off x="2928938" y="-4763"/>
              <a:ext cx="1035050" cy="2673350"/>
            </a:xfrm>
            <a:custGeom>
              <a:rect b="b" l="l" r="r" t="t"/>
              <a:pathLst>
                <a:path extrusionOk="0" h="1684" w="652">
                  <a:moveTo>
                    <a:pt x="225" y="1684"/>
                  </a:moveTo>
                  <a:lnTo>
                    <a:pt x="652" y="0"/>
                  </a:lnTo>
                  <a:lnTo>
                    <a:pt x="411" y="0"/>
                  </a:lnTo>
                  <a:lnTo>
                    <a:pt x="0" y="1627"/>
                  </a:lnTo>
                  <a:lnTo>
                    <a:pt x="219" y="1681"/>
                  </a:lnTo>
                  <a:lnTo>
                    <a:pt x="225" y="1684"/>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344" name="Google Shape;344;p30"/>
            <p:cNvSpPr/>
            <p:nvPr/>
          </p:nvSpPr>
          <p:spPr>
            <a:xfrm>
              <a:off x="2928938" y="2582862"/>
              <a:ext cx="2693987" cy="4275138"/>
            </a:xfrm>
            <a:custGeom>
              <a:rect b="b" l="l" r="r" t="t"/>
              <a:pathLst>
                <a:path extrusionOk="0" h="2693" w="1697">
                  <a:moveTo>
                    <a:pt x="0" y="0"/>
                  </a:moveTo>
                  <a:lnTo>
                    <a:pt x="1622" y="2693"/>
                  </a:lnTo>
                  <a:lnTo>
                    <a:pt x="1697" y="2693"/>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345" name="Google Shape;345;p30"/>
            <p:cNvSpPr/>
            <p:nvPr/>
          </p:nvSpPr>
          <p:spPr>
            <a:xfrm>
              <a:off x="3371850" y="2692400"/>
              <a:ext cx="3332162" cy="4165600"/>
            </a:xfrm>
            <a:custGeom>
              <a:rect b="b" l="l" r="r" t="t"/>
              <a:pathLst>
                <a:path extrusionOk="0" h="2624" w="2099">
                  <a:moveTo>
                    <a:pt x="2099" y="2624"/>
                  </a:moveTo>
                  <a:lnTo>
                    <a:pt x="0" y="0"/>
                  </a:lnTo>
                  <a:lnTo>
                    <a:pt x="2021" y="2624"/>
                  </a:lnTo>
                  <a:lnTo>
                    <a:pt x="2099" y="2624"/>
                  </a:lnTo>
                  <a:close/>
                </a:path>
              </a:pathLst>
            </a:custGeom>
            <a:solidFill>
              <a:srgbClr val="0B59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346" name="Google Shape;346;p30"/>
            <p:cNvSpPr/>
            <p:nvPr/>
          </p:nvSpPr>
          <p:spPr>
            <a:xfrm>
              <a:off x="3367088" y="2687637"/>
              <a:ext cx="4576762" cy="4170363"/>
            </a:xfrm>
            <a:custGeom>
              <a:rect b="b" l="l" r="r" t="t"/>
              <a:pathLst>
                <a:path extrusionOk="0" h="2627" w="2883">
                  <a:moveTo>
                    <a:pt x="0" y="0"/>
                  </a:moveTo>
                  <a:lnTo>
                    <a:pt x="3" y="3"/>
                  </a:lnTo>
                  <a:lnTo>
                    <a:pt x="2102" y="2627"/>
                  </a:lnTo>
                  <a:lnTo>
                    <a:pt x="2883" y="2627"/>
                  </a:lnTo>
                  <a:lnTo>
                    <a:pt x="225" y="57"/>
                  </a:lnTo>
                  <a:lnTo>
                    <a:pt x="0" y="0"/>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347" name="Google Shape;347;p30"/>
            <p:cNvSpPr/>
            <p:nvPr/>
          </p:nvSpPr>
          <p:spPr>
            <a:xfrm>
              <a:off x="2928938" y="2578100"/>
              <a:ext cx="3584575" cy="4279900"/>
            </a:xfrm>
            <a:custGeom>
              <a:rect b="b" l="l" r="r" t="t"/>
              <a:pathLst>
                <a:path extrusionOk="0" h="2696" w="2258">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grpSp>
      <p:sp>
        <p:nvSpPr>
          <p:cNvPr id="348" name="Google Shape;348;p30"/>
          <p:cNvSpPr/>
          <p:nvPr/>
        </p:nvSpPr>
        <p:spPr>
          <a:xfrm>
            <a:off x="973393" y="1001712"/>
            <a:ext cx="16341213" cy="8370888"/>
          </a:xfrm>
          <a:prstGeom prst="rect">
            <a:avLst/>
          </a:prstGeom>
          <a:solidFill>
            <a:schemeClr val="dk2"/>
          </a:solidFill>
          <a:ln cap="sq" cmpd="sng" w="9525">
            <a:solidFill>
              <a:schemeClr val="dk1"/>
            </a:solidFill>
            <a:prstDash val="solid"/>
            <a:miter lim="800000"/>
            <a:headEnd len="sm" w="sm" type="none"/>
            <a:tailEnd len="sm" w="sm" type="none"/>
          </a:ln>
          <a:effectLst>
            <a:outerShdw blurRad="63500" rotWithShape="0" algn="ctr">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349" name="Google Shape;349;p30"/>
          <p:cNvSpPr txBox="1"/>
          <p:nvPr>
            <p:ph type="title"/>
          </p:nvPr>
        </p:nvSpPr>
        <p:spPr>
          <a:xfrm>
            <a:off x="1784553" y="1892808"/>
            <a:ext cx="4718304" cy="6501384"/>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Clr>
                <a:schemeClr val="lt1"/>
              </a:buClr>
              <a:buSzPts val="5400"/>
              <a:buFont typeface="Impact"/>
              <a:buNone/>
            </a:pPr>
            <a:r>
              <a:rPr i="0" lang="en-US" sz="5400" u="none" cap="none" strike="noStrike">
                <a:latin typeface="Impact"/>
                <a:ea typeface="Impact"/>
                <a:cs typeface="Impact"/>
                <a:sym typeface="Impact"/>
              </a:rPr>
              <a:t>Principiante analítico</a:t>
            </a:r>
            <a:endParaRPr/>
          </a:p>
        </p:txBody>
      </p:sp>
      <p:cxnSp>
        <p:nvCxnSpPr>
          <p:cNvPr id="350" name="Google Shape;350;p30"/>
          <p:cNvCxnSpPr/>
          <p:nvPr/>
        </p:nvCxnSpPr>
        <p:spPr>
          <a:xfrm>
            <a:off x="6981442" y="2880360"/>
            <a:ext cx="0" cy="4526280"/>
          </a:xfrm>
          <a:prstGeom prst="straightConnector1">
            <a:avLst/>
          </a:prstGeom>
          <a:noFill/>
          <a:ln cap="flat" cmpd="sng" w="15875">
            <a:solidFill>
              <a:schemeClr val="lt1"/>
            </a:solidFill>
            <a:prstDash val="solid"/>
            <a:round/>
            <a:headEnd len="sm" w="sm" type="none"/>
            <a:tailEnd len="sm" w="sm" type="none"/>
          </a:ln>
        </p:spPr>
      </p:cxnSp>
      <p:sp>
        <p:nvSpPr>
          <p:cNvPr id="351" name="Google Shape;351;p30"/>
          <p:cNvSpPr txBox="1"/>
          <p:nvPr>
            <p:ph idx="1" type="body"/>
          </p:nvPr>
        </p:nvSpPr>
        <p:spPr>
          <a:xfrm>
            <a:off x="7511898" y="1892809"/>
            <a:ext cx="8926519" cy="6674133"/>
          </a:xfrm>
          <a:prstGeom prst="rect">
            <a:avLst/>
          </a:prstGeom>
          <a:noFill/>
          <a:ln>
            <a:noFill/>
          </a:ln>
        </p:spPr>
        <p:txBody>
          <a:bodyPr anchorCtr="0" anchor="ctr" bIns="45700" lIns="91425" spcFirstLastPara="1" rIns="91425" wrap="square" tIns="45700">
            <a:normAutofit/>
          </a:bodyPr>
          <a:lstStyle/>
          <a:p>
            <a:pPr indent="-428625" lvl="0" marL="428625" rtl="0" algn="l">
              <a:spcBef>
                <a:spcPts val="0"/>
              </a:spcBef>
              <a:spcAft>
                <a:spcPts val="0"/>
              </a:spcAft>
              <a:buSzPts val="4350"/>
              <a:buChar char="•"/>
            </a:pPr>
            <a:r>
              <a:rPr lang="en-US" sz="3000">
                <a:latin typeface="Open Sans"/>
                <a:ea typeface="Open Sans"/>
                <a:cs typeface="Open Sans"/>
                <a:sym typeface="Open Sans"/>
              </a:rPr>
              <a:t>La empresa o negocio está empezando a utilizar la analítica (ya llevan un tiempo en el mercado), se basa puramente en instinto y generación de informes estadísticos.</a:t>
            </a:r>
            <a:endParaRPr sz="3000"/>
          </a:p>
        </p:txBody>
      </p:sp>
      <p:sp>
        <p:nvSpPr>
          <p:cNvPr id="352" name="Google Shape;352;p30"/>
          <p:cNvSpPr/>
          <p:nvPr/>
        </p:nvSpPr>
        <p:spPr>
          <a:xfrm>
            <a:off x="13618017" y="5687699"/>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353" name="Google Shape;353;p30"/>
          <p:cNvSpPr txBox="1"/>
          <p:nvPr/>
        </p:nvSpPr>
        <p:spPr>
          <a:xfrm>
            <a:off x="14077189" y="6358080"/>
            <a:ext cx="3830520" cy="347172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131416"/>
              </a:buClr>
              <a:buSzPts val="2014"/>
              <a:buFont typeface="Open Sans"/>
              <a:buNone/>
            </a:pPr>
            <a:r>
              <a:rPr b="1" i="0" lang="en-US" sz="2014" u="none" cap="none" strike="noStrike">
                <a:solidFill>
                  <a:srgbClr val="131416"/>
                </a:solidFill>
                <a:latin typeface="Open Sans"/>
                <a:ea typeface="Open Sans"/>
                <a:cs typeface="Open Sans"/>
                <a:sym typeface="Open Sans"/>
              </a:rPr>
              <a:t>Estadística crucial:</a:t>
            </a:r>
            <a:endParaRPr/>
          </a:p>
          <a:p>
            <a:pPr indent="0" lvl="0" marL="0" marR="0" rtl="0" algn="l">
              <a:lnSpc>
                <a:spcPct val="140019"/>
              </a:lnSpc>
              <a:spcBef>
                <a:spcPts val="0"/>
              </a:spcBef>
              <a:spcAft>
                <a:spcPts val="0"/>
              </a:spcAft>
              <a:buClr>
                <a:srgbClr val="131416"/>
              </a:buClr>
              <a:buSzPts val="2014"/>
              <a:buFont typeface="Open Sans"/>
              <a:buNone/>
            </a:pPr>
            <a:r>
              <a:rPr b="0" i="0" lang="en-US" sz="2014" u="none" cap="none" strike="noStrike">
                <a:solidFill>
                  <a:srgbClr val="131416"/>
                </a:solidFill>
                <a:latin typeface="Open Sans"/>
                <a:ea typeface="Open Sans"/>
                <a:cs typeface="Open Sans"/>
                <a:sym typeface="Open Sans"/>
              </a:rPr>
              <a:t>Cuando se comparan empresas que integran la inteligencia artificial (IA) y la analítica en sus operaciones, un 44 % de los líderes destaca una mayor productividad frente a solo un 20 % para los demás.</a:t>
            </a:r>
            <a:endParaRPr sz="1800">
              <a:solidFill>
                <a:schemeClr val="lt1"/>
              </a:solidFill>
              <a:latin typeface="Corbel"/>
              <a:ea typeface="Corbel"/>
              <a:cs typeface="Corbel"/>
              <a:sym typeface="Corbel"/>
            </a:endParaRPr>
          </a:p>
        </p:txBody>
      </p:sp>
    </p:spTree>
  </p:cSld>
  <p:clrMapOvr>
    <a:masterClrMapping/>
  </p:clrMapOvr>
  <mc:AlternateContent>
    <mc:Choice Requires="p14">
      <p:transition spd="slow" p14:dur="1300">
        <p14:pan dir="u"/>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357" name="Shape 357"/>
        <p:cNvGrpSpPr/>
        <p:nvPr/>
      </p:nvGrpSpPr>
      <p:grpSpPr>
        <a:xfrm>
          <a:off x="0" y="0"/>
          <a:ext cx="0" cy="0"/>
          <a:chOff x="0" y="0"/>
          <a:chExt cx="0" cy="0"/>
        </a:xfrm>
      </p:grpSpPr>
      <p:sp>
        <p:nvSpPr>
          <p:cNvPr id="358" name="Google Shape;358;p31"/>
          <p:cNvSpPr/>
          <p:nvPr/>
        </p:nvSpPr>
        <p:spPr>
          <a:xfrm>
            <a:off x="0" y="0"/>
            <a:ext cx="18288000" cy="10287000"/>
          </a:xfrm>
          <a:prstGeom prst="rect">
            <a:avLst/>
          </a:prstGeom>
          <a:solidFill>
            <a:srgbClr val="3F3F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grpSp>
        <p:nvGrpSpPr>
          <p:cNvPr id="359" name="Google Shape;359;p31"/>
          <p:cNvGrpSpPr/>
          <p:nvPr/>
        </p:nvGrpSpPr>
        <p:grpSpPr>
          <a:xfrm>
            <a:off x="1631183" y="0"/>
            <a:ext cx="7522369" cy="10294145"/>
            <a:chOff x="2928938" y="-4763"/>
            <a:chExt cx="5014912" cy="6862763"/>
          </a:xfrm>
        </p:grpSpPr>
        <p:sp>
          <p:nvSpPr>
            <p:cNvPr id="360" name="Google Shape;360;p31"/>
            <p:cNvSpPr/>
            <p:nvPr/>
          </p:nvSpPr>
          <p:spPr>
            <a:xfrm>
              <a:off x="3367088" y="-4763"/>
              <a:ext cx="1063625" cy="2782888"/>
            </a:xfrm>
            <a:custGeom>
              <a:rect b="b" l="l" r="r" t="t"/>
              <a:pathLst>
                <a:path extrusionOk="0" h="1753" w="670">
                  <a:moveTo>
                    <a:pt x="0" y="1696"/>
                  </a:moveTo>
                  <a:lnTo>
                    <a:pt x="225" y="1753"/>
                  </a:lnTo>
                  <a:lnTo>
                    <a:pt x="670" y="0"/>
                  </a:lnTo>
                  <a:lnTo>
                    <a:pt x="430" y="0"/>
                  </a:lnTo>
                  <a:lnTo>
                    <a:pt x="0" y="1696"/>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361" name="Google Shape;361;p31"/>
            <p:cNvSpPr/>
            <p:nvPr/>
          </p:nvSpPr>
          <p:spPr>
            <a:xfrm>
              <a:off x="2928938" y="-4763"/>
              <a:ext cx="1035050" cy="2673350"/>
            </a:xfrm>
            <a:custGeom>
              <a:rect b="b" l="l" r="r" t="t"/>
              <a:pathLst>
                <a:path extrusionOk="0" h="1684" w="652">
                  <a:moveTo>
                    <a:pt x="225" y="1684"/>
                  </a:moveTo>
                  <a:lnTo>
                    <a:pt x="652" y="0"/>
                  </a:lnTo>
                  <a:lnTo>
                    <a:pt x="411" y="0"/>
                  </a:lnTo>
                  <a:lnTo>
                    <a:pt x="0" y="1627"/>
                  </a:lnTo>
                  <a:lnTo>
                    <a:pt x="219" y="1681"/>
                  </a:lnTo>
                  <a:lnTo>
                    <a:pt x="225" y="1684"/>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362" name="Google Shape;362;p31"/>
            <p:cNvSpPr/>
            <p:nvPr/>
          </p:nvSpPr>
          <p:spPr>
            <a:xfrm>
              <a:off x="2928938" y="2582862"/>
              <a:ext cx="2693987" cy="4275138"/>
            </a:xfrm>
            <a:custGeom>
              <a:rect b="b" l="l" r="r" t="t"/>
              <a:pathLst>
                <a:path extrusionOk="0" h="2693" w="1697">
                  <a:moveTo>
                    <a:pt x="0" y="0"/>
                  </a:moveTo>
                  <a:lnTo>
                    <a:pt x="1622" y="2693"/>
                  </a:lnTo>
                  <a:lnTo>
                    <a:pt x="1697" y="2693"/>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363" name="Google Shape;363;p31"/>
            <p:cNvSpPr/>
            <p:nvPr/>
          </p:nvSpPr>
          <p:spPr>
            <a:xfrm>
              <a:off x="3371850" y="2692400"/>
              <a:ext cx="3332162" cy="4165600"/>
            </a:xfrm>
            <a:custGeom>
              <a:rect b="b" l="l" r="r" t="t"/>
              <a:pathLst>
                <a:path extrusionOk="0" h="2624" w="2099">
                  <a:moveTo>
                    <a:pt x="2099" y="2624"/>
                  </a:moveTo>
                  <a:lnTo>
                    <a:pt x="0" y="0"/>
                  </a:lnTo>
                  <a:lnTo>
                    <a:pt x="2021" y="2624"/>
                  </a:lnTo>
                  <a:lnTo>
                    <a:pt x="2099" y="2624"/>
                  </a:lnTo>
                  <a:close/>
                </a:path>
              </a:pathLst>
            </a:custGeom>
            <a:solidFill>
              <a:srgbClr val="0B59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364" name="Google Shape;364;p31"/>
            <p:cNvSpPr/>
            <p:nvPr/>
          </p:nvSpPr>
          <p:spPr>
            <a:xfrm>
              <a:off x="3367088" y="2687637"/>
              <a:ext cx="4576762" cy="4170363"/>
            </a:xfrm>
            <a:custGeom>
              <a:rect b="b" l="l" r="r" t="t"/>
              <a:pathLst>
                <a:path extrusionOk="0" h="2627" w="2883">
                  <a:moveTo>
                    <a:pt x="0" y="0"/>
                  </a:moveTo>
                  <a:lnTo>
                    <a:pt x="3" y="3"/>
                  </a:lnTo>
                  <a:lnTo>
                    <a:pt x="2102" y="2627"/>
                  </a:lnTo>
                  <a:lnTo>
                    <a:pt x="2883" y="2627"/>
                  </a:lnTo>
                  <a:lnTo>
                    <a:pt x="225" y="57"/>
                  </a:lnTo>
                  <a:lnTo>
                    <a:pt x="0" y="0"/>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365" name="Google Shape;365;p31"/>
            <p:cNvSpPr/>
            <p:nvPr/>
          </p:nvSpPr>
          <p:spPr>
            <a:xfrm>
              <a:off x="2928938" y="2578100"/>
              <a:ext cx="3584575" cy="4279900"/>
            </a:xfrm>
            <a:custGeom>
              <a:rect b="b" l="l" r="r" t="t"/>
              <a:pathLst>
                <a:path extrusionOk="0" h="2696" w="2258">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grpSp>
      <p:sp>
        <p:nvSpPr>
          <p:cNvPr id="366" name="Google Shape;366;p31"/>
          <p:cNvSpPr/>
          <p:nvPr/>
        </p:nvSpPr>
        <p:spPr>
          <a:xfrm>
            <a:off x="973393" y="1001712"/>
            <a:ext cx="16341213" cy="8370888"/>
          </a:xfrm>
          <a:prstGeom prst="rect">
            <a:avLst/>
          </a:prstGeom>
          <a:solidFill>
            <a:schemeClr val="dk2"/>
          </a:solidFill>
          <a:ln cap="sq" cmpd="sng" w="9525">
            <a:solidFill>
              <a:schemeClr val="dk1"/>
            </a:solidFill>
            <a:prstDash val="solid"/>
            <a:miter lim="800000"/>
            <a:headEnd len="sm" w="sm" type="none"/>
            <a:tailEnd len="sm" w="sm" type="none"/>
          </a:ln>
          <a:effectLst>
            <a:outerShdw blurRad="63500" rotWithShape="0" algn="ctr">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367" name="Google Shape;367;p31"/>
          <p:cNvSpPr txBox="1"/>
          <p:nvPr>
            <p:ph type="title"/>
          </p:nvPr>
        </p:nvSpPr>
        <p:spPr>
          <a:xfrm>
            <a:off x="1784553" y="1892808"/>
            <a:ext cx="4718304" cy="6501384"/>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Clr>
                <a:schemeClr val="lt1"/>
              </a:buClr>
              <a:buSzPts val="5400"/>
              <a:buFont typeface="Impact"/>
              <a:buNone/>
            </a:pPr>
            <a:r>
              <a:rPr i="0" lang="en-US" sz="5400" u="none" cap="none" strike="noStrike">
                <a:latin typeface="Impact"/>
                <a:ea typeface="Impact"/>
                <a:cs typeface="Impact"/>
                <a:sym typeface="Impact"/>
              </a:rPr>
              <a:t>Analítica localizada</a:t>
            </a:r>
            <a:endParaRPr/>
          </a:p>
        </p:txBody>
      </p:sp>
      <p:cxnSp>
        <p:nvCxnSpPr>
          <p:cNvPr id="368" name="Google Shape;368;p31"/>
          <p:cNvCxnSpPr/>
          <p:nvPr/>
        </p:nvCxnSpPr>
        <p:spPr>
          <a:xfrm>
            <a:off x="6981442" y="2880360"/>
            <a:ext cx="0" cy="4526280"/>
          </a:xfrm>
          <a:prstGeom prst="straightConnector1">
            <a:avLst/>
          </a:prstGeom>
          <a:noFill/>
          <a:ln cap="flat" cmpd="sng" w="15875">
            <a:solidFill>
              <a:schemeClr val="lt1"/>
            </a:solidFill>
            <a:prstDash val="solid"/>
            <a:round/>
            <a:headEnd len="sm" w="sm" type="none"/>
            <a:tailEnd len="sm" w="sm" type="none"/>
          </a:ln>
        </p:spPr>
      </p:cxnSp>
      <p:sp>
        <p:nvSpPr>
          <p:cNvPr id="369" name="Google Shape;369;p31"/>
          <p:cNvSpPr txBox="1"/>
          <p:nvPr>
            <p:ph idx="1" type="body"/>
          </p:nvPr>
        </p:nvSpPr>
        <p:spPr>
          <a:xfrm>
            <a:off x="7511898" y="1892809"/>
            <a:ext cx="8926519" cy="6674133"/>
          </a:xfrm>
          <a:prstGeom prst="rect">
            <a:avLst/>
          </a:prstGeom>
          <a:noFill/>
          <a:ln>
            <a:noFill/>
          </a:ln>
        </p:spPr>
        <p:txBody>
          <a:bodyPr anchorCtr="0" anchor="ctr" bIns="45700" lIns="91425" spcFirstLastPara="1" rIns="91425" wrap="square" tIns="45700">
            <a:normAutofit/>
          </a:bodyPr>
          <a:lstStyle/>
          <a:p>
            <a:pPr indent="-428625" lvl="0" marL="428625" rtl="0" algn="l">
              <a:spcBef>
                <a:spcPts val="0"/>
              </a:spcBef>
              <a:spcAft>
                <a:spcPts val="0"/>
              </a:spcAft>
              <a:buSzPts val="4350"/>
              <a:buChar char="•"/>
            </a:pPr>
            <a:r>
              <a:rPr lang="en-US" sz="3000">
                <a:latin typeface="Open Sans"/>
                <a:ea typeface="Open Sans"/>
                <a:cs typeface="Open Sans"/>
                <a:sym typeface="Open Sans"/>
              </a:rPr>
              <a:t>Con un más tiempo invertido y avance del negocio la empresa o negocio empieza a invertir en analítica y empieza a utilizarla para informar toma de decisiones específicas.</a:t>
            </a:r>
            <a:endParaRPr sz="3000"/>
          </a:p>
        </p:txBody>
      </p:sp>
      <p:sp>
        <p:nvSpPr>
          <p:cNvPr id="370" name="Google Shape;370;p31"/>
          <p:cNvSpPr/>
          <p:nvPr/>
        </p:nvSpPr>
        <p:spPr>
          <a:xfrm>
            <a:off x="14076026" y="6140700"/>
            <a:ext cx="4163821" cy="41183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3">
              <a:alphaModFix/>
            </a:blip>
            <a:stretch>
              <a:fillRect b="0" l="0" r="0" t="0"/>
            </a:stretch>
          </a:blipFill>
          <a:ln>
            <a:noFill/>
          </a:ln>
        </p:spPr>
        <p:txBody>
          <a:bodyPr anchorCtr="0" anchor="t" bIns="41175" lIns="82375" spcFirstLastPara="1" rIns="82375" wrap="square" tIns="41175">
            <a:noAutofit/>
          </a:bodyPr>
          <a:lstStyle/>
          <a:p>
            <a:pPr indent="0" lvl="0" marL="0" marR="0" rtl="0" algn="l">
              <a:spcBef>
                <a:spcPts val="0"/>
              </a:spcBef>
              <a:spcAft>
                <a:spcPts val="0"/>
              </a:spcAft>
              <a:buNone/>
            </a:pPr>
            <a:r>
              <a:t/>
            </a:r>
            <a:endParaRPr sz="1621">
              <a:solidFill>
                <a:schemeClr val="lt1"/>
              </a:solidFill>
              <a:latin typeface="Corbel"/>
              <a:ea typeface="Corbel"/>
              <a:cs typeface="Corbel"/>
              <a:sym typeface="Corbel"/>
            </a:endParaRPr>
          </a:p>
        </p:txBody>
      </p:sp>
      <p:sp>
        <p:nvSpPr>
          <p:cNvPr id="371" name="Google Shape;371;p31"/>
          <p:cNvSpPr txBox="1"/>
          <p:nvPr/>
        </p:nvSpPr>
        <p:spPr>
          <a:xfrm>
            <a:off x="14489740" y="6744717"/>
            <a:ext cx="3451200" cy="14526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131416"/>
              </a:buClr>
              <a:buSzPts val="1815"/>
              <a:buFont typeface="Open Sans"/>
              <a:buNone/>
            </a:pPr>
            <a:r>
              <a:rPr b="1" i="0" lang="en-US" sz="1814" u="none" cap="none" strike="noStrike">
                <a:solidFill>
                  <a:srgbClr val="131416"/>
                </a:solidFill>
                <a:latin typeface="Open Sans"/>
                <a:ea typeface="Open Sans"/>
                <a:cs typeface="Open Sans"/>
                <a:sym typeface="Open Sans"/>
              </a:rPr>
              <a:t>Estadística crucial:</a:t>
            </a:r>
            <a:endParaRPr sz="1261"/>
          </a:p>
          <a:p>
            <a:pPr indent="0" lvl="0" marL="0" marR="0" rtl="0" algn="l">
              <a:lnSpc>
                <a:spcPct val="140019"/>
              </a:lnSpc>
              <a:spcBef>
                <a:spcPts val="0"/>
              </a:spcBef>
              <a:spcAft>
                <a:spcPts val="0"/>
              </a:spcAft>
              <a:buClr>
                <a:srgbClr val="131416"/>
              </a:buClr>
              <a:buSzPts val="1815"/>
              <a:buFont typeface="Open Sans"/>
              <a:buNone/>
            </a:pPr>
            <a:r>
              <a:rPr b="0" i="0" lang="en-US" sz="1814" u="none" cap="none" strike="noStrike">
                <a:solidFill>
                  <a:srgbClr val="131416"/>
                </a:solidFill>
                <a:latin typeface="Open Sans"/>
                <a:ea typeface="Open Sans"/>
                <a:cs typeface="Open Sans"/>
                <a:sym typeface="Open Sans"/>
              </a:rPr>
              <a:t>Un 55 % de las organizaciones informa un aumento de su inversión en IA.</a:t>
            </a:r>
            <a:endParaRPr sz="1621">
              <a:solidFill>
                <a:schemeClr val="lt1"/>
              </a:solidFill>
              <a:latin typeface="Corbel"/>
              <a:ea typeface="Corbel"/>
              <a:cs typeface="Corbel"/>
              <a:sym typeface="Corbe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375" name="Shape 375"/>
        <p:cNvGrpSpPr/>
        <p:nvPr/>
      </p:nvGrpSpPr>
      <p:grpSpPr>
        <a:xfrm>
          <a:off x="0" y="0"/>
          <a:ext cx="0" cy="0"/>
          <a:chOff x="0" y="0"/>
          <a:chExt cx="0" cy="0"/>
        </a:xfrm>
      </p:grpSpPr>
      <p:sp>
        <p:nvSpPr>
          <p:cNvPr id="376" name="Google Shape;376;p32"/>
          <p:cNvSpPr/>
          <p:nvPr/>
        </p:nvSpPr>
        <p:spPr>
          <a:xfrm>
            <a:off x="0" y="0"/>
            <a:ext cx="18288000" cy="10287000"/>
          </a:xfrm>
          <a:prstGeom prst="rect">
            <a:avLst/>
          </a:prstGeom>
          <a:solidFill>
            <a:srgbClr val="3F3F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grpSp>
        <p:nvGrpSpPr>
          <p:cNvPr id="377" name="Google Shape;377;p32"/>
          <p:cNvGrpSpPr/>
          <p:nvPr/>
        </p:nvGrpSpPr>
        <p:grpSpPr>
          <a:xfrm>
            <a:off x="1631183" y="0"/>
            <a:ext cx="7522369" cy="10294145"/>
            <a:chOff x="2928938" y="-4763"/>
            <a:chExt cx="5014912" cy="6862763"/>
          </a:xfrm>
        </p:grpSpPr>
        <p:sp>
          <p:nvSpPr>
            <p:cNvPr id="378" name="Google Shape;378;p32"/>
            <p:cNvSpPr/>
            <p:nvPr/>
          </p:nvSpPr>
          <p:spPr>
            <a:xfrm>
              <a:off x="3367088" y="-4763"/>
              <a:ext cx="1063625" cy="2782888"/>
            </a:xfrm>
            <a:custGeom>
              <a:rect b="b" l="l" r="r" t="t"/>
              <a:pathLst>
                <a:path extrusionOk="0" h="1753" w="670">
                  <a:moveTo>
                    <a:pt x="0" y="1696"/>
                  </a:moveTo>
                  <a:lnTo>
                    <a:pt x="225" y="1753"/>
                  </a:lnTo>
                  <a:lnTo>
                    <a:pt x="670" y="0"/>
                  </a:lnTo>
                  <a:lnTo>
                    <a:pt x="430" y="0"/>
                  </a:lnTo>
                  <a:lnTo>
                    <a:pt x="0" y="1696"/>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379" name="Google Shape;379;p32"/>
            <p:cNvSpPr/>
            <p:nvPr/>
          </p:nvSpPr>
          <p:spPr>
            <a:xfrm>
              <a:off x="2928938" y="-4763"/>
              <a:ext cx="1035050" cy="2673350"/>
            </a:xfrm>
            <a:custGeom>
              <a:rect b="b" l="l" r="r" t="t"/>
              <a:pathLst>
                <a:path extrusionOk="0" h="1684" w="652">
                  <a:moveTo>
                    <a:pt x="225" y="1684"/>
                  </a:moveTo>
                  <a:lnTo>
                    <a:pt x="652" y="0"/>
                  </a:lnTo>
                  <a:lnTo>
                    <a:pt x="411" y="0"/>
                  </a:lnTo>
                  <a:lnTo>
                    <a:pt x="0" y="1627"/>
                  </a:lnTo>
                  <a:lnTo>
                    <a:pt x="219" y="1681"/>
                  </a:lnTo>
                  <a:lnTo>
                    <a:pt x="225" y="1684"/>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380" name="Google Shape;380;p32"/>
            <p:cNvSpPr/>
            <p:nvPr/>
          </p:nvSpPr>
          <p:spPr>
            <a:xfrm>
              <a:off x="2928938" y="2582862"/>
              <a:ext cx="2693987" cy="4275138"/>
            </a:xfrm>
            <a:custGeom>
              <a:rect b="b" l="l" r="r" t="t"/>
              <a:pathLst>
                <a:path extrusionOk="0" h="2693" w="1697">
                  <a:moveTo>
                    <a:pt x="0" y="0"/>
                  </a:moveTo>
                  <a:lnTo>
                    <a:pt x="1622" y="2693"/>
                  </a:lnTo>
                  <a:lnTo>
                    <a:pt x="1697" y="2693"/>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381" name="Google Shape;381;p32"/>
            <p:cNvSpPr/>
            <p:nvPr/>
          </p:nvSpPr>
          <p:spPr>
            <a:xfrm>
              <a:off x="3371850" y="2692400"/>
              <a:ext cx="3332162" cy="4165600"/>
            </a:xfrm>
            <a:custGeom>
              <a:rect b="b" l="l" r="r" t="t"/>
              <a:pathLst>
                <a:path extrusionOk="0" h="2624" w="2099">
                  <a:moveTo>
                    <a:pt x="2099" y="2624"/>
                  </a:moveTo>
                  <a:lnTo>
                    <a:pt x="0" y="0"/>
                  </a:lnTo>
                  <a:lnTo>
                    <a:pt x="2021" y="2624"/>
                  </a:lnTo>
                  <a:lnTo>
                    <a:pt x="2099" y="2624"/>
                  </a:lnTo>
                  <a:close/>
                </a:path>
              </a:pathLst>
            </a:custGeom>
            <a:solidFill>
              <a:srgbClr val="0B59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382" name="Google Shape;382;p32"/>
            <p:cNvSpPr/>
            <p:nvPr/>
          </p:nvSpPr>
          <p:spPr>
            <a:xfrm>
              <a:off x="3367088" y="2687637"/>
              <a:ext cx="4576762" cy="4170363"/>
            </a:xfrm>
            <a:custGeom>
              <a:rect b="b" l="l" r="r" t="t"/>
              <a:pathLst>
                <a:path extrusionOk="0" h="2627" w="2883">
                  <a:moveTo>
                    <a:pt x="0" y="0"/>
                  </a:moveTo>
                  <a:lnTo>
                    <a:pt x="3" y="3"/>
                  </a:lnTo>
                  <a:lnTo>
                    <a:pt x="2102" y="2627"/>
                  </a:lnTo>
                  <a:lnTo>
                    <a:pt x="2883" y="2627"/>
                  </a:lnTo>
                  <a:lnTo>
                    <a:pt x="225" y="57"/>
                  </a:lnTo>
                  <a:lnTo>
                    <a:pt x="0" y="0"/>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383" name="Google Shape;383;p32"/>
            <p:cNvSpPr/>
            <p:nvPr/>
          </p:nvSpPr>
          <p:spPr>
            <a:xfrm>
              <a:off x="2928938" y="2578100"/>
              <a:ext cx="3584575" cy="4279900"/>
            </a:xfrm>
            <a:custGeom>
              <a:rect b="b" l="l" r="r" t="t"/>
              <a:pathLst>
                <a:path extrusionOk="0" h="2696" w="2258">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grpSp>
      <p:sp>
        <p:nvSpPr>
          <p:cNvPr id="384" name="Google Shape;384;p32"/>
          <p:cNvSpPr/>
          <p:nvPr/>
        </p:nvSpPr>
        <p:spPr>
          <a:xfrm>
            <a:off x="973393" y="1001712"/>
            <a:ext cx="16341213" cy="8370888"/>
          </a:xfrm>
          <a:prstGeom prst="rect">
            <a:avLst/>
          </a:prstGeom>
          <a:solidFill>
            <a:schemeClr val="dk2"/>
          </a:solidFill>
          <a:ln cap="sq" cmpd="sng" w="9525">
            <a:solidFill>
              <a:schemeClr val="dk1"/>
            </a:solidFill>
            <a:prstDash val="solid"/>
            <a:miter lim="800000"/>
            <a:headEnd len="sm" w="sm" type="none"/>
            <a:tailEnd len="sm" w="sm" type="none"/>
          </a:ln>
          <a:effectLst>
            <a:outerShdw blurRad="63500" rotWithShape="0" algn="ctr">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385" name="Google Shape;385;p32"/>
          <p:cNvSpPr txBox="1"/>
          <p:nvPr>
            <p:ph type="title"/>
          </p:nvPr>
        </p:nvSpPr>
        <p:spPr>
          <a:xfrm>
            <a:off x="1784553" y="1892808"/>
            <a:ext cx="4718304" cy="6501384"/>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Clr>
                <a:schemeClr val="lt1"/>
              </a:buClr>
              <a:buSzPts val="5400"/>
              <a:buFont typeface="Impact"/>
              <a:buNone/>
            </a:pPr>
            <a:r>
              <a:rPr i="0" lang="en-US" sz="5400" u="none" cap="none" strike="noStrike">
                <a:latin typeface="Impact"/>
                <a:ea typeface="Impact"/>
                <a:cs typeface="Impact"/>
                <a:sym typeface="Impact"/>
              </a:rPr>
              <a:t>Aspiraciones analíticas</a:t>
            </a:r>
            <a:endParaRPr/>
          </a:p>
        </p:txBody>
      </p:sp>
      <p:cxnSp>
        <p:nvCxnSpPr>
          <p:cNvPr id="386" name="Google Shape;386;p32"/>
          <p:cNvCxnSpPr/>
          <p:nvPr/>
        </p:nvCxnSpPr>
        <p:spPr>
          <a:xfrm>
            <a:off x="6981442" y="2880360"/>
            <a:ext cx="0" cy="4526280"/>
          </a:xfrm>
          <a:prstGeom prst="straightConnector1">
            <a:avLst/>
          </a:prstGeom>
          <a:noFill/>
          <a:ln cap="flat" cmpd="sng" w="15875">
            <a:solidFill>
              <a:schemeClr val="lt1"/>
            </a:solidFill>
            <a:prstDash val="solid"/>
            <a:round/>
            <a:headEnd len="sm" w="sm" type="none"/>
            <a:tailEnd len="sm" w="sm" type="none"/>
          </a:ln>
        </p:spPr>
      </p:cxnSp>
      <p:sp>
        <p:nvSpPr>
          <p:cNvPr id="387" name="Google Shape;387;p32"/>
          <p:cNvSpPr txBox="1"/>
          <p:nvPr>
            <p:ph idx="1" type="body"/>
          </p:nvPr>
        </p:nvSpPr>
        <p:spPr>
          <a:xfrm>
            <a:off x="7511898" y="1892809"/>
            <a:ext cx="8926519" cy="6674133"/>
          </a:xfrm>
          <a:prstGeom prst="rect">
            <a:avLst/>
          </a:prstGeom>
          <a:noFill/>
          <a:ln>
            <a:noFill/>
          </a:ln>
        </p:spPr>
        <p:txBody>
          <a:bodyPr anchorCtr="0" anchor="ctr" bIns="45700" lIns="91425" spcFirstLastPara="1" rIns="91425" wrap="square" tIns="45700">
            <a:normAutofit/>
          </a:bodyPr>
          <a:lstStyle/>
          <a:p>
            <a:pPr indent="-428625" lvl="0" marL="428625" rtl="0" algn="l">
              <a:spcBef>
                <a:spcPts val="0"/>
              </a:spcBef>
              <a:spcAft>
                <a:spcPts val="0"/>
              </a:spcAft>
              <a:buSzPts val="4350"/>
              <a:buChar char="•"/>
            </a:pPr>
            <a:r>
              <a:rPr lang="en-US" sz="3000">
                <a:latin typeface="Open Sans"/>
                <a:ea typeface="Open Sans"/>
                <a:cs typeface="Open Sans"/>
                <a:sym typeface="Open Sans"/>
              </a:rPr>
              <a:t>En esta etapa la empresa ya aumenta el uso de la analítica debido a que ven las mejoras y beneficios que esta ofrece (se convierten en una empresa basada en datos)</a:t>
            </a:r>
            <a:endParaRPr sz="3000"/>
          </a:p>
        </p:txBody>
      </p:sp>
      <p:sp>
        <p:nvSpPr>
          <p:cNvPr id="388" name="Google Shape;388;p32"/>
          <p:cNvSpPr/>
          <p:nvPr/>
        </p:nvSpPr>
        <p:spPr>
          <a:xfrm>
            <a:off x="13618017" y="5687699"/>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389" name="Google Shape;389;p32"/>
          <p:cNvSpPr txBox="1"/>
          <p:nvPr/>
        </p:nvSpPr>
        <p:spPr>
          <a:xfrm>
            <a:off x="14077189" y="6358080"/>
            <a:ext cx="3830520" cy="3037755"/>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131416"/>
              </a:buClr>
              <a:buSzPts val="2014"/>
              <a:buFont typeface="Open Sans"/>
              <a:buNone/>
            </a:pPr>
            <a:r>
              <a:rPr b="1" i="0" lang="en-US" sz="2014" u="none" cap="none" strike="noStrike">
                <a:solidFill>
                  <a:srgbClr val="131416"/>
                </a:solidFill>
                <a:latin typeface="Open Sans"/>
                <a:ea typeface="Open Sans"/>
                <a:cs typeface="Open Sans"/>
                <a:sym typeface="Open Sans"/>
              </a:rPr>
              <a:t>Estadística crucial:</a:t>
            </a:r>
            <a:endParaRPr/>
          </a:p>
          <a:p>
            <a:pPr indent="0" lvl="0" marL="0" marR="0" rtl="0" algn="l">
              <a:lnSpc>
                <a:spcPct val="140019"/>
              </a:lnSpc>
              <a:spcBef>
                <a:spcPts val="0"/>
              </a:spcBef>
              <a:spcAft>
                <a:spcPts val="0"/>
              </a:spcAft>
              <a:buClr>
                <a:srgbClr val="131416"/>
              </a:buClr>
              <a:buSzPts val="2014"/>
              <a:buFont typeface="Open Sans"/>
              <a:buNone/>
            </a:pPr>
            <a:r>
              <a:rPr b="0" i="0" lang="en-US" sz="2014" u="none" cap="none" strike="noStrike">
                <a:solidFill>
                  <a:srgbClr val="131416"/>
                </a:solidFill>
                <a:latin typeface="Open Sans"/>
                <a:ea typeface="Open Sans"/>
                <a:cs typeface="Open Sans"/>
                <a:sym typeface="Open Sans"/>
              </a:rPr>
              <a:t>Solo un 91.9 % de las organizaciones citan la cultura, y no la tecnología, como la única barrera para convertirse en una empresa basada en datos.</a:t>
            </a:r>
            <a:endParaRPr sz="1800">
              <a:solidFill>
                <a:schemeClr val="lt1"/>
              </a:solidFill>
              <a:latin typeface="Corbel"/>
              <a:ea typeface="Corbel"/>
              <a:cs typeface="Corbel"/>
              <a:sym typeface="Corbe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393" name="Shape 393"/>
        <p:cNvGrpSpPr/>
        <p:nvPr/>
      </p:nvGrpSpPr>
      <p:grpSpPr>
        <a:xfrm>
          <a:off x="0" y="0"/>
          <a:ext cx="0" cy="0"/>
          <a:chOff x="0" y="0"/>
          <a:chExt cx="0" cy="0"/>
        </a:xfrm>
      </p:grpSpPr>
      <p:sp>
        <p:nvSpPr>
          <p:cNvPr id="394" name="Google Shape;394;p33"/>
          <p:cNvSpPr/>
          <p:nvPr/>
        </p:nvSpPr>
        <p:spPr>
          <a:xfrm>
            <a:off x="0" y="0"/>
            <a:ext cx="18288000" cy="10287000"/>
          </a:xfrm>
          <a:prstGeom prst="rect">
            <a:avLst/>
          </a:prstGeom>
          <a:solidFill>
            <a:srgbClr val="3F3F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grpSp>
        <p:nvGrpSpPr>
          <p:cNvPr id="395" name="Google Shape;395;p33"/>
          <p:cNvGrpSpPr/>
          <p:nvPr/>
        </p:nvGrpSpPr>
        <p:grpSpPr>
          <a:xfrm>
            <a:off x="1631183" y="0"/>
            <a:ext cx="7522369" cy="10294145"/>
            <a:chOff x="2928938" y="-4763"/>
            <a:chExt cx="5014912" cy="6862763"/>
          </a:xfrm>
        </p:grpSpPr>
        <p:sp>
          <p:nvSpPr>
            <p:cNvPr id="396" name="Google Shape;396;p33"/>
            <p:cNvSpPr/>
            <p:nvPr/>
          </p:nvSpPr>
          <p:spPr>
            <a:xfrm>
              <a:off x="3367088" y="-4763"/>
              <a:ext cx="1063625" cy="2782888"/>
            </a:xfrm>
            <a:custGeom>
              <a:rect b="b" l="l" r="r" t="t"/>
              <a:pathLst>
                <a:path extrusionOk="0" h="1753" w="670">
                  <a:moveTo>
                    <a:pt x="0" y="1696"/>
                  </a:moveTo>
                  <a:lnTo>
                    <a:pt x="225" y="1753"/>
                  </a:lnTo>
                  <a:lnTo>
                    <a:pt x="670" y="0"/>
                  </a:lnTo>
                  <a:lnTo>
                    <a:pt x="430" y="0"/>
                  </a:lnTo>
                  <a:lnTo>
                    <a:pt x="0" y="1696"/>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397" name="Google Shape;397;p33"/>
            <p:cNvSpPr/>
            <p:nvPr/>
          </p:nvSpPr>
          <p:spPr>
            <a:xfrm>
              <a:off x="2928938" y="-4763"/>
              <a:ext cx="1035050" cy="2673350"/>
            </a:xfrm>
            <a:custGeom>
              <a:rect b="b" l="l" r="r" t="t"/>
              <a:pathLst>
                <a:path extrusionOk="0" h="1684" w="652">
                  <a:moveTo>
                    <a:pt x="225" y="1684"/>
                  </a:moveTo>
                  <a:lnTo>
                    <a:pt x="652" y="0"/>
                  </a:lnTo>
                  <a:lnTo>
                    <a:pt x="411" y="0"/>
                  </a:lnTo>
                  <a:lnTo>
                    <a:pt x="0" y="1627"/>
                  </a:lnTo>
                  <a:lnTo>
                    <a:pt x="219" y="1681"/>
                  </a:lnTo>
                  <a:lnTo>
                    <a:pt x="225" y="1684"/>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398" name="Google Shape;398;p33"/>
            <p:cNvSpPr/>
            <p:nvPr/>
          </p:nvSpPr>
          <p:spPr>
            <a:xfrm>
              <a:off x="2928938" y="2582862"/>
              <a:ext cx="2693987" cy="4275138"/>
            </a:xfrm>
            <a:custGeom>
              <a:rect b="b" l="l" r="r" t="t"/>
              <a:pathLst>
                <a:path extrusionOk="0" h="2693" w="1697">
                  <a:moveTo>
                    <a:pt x="0" y="0"/>
                  </a:moveTo>
                  <a:lnTo>
                    <a:pt x="1622" y="2693"/>
                  </a:lnTo>
                  <a:lnTo>
                    <a:pt x="1697" y="2693"/>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399" name="Google Shape;399;p33"/>
            <p:cNvSpPr/>
            <p:nvPr/>
          </p:nvSpPr>
          <p:spPr>
            <a:xfrm>
              <a:off x="3371850" y="2692400"/>
              <a:ext cx="3332162" cy="4165600"/>
            </a:xfrm>
            <a:custGeom>
              <a:rect b="b" l="l" r="r" t="t"/>
              <a:pathLst>
                <a:path extrusionOk="0" h="2624" w="2099">
                  <a:moveTo>
                    <a:pt x="2099" y="2624"/>
                  </a:moveTo>
                  <a:lnTo>
                    <a:pt x="0" y="0"/>
                  </a:lnTo>
                  <a:lnTo>
                    <a:pt x="2021" y="2624"/>
                  </a:lnTo>
                  <a:lnTo>
                    <a:pt x="2099" y="2624"/>
                  </a:lnTo>
                  <a:close/>
                </a:path>
              </a:pathLst>
            </a:custGeom>
            <a:solidFill>
              <a:srgbClr val="0B59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400" name="Google Shape;400;p33"/>
            <p:cNvSpPr/>
            <p:nvPr/>
          </p:nvSpPr>
          <p:spPr>
            <a:xfrm>
              <a:off x="3367088" y="2687637"/>
              <a:ext cx="4576762" cy="4170363"/>
            </a:xfrm>
            <a:custGeom>
              <a:rect b="b" l="l" r="r" t="t"/>
              <a:pathLst>
                <a:path extrusionOk="0" h="2627" w="2883">
                  <a:moveTo>
                    <a:pt x="0" y="0"/>
                  </a:moveTo>
                  <a:lnTo>
                    <a:pt x="3" y="3"/>
                  </a:lnTo>
                  <a:lnTo>
                    <a:pt x="2102" y="2627"/>
                  </a:lnTo>
                  <a:lnTo>
                    <a:pt x="2883" y="2627"/>
                  </a:lnTo>
                  <a:lnTo>
                    <a:pt x="225" y="57"/>
                  </a:lnTo>
                  <a:lnTo>
                    <a:pt x="0" y="0"/>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401" name="Google Shape;401;p33"/>
            <p:cNvSpPr/>
            <p:nvPr/>
          </p:nvSpPr>
          <p:spPr>
            <a:xfrm>
              <a:off x="2928938" y="2578100"/>
              <a:ext cx="3584575" cy="4279900"/>
            </a:xfrm>
            <a:custGeom>
              <a:rect b="b" l="l" r="r" t="t"/>
              <a:pathLst>
                <a:path extrusionOk="0" h="2696" w="2258">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grpSp>
      <p:sp>
        <p:nvSpPr>
          <p:cNvPr id="402" name="Google Shape;402;p33"/>
          <p:cNvSpPr/>
          <p:nvPr/>
        </p:nvSpPr>
        <p:spPr>
          <a:xfrm>
            <a:off x="973393" y="1001712"/>
            <a:ext cx="16341213" cy="8370888"/>
          </a:xfrm>
          <a:prstGeom prst="rect">
            <a:avLst/>
          </a:prstGeom>
          <a:solidFill>
            <a:schemeClr val="dk2"/>
          </a:solidFill>
          <a:ln cap="sq" cmpd="sng" w="9525">
            <a:solidFill>
              <a:schemeClr val="dk1"/>
            </a:solidFill>
            <a:prstDash val="solid"/>
            <a:miter lim="800000"/>
            <a:headEnd len="sm" w="sm" type="none"/>
            <a:tailEnd len="sm" w="sm" type="none"/>
          </a:ln>
          <a:effectLst>
            <a:outerShdw blurRad="63500" rotWithShape="0" algn="ctr">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403" name="Google Shape;403;p33"/>
          <p:cNvSpPr txBox="1"/>
          <p:nvPr>
            <p:ph type="title"/>
          </p:nvPr>
        </p:nvSpPr>
        <p:spPr>
          <a:xfrm>
            <a:off x="1784553" y="1892808"/>
            <a:ext cx="4718304" cy="6501384"/>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Clr>
                <a:schemeClr val="lt1"/>
              </a:buClr>
              <a:buSzPts val="5400"/>
              <a:buFont typeface="Impact"/>
              <a:buNone/>
            </a:pPr>
            <a:r>
              <a:rPr i="0" lang="en-US" sz="5400" u="none" cap="none" strike="noStrike">
                <a:latin typeface="Impact"/>
                <a:ea typeface="Impact"/>
                <a:cs typeface="Impact"/>
                <a:sym typeface="Impact"/>
              </a:rPr>
              <a:t>Empresas analíticas</a:t>
            </a:r>
            <a:endParaRPr/>
          </a:p>
        </p:txBody>
      </p:sp>
      <p:cxnSp>
        <p:nvCxnSpPr>
          <p:cNvPr id="404" name="Google Shape;404;p33"/>
          <p:cNvCxnSpPr/>
          <p:nvPr/>
        </p:nvCxnSpPr>
        <p:spPr>
          <a:xfrm>
            <a:off x="6981442" y="2880360"/>
            <a:ext cx="0" cy="4526280"/>
          </a:xfrm>
          <a:prstGeom prst="straightConnector1">
            <a:avLst/>
          </a:prstGeom>
          <a:noFill/>
          <a:ln cap="flat" cmpd="sng" w="15875">
            <a:solidFill>
              <a:schemeClr val="lt1"/>
            </a:solidFill>
            <a:prstDash val="solid"/>
            <a:round/>
            <a:headEnd len="sm" w="sm" type="none"/>
            <a:tailEnd len="sm" w="sm" type="none"/>
          </a:ln>
        </p:spPr>
      </p:cxnSp>
      <p:sp>
        <p:nvSpPr>
          <p:cNvPr id="405" name="Google Shape;405;p33"/>
          <p:cNvSpPr txBox="1"/>
          <p:nvPr>
            <p:ph idx="1" type="body"/>
          </p:nvPr>
        </p:nvSpPr>
        <p:spPr>
          <a:xfrm>
            <a:off x="7511898" y="1892809"/>
            <a:ext cx="8926519" cy="6674133"/>
          </a:xfrm>
          <a:prstGeom prst="rect">
            <a:avLst/>
          </a:prstGeom>
          <a:noFill/>
          <a:ln>
            <a:noFill/>
          </a:ln>
        </p:spPr>
        <p:txBody>
          <a:bodyPr anchorCtr="0" anchor="ctr" bIns="45700" lIns="91425" spcFirstLastPara="1" rIns="91425" wrap="square" tIns="45700">
            <a:normAutofit/>
          </a:bodyPr>
          <a:lstStyle/>
          <a:p>
            <a:pPr indent="-428625" lvl="0" marL="428625" rtl="0" algn="l">
              <a:spcBef>
                <a:spcPts val="0"/>
              </a:spcBef>
              <a:spcAft>
                <a:spcPts val="0"/>
              </a:spcAft>
              <a:buSzPts val="4350"/>
              <a:buChar char="•"/>
            </a:pPr>
            <a:r>
              <a:rPr lang="en-US" sz="3000">
                <a:latin typeface="Open Sans"/>
                <a:ea typeface="Open Sans"/>
                <a:cs typeface="Open Sans"/>
                <a:sym typeface="Open Sans"/>
              </a:rPr>
              <a:t>En esta etapa la empresa o negocio ya ha adoptado de manera completa la analítica, todas las decisiones son impulsadas ampliamente por esta.</a:t>
            </a:r>
            <a:endParaRPr sz="3000"/>
          </a:p>
        </p:txBody>
      </p:sp>
      <p:sp>
        <p:nvSpPr>
          <p:cNvPr id="406" name="Google Shape;406;p33"/>
          <p:cNvSpPr/>
          <p:nvPr/>
        </p:nvSpPr>
        <p:spPr>
          <a:xfrm>
            <a:off x="13618017" y="5687699"/>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407" name="Google Shape;407;p33"/>
          <p:cNvSpPr txBox="1"/>
          <p:nvPr/>
        </p:nvSpPr>
        <p:spPr>
          <a:xfrm>
            <a:off x="14077189" y="6358080"/>
            <a:ext cx="3830520" cy="3037755"/>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131416"/>
              </a:buClr>
              <a:buSzPts val="2014"/>
              <a:buFont typeface="Open Sans"/>
              <a:buNone/>
            </a:pPr>
            <a:r>
              <a:rPr b="1" i="0" lang="en-US" sz="2014" u="none" cap="none" strike="noStrike">
                <a:solidFill>
                  <a:srgbClr val="131416"/>
                </a:solidFill>
                <a:latin typeface="Open Sans"/>
                <a:ea typeface="Open Sans"/>
                <a:cs typeface="Open Sans"/>
                <a:sym typeface="Open Sans"/>
              </a:rPr>
              <a:t>Estadística crucial:</a:t>
            </a:r>
            <a:endParaRPr/>
          </a:p>
          <a:p>
            <a:pPr indent="0" lvl="0" marL="0" marR="0" rtl="0" algn="l">
              <a:lnSpc>
                <a:spcPct val="140019"/>
              </a:lnSpc>
              <a:spcBef>
                <a:spcPts val="0"/>
              </a:spcBef>
              <a:spcAft>
                <a:spcPts val="0"/>
              </a:spcAft>
              <a:buClr>
                <a:srgbClr val="131416"/>
              </a:buClr>
              <a:buSzPts val="2014"/>
              <a:buFont typeface="Open Sans"/>
              <a:buNone/>
            </a:pPr>
            <a:r>
              <a:rPr b="0" i="0" lang="en-US" sz="2014" u="none" cap="none" strike="noStrike">
                <a:solidFill>
                  <a:srgbClr val="131416"/>
                </a:solidFill>
                <a:latin typeface="Open Sans"/>
                <a:ea typeface="Open Sans"/>
                <a:cs typeface="Open Sans"/>
                <a:sym typeface="Open Sans"/>
              </a:rPr>
              <a:t>Gartner estima que la mala calidad de los datos les cuesta a las organizaciones un promedio de USD 12.9 millones y ello afecta negativamente a la toma de decisiones.</a:t>
            </a:r>
            <a:endParaRPr sz="1800">
              <a:solidFill>
                <a:schemeClr val="lt1"/>
              </a:solidFill>
              <a:latin typeface="Corbel"/>
              <a:ea typeface="Corbel"/>
              <a:cs typeface="Corbel"/>
              <a:sym typeface="Corbe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411" name="Shape 411"/>
        <p:cNvGrpSpPr/>
        <p:nvPr/>
      </p:nvGrpSpPr>
      <p:grpSpPr>
        <a:xfrm>
          <a:off x="0" y="0"/>
          <a:ext cx="0" cy="0"/>
          <a:chOff x="0" y="0"/>
          <a:chExt cx="0" cy="0"/>
        </a:xfrm>
      </p:grpSpPr>
      <p:sp>
        <p:nvSpPr>
          <p:cNvPr id="412" name="Google Shape;412;p34"/>
          <p:cNvSpPr/>
          <p:nvPr/>
        </p:nvSpPr>
        <p:spPr>
          <a:xfrm>
            <a:off x="0" y="0"/>
            <a:ext cx="18288000" cy="10287000"/>
          </a:xfrm>
          <a:prstGeom prst="rect">
            <a:avLst/>
          </a:prstGeom>
          <a:solidFill>
            <a:srgbClr val="3F3F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grpSp>
        <p:nvGrpSpPr>
          <p:cNvPr id="413" name="Google Shape;413;p34"/>
          <p:cNvGrpSpPr/>
          <p:nvPr/>
        </p:nvGrpSpPr>
        <p:grpSpPr>
          <a:xfrm>
            <a:off x="1631183" y="0"/>
            <a:ext cx="7522369" cy="10294145"/>
            <a:chOff x="2928938" y="-4763"/>
            <a:chExt cx="5014912" cy="6862763"/>
          </a:xfrm>
        </p:grpSpPr>
        <p:sp>
          <p:nvSpPr>
            <p:cNvPr id="414" name="Google Shape;414;p34"/>
            <p:cNvSpPr/>
            <p:nvPr/>
          </p:nvSpPr>
          <p:spPr>
            <a:xfrm>
              <a:off x="3367088" y="-4763"/>
              <a:ext cx="1063625" cy="2782888"/>
            </a:xfrm>
            <a:custGeom>
              <a:rect b="b" l="l" r="r" t="t"/>
              <a:pathLst>
                <a:path extrusionOk="0" h="1753" w="670">
                  <a:moveTo>
                    <a:pt x="0" y="1696"/>
                  </a:moveTo>
                  <a:lnTo>
                    <a:pt x="225" y="1753"/>
                  </a:lnTo>
                  <a:lnTo>
                    <a:pt x="670" y="0"/>
                  </a:lnTo>
                  <a:lnTo>
                    <a:pt x="430" y="0"/>
                  </a:lnTo>
                  <a:lnTo>
                    <a:pt x="0" y="1696"/>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415" name="Google Shape;415;p34"/>
            <p:cNvSpPr/>
            <p:nvPr/>
          </p:nvSpPr>
          <p:spPr>
            <a:xfrm>
              <a:off x="2928938" y="-4763"/>
              <a:ext cx="1035050" cy="2673350"/>
            </a:xfrm>
            <a:custGeom>
              <a:rect b="b" l="l" r="r" t="t"/>
              <a:pathLst>
                <a:path extrusionOk="0" h="1684" w="652">
                  <a:moveTo>
                    <a:pt x="225" y="1684"/>
                  </a:moveTo>
                  <a:lnTo>
                    <a:pt x="652" y="0"/>
                  </a:lnTo>
                  <a:lnTo>
                    <a:pt x="411" y="0"/>
                  </a:lnTo>
                  <a:lnTo>
                    <a:pt x="0" y="1627"/>
                  </a:lnTo>
                  <a:lnTo>
                    <a:pt x="219" y="1681"/>
                  </a:lnTo>
                  <a:lnTo>
                    <a:pt x="225" y="1684"/>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416" name="Google Shape;416;p34"/>
            <p:cNvSpPr/>
            <p:nvPr/>
          </p:nvSpPr>
          <p:spPr>
            <a:xfrm>
              <a:off x="2928938" y="2582862"/>
              <a:ext cx="2693987" cy="4275138"/>
            </a:xfrm>
            <a:custGeom>
              <a:rect b="b" l="l" r="r" t="t"/>
              <a:pathLst>
                <a:path extrusionOk="0" h="2693" w="1697">
                  <a:moveTo>
                    <a:pt x="0" y="0"/>
                  </a:moveTo>
                  <a:lnTo>
                    <a:pt x="1622" y="2693"/>
                  </a:lnTo>
                  <a:lnTo>
                    <a:pt x="1697" y="2693"/>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417" name="Google Shape;417;p34"/>
            <p:cNvSpPr/>
            <p:nvPr/>
          </p:nvSpPr>
          <p:spPr>
            <a:xfrm>
              <a:off x="3371850" y="2692400"/>
              <a:ext cx="3332162" cy="4165600"/>
            </a:xfrm>
            <a:custGeom>
              <a:rect b="b" l="l" r="r" t="t"/>
              <a:pathLst>
                <a:path extrusionOk="0" h="2624" w="2099">
                  <a:moveTo>
                    <a:pt x="2099" y="2624"/>
                  </a:moveTo>
                  <a:lnTo>
                    <a:pt x="0" y="0"/>
                  </a:lnTo>
                  <a:lnTo>
                    <a:pt x="2021" y="2624"/>
                  </a:lnTo>
                  <a:lnTo>
                    <a:pt x="2099" y="2624"/>
                  </a:lnTo>
                  <a:close/>
                </a:path>
              </a:pathLst>
            </a:custGeom>
            <a:solidFill>
              <a:srgbClr val="0B59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418" name="Google Shape;418;p34"/>
            <p:cNvSpPr/>
            <p:nvPr/>
          </p:nvSpPr>
          <p:spPr>
            <a:xfrm>
              <a:off x="3367088" y="2687637"/>
              <a:ext cx="4576762" cy="4170363"/>
            </a:xfrm>
            <a:custGeom>
              <a:rect b="b" l="l" r="r" t="t"/>
              <a:pathLst>
                <a:path extrusionOk="0" h="2627" w="2883">
                  <a:moveTo>
                    <a:pt x="0" y="0"/>
                  </a:moveTo>
                  <a:lnTo>
                    <a:pt x="3" y="3"/>
                  </a:lnTo>
                  <a:lnTo>
                    <a:pt x="2102" y="2627"/>
                  </a:lnTo>
                  <a:lnTo>
                    <a:pt x="2883" y="2627"/>
                  </a:lnTo>
                  <a:lnTo>
                    <a:pt x="225" y="57"/>
                  </a:lnTo>
                  <a:lnTo>
                    <a:pt x="0" y="0"/>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419" name="Google Shape;419;p34"/>
            <p:cNvSpPr/>
            <p:nvPr/>
          </p:nvSpPr>
          <p:spPr>
            <a:xfrm>
              <a:off x="2928938" y="2578100"/>
              <a:ext cx="3584575" cy="4279900"/>
            </a:xfrm>
            <a:custGeom>
              <a:rect b="b" l="l" r="r" t="t"/>
              <a:pathLst>
                <a:path extrusionOk="0" h="2696" w="2258">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grpSp>
      <p:sp>
        <p:nvSpPr>
          <p:cNvPr id="420" name="Google Shape;420;p34"/>
          <p:cNvSpPr/>
          <p:nvPr/>
        </p:nvSpPr>
        <p:spPr>
          <a:xfrm>
            <a:off x="973393" y="1001712"/>
            <a:ext cx="16341213" cy="8370888"/>
          </a:xfrm>
          <a:prstGeom prst="rect">
            <a:avLst/>
          </a:prstGeom>
          <a:solidFill>
            <a:schemeClr val="dk2"/>
          </a:solidFill>
          <a:ln cap="sq" cmpd="sng" w="9525">
            <a:solidFill>
              <a:schemeClr val="dk1"/>
            </a:solidFill>
            <a:prstDash val="solid"/>
            <a:miter lim="800000"/>
            <a:headEnd len="sm" w="sm" type="none"/>
            <a:tailEnd len="sm" w="sm" type="none"/>
          </a:ln>
          <a:effectLst>
            <a:outerShdw blurRad="63500" rotWithShape="0" algn="ctr">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421" name="Google Shape;421;p34"/>
          <p:cNvSpPr txBox="1"/>
          <p:nvPr>
            <p:ph type="title"/>
          </p:nvPr>
        </p:nvSpPr>
        <p:spPr>
          <a:xfrm>
            <a:off x="1784553" y="1892808"/>
            <a:ext cx="4718304" cy="6501384"/>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Clr>
                <a:schemeClr val="lt1"/>
              </a:buClr>
              <a:buSzPts val="5400"/>
              <a:buFont typeface="Impact"/>
              <a:buNone/>
            </a:pPr>
            <a:r>
              <a:rPr i="0" lang="en-US" sz="5400" u="none" cap="none" strike="noStrike">
                <a:latin typeface="Impact"/>
                <a:ea typeface="Impact"/>
                <a:cs typeface="Impact"/>
                <a:sym typeface="Impact"/>
              </a:rPr>
              <a:t>Competidores analíticos</a:t>
            </a:r>
            <a:endParaRPr/>
          </a:p>
        </p:txBody>
      </p:sp>
      <p:cxnSp>
        <p:nvCxnSpPr>
          <p:cNvPr id="422" name="Google Shape;422;p34"/>
          <p:cNvCxnSpPr/>
          <p:nvPr/>
        </p:nvCxnSpPr>
        <p:spPr>
          <a:xfrm>
            <a:off x="6981442" y="2880360"/>
            <a:ext cx="0" cy="4526280"/>
          </a:xfrm>
          <a:prstGeom prst="straightConnector1">
            <a:avLst/>
          </a:prstGeom>
          <a:noFill/>
          <a:ln cap="flat" cmpd="sng" w="15875">
            <a:solidFill>
              <a:schemeClr val="lt1"/>
            </a:solidFill>
            <a:prstDash val="solid"/>
            <a:round/>
            <a:headEnd len="sm" w="sm" type="none"/>
            <a:tailEnd len="sm" w="sm" type="none"/>
          </a:ln>
        </p:spPr>
      </p:cxnSp>
      <p:sp>
        <p:nvSpPr>
          <p:cNvPr id="423" name="Google Shape;423;p34"/>
          <p:cNvSpPr txBox="1"/>
          <p:nvPr>
            <p:ph idx="1" type="body"/>
          </p:nvPr>
        </p:nvSpPr>
        <p:spPr>
          <a:xfrm>
            <a:off x="7511898" y="1892809"/>
            <a:ext cx="8926519" cy="6674133"/>
          </a:xfrm>
          <a:prstGeom prst="rect">
            <a:avLst/>
          </a:prstGeom>
          <a:noFill/>
          <a:ln>
            <a:noFill/>
          </a:ln>
        </p:spPr>
        <p:txBody>
          <a:bodyPr anchorCtr="0" anchor="ctr" bIns="45700" lIns="91425" spcFirstLastPara="1" rIns="91425" wrap="square" tIns="45700">
            <a:normAutofit/>
          </a:bodyPr>
          <a:lstStyle/>
          <a:p>
            <a:pPr indent="-428625" lvl="0" marL="428625" rtl="0" algn="l">
              <a:spcBef>
                <a:spcPts val="0"/>
              </a:spcBef>
              <a:spcAft>
                <a:spcPts val="0"/>
              </a:spcAft>
              <a:buSzPts val="4350"/>
              <a:buChar char="•"/>
            </a:pPr>
            <a:r>
              <a:rPr lang="en-US" sz="3000">
                <a:latin typeface="Open Sans"/>
                <a:ea typeface="Open Sans"/>
                <a:cs typeface="Open Sans"/>
                <a:sym typeface="Open Sans"/>
              </a:rPr>
              <a:t>En esta etapa ya no solo se utiliza la analítica para obtener una ventaja competitiva, sino busca revolucionar el sector.</a:t>
            </a:r>
            <a:endParaRPr sz="3000"/>
          </a:p>
        </p:txBody>
      </p:sp>
      <p:sp>
        <p:nvSpPr>
          <p:cNvPr id="424" name="Google Shape;424;p34"/>
          <p:cNvSpPr/>
          <p:nvPr/>
        </p:nvSpPr>
        <p:spPr>
          <a:xfrm>
            <a:off x="13618017" y="5687699"/>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425" name="Google Shape;425;p34"/>
          <p:cNvSpPr txBox="1"/>
          <p:nvPr/>
        </p:nvSpPr>
        <p:spPr>
          <a:xfrm>
            <a:off x="14077189" y="6358080"/>
            <a:ext cx="3830520" cy="2169825"/>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131416"/>
              </a:buClr>
              <a:buSzPts val="2014"/>
              <a:buFont typeface="Open Sans"/>
              <a:buNone/>
            </a:pPr>
            <a:r>
              <a:rPr b="1" i="0" lang="en-US" sz="2014" u="none" cap="none" strike="noStrike">
                <a:solidFill>
                  <a:srgbClr val="131416"/>
                </a:solidFill>
                <a:latin typeface="Open Sans"/>
                <a:ea typeface="Open Sans"/>
                <a:cs typeface="Open Sans"/>
                <a:sym typeface="Open Sans"/>
              </a:rPr>
              <a:t>Estadística crucial:</a:t>
            </a:r>
            <a:endParaRPr/>
          </a:p>
          <a:p>
            <a:pPr indent="0" lvl="0" marL="0" marR="0" rtl="0" algn="l">
              <a:lnSpc>
                <a:spcPct val="140019"/>
              </a:lnSpc>
              <a:spcBef>
                <a:spcPts val="0"/>
              </a:spcBef>
              <a:spcAft>
                <a:spcPts val="0"/>
              </a:spcAft>
              <a:buClr>
                <a:srgbClr val="131416"/>
              </a:buClr>
              <a:buSzPts val="2014"/>
              <a:buFont typeface="Open Sans"/>
              <a:buNone/>
            </a:pPr>
            <a:r>
              <a:rPr b="0" i="0" lang="en-US" sz="2014" u="none" cap="none" strike="noStrike">
                <a:solidFill>
                  <a:srgbClr val="131416"/>
                </a:solidFill>
                <a:latin typeface="Open Sans"/>
                <a:ea typeface="Open Sans"/>
                <a:cs typeface="Open Sans"/>
                <a:sym typeface="Open Sans"/>
              </a:rPr>
              <a:t>Las empresas que pueden personalizar las ofertas “generan un 40 % más de ingresos que la media”.</a:t>
            </a:r>
            <a:endParaRPr sz="1800">
              <a:solidFill>
                <a:schemeClr val="lt1"/>
              </a:solidFill>
              <a:latin typeface="Corbel"/>
              <a:ea typeface="Corbel"/>
              <a:cs typeface="Corbel"/>
              <a:sym typeface="Corbe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29" name="Shape 429"/>
        <p:cNvGrpSpPr/>
        <p:nvPr/>
      </p:nvGrpSpPr>
      <p:grpSpPr>
        <a:xfrm>
          <a:off x="0" y="0"/>
          <a:ext cx="0" cy="0"/>
          <a:chOff x="0" y="0"/>
          <a:chExt cx="0" cy="0"/>
        </a:xfrm>
      </p:grpSpPr>
      <p:sp>
        <p:nvSpPr>
          <p:cNvPr id="430" name="Google Shape;430;p35"/>
          <p:cNvSpPr/>
          <p:nvPr/>
        </p:nvSpPr>
        <p:spPr>
          <a:xfrm>
            <a:off x="0" y="0"/>
            <a:ext cx="18288000" cy="10287000"/>
          </a:xfrm>
          <a:prstGeom prst="rect">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431" name="Google Shape;431;p35"/>
          <p:cNvSpPr txBox="1"/>
          <p:nvPr>
            <p:ph type="title"/>
          </p:nvPr>
        </p:nvSpPr>
        <p:spPr>
          <a:xfrm>
            <a:off x="5781676" y="1028700"/>
            <a:ext cx="11472860" cy="262889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6000"/>
              <a:buFont typeface="Impact"/>
              <a:buNone/>
            </a:pPr>
            <a:r>
              <a:rPr i="0" lang="en-US" u="none" cap="none" strike="noStrike">
                <a:latin typeface="Impact"/>
                <a:ea typeface="Impact"/>
                <a:cs typeface="Impact"/>
                <a:sym typeface="Impact"/>
              </a:rPr>
              <a:t>Información</a:t>
            </a:r>
            <a:endParaRPr/>
          </a:p>
        </p:txBody>
      </p:sp>
      <p:sp>
        <p:nvSpPr>
          <p:cNvPr id="432" name="Google Shape;432;p35"/>
          <p:cNvSpPr/>
          <p:nvPr/>
        </p:nvSpPr>
        <p:spPr>
          <a:xfrm>
            <a:off x="0" y="0"/>
            <a:ext cx="5109589" cy="10287000"/>
          </a:xfrm>
          <a:prstGeom prst="rect">
            <a:avLst/>
          </a:prstGeom>
          <a:gradFill>
            <a:gsLst>
              <a:gs pos="0">
                <a:srgbClr val="159FE7"/>
              </a:gs>
              <a:gs pos="23000">
                <a:srgbClr val="159FE7"/>
              </a:gs>
              <a:gs pos="69000">
                <a:srgbClr val="1186C3"/>
              </a:gs>
              <a:gs pos="97000">
                <a:srgbClr val="107DB6"/>
              </a:gs>
              <a:gs pos="100000">
                <a:srgbClr val="107DB6"/>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orbel"/>
              <a:buNone/>
            </a:pPr>
            <a:r>
              <a:t/>
            </a:r>
            <a:endParaRPr b="0" i="0" sz="1800" u="none" cap="none" strike="noStrike">
              <a:solidFill>
                <a:srgbClr val="FFFFFF"/>
              </a:solidFill>
              <a:latin typeface="Century Gothic"/>
              <a:ea typeface="Century Gothic"/>
              <a:cs typeface="Century Gothic"/>
              <a:sym typeface="Century Gothic"/>
            </a:endParaRPr>
          </a:p>
        </p:txBody>
      </p:sp>
      <p:sp>
        <p:nvSpPr>
          <p:cNvPr id="433" name="Google Shape;433;p35"/>
          <p:cNvSpPr/>
          <p:nvPr/>
        </p:nvSpPr>
        <p:spPr>
          <a:xfrm>
            <a:off x="742849" y="1"/>
            <a:ext cx="1288326" cy="4171436"/>
          </a:xfrm>
          <a:custGeom>
            <a:rect b="b" l="l" r="r" t="t"/>
            <a:pathLst>
              <a:path extrusionOk="0" h="1753" w="670">
                <a:moveTo>
                  <a:pt x="0" y="1696"/>
                </a:moveTo>
                <a:lnTo>
                  <a:pt x="225" y="1753"/>
                </a:lnTo>
                <a:lnTo>
                  <a:pt x="670" y="0"/>
                </a:lnTo>
                <a:lnTo>
                  <a:pt x="430" y="0"/>
                </a:lnTo>
                <a:lnTo>
                  <a:pt x="0" y="1696"/>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34" name="Google Shape;434;p35"/>
          <p:cNvSpPr/>
          <p:nvPr/>
        </p:nvSpPr>
        <p:spPr>
          <a:xfrm>
            <a:off x="212136" y="1"/>
            <a:ext cx="1253715" cy="4007243"/>
          </a:xfrm>
          <a:custGeom>
            <a:rect b="b" l="l" r="r" t="t"/>
            <a:pathLst>
              <a:path extrusionOk="0" h="1684" w="652">
                <a:moveTo>
                  <a:pt x="225" y="1684"/>
                </a:moveTo>
                <a:lnTo>
                  <a:pt x="652" y="0"/>
                </a:lnTo>
                <a:lnTo>
                  <a:pt x="411" y="0"/>
                </a:lnTo>
                <a:lnTo>
                  <a:pt x="0" y="1627"/>
                </a:lnTo>
                <a:lnTo>
                  <a:pt x="219" y="1681"/>
                </a:lnTo>
                <a:lnTo>
                  <a:pt x="225" y="1684"/>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35" name="Google Shape;435;p35"/>
          <p:cNvSpPr/>
          <p:nvPr/>
        </p:nvSpPr>
        <p:spPr>
          <a:xfrm>
            <a:off x="212136" y="3878745"/>
            <a:ext cx="3263119" cy="6408256"/>
          </a:xfrm>
          <a:custGeom>
            <a:rect b="b" l="l" r="r" t="t"/>
            <a:pathLst>
              <a:path extrusionOk="0" h="2693" w="1697">
                <a:moveTo>
                  <a:pt x="0" y="0"/>
                </a:moveTo>
                <a:lnTo>
                  <a:pt x="1622" y="2693"/>
                </a:lnTo>
                <a:lnTo>
                  <a:pt x="1697" y="2693"/>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36" name="Google Shape;436;p35"/>
          <p:cNvSpPr/>
          <p:nvPr/>
        </p:nvSpPr>
        <p:spPr>
          <a:xfrm>
            <a:off x="748617" y="4042938"/>
            <a:ext cx="4036114" cy="6244063"/>
          </a:xfrm>
          <a:custGeom>
            <a:rect b="b" l="l" r="r" t="t"/>
            <a:pathLst>
              <a:path extrusionOk="0" h="2624" w="2099">
                <a:moveTo>
                  <a:pt x="2099" y="2624"/>
                </a:moveTo>
                <a:lnTo>
                  <a:pt x="0" y="0"/>
                </a:lnTo>
                <a:lnTo>
                  <a:pt x="2021" y="2624"/>
                </a:lnTo>
                <a:lnTo>
                  <a:pt x="2099" y="2624"/>
                </a:lnTo>
                <a:close/>
              </a:path>
            </a:pathLst>
          </a:custGeom>
          <a:solidFill>
            <a:srgbClr val="0B59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37" name="Google Shape;437;p35"/>
          <p:cNvSpPr/>
          <p:nvPr/>
        </p:nvSpPr>
        <p:spPr>
          <a:xfrm>
            <a:off x="742849" y="4035798"/>
            <a:ext cx="4356480" cy="6251203"/>
          </a:xfrm>
          <a:custGeom>
            <a:rect b="b" l="l" r="r" t="t"/>
            <a:pathLst>
              <a:path extrusionOk="0" h="4167469" w="2904320">
                <a:moveTo>
                  <a:pt x="0" y="0"/>
                </a:moveTo>
                <a:lnTo>
                  <a:pt x="288431" y="90425"/>
                </a:lnTo>
                <a:lnTo>
                  <a:pt x="2904320" y="3220465"/>
                </a:lnTo>
                <a:lnTo>
                  <a:pt x="2904320" y="4167469"/>
                </a:lnTo>
                <a:lnTo>
                  <a:pt x="2694589" y="4167469"/>
                </a:lnTo>
                <a:lnTo>
                  <a:pt x="3846" y="4759"/>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38" name="Google Shape;438;p35"/>
          <p:cNvSpPr/>
          <p:nvPr/>
        </p:nvSpPr>
        <p:spPr>
          <a:xfrm>
            <a:off x="212136" y="3871606"/>
            <a:ext cx="4341852" cy="6415395"/>
          </a:xfrm>
          <a:custGeom>
            <a:rect b="b" l="l" r="r" t="t"/>
            <a:pathLst>
              <a:path extrusionOk="0" h="2696" w="2258">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39" name="Google Shape;439;p35"/>
          <p:cNvSpPr txBox="1"/>
          <p:nvPr>
            <p:ph idx="1" type="body"/>
          </p:nvPr>
        </p:nvSpPr>
        <p:spPr>
          <a:xfrm>
            <a:off x="5781676" y="4000498"/>
            <a:ext cx="11472858" cy="4686302"/>
          </a:xfrm>
          <a:prstGeom prst="rect">
            <a:avLst/>
          </a:prstGeom>
          <a:noFill/>
          <a:ln>
            <a:noFill/>
          </a:ln>
        </p:spPr>
        <p:txBody>
          <a:bodyPr anchorCtr="0" anchor="t" bIns="45700" lIns="91425" spcFirstLastPara="1" rIns="91425" wrap="square" tIns="45700">
            <a:normAutofit/>
          </a:bodyPr>
          <a:lstStyle/>
          <a:p>
            <a:pPr indent="-428625" lvl="0" marL="428625" rtl="0" algn="l">
              <a:spcBef>
                <a:spcPts val="0"/>
              </a:spcBef>
              <a:spcAft>
                <a:spcPts val="0"/>
              </a:spcAft>
              <a:buSzPts val="6380"/>
              <a:buChar char="•"/>
            </a:pPr>
            <a:r>
              <a:rPr lang="en-US" sz="4400">
                <a:latin typeface="Open Sans"/>
                <a:ea typeface="Open Sans"/>
                <a:cs typeface="Open Sans"/>
                <a:sym typeface="Open Sans"/>
              </a:rPr>
              <a:t>La </a:t>
            </a:r>
            <a:r>
              <a:rPr b="1" lang="en-US" sz="4400">
                <a:latin typeface="Open Sans"/>
                <a:ea typeface="Open Sans"/>
                <a:cs typeface="Open Sans"/>
                <a:sym typeface="Open Sans"/>
              </a:rPr>
              <a:t>información</a:t>
            </a:r>
            <a:r>
              <a:rPr lang="en-US" sz="4400">
                <a:latin typeface="Open Sans"/>
                <a:ea typeface="Open Sans"/>
                <a:cs typeface="Open Sans"/>
                <a:sym typeface="Open Sans"/>
              </a:rPr>
              <a:t> (general) es cualquier dato obtenido por una persona, independientemente de su forma de presentación.</a:t>
            </a:r>
            <a:endParaRPr sz="4400"/>
          </a:p>
        </p:txBody>
      </p:sp>
    </p:spTree>
  </p:cSld>
  <p:clrMapOvr>
    <a:masterClrMapping/>
  </p:clrMapOvr>
  <mc:AlternateContent>
    <mc:Choice Requires="p14">
      <p:transition spd="slow" p14:dur="1300">
        <p14:pan dir="u"/>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43" name="Shape 443"/>
        <p:cNvGrpSpPr/>
        <p:nvPr/>
      </p:nvGrpSpPr>
      <p:grpSpPr>
        <a:xfrm>
          <a:off x="0" y="0"/>
          <a:ext cx="0" cy="0"/>
          <a:chOff x="0" y="0"/>
          <a:chExt cx="0" cy="0"/>
        </a:xfrm>
      </p:grpSpPr>
      <p:sp>
        <p:nvSpPr>
          <p:cNvPr id="444" name="Google Shape;444;p36"/>
          <p:cNvSpPr/>
          <p:nvPr/>
        </p:nvSpPr>
        <p:spPr>
          <a:xfrm>
            <a:off x="0" y="0"/>
            <a:ext cx="18288000" cy="10287000"/>
          </a:xfrm>
          <a:prstGeom prst="rect">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445" name="Google Shape;445;p36"/>
          <p:cNvSpPr txBox="1"/>
          <p:nvPr>
            <p:ph type="title"/>
          </p:nvPr>
        </p:nvSpPr>
        <p:spPr>
          <a:xfrm>
            <a:off x="5781676" y="1028700"/>
            <a:ext cx="11472860" cy="262889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6000"/>
              <a:buFont typeface="Impact"/>
              <a:buNone/>
            </a:pPr>
            <a:r>
              <a:rPr i="0" lang="en-US" u="none" cap="none" strike="noStrike">
                <a:latin typeface="Impact"/>
                <a:ea typeface="Impact"/>
                <a:cs typeface="Impact"/>
                <a:sym typeface="Impact"/>
              </a:rPr>
              <a:t>Tipos de información</a:t>
            </a:r>
            <a:endParaRPr/>
          </a:p>
        </p:txBody>
      </p:sp>
      <p:sp>
        <p:nvSpPr>
          <p:cNvPr id="446" name="Google Shape;446;p36"/>
          <p:cNvSpPr/>
          <p:nvPr/>
        </p:nvSpPr>
        <p:spPr>
          <a:xfrm>
            <a:off x="0" y="0"/>
            <a:ext cx="5109589" cy="10287000"/>
          </a:xfrm>
          <a:prstGeom prst="rect">
            <a:avLst/>
          </a:prstGeom>
          <a:gradFill>
            <a:gsLst>
              <a:gs pos="0">
                <a:srgbClr val="159FE7"/>
              </a:gs>
              <a:gs pos="23000">
                <a:srgbClr val="159FE7"/>
              </a:gs>
              <a:gs pos="69000">
                <a:srgbClr val="1186C3"/>
              </a:gs>
              <a:gs pos="97000">
                <a:srgbClr val="107DB6"/>
              </a:gs>
              <a:gs pos="100000">
                <a:srgbClr val="107DB6"/>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orbel"/>
              <a:buNone/>
            </a:pPr>
            <a:r>
              <a:t/>
            </a:r>
            <a:endParaRPr b="0" i="0" sz="1800" u="none" cap="none" strike="noStrike">
              <a:solidFill>
                <a:srgbClr val="FFFFFF"/>
              </a:solidFill>
              <a:latin typeface="Century Gothic"/>
              <a:ea typeface="Century Gothic"/>
              <a:cs typeface="Century Gothic"/>
              <a:sym typeface="Century Gothic"/>
            </a:endParaRPr>
          </a:p>
        </p:txBody>
      </p:sp>
      <p:sp>
        <p:nvSpPr>
          <p:cNvPr id="447" name="Google Shape;447;p36"/>
          <p:cNvSpPr/>
          <p:nvPr/>
        </p:nvSpPr>
        <p:spPr>
          <a:xfrm>
            <a:off x="742849" y="1"/>
            <a:ext cx="1288326" cy="4171436"/>
          </a:xfrm>
          <a:custGeom>
            <a:rect b="b" l="l" r="r" t="t"/>
            <a:pathLst>
              <a:path extrusionOk="0" h="1753" w="670">
                <a:moveTo>
                  <a:pt x="0" y="1696"/>
                </a:moveTo>
                <a:lnTo>
                  <a:pt x="225" y="1753"/>
                </a:lnTo>
                <a:lnTo>
                  <a:pt x="670" y="0"/>
                </a:lnTo>
                <a:lnTo>
                  <a:pt x="430" y="0"/>
                </a:lnTo>
                <a:lnTo>
                  <a:pt x="0" y="1696"/>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48" name="Google Shape;448;p36"/>
          <p:cNvSpPr/>
          <p:nvPr/>
        </p:nvSpPr>
        <p:spPr>
          <a:xfrm>
            <a:off x="212136" y="1"/>
            <a:ext cx="1253715" cy="4007243"/>
          </a:xfrm>
          <a:custGeom>
            <a:rect b="b" l="l" r="r" t="t"/>
            <a:pathLst>
              <a:path extrusionOk="0" h="1684" w="652">
                <a:moveTo>
                  <a:pt x="225" y="1684"/>
                </a:moveTo>
                <a:lnTo>
                  <a:pt x="652" y="0"/>
                </a:lnTo>
                <a:lnTo>
                  <a:pt x="411" y="0"/>
                </a:lnTo>
                <a:lnTo>
                  <a:pt x="0" y="1627"/>
                </a:lnTo>
                <a:lnTo>
                  <a:pt x="219" y="1681"/>
                </a:lnTo>
                <a:lnTo>
                  <a:pt x="225" y="1684"/>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49" name="Google Shape;449;p36"/>
          <p:cNvSpPr/>
          <p:nvPr/>
        </p:nvSpPr>
        <p:spPr>
          <a:xfrm>
            <a:off x="212136" y="3878745"/>
            <a:ext cx="3263119" cy="6408256"/>
          </a:xfrm>
          <a:custGeom>
            <a:rect b="b" l="l" r="r" t="t"/>
            <a:pathLst>
              <a:path extrusionOk="0" h="2693" w="1697">
                <a:moveTo>
                  <a:pt x="0" y="0"/>
                </a:moveTo>
                <a:lnTo>
                  <a:pt x="1622" y="2693"/>
                </a:lnTo>
                <a:lnTo>
                  <a:pt x="1697" y="2693"/>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50" name="Google Shape;450;p36"/>
          <p:cNvSpPr/>
          <p:nvPr/>
        </p:nvSpPr>
        <p:spPr>
          <a:xfrm>
            <a:off x="748617" y="4042938"/>
            <a:ext cx="4036114" cy="6244063"/>
          </a:xfrm>
          <a:custGeom>
            <a:rect b="b" l="l" r="r" t="t"/>
            <a:pathLst>
              <a:path extrusionOk="0" h="2624" w="2099">
                <a:moveTo>
                  <a:pt x="2099" y="2624"/>
                </a:moveTo>
                <a:lnTo>
                  <a:pt x="0" y="0"/>
                </a:lnTo>
                <a:lnTo>
                  <a:pt x="2021" y="2624"/>
                </a:lnTo>
                <a:lnTo>
                  <a:pt x="2099" y="2624"/>
                </a:lnTo>
                <a:close/>
              </a:path>
            </a:pathLst>
          </a:custGeom>
          <a:solidFill>
            <a:srgbClr val="0B59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51" name="Google Shape;451;p36"/>
          <p:cNvSpPr/>
          <p:nvPr/>
        </p:nvSpPr>
        <p:spPr>
          <a:xfrm>
            <a:off x="742849" y="4035798"/>
            <a:ext cx="4356480" cy="6251203"/>
          </a:xfrm>
          <a:custGeom>
            <a:rect b="b" l="l" r="r" t="t"/>
            <a:pathLst>
              <a:path extrusionOk="0" h="4167469" w="2904320">
                <a:moveTo>
                  <a:pt x="0" y="0"/>
                </a:moveTo>
                <a:lnTo>
                  <a:pt x="288431" y="90425"/>
                </a:lnTo>
                <a:lnTo>
                  <a:pt x="2904320" y="3220465"/>
                </a:lnTo>
                <a:lnTo>
                  <a:pt x="2904320" y="4167469"/>
                </a:lnTo>
                <a:lnTo>
                  <a:pt x="2694589" y="4167469"/>
                </a:lnTo>
                <a:lnTo>
                  <a:pt x="3846" y="4759"/>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52" name="Google Shape;452;p36"/>
          <p:cNvSpPr/>
          <p:nvPr/>
        </p:nvSpPr>
        <p:spPr>
          <a:xfrm>
            <a:off x="212136" y="3871606"/>
            <a:ext cx="4341852" cy="6415395"/>
          </a:xfrm>
          <a:custGeom>
            <a:rect b="b" l="l" r="r" t="t"/>
            <a:pathLst>
              <a:path extrusionOk="0" h="2696" w="2258">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53" name="Google Shape;453;p36"/>
          <p:cNvSpPr txBox="1"/>
          <p:nvPr>
            <p:ph idx="1" type="body"/>
          </p:nvPr>
        </p:nvSpPr>
        <p:spPr>
          <a:xfrm>
            <a:off x="5771416" y="2800349"/>
            <a:ext cx="11472858" cy="4686302"/>
          </a:xfrm>
          <a:prstGeom prst="rect">
            <a:avLst/>
          </a:prstGeom>
          <a:noFill/>
          <a:ln>
            <a:noFill/>
          </a:ln>
        </p:spPr>
        <p:txBody>
          <a:bodyPr anchorCtr="0" anchor="t" bIns="45700" lIns="91425" spcFirstLastPara="1" rIns="91425" wrap="square" tIns="45700">
            <a:noAutofit/>
          </a:bodyPr>
          <a:lstStyle/>
          <a:p>
            <a:pPr indent="-428625" lvl="0" marL="428625" rtl="0" algn="l">
              <a:spcBef>
                <a:spcPts val="0"/>
              </a:spcBef>
              <a:spcAft>
                <a:spcPts val="0"/>
              </a:spcAft>
              <a:buSzPts val="5800"/>
              <a:buChar char="•"/>
            </a:pPr>
            <a:r>
              <a:rPr b="1" lang="en-US" sz="4000">
                <a:latin typeface="Open Sans"/>
                <a:ea typeface="Open Sans"/>
                <a:cs typeface="Open Sans"/>
                <a:sym typeface="Open Sans"/>
              </a:rPr>
              <a:t>Gráfica</a:t>
            </a:r>
            <a:endParaRPr/>
          </a:p>
          <a:p>
            <a:pPr indent="-371475" lvl="1" marL="1114425" rtl="0" algn="l">
              <a:spcBef>
                <a:spcPts val="1700"/>
              </a:spcBef>
              <a:spcAft>
                <a:spcPts val="0"/>
              </a:spcAft>
              <a:buSzPts val="4900"/>
              <a:buChar char="•"/>
            </a:pPr>
            <a:r>
              <a:rPr lang="en-US" sz="3100">
                <a:latin typeface="Open Sans"/>
                <a:ea typeface="Open Sans"/>
                <a:cs typeface="Open Sans"/>
                <a:sym typeface="Open Sans"/>
              </a:rPr>
              <a:t>Información obtenida mediante imágenes, diagramas, dibujos y vídeos (tecnología de imagen en vivo). </a:t>
            </a:r>
            <a:endParaRPr sz="2100"/>
          </a:p>
          <a:p>
            <a:pPr indent="-371475" lvl="0" marL="428625" rtl="0" algn="l">
              <a:spcBef>
                <a:spcPts val="1700"/>
              </a:spcBef>
              <a:spcAft>
                <a:spcPts val="0"/>
              </a:spcAft>
              <a:buSzPts val="4900"/>
              <a:buChar char="•"/>
            </a:pPr>
            <a:r>
              <a:rPr b="1" lang="en-US" sz="3100">
                <a:latin typeface="Open Sans"/>
                <a:ea typeface="Open Sans"/>
                <a:cs typeface="Open Sans"/>
                <a:sym typeface="Open Sans"/>
              </a:rPr>
              <a:t>Textual</a:t>
            </a:r>
            <a:endParaRPr sz="2700"/>
          </a:p>
          <a:p>
            <a:pPr indent="-371475" lvl="1" marL="1114425" rtl="0" algn="l">
              <a:spcBef>
                <a:spcPts val="1700"/>
              </a:spcBef>
              <a:spcAft>
                <a:spcPts val="0"/>
              </a:spcAft>
              <a:buSzPts val="4900"/>
              <a:buChar char="•"/>
            </a:pPr>
            <a:r>
              <a:rPr lang="en-US" sz="3100">
                <a:latin typeface="Open Sans"/>
                <a:ea typeface="Open Sans"/>
                <a:cs typeface="Open Sans"/>
                <a:sym typeface="Open Sans"/>
              </a:rPr>
              <a:t>Esta forma de presentación emplea letras y números. </a:t>
            </a:r>
            <a:endParaRPr sz="2100"/>
          </a:p>
          <a:p>
            <a:pPr indent="-371475" lvl="0" marL="428625" rtl="0" algn="l">
              <a:spcBef>
                <a:spcPts val="1700"/>
              </a:spcBef>
              <a:spcAft>
                <a:spcPts val="0"/>
              </a:spcAft>
              <a:buSzPts val="4900"/>
              <a:buChar char="•"/>
            </a:pPr>
            <a:r>
              <a:rPr b="1" lang="en-US" sz="3100">
                <a:latin typeface="Open Sans"/>
                <a:ea typeface="Open Sans"/>
                <a:cs typeface="Open Sans"/>
                <a:sym typeface="Open Sans"/>
              </a:rPr>
              <a:t>Audio</a:t>
            </a:r>
            <a:endParaRPr sz="2700"/>
          </a:p>
          <a:p>
            <a:pPr indent="-371475" lvl="1" marL="1114425" rtl="0" algn="l">
              <a:spcBef>
                <a:spcPts val="1700"/>
              </a:spcBef>
              <a:spcAft>
                <a:spcPts val="0"/>
              </a:spcAft>
              <a:buSzPts val="4900"/>
              <a:buChar char="•"/>
            </a:pPr>
            <a:r>
              <a:rPr lang="en-US" sz="3100">
                <a:latin typeface="Open Sans"/>
                <a:ea typeface="Open Sans"/>
                <a:cs typeface="Open Sans"/>
                <a:sym typeface="Open Sans"/>
              </a:rPr>
              <a:t>Información obtenida mediante el habla, los sonidos, etc.</a:t>
            </a:r>
            <a:endParaRPr sz="3100"/>
          </a:p>
        </p:txBody>
      </p:sp>
    </p:spTree>
  </p:cSld>
  <p:clrMapOvr>
    <a:masterClrMapping/>
  </p:clrMapOvr>
  <mc:AlternateContent>
    <mc:Choice Requires="p14">
      <p:transition spd="slow" p14:dur="1300">
        <p14:pan dir="u"/>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57" name="Shape 457"/>
        <p:cNvGrpSpPr/>
        <p:nvPr/>
      </p:nvGrpSpPr>
      <p:grpSpPr>
        <a:xfrm>
          <a:off x="0" y="0"/>
          <a:ext cx="0" cy="0"/>
          <a:chOff x="0" y="0"/>
          <a:chExt cx="0" cy="0"/>
        </a:xfrm>
      </p:grpSpPr>
      <p:sp>
        <p:nvSpPr>
          <p:cNvPr id="458" name="Google Shape;458;p37"/>
          <p:cNvSpPr/>
          <p:nvPr/>
        </p:nvSpPr>
        <p:spPr>
          <a:xfrm>
            <a:off x="0" y="0"/>
            <a:ext cx="18288000" cy="10287000"/>
          </a:xfrm>
          <a:prstGeom prst="rect">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459" name="Google Shape;459;p37"/>
          <p:cNvSpPr txBox="1"/>
          <p:nvPr>
            <p:ph type="title"/>
          </p:nvPr>
        </p:nvSpPr>
        <p:spPr>
          <a:xfrm>
            <a:off x="5781676" y="1028700"/>
            <a:ext cx="11472860" cy="262889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6000"/>
              <a:buFont typeface="Impact"/>
              <a:buNone/>
            </a:pPr>
            <a:r>
              <a:rPr i="0" lang="en-US" u="none" cap="none" strike="noStrike">
                <a:latin typeface="Impact"/>
                <a:ea typeface="Impact"/>
                <a:cs typeface="Impact"/>
                <a:sym typeface="Impact"/>
              </a:rPr>
              <a:t>Tipos de información</a:t>
            </a:r>
            <a:endParaRPr/>
          </a:p>
        </p:txBody>
      </p:sp>
      <p:sp>
        <p:nvSpPr>
          <p:cNvPr id="460" name="Google Shape;460;p37"/>
          <p:cNvSpPr/>
          <p:nvPr/>
        </p:nvSpPr>
        <p:spPr>
          <a:xfrm>
            <a:off x="0" y="0"/>
            <a:ext cx="5109589" cy="10287000"/>
          </a:xfrm>
          <a:prstGeom prst="rect">
            <a:avLst/>
          </a:prstGeom>
          <a:gradFill>
            <a:gsLst>
              <a:gs pos="0">
                <a:srgbClr val="159FE7"/>
              </a:gs>
              <a:gs pos="23000">
                <a:srgbClr val="159FE7"/>
              </a:gs>
              <a:gs pos="69000">
                <a:srgbClr val="1186C3"/>
              </a:gs>
              <a:gs pos="97000">
                <a:srgbClr val="107DB6"/>
              </a:gs>
              <a:gs pos="100000">
                <a:srgbClr val="107DB6"/>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orbel"/>
              <a:buNone/>
            </a:pPr>
            <a:r>
              <a:t/>
            </a:r>
            <a:endParaRPr b="0" i="0" sz="1800" u="none" cap="none" strike="noStrike">
              <a:solidFill>
                <a:srgbClr val="FFFFFF"/>
              </a:solidFill>
              <a:latin typeface="Century Gothic"/>
              <a:ea typeface="Century Gothic"/>
              <a:cs typeface="Century Gothic"/>
              <a:sym typeface="Century Gothic"/>
            </a:endParaRPr>
          </a:p>
        </p:txBody>
      </p:sp>
      <p:sp>
        <p:nvSpPr>
          <p:cNvPr id="461" name="Google Shape;461;p37"/>
          <p:cNvSpPr/>
          <p:nvPr/>
        </p:nvSpPr>
        <p:spPr>
          <a:xfrm>
            <a:off x="742849" y="1"/>
            <a:ext cx="1288326" cy="4171436"/>
          </a:xfrm>
          <a:custGeom>
            <a:rect b="b" l="l" r="r" t="t"/>
            <a:pathLst>
              <a:path extrusionOk="0" h="1753" w="670">
                <a:moveTo>
                  <a:pt x="0" y="1696"/>
                </a:moveTo>
                <a:lnTo>
                  <a:pt x="225" y="1753"/>
                </a:lnTo>
                <a:lnTo>
                  <a:pt x="670" y="0"/>
                </a:lnTo>
                <a:lnTo>
                  <a:pt x="430" y="0"/>
                </a:lnTo>
                <a:lnTo>
                  <a:pt x="0" y="1696"/>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62" name="Google Shape;462;p37"/>
          <p:cNvSpPr/>
          <p:nvPr/>
        </p:nvSpPr>
        <p:spPr>
          <a:xfrm>
            <a:off x="212136" y="1"/>
            <a:ext cx="1253715" cy="4007243"/>
          </a:xfrm>
          <a:custGeom>
            <a:rect b="b" l="l" r="r" t="t"/>
            <a:pathLst>
              <a:path extrusionOk="0" h="1684" w="652">
                <a:moveTo>
                  <a:pt x="225" y="1684"/>
                </a:moveTo>
                <a:lnTo>
                  <a:pt x="652" y="0"/>
                </a:lnTo>
                <a:lnTo>
                  <a:pt x="411" y="0"/>
                </a:lnTo>
                <a:lnTo>
                  <a:pt x="0" y="1627"/>
                </a:lnTo>
                <a:lnTo>
                  <a:pt x="219" y="1681"/>
                </a:lnTo>
                <a:lnTo>
                  <a:pt x="225" y="1684"/>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63" name="Google Shape;463;p37"/>
          <p:cNvSpPr/>
          <p:nvPr/>
        </p:nvSpPr>
        <p:spPr>
          <a:xfrm>
            <a:off x="212136" y="3878745"/>
            <a:ext cx="3263119" cy="6408256"/>
          </a:xfrm>
          <a:custGeom>
            <a:rect b="b" l="l" r="r" t="t"/>
            <a:pathLst>
              <a:path extrusionOk="0" h="2693" w="1697">
                <a:moveTo>
                  <a:pt x="0" y="0"/>
                </a:moveTo>
                <a:lnTo>
                  <a:pt x="1622" y="2693"/>
                </a:lnTo>
                <a:lnTo>
                  <a:pt x="1697" y="2693"/>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64" name="Google Shape;464;p37"/>
          <p:cNvSpPr/>
          <p:nvPr/>
        </p:nvSpPr>
        <p:spPr>
          <a:xfrm>
            <a:off x="748617" y="4042938"/>
            <a:ext cx="4036114" cy="6244063"/>
          </a:xfrm>
          <a:custGeom>
            <a:rect b="b" l="l" r="r" t="t"/>
            <a:pathLst>
              <a:path extrusionOk="0" h="2624" w="2099">
                <a:moveTo>
                  <a:pt x="2099" y="2624"/>
                </a:moveTo>
                <a:lnTo>
                  <a:pt x="0" y="0"/>
                </a:lnTo>
                <a:lnTo>
                  <a:pt x="2021" y="2624"/>
                </a:lnTo>
                <a:lnTo>
                  <a:pt x="2099" y="2624"/>
                </a:lnTo>
                <a:close/>
              </a:path>
            </a:pathLst>
          </a:custGeom>
          <a:solidFill>
            <a:srgbClr val="0B59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65" name="Google Shape;465;p37"/>
          <p:cNvSpPr/>
          <p:nvPr/>
        </p:nvSpPr>
        <p:spPr>
          <a:xfrm>
            <a:off x="742849" y="4035798"/>
            <a:ext cx="4356480" cy="6251203"/>
          </a:xfrm>
          <a:custGeom>
            <a:rect b="b" l="l" r="r" t="t"/>
            <a:pathLst>
              <a:path extrusionOk="0" h="4167469" w="2904320">
                <a:moveTo>
                  <a:pt x="0" y="0"/>
                </a:moveTo>
                <a:lnTo>
                  <a:pt x="288431" y="90425"/>
                </a:lnTo>
                <a:lnTo>
                  <a:pt x="2904320" y="3220465"/>
                </a:lnTo>
                <a:lnTo>
                  <a:pt x="2904320" y="4167469"/>
                </a:lnTo>
                <a:lnTo>
                  <a:pt x="2694589" y="4167469"/>
                </a:lnTo>
                <a:lnTo>
                  <a:pt x="3846" y="4759"/>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66" name="Google Shape;466;p37"/>
          <p:cNvSpPr/>
          <p:nvPr/>
        </p:nvSpPr>
        <p:spPr>
          <a:xfrm>
            <a:off x="212136" y="3871606"/>
            <a:ext cx="4341852" cy="6415395"/>
          </a:xfrm>
          <a:custGeom>
            <a:rect b="b" l="l" r="r" t="t"/>
            <a:pathLst>
              <a:path extrusionOk="0" h="2696" w="2258">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67" name="Google Shape;467;p37"/>
          <p:cNvSpPr txBox="1"/>
          <p:nvPr>
            <p:ph idx="1" type="body"/>
          </p:nvPr>
        </p:nvSpPr>
        <p:spPr>
          <a:xfrm>
            <a:off x="5771416" y="2800349"/>
            <a:ext cx="11472858" cy="4686302"/>
          </a:xfrm>
          <a:prstGeom prst="rect">
            <a:avLst/>
          </a:prstGeom>
          <a:noFill/>
          <a:ln>
            <a:noFill/>
          </a:ln>
        </p:spPr>
        <p:txBody>
          <a:bodyPr anchorCtr="0" anchor="t" bIns="45700" lIns="91425" spcFirstLastPara="1" rIns="91425" wrap="square" tIns="45700">
            <a:noAutofit/>
          </a:bodyPr>
          <a:lstStyle/>
          <a:p>
            <a:pPr indent="-428625" lvl="0" marL="428625" rtl="0" algn="l">
              <a:spcBef>
                <a:spcPts val="0"/>
              </a:spcBef>
              <a:spcAft>
                <a:spcPts val="0"/>
              </a:spcAft>
              <a:buSzPts val="5800"/>
              <a:buChar char="•"/>
            </a:pPr>
            <a:r>
              <a:rPr b="1" lang="en-US" sz="4000">
                <a:latin typeface="Open Sans"/>
                <a:ea typeface="Open Sans"/>
                <a:cs typeface="Open Sans"/>
                <a:sym typeface="Open Sans"/>
              </a:rPr>
              <a:t>Multimedia</a:t>
            </a:r>
            <a:endParaRPr/>
          </a:p>
          <a:p>
            <a:pPr indent="-428625" lvl="1" marL="1114425" rtl="0" algn="l">
              <a:spcBef>
                <a:spcPts val="1700"/>
              </a:spcBef>
              <a:spcAft>
                <a:spcPts val="0"/>
              </a:spcAft>
              <a:buSzPts val="5800"/>
              <a:buChar char="•"/>
            </a:pPr>
            <a:r>
              <a:rPr lang="en-US" sz="4000">
                <a:latin typeface="Open Sans"/>
                <a:ea typeface="Open Sans"/>
                <a:cs typeface="Open Sans"/>
                <a:sym typeface="Open Sans"/>
              </a:rPr>
              <a:t>Una mezcla de representación gráfica, textual y auditiva. </a:t>
            </a:r>
            <a:endParaRPr/>
          </a:p>
          <a:p>
            <a:pPr indent="-428625" lvl="0" marL="428625" rtl="0" algn="l">
              <a:spcBef>
                <a:spcPts val="1700"/>
              </a:spcBef>
              <a:spcAft>
                <a:spcPts val="0"/>
              </a:spcAft>
              <a:buSzPts val="5800"/>
              <a:buChar char="•"/>
            </a:pPr>
            <a:r>
              <a:rPr b="1" lang="en-US" sz="4000">
                <a:latin typeface="Open Sans"/>
                <a:ea typeface="Open Sans"/>
                <a:cs typeface="Open Sans"/>
                <a:sym typeface="Open Sans"/>
              </a:rPr>
              <a:t>Landmark</a:t>
            </a:r>
            <a:endParaRPr/>
          </a:p>
          <a:p>
            <a:pPr indent="-428625" lvl="1" marL="1114425" rtl="0" algn="l">
              <a:spcBef>
                <a:spcPts val="1700"/>
              </a:spcBef>
              <a:spcAft>
                <a:spcPts val="0"/>
              </a:spcAft>
              <a:buSzPts val="5800"/>
              <a:buChar char="•"/>
            </a:pPr>
            <a:r>
              <a:rPr lang="en-US" sz="4000">
                <a:latin typeface="Open Sans"/>
                <a:ea typeface="Open Sans"/>
                <a:cs typeface="Open Sans"/>
                <a:sym typeface="Open Sans"/>
              </a:rPr>
              <a:t>En comparación con lo anterior, este método apenas se utiliza en los ordenadores y, más en general, en la informática</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E9EAEA"/>
            </a:gs>
            <a:gs pos="100000">
              <a:srgbClr val="A3A5A6"/>
            </a:gs>
          </a:gsLst>
          <a:lin ang="5400000" scaled="0"/>
        </a:gradFill>
      </p:bgPr>
    </p:bg>
    <p:spTree>
      <p:nvGrpSpPr>
        <p:cNvPr id="471" name="Shape 471"/>
        <p:cNvGrpSpPr/>
        <p:nvPr/>
      </p:nvGrpSpPr>
      <p:grpSpPr>
        <a:xfrm>
          <a:off x="0" y="0"/>
          <a:ext cx="0" cy="0"/>
          <a:chOff x="0" y="0"/>
          <a:chExt cx="0" cy="0"/>
        </a:xfrm>
      </p:grpSpPr>
      <p:sp>
        <p:nvSpPr>
          <p:cNvPr id="472" name="Google Shape;472;p38"/>
          <p:cNvSpPr/>
          <p:nvPr/>
        </p:nvSpPr>
        <p:spPr>
          <a:xfrm>
            <a:off x="0" y="0"/>
            <a:ext cx="18288000" cy="10287000"/>
          </a:xfrm>
          <a:prstGeom prst="rect">
            <a:avLst/>
          </a:prstGeom>
          <a:gradFill>
            <a:gsLst>
              <a:gs pos="0">
                <a:srgbClr val="E9EAEA"/>
              </a:gs>
              <a:gs pos="100000">
                <a:srgbClr val="A3A5A6"/>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473" name="Google Shape;473;p38"/>
          <p:cNvSpPr/>
          <p:nvPr/>
        </p:nvSpPr>
        <p:spPr>
          <a:xfrm flipH="1" rot="10800000">
            <a:off x="-1" y="-1"/>
            <a:ext cx="6605563" cy="10287001"/>
          </a:xfrm>
          <a:custGeom>
            <a:rect b="b" l="l" r="r" t="t"/>
            <a:pathLst>
              <a:path extrusionOk="0" h="6858001" w="4403709">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gradFill>
            <a:gsLst>
              <a:gs pos="0">
                <a:srgbClr val="636363"/>
              </a:gs>
              <a:gs pos="100000">
                <a:schemeClr val="dk1"/>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orbel"/>
              <a:ea typeface="Corbel"/>
              <a:cs typeface="Corbel"/>
              <a:sym typeface="Corbel"/>
            </a:endParaRPr>
          </a:p>
        </p:txBody>
      </p:sp>
      <p:sp>
        <p:nvSpPr>
          <p:cNvPr id="474" name="Google Shape;474;p38"/>
          <p:cNvSpPr txBox="1"/>
          <p:nvPr>
            <p:ph type="title"/>
          </p:nvPr>
        </p:nvSpPr>
        <p:spPr>
          <a:xfrm>
            <a:off x="802531" y="1028700"/>
            <a:ext cx="3959943" cy="76581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5600"/>
              <a:buFont typeface="Impact"/>
              <a:buNone/>
            </a:pPr>
            <a:r>
              <a:rPr i="0" lang="en-US" sz="5600" u="none" cap="none" strike="noStrike">
                <a:solidFill>
                  <a:srgbClr val="FFFFFF"/>
                </a:solidFill>
                <a:latin typeface="Impact"/>
                <a:ea typeface="Impact"/>
                <a:cs typeface="Impact"/>
                <a:sym typeface="Impact"/>
              </a:rPr>
              <a:t>CONCEPTOS CLAVE APRENDIDOS </a:t>
            </a:r>
            <a:endParaRPr sz="5600">
              <a:solidFill>
                <a:srgbClr val="FFFFFF"/>
              </a:solidFill>
            </a:endParaRPr>
          </a:p>
        </p:txBody>
      </p:sp>
      <p:grpSp>
        <p:nvGrpSpPr>
          <p:cNvPr id="475" name="Google Shape;475;p38"/>
          <p:cNvGrpSpPr/>
          <p:nvPr/>
        </p:nvGrpSpPr>
        <p:grpSpPr>
          <a:xfrm>
            <a:off x="4972938" y="0"/>
            <a:ext cx="3655219" cy="10287002"/>
            <a:chOff x="1320800" y="0"/>
            <a:chExt cx="2436813" cy="6858001"/>
          </a:xfrm>
        </p:grpSpPr>
        <p:sp>
          <p:nvSpPr>
            <p:cNvPr id="476" name="Google Shape;476;p38"/>
            <p:cNvSpPr/>
            <p:nvPr/>
          </p:nvSpPr>
          <p:spPr>
            <a:xfrm>
              <a:off x="1627188" y="0"/>
              <a:ext cx="1122363" cy="5329238"/>
            </a:xfrm>
            <a:custGeom>
              <a:rect b="b" l="l" r="r" t="t"/>
              <a:pathLst>
                <a:path extrusionOk="0" h="3357" w="707">
                  <a:moveTo>
                    <a:pt x="0" y="3330"/>
                  </a:moveTo>
                  <a:lnTo>
                    <a:pt x="156" y="3357"/>
                  </a:lnTo>
                  <a:lnTo>
                    <a:pt x="707" y="0"/>
                  </a:lnTo>
                  <a:lnTo>
                    <a:pt x="547" y="0"/>
                  </a:lnTo>
                  <a:lnTo>
                    <a:pt x="0" y="333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77" name="Google Shape;477;p38"/>
            <p:cNvSpPr/>
            <p:nvPr/>
          </p:nvSpPr>
          <p:spPr>
            <a:xfrm>
              <a:off x="1320800" y="0"/>
              <a:ext cx="1117600" cy="5276850"/>
            </a:xfrm>
            <a:custGeom>
              <a:rect b="b" l="l" r="r" t="t"/>
              <a:pathLst>
                <a:path extrusionOk="0" h="3324" w="704">
                  <a:moveTo>
                    <a:pt x="704" y="0"/>
                  </a:moveTo>
                  <a:lnTo>
                    <a:pt x="545" y="0"/>
                  </a:lnTo>
                  <a:lnTo>
                    <a:pt x="0" y="3300"/>
                  </a:lnTo>
                  <a:lnTo>
                    <a:pt x="157" y="3324"/>
                  </a:lnTo>
                  <a:lnTo>
                    <a:pt x="704"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78" name="Google Shape;478;p38"/>
            <p:cNvSpPr/>
            <p:nvPr/>
          </p:nvSpPr>
          <p:spPr>
            <a:xfrm>
              <a:off x="1320800" y="5238750"/>
              <a:ext cx="1228725" cy="1619250"/>
            </a:xfrm>
            <a:custGeom>
              <a:rect b="b" l="l" r="r" t="t"/>
              <a:pathLst>
                <a:path extrusionOk="0" h="1020" w="774">
                  <a:moveTo>
                    <a:pt x="0" y="0"/>
                  </a:moveTo>
                  <a:lnTo>
                    <a:pt x="740" y="1020"/>
                  </a:lnTo>
                  <a:lnTo>
                    <a:pt x="774" y="1020"/>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79" name="Google Shape;479;p38"/>
            <p:cNvSpPr/>
            <p:nvPr/>
          </p:nvSpPr>
          <p:spPr>
            <a:xfrm>
              <a:off x="1627188" y="5291138"/>
              <a:ext cx="1495425" cy="1566863"/>
            </a:xfrm>
            <a:custGeom>
              <a:rect b="b" l="l" r="r" t="t"/>
              <a:pathLst>
                <a:path extrusionOk="0" h="987" w="942">
                  <a:moveTo>
                    <a:pt x="0" y="0"/>
                  </a:moveTo>
                  <a:lnTo>
                    <a:pt x="909" y="987"/>
                  </a:lnTo>
                  <a:lnTo>
                    <a:pt x="942" y="987"/>
                  </a:lnTo>
                  <a:lnTo>
                    <a:pt x="0" y="0"/>
                  </a:lnTo>
                  <a:close/>
                </a:path>
              </a:pathLst>
            </a:custGeom>
            <a:solidFill>
              <a:srgbClr val="0B59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80" name="Google Shape;480;p38"/>
            <p:cNvSpPr/>
            <p:nvPr/>
          </p:nvSpPr>
          <p:spPr>
            <a:xfrm>
              <a:off x="1627188" y="5286375"/>
              <a:ext cx="2130425" cy="1571625"/>
            </a:xfrm>
            <a:custGeom>
              <a:rect b="b" l="l" r="r" t="t"/>
              <a:pathLst>
                <a:path extrusionOk="0" h="990" w="1342">
                  <a:moveTo>
                    <a:pt x="0" y="3"/>
                  </a:moveTo>
                  <a:lnTo>
                    <a:pt x="942" y="990"/>
                  </a:lnTo>
                  <a:lnTo>
                    <a:pt x="1342" y="990"/>
                  </a:lnTo>
                  <a:lnTo>
                    <a:pt x="156" y="27"/>
                  </a:lnTo>
                  <a:lnTo>
                    <a:pt x="0" y="0"/>
                  </a:lnTo>
                  <a:lnTo>
                    <a:pt x="0" y="3"/>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81" name="Google Shape;481;p38"/>
            <p:cNvSpPr/>
            <p:nvPr/>
          </p:nvSpPr>
          <p:spPr>
            <a:xfrm>
              <a:off x="1320800" y="5238750"/>
              <a:ext cx="1695450" cy="1619250"/>
            </a:xfrm>
            <a:custGeom>
              <a:rect b="b" l="l" r="r" t="t"/>
              <a:pathLst>
                <a:path extrusionOk="0" h="1020" w="1068">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3F3F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grpSp>
      <p:grpSp>
        <p:nvGrpSpPr>
          <p:cNvPr id="482" name="Google Shape;482;p38"/>
          <p:cNvGrpSpPr/>
          <p:nvPr/>
        </p:nvGrpSpPr>
        <p:grpSpPr>
          <a:xfrm>
            <a:off x="7515225" y="1229894"/>
            <a:ext cx="9739312" cy="7255711"/>
            <a:chOff x="0" y="201194"/>
            <a:chExt cx="9739312" cy="7255711"/>
          </a:xfrm>
        </p:grpSpPr>
        <p:sp>
          <p:nvSpPr>
            <p:cNvPr id="483" name="Google Shape;483;p38"/>
            <p:cNvSpPr/>
            <p:nvPr/>
          </p:nvSpPr>
          <p:spPr>
            <a:xfrm>
              <a:off x="0" y="201194"/>
              <a:ext cx="9739312" cy="2355210"/>
            </a:xfrm>
            <a:prstGeom prst="roundRect">
              <a:avLst>
                <a:gd fmla="val 16667" name="adj"/>
              </a:avLst>
            </a:prstGeom>
            <a:solidFill>
              <a:schemeClr val="accent2"/>
            </a:solid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38"/>
            <p:cNvSpPr txBox="1"/>
            <p:nvPr/>
          </p:nvSpPr>
          <p:spPr>
            <a:xfrm>
              <a:off x="114972" y="316166"/>
              <a:ext cx="9509368" cy="2125266"/>
            </a:xfrm>
            <a:prstGeom prst="rect">
              <a:avLst/>
            </a:prstGeom>
            <a:noFill/>
            <a:ln>
              <a:noFill/>
            </a:ln>
          </p:spPr>
          <p:txBody>
            <a:bodyPr anchorCtr="0" anchor="ctr" bIns="125725" lIns="125725" spcFirstLastPara="1" rIns="125725" wrap="square" tIns="125725">
              <a:noAutofit/>
            </a:bodyPr>
            <a:lstStyle/>
            <a:p>
              <a:pPr indent="0" lvl="0" marL="0" marR="0" rtl="0" algn="l">
                <a:lnSpc>
                  <a:spcPct val="90000"/>
                </a:lnSpc>
                <a:spcBef>
                  <a:spcPts val="0"/>
                </a:spcBef>
                <a:spcAft>
                  <a:spcPts val="0"/>
                </a:spcAft>
                <a:buClr>
                  <a:schemeClr val="lt1"/>
                </a:buClr>
                <a:buSzPts val="3300"/>
                <a:buFont typeface="Corbel"/>
                <a:buNone/>
              </a:pPr>
              <a:r>
                <a:rPr lang="en-US" sz="3300">
                  <a:solidFill>
                    <a:schemeClr val="lt1"/>
                  </a:solidFill>
                  <a:latin typeface="Corbel"/>
                  <a:ea typeface="Corbel"/>
                  <a:cs typeface="Corbel"/>
                  <a:sym typeface="Corbel"/>
                </a:rPr>
                <a:t>Inteligencia de Negocios es una combinación de análisis de negocios, minería, visualización, herramientas e infraestructura de datos; que ayudan a empresas a tomar decisiones basadas en los datos.</a:t>
              </a:r>
              <a:endParaRPr sz="3300">
                <a:solidFill>
                  <a:schemeClr val="lt1"/>
                </a:solidFill>
                <a:latin typeface="Corbel"/>
                <a:ea typeface="Corbel"/>
                <a:cs typeface="Corbel"/>
                <a:sym typeface="Corbel"/>
              </a:endParaRPr>
            </a:p>
          </p:txBody>
        </p:sp>
        <p:sp>
          <p:nvSpPr>
            <p:cNvPr id="485" name="Google Shape;485;p38"/>
            <p:cNvSpPr/>
            <p:nvPr/>
          </p:nvSpPr>
          <p:spPr>
            <a:xfrm>
              <a:off x="0" y="2651444"/>
              <a:ext cx="9739312" cy="2355210"/>
            </a:xfrm>
            <a:prstGeom prst="roundRect">
              <a:avLst>
                <a:gd fmla="val 16667" name="adj"/>
              </a:avLst>
            </a:prstGeom>
            <a:solidFill>
              <a:srgbClr val="C6D245"/>
            </a:solid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38"/>
            <p:cNvSpPr txBox="1"/>
            <p:nvPr/>
          </p:nvSpPr>
          <p:spPr>
            <a:xfrm>
              <a:off x="114972" y="2766416"/>
              <a:ext cx="9509368" cy="2125266"/>
            </a:xfrm>
            <a:prstGeom prst="rect">
              <a:avLst/>
            </a:prstGeom>
            <a:noFill/>
            <a:ln>
              <a:noFill/>
            </a:ln>
          </p:spPr>
          <p:txBody>
            <a:bodyPr anchorCtr="0" anchor="ctr" bIns="125725" lIns="125725" spcFirstLastPara="1" rIns="125725" wrap="square" tIns="125725">
              <a:noAutofit/>
            </a:bodyPr>
            <a:lstStyle/>
            <a:p>
              <a:pPr indent="0" lvl="0" marL="0" marR="0" rtl="0" algn="l">
                <a:lnSpc>
                  <a:spcPct val="90000"/>
                </a:lnSpc>
                <a:spcBef>
                  <a:spcPts val="0"/>
                </a:spcBef>
                <a:spcAft>
                  <a:spcPts val="0"/>
                </a:spcAft>
                <a:buClr>
                  <a:schemeClr val="lt1"/>
                </a:buClr>
                <a:buSzPts val="3300"/>
                <a:buFont typeface="Corbel"/>
                <a:buNone/>
              </a:pPr>
              <a:r>
                <a:rPr lang="en-US" sz="3300">
                  <a:solidFill>
                    <a:schemeClr val="lt1"/>
                  </a:solidFill>
                  <a:latin typeface="Corbel"/>
                  <a:ea typeface="Corbel"/>
                  <a:cs typeface="Corbel"/>
                  <a:sym typeface="Corbel"/>
                </a:rPr>
                <a:t>Niveles de madurez analítica; principiante analítico, analítica localizada, aspiraciones analíticas, empresas analíticas y competidores analíticos.</a:t>
              </a:r>
              <a:endParaRPr sz="3300">
                <a:solidFill>
                  <a:schemeClr val="lt1"/>
                </a:solidFill>
                <a:latin typeface="Corbel"/>
                <a:ea typeface="Corbel"/>
                <a:cs typeface="Corbel"/>
                <a:sym typeface="Corbel"/>
              </a:endParaRPr>
            </a:p>
          </p:txBody>
        </p:sp>
        <p:sp>
          <p:nvSpPr>
            <p:cNvPr id="487" name="Google Shape;487;p38"/>
            <p:cNvSpPr/>
            <p:nvPr/>
          </p:nvSpPr>
          <p:spPr>
            <a:xfrm>
              <a:off x="0" y="5101695"/>
              <a:ext cx="9739312" cy="2355210"/>
            </a:xfrm>
            <a:prstGeom prst="roundRect">
              <a:avLst>
                <a:gd fmla="val 16667" name="adj"/>
              </a:avLst>
            </a:prstGeom>
            <a:solidFill>
              <a:srgbClr val="E19C3D"/>
            </a:solid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38"/>
            <p:cNvSpPr txBox="1"/>
            <p:nvPr/>
          </p:nvSpPr>
          <p:spPr>
            <a:xfrm>
              <a:off x="114972" y="5216667"/>
              <a:ext cx="9509368" cy="2125266"/>
            </a:xfrm>
            <a:prstGeom prst="rect">
              <a:avLst/>
            </a:prstGeom>
            <a:noFill/>
            <a:ln>
              <a:noFill/>
            </a:ln>
          </p:spPr>
          <p:txBody>
            <a:bodyPr anchorCtr="0" anchor="ctr" bIns="125725" lIns="125725" spcFirstLastPara="1" rIns="125725" wrap="square" tIns="125725">
              <a:noAutofit/>
            </a:bodyPr>
            <a:lstStyle/>
            <a:p>
              <a:pPr indent="0" lvl="0" marL="0" marR="0" rtl="0" algn="l">
                <a:lnSpc>
                  <a:spcPct val="90000"/>
                </a:lnSpc>
                <a:spcBef>
                  <a:spcPts val="0"/>
                </a:spcBef>
                <a:spcAft>
                  <a:spcPts val="0"/>
                </a:spcAft>
                <a:buClr>
                  <a:schemeClr val="lt1"/>
                </a:buClr>
                <a:buSzPts val="3300"/>
                <a:buFont typeface="Corbel"/>
                <a:buNone/>
              </a:pPr>
              <a:r>
                <a:rPr lang="en-US" sz="3300">
                  <a:solidFill>
                    <a:schemeClr val="lt1"/>
                  </a:solidFill>
                  <a:latin typeface="Corbel"/>
                  <a:ea typeface="Corbel"/>
                  <a:cs typeface="Corbel"/>
                  <a:sym typeface="Corbel"/>
                </a:rPr>
                <a:t>La información es cualquier dato obtenido por una persona, independientemente de su forma de presentación.</a:t>
              </a:r>
              <a:endParaRPr sz="3300">
                <a:solidFill>
                  <a:schemeClr val="lt1"/>
                </a:solidFill>
                <a:latin typeface="Corbel"/>
                <a:ea typeface="Corbel"/>
                <a:cs typeface="Corbel"/>
                <a:sym typeface="Corbel"/>
              </a:endParaRPr>
            </a:p>
          </p:txBody>
        </p:sp>
      </p:grpSp>
    </p:spTree>
  </p:cSld>
  <p:clrMapOvr>
    <a:masterClrMapping/>
  </p:clrMapOvr>
  <mc:AlternateContent>
    <mc:Choice Requires="p14">
      <p:transition spd="slow" p14:dur="1300">
        <p14:pan dir="u"/>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E9EAEA"/>
            </a:gs>
            <a:gs pos="100000">
              <a:srgbClr val="A3A5A6"/>
            </a:gs>
          </a:gsLst>
          <a:lin ang="5400000" scaled="0"/>
        </a:gradFill>
      </p:bgPr>
    </p:bg>
    <p:spTree>
      <p:nvGrpSpPr>
        <p:cNvPr id="492" name="Shape 492"/>
        <p:cNvGrpSpPr/>
        <p:nvPr/>
      </p:nvGrpSpPr>
      <p:grpSpPr>
        <a:xfrm>
          <a:off x="0" y="0"/>
          <a:ext cx="0" cy="0"/>
          <a:chOff x="0" y="0"/>
          <a:chExt cx="0" cy="0"/>
        </a:xfrm>
      </p:grpSpPr>
      <p:sp>
        <p:nvSpPr>
          <p:cNvPr id="493" name="Google Shape;493;p39"/>
          <p:cNvSpPr/>
          <p:nvPr/>
        </p:nvSpPr>
        <p:spPr>
          <a:xfrm>
            <a:off x="0" y="0"/>
            <a:ext cx="18288000" cy="10287000"/>
          </a:xfrm>
          <a:prstGeom prst="rect">
            <a:avLst/>
          </a:prstGeom>
          <a:gradFill>
            <a:gsLst>
              <a:gs pos="0">
                <a:srgbClr val="E9EAEA"/>
              </a:gs>
              <a:gs pos="100000">
                <a:srgbClr val="A3A5A6"/>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494" name="Google Shape;494;p39"/>
          <p:cNvSpPr/>
          <p:nvPr/>
        </p:nvSpPr>
        <p:spPr>
          <a:xfrm flipH="1" rot="10800000">
            <a:off x="-1" y="-1"/>
            <a:ext cx="6605563" cy="10287001"/>
          </a:xfrm>
          <a:custGeom>
            <a:rect b="b" l="l" r="r" t="t"/>
            <a:pathLst>
              <a:path extrusionOk="0" h="6858001" w="4403709">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gradFill>
            <a:gsLst>
              <a:gs pos="0">
                <a:srgbClr val="636363"/>
              </a:gs>
              <a:gs pos="100000">
                <a:schemeClr val="dk1"/>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orbel"/>
              <a:ea typeface="Corbel"/>
              <a:cs typeface="Corbel"/>
              <a:sym typeface="Corbel"/>
            </a:endParaRPr>
          </a:p>
        </p:txBody>
      </p:sp>
      <p:sp>
        <p:nvSpPr>
          <p:cNvPr id="495" name="Google Shape;495;p39"/>
          <p:cNvSpPr txBox="1"/>
          <p:nvPr>
            <p:ph type="title"/>
          </p:nvPr>
        </p:nvSpPr>
        <p:spPr>
          <a:xfrm>
            <a:off x="802531" y="1028700"/>
            <a:ext cx="3959943" cy="76581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6000"/>
              <a:buFont typeface="Impact"/>
              <a:buNone/>
            </a:pPr>
            <a:r>
              <a:rPr i="0" lang="en-US" u="none" cap="none" strike="noStrike">
                <a:solidFill>
                  <a:srgbClr val="FFFFFF"/>
                </a:solidFill>
                <a:latin typeface="Impact"/>
                <a:ea typeface="Impact"/>
                <a:cs typeface="Impact"/>
                <a:sym typeface="Impact"/>
              </a:rPr>
              <a:t>VALOR y ACTITUD</a:t>
            </a:r>
            <a:endParaRPr>
              <a:solidFill>
                <a:srgbClr val="FFFFFF"/>
              </a:solidFill>
            </a:endParaRPr>
          </a:p>
        </p:txBody>
      </p:sp>
      <p:grpSp>
        <p:nvGrpSpPr>
          <p:cNvPr id="496" name="Google Shape;496;p39"/>
          <p:cNvGrpSpPr/>
          <p:nvPr/>
        </p:nvGrpSpPr>
        <p:grpSpPr>
          <a:xfrm>
            <a:off x="4972938" y="0"/>
            <a:ext cx="3655219" cy="10287002"/>
            <a:chOff x="1320800" y="0"/>
            <a:chExt cx="2436813" cy="6858001"/>
          </a:xfrm>
        </p:grpSpPr>
        <p:sp>
          <p:nvSpPr>
            <p:cNvPr id="497" name="Google Shape;497;p39"/>
            <p:cNvSpPr/>
            <p:nvPr/>
          </p:nvSpPr>
          <p:spPr>
            <a:xfrm>
              <a:off x="1627188" y="0"/>
              <a:ext cx="1122363" cy="5329238"/>
            </a:xfrm>
            <a:custGeom>
              <a:rect b="b" l="l" r="r" t="t"/>
              <a:pathLst>
                <a:path extrusionOk="0" h="3357" w="707">
                  <a:moveTo>
                    <a:pt x="0" y="3330"/>
                  </a:moveTo>
                  <a:lnTo>
                    <a:pt x="156" y="3357"/>
                  </a:lnTo>
                  <a:lnTo>
                    <a:pt x="707" y="0"/>
                  </a:lnTo>
                  <a:lnTo>
                    <a:pt x="547" y="0"/>
                  </a:lnTo>
                  <a:lnTo>
                    <a:pt x="0" y="333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98" name="Google Shape;498;p39"/>
            <p:cNvSpPr/>
            <p:nvPr/>
          </p:nvSpPr>
          <p:spPr>
            <a:xfrm>
              <a:off x="1320800" y="0"/>
              <a:ext cx="1117600" cy="5276850"/>
            </a:xfrm>
            <a:custGeom>
              <a:rect b="b" l="l" r="r" t="t"/>
              <a:pathLst>
                <a:path extrusionOk="0" h="3324" w="704">
                  <a:moveTo>
                    <a:pt x="704" y="0"/>
                  </a:moveTo>
                  <a:lnTo>
                    <a:pt x="545" y="0"/>
                  </a:lnTo>
                  <a:lnTo>
                    <a:pt x="0" y="3300"/>
                  </a:lnTo>
                  <a:lnTo>
                    <a:pt x="157" y="3324"/>
                  </a:lnTo>
                  <a:lnTo>
                    <a:pt x="704"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99" name="Google Shape;499;p39"/>
            <p:cNvSpPr/>
            <p:nvPr/>
          </p:nvSpPr>
          <p:spPr>
            <a:xfrm>
              <a:off x="1320800" y="5238750"/>
              <a:ext cx="1228725" cy="1619250"/>
            </a:xfrm>
            <a:custGeom>
              <a:rect b="b" l="l" r="r" t="t"/>
              <a:pathLst>
                <a:path extrusionOk="0" h="1020" w="774">
                  <a:moveTo>
                    <a:pt x="0" y="0"/>
                  </a:moveTo>
                  <a:lnTo>
                    <a:pt x="740" y="1020"/>
                  </a:lnTo>
                  <a:lnTo>
                    <a:pt x="774" y="1020"/>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500" name="Google Shape;500;p39"/>
            <p:cNvSpPr/>
            <p:nvPr/>
          </p:nvSpPr>
          <p:spPr>
            <a:xfrm>
              <a:off x="1627188" y="5291138"/>
              <a:ext cx="1495425" cy="1566863"/>
            </a:xfrm>
            <a:custGeom>
              <a:rect b="b" l="l" r="r" t="t"/>
              <a:pathLst>
                <a:path extrusionOk="0" h="987" w="942">
                  <a:moveTo>
                    <a:pt x="0" y="0"/>
                  </a:moveTo>
                  <a:lnTo>
                    <a:pt x="909" y="987"/>
                  </a:lnTo>
                  <a:lnTo>
                    <a:pt x="942" y="987"/>
                  </a:lnTo>
                  <a:lnTo>
                    <a:pt x="0" y="0"/>
                  </a:lnTo>
                  <a:close/>
                </a:path>
              </a:pathLst>
            </a:custGeom>
            <a:solidFill>
              <a:srgbClr val="0B59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501" name="Google Shape;501;p39"/>
            <p:cNvSpPr/>
            <p:nvPr/>
          </p:nvSpPr>
          <p:spPr>
            <a:xfrm>
              <a:off x="1627188" y="5286375"/>
              <a:ext cx="2130425" cy="1571625"/>
            </a:xfrm>
            <a:custGeom>
              <a:rect b="b" l="l" r="r" t="t"/>
              <a:pathLst>
                <a:path extrusionOk="0" h="990" w="1342">
                  <a:moveTo>
                    <a:pt x="0" y="3"/>
                  </a:moveTo>
                  <a:lnTo>
                    <a:pt x="942" y="990"/>
                  </a:lnTo>
                  <a:lnTo>
                    <a:pt x="1342" y="990"/>
                  </a:lnTo>
                  <a:lnTo>
                    <a:pt x="156" y="27"/>
                  </a:lnTo>
                  <a:lnTo>
                    <a:pt x="0" y="0"/>
                  </a:lnTo>
                  <a:lnTo>
                    <a:pt x="0" y="3"/>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502" name="Google Shape;502;p39"/>
            <p:cNvSpPr/>
            <p:nvPr/>
          </p:nvSpPr>
          <p:spPr>
            <a:xfrm>
              <a:off x="1320800" y="5238750"/>
              <a:ext cx="1695450" cy="1619250"/>
            </a:xfrm>
            <a:custGeom>
              <a:rect b="b" l="l" r="r" t="t"/>
              <a:pathLst>
                <a:path extrusionOk="0" h="1020" w="1068">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3F3F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grpSp>
      <p:grpSp>
        <p:nvGrpSpPr>
          <p:cNvPr id="503" name="Google Shape;503;p39"/>
          <p:cNvGrpSpPr/>
          <p:nvPr/>
        </p:nvGrpSpPr>
        <p:grpSpPr>
          <a:xfrm>
            <a:off x="7515225" y="1239817"/>
            <a:ext cx="9739312" cy="7235864"/>
            <a:chOff x="0" y="211117"/>
            <a:chExt cx="9739312" cy="7235864"/>
          </a:xfrm>
        </p:grpSpPr>
        <p:sp>
          <p:nvSpPr>
            <p:cNvPr id="504" name="Google Shape;504;p39"/>
            <p:cNvSpPr/>
            <p:nvPr/>
          </p:nvSpPr>
          <p:spPr>
            <a:xfrm>
              <a:off x="0" y="521077"/>
              <a:ext cx="9739312" cy="1488374"/>
            </a:xfrm>
            <a:prstGeom prst="rect">
              <a:avLst/>
            </a:prstGeom>
            <a:solidFill>
              <a:schemeClr val="lt1">
                <a:alpha val="89803"/>
              </a:schemeClr>
            </a:solidFill>
            <a:ln cap="rnd" cmpd="sng" w="158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39"/>
            <p:cNvSpPr txBox="1"/>
            <p:nvPr/>
          </p:nvSpPr>
          <p:spPr>
            <a:xfrm>
              <a:off x="0" y="521077"/>
              <a:ext cx="9739312" cy="1488374"/>
            </a:xfrm>
            <a:prstGeom prst="rect">
              <a:avLst/>
            </a:prstGeom>
            <a:noFill/>
            <a:ln>
              <a:noFill/>
            </a:ln>
          </p:spPr>
          <p:txBody>
            <a:bodyPr anchorCtr="0" anchor="t" bIns="149350" lIns="755875" spcFirstLastPara="1" rIns="755875" wrap="square" tIns="437375">
              <a:noAutofit/>
            </a:bodyPr>
            <a:lstStyle/>
            <a:p>
              <a:pPr indent="-228600" lvl="1" marL="228600" marR="0" rtl="0" algn="l">
                <a:lnSpc>
                  <a:spcPct val="90000"/>
                </a:lnSpc>
                <a:spcBef>
                  <a:spcPts val="0"/>
                </a:spcBef>
                <a:spcAft>
                  <a:spcPts val="0"/>
                </a:spcAft>
                <a:buClr>
                  <a:schemeClr val="dk1"/>
                </a:buClr>
                <a:buSzPts val="2100"/>
                <a:buFont typeface="Corbel"/>
                <a:buChar char="•"/>
              </a:pPr>
              <a:r>
                <a:rPr b="0" i="0" lang="en-US" sz="2100" u="none" cap="none" strike="noStrike">
                  <a:solidFill>
                    <a:schemeClr val="dk1"/>
                  </a:solidFill>
                  <a:latin typeface="Corbel"/>
                  <a:ea typeface="Corbel"/>
                  <a:cs typeface="Corbel"/>
                  <a:sym typeface="Corbel"/>
                </a:rPr>
                <a:t>Se fomenta al discutir qué es BI, motivando al estudiante a reflexionar sobre cómo se toman decisiones con datos y si dichas decisiones son objetivas o manipuladas.</a:t>
              </a:r>
              <a:endParaRPr b="0" i="0" sz="2100" u="none" cap="none" strike="noStrike">
                <a:solidFill>
                  <a:schemeClr val="dk1"/>
                </a:solidFill>
                <a:latin typeface="Corbel"/>
                <a:ea typeface="Corbel"/>
                <a:cs typeface="Corbel"/>
                <a:sym typeface="Corbel"/>
              </a:endParaRPr>
            </a:p>
          </p:txBody>
        </p:sp>
        <p:sp>
          <p:nvSpPr>
            <p:cNvPr id="506" name="Google Shape;506;p39"/>
            <p:cNvSpPr/>
            <p:nvPr/>
          </p:nvSpPr>
          <p:spPr>
            <a:xfrm>
              <a:off x="486965" y="211117"/>
              <a:ext cx="6817518" cy="619920"/>
            </a:xfrm>
            <a:prstGeom prst="roundRect">
              <a:avLst>
                <a:gd fmla="val 16667" name="adj"/>
              </a:avLst>
            </a:prstGeom>
            <a:solidFill>
              <a:schemeClr val="accent2"/>
            </a:solid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39"/>
            <p:cNvSpPr txBox="1"/>
            <p:nvPr/>
          </p:nvSpPr>
          <p:spPr>
            <a:xfrm>
              <a:off x="517227" y="241379"/>
              <a:ext cx="6756994" cy="559396"/>
            </a:xfrm>
            <a:prstGeom prst="rect">
              <a:avLst/>
            </a:prstGeom>
            <a:noFill/>
            <a:ln>
              <a:noFill/>
            </a:ln>
          </p:spPr>
          <p:txBody>
            <a:bodyPr anchorCtr="0" anchor="ctr" bIns="0" lIns="257675" spcFirstLastPara="1" rIns="257675" wrap="square" tIns="0">
              <a:noAutofit/>
            </a:bodyPr>
            <a:lstStyle/>
            <a:p>
              <a:pPr indent="0" lvl="0" marL="0" marR="0" rtl="0" algn="l">
                <a:lnSpc>
                  <a:spcPct val="90000"/>
                </a:lnSpc>
                <a:spcBef>
                  <a:spcPts val="0"/>
                </a:spcBef>
                <a:spcAft>
                  <a:spcPts val="0"/>
                </a:spcAft>
                <a:buClr>
                  <a:schemeClr val="lt1"/>
                </a:buClr>
                <a:buSzPts val="2100"/>
                <a:buFont typeface="Corbel"/>
                <a:buNone/>
              </a:pPr>
              <a:r>
                <a:rPr lang="en-US" sz="2100">
                  <a:solidFill>
                    <a:schemeClr val="lt1"/>
                  </a:solidFill>
                  <a:latin typeface="Corbel"/>
                  <a:ea typeface="Corbel"/>
                  <a:cs typeface="Corbel"/>
                  <a:sym typeface="Corbel"/>
                </a:rPr>
                <a:t>Pensamiento crítico</a:t>
              </a:r>
              <a:endParaRPr sz="2100">
                <a:solidFill>
                  <a:schemeClr val="lt1"/>
                </a:solidFill>
                <a:latin typeface="Corbel"/>
                <a:ea typeface="Corbel"/>
                <a:cs typeface="Corbel"/>
                <a:sym typeface="Corbel"/>
              </a:endParaRPr>
            </a:p>
          </p:txBody>
        </p:sp>
        <p:sp>
          <p:nvSpPr>
            <p:cNvPr id="508" name="Google Shape;508;p39"/>
            <p:cNvSpPr/>
            <p:nvPr/>
          </p:nvSpPr>
          <p:spPr>
            <a:xfrm>
              <a:off x="0" y="2432812"/>
              <a:ext cx="9739312" cy="1190700"/>
            </a:xfrm>
            <a:prstGeom prst="rect">
              <a:avLst/>
            </a:prstGeom>
            <a:solidFill>
              <a:schemeClr val="lt1">
                <a:alpha val="89803"/>
              </a:schemeClr>
            </a:solidFill>
            <a:ln cap="rnd" cmpd="sng" w="15875">
              <a:solidFill>
                <a:srgbClr val="ABCD4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39"/>
            <p:cNvSpPr txBox="1"/>
            <p:nvPr/>
          </p:nvSpPr>
          <p:spPr>
            <a:xfrm>
              <a:off x="0" y="2432812"/>
              <a:ext cx="9739312" cy="1190700"/>
            </a:xfrm>
            <a:prstGeom prst="rect">
              <a:avLst/>
            </a:prstGeom>
            <a:noFill/>
            <a:ln>
              <a:noFill/>
            </a:ln>
          </p:spPr>
          <p:txBody>
            <a:bodyPr anchorCtr="0" anchor="t" bIns="149350" lIns="755875" spcFirstLastPara="1" rIns="755875" wrap="square" tIns="437375">
              <a:noAutofit/>
            </a:bodyPr>
            <a:lstStyle/>
            <a:p>
              <a:pPr indent="-228600" lvl="1" marL="228600" marR="0" rtl="0" algn="l">
                <a:lnSpc>
                  <a:spcPct val="90000"/>
                </a:lnSpc>
                <a:spcBef>
                  <a:spcPts val="0"/>
                </a:spcBef>
                <a:spcAft>
                  <a:spcPts val="0"/>
                </a:spcAft>
                <a:buClr>
                  <a:schemeClr val="dk1"/>
                </a:buClr>
                <a:buSzPts val="2100"/>
                <a:buFont typeface="Corbel"/>
                <a:buChar char="•"/>
              </a:pPr>
              <a:r>
                <a:rPr b="0" i="0" lang="en-US" sz="2100" u="none" cap="none" strike="noStrike">
                  <a:solidFill>
                    <a:schemeClr val="dk1"/>
                  </a:solidFill>
                  <a:latin typeface="Corbel"/>
                  <a:ea typeface="Corbel"/>
                  <a:cs typeface="Corbel"/>
                  <a:sym typeface="Corbel"/>
                </a:rPr>
                <a:t>Se desarrolla al introducir el rol de los datos en la toma de decisiones organizacionales, promoviendo el uso ético y preciso de la información.</a:t>
              </a:r>
              <a:endParaRPr b="0" i="0" sz="2100" u="none" cap="none" strike="noStrike">
                <a:solidFill>
                  <a:schemeClr val="dk1"/>
                </a:solidFill>
                <a:latin typeface="Corbel"/>
                <a:ea typeface="Corbel"/>
                <a:cs typeface="Corbel"/>
                <a:sym typeface="Corbel"/>
              </a:endParaRPr>
            </a:p>
          </p:txBody>
        </p:sp>
        <p:sp>
          <p:nvSpPr>
            <p:cNvPr id="510" name="Google Shape;510;p39"/>
            <p:cNvSpPr/>
            <p:nvPr/>
          </p:nvSpPr>
          <p:spPr>
            <a:xfrm>
              <a:off x="486965" y="2122852"/>
              <a:ext cx="6817518" cy="619920"/>
            </a:xfrm>
            <a:prstGeom prst="roundRect">
              <a:avLst>
                <a:gd fmla="val 16667" name="adj"/>
              </a:avLst>
            </a:prstGeom>
            <a:solidFill>
              <a:srgbClr val="ABCD48"/>
            </a:solid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39"/>
            <p:cNvSpPr txBox="1"/>
            <p:nvPr/>
          </p:nvSpPr>
          <p:spPr>
            <a:xfrm>
              <a:off x="517227" y="2153114"/>
              <a:ext cx="6756994" cy="559396"/>
            </a:xfrm>
            <a:prstGeom prst="rect">
              <a:avLst/>
            </a:prstGeom>
            <a:noFill/>
            <a:ln>
              <a:noFill/>
            </a:ln>
          </p:spPr>
          <p:txBody>
            <a:bodyPr anchorCtr="0" anchor="ctr" bIns="0" lIns="257675" spcFirstLastPara="1" rIns="257675" wrap="square" tIns="0">
              <a:noAutofit/>
            </a:bodyPr>
            <a:lstStyle/>
            <a:p>
              <a:pPr indent="0" lvl="0" marL="0" marR="0" rtl="0" algn="l">
                <a:lnSpc>
                  <a:spcPct val="90000"/>
                </a:lnSpc>
                <a:spcBef>
                  <a:spcPts val="0"/>
                </a:spcBef>
                <a:spcAft>
                  <a:spcPts val="0"/>
                </a:spcAft>
                <a:buClr>
                  <a:schemeClr val="lt1"/>
                </a:buClr>
                <a:buSzPts val="2100"/>
                <a:buFont typeface="Corbel"/>
                <a:buNone/>
              </a:pPr>
              <a:r>
                <a:rPr lang="en-US" sz="2100">
                  <a:solidFill>
                    <a:schemeClr val="lt1"/>
                  </a:solidFill>
                  <a:latin typeface="Corbel"/>
                  <a:ea typeface="Corbel"/>
                  <a:cs typeface="Corbel"/>
                  <a:sym typeface="Corbel"/>
                </a:rPr>
                <a:t>Responsabilidad</a:t>
              </a:r>
              <a:endParaRPr sz="2100">
                <a:solidFill>
                  <a:schemeClr val="lt1"/>
                </a:solidFill>
                <a:latin typeface="Corbel"/>
                <a:ea typeface="Corbel"/>
                <a:cs typeface="Corbel"/>
                <a:sym typeface="Corbel"/>
              </a:endParaRPr>
            </a:p>
          </p:txBody>
        </p:sp>
        <p:sp>
          <p:nvSpPr>
            <p:cNvPr id="512" name="Google Shape;512;p39"/>
            <p:cNvSpPr/>
            <p:nvPr/>
          </p:nvSpPr>
          <p:spPr>
            <a:xfrm>
              <a:off x="0" y="4046872"/>
              <a:ext cx="9739312" cy="1488374"/>
            </a:xfrm>
            <a:prstGeom prst="rect">
              <a:avLst/>
            </a:prstGeom>
            <a:solidFill>
              <a:schemeClr val="lt1">
                <a:alpha val="89803"/>
              </a:schemeClr>
            </a:solidFill>
            <a:ln cap="rnd" cmpd="sng" w="15875">
              <a:solidFill>
                <a:srgbClr val="D7C9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39"/>
            <p:cNvSpPr txBox="1"/>
            <p:nvPr/>
          </p:nvSpPr>
          <p:spPr>
            <a:xfrm>
              <a:off x="0" y="4046872"/>
              <a:ext cx="9739312" cy="1488374"/>
            </a:xfrm>
            <a:prstGeom prst="rect">
              <a:avLst/>
            </a:prstGeom>
            <a:noFill/>
            <a:ln>
              <a:noFill/>
            </a:ln>
          </p:spPr>
          <p:txBody>
            <a:bodyPr anchorCtr="0" anchor="t" bIns="149350" lIns="755875" spcFirstLastPara="1" rIns="755875" wrap="square" tIns="437375">
              <a:noAutofit/>
            </a:bodyPr>
            <a:lstStyle/>
            <a:p>
              <a:pPr indent="-228600" lvl="1" marL="228600" marR="0" rtl="0" algn="l">
                <a:lnSpc>
                  <a:spcPct val="90000"/>
                </a:lnSpc>
                <a:spcBef>
                  <a:spcPts val="0"/>
                </a:spcBef>
                <a:spcAft>
                  <a:spcPts val="0"/>
                </a:spcAft>
                <a:buClr>
                  <a:schemeClr val="dk1"/>
                </a:buClr>
                <a:buSzPts val="2100"/>
                <a:buFont typeface="Corbel"/>
                <a:buChar char="•"/>
              </a:pPr>
              <a:r>
                <a:rPr b="0" i="0" lang="en-US" sz="2100" u="none" cap="none" strike="noStrike">
                  <a:solidFill>
                    <a:schemeClr val="dk1"/>
                  </a:solidFill>
                  <a:latin typeface="Corbel"/>
                  <a:ea typeface="Corbel"/>
                  <a:cs typeface="Corbel"/>
                  <a:sym typeface="Corbel"/>
                </a:rPr>
                <a:t>Se aplica al comparar los niveles de madurez analítica y tipos de información, lo cual exige una interpretación cuidadosa y estructurada del contenido.</a:t>
              </a:r>
              <a:endParaRPr b="0" i="0" sz="2100" u="none" cap="none" strike="noStrike">
                <a:solidFill>
                  <a:schemeClr val="dk1"/>
                </a:solidFill>
                <a:latin typeface="Corbel"/>
                <a:ea typeface="Corbel"/>
                <a:cs typeface="Corbel"/>
                <a:sym typeface="Corbel"/>
              </a:endParaRPr>
            </a:p>
          </p:txBody>
        </p:sp>
        <p:sp>
          <p:nvSpPr>
            <p:cNvPr id="514" name="Google Shape;514;p39"/>
            <p:cNvSpPr/>
            <p:nvPr/>
          </p:nvSpPr>
          <p:spPr>
            <a:xfrm>
              <a:off x="486965" y="3736912"/>
              <a:ext cx="6817518" cy="619920"/>
            </a:xfrm>
            <a:prstGeom prst="roundRect">
              <a:avLst>
                <a:gd fmla="val 16667" name="adj"/>
              </a:avLst>
            </a:prstGeom>
            <a:solidFill>
              <a:srgbClr val="D7C942"/>
            </a:solid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39"/>
            <p:cNvSpPr txBox="1"/>
            <p:nvPr/>
          </p:nvSpPr>
          <p:spPr>
            <a:xfrm>
              <a:off x="517227" y="3767174"/>
              <a:ext cx="6756994" cy="559396"/>
            </a:xfrm>
            <a:prstGeom prst="rect">
              <a:avLst/>
            </a:prstGeom>
            <a:noFill/>
            <a:ln>
              <a:noFill/>
            </a:ln>
          </p:spPr>
          <p:txBody>
            <a:bodyPr anchorCtr="0" anchor="ctr" bIns="0" lIns="257675" spcFirstLastPara="1" rIns="257675" wrap="square" tIns="0">
              <a:noAutofit/>
            </a:bodyPr>
            <a:lstStyle/>
            <a:p>
              <a:pPr indent="0" lvl="0" marL="0" marR="0" rtl="0" algn="l">
                <a:lnSpc>
                  <a:spcPct val="90000"/>
                </a:lnSpc>
                <a:spcBef>
                  <a:spcPts val="0"/>
                </a:spcBef>
                <a:spcAft>
                  <a:spcPts val="0"/>
                </a:spcAft>
                <a:buClr>
                  <a:schemeClr val="lt1"/>
                </a:buClr>
                <a:buSzPts val="2100"/>
                <a:buFont typeface="Corbel"/>
                <a:buNone/>
              </a:pPr>
              <a:r>
                <a:rPr lang="en-US" sz="2100">
                  <a:solidFill>
                    <a:schemeClr val="lt1"/>
                  </a:solidFill>
                  <a:latin typeface="Corbel"/>
                  <a:ea typeface="Corbel"/>
                  <a:cs typeface="Corbel"/>
                  <a:sym typeface="Corbel"/>
                </a:rPr>
                <a:t>Rigor analítico</a:t>
              </a:r>
              <a:endParaRPr sz="2100">
                <a:solidFill>
                  <a:schemeClr val="lt1"/>
                </a:solidFill>
                <a:latin typeface="Corbel"/>
                <a:ea typeface="Corbel"/>
                <a:cs typeface="Corbel"/>
                <a:sym typeface="Corbel"/>
              </a:endParaRPr>
            </a:p>
          </p:txBody>
        </p:sp>
        <p:sp>
          <p:nvSpPr>
            <p:cNvPr id="516" name="Google Shape;516;p39"/>
            <p:cNvSpPr/>
            <p:nvPr/>
          </p:nvSpPr>
          <p:spPr>
            <a:xfrm>
              <a:off x="0" y="5958607"/>
              <a:ext cx="9739312" cy="1488374"/>
            </a:xfrm>
            <a:prstGeom prst="rect">
              <a:avLst/>
            </a:prstGeom>
            <a:solidFill>
              <a:schemeClr val="lt1">
                <a:alpha val="89803"/>
              </a:schemeClr>
            </a:solidFill>
            <a:ln cap="rnd" cmpd="sng" w="15875">
              <a:solidFill>
                <a:srgbClr val="E19C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39"/>
            <p:cNvSpPr txBox="1"/>
            <p:nvPr/>
          </p:nvSpPr>
          <p:spPr>
            <a:xfrm>
              <a:off x="0" y="5958607"/>
              <a:ext cx="9739312" cy="1488374"/>
            </a:xfrm>
            <a:prstGeom prst="rect">
              <a:avLst/>
            </a:prstGeom>
            <a:noFill/>
            <a:ln>
              <a:noFill/>
            </a:ln>
          </p:spPr>
          <p:txBody>
            <a:bodyPr anchorCtr="0" anchor="t" bIns="149350" lIns="755875" spcFirstLastPara="1" rIns="755875" wrap="square" tIns="437375">
              <a:noAutofit/>
            </a:bodyPr>
            <a:lstStyle/>
            <a:p>
              <a:pPr indent="-228600" lvl="1" marL="228600" marR="0" rtl="0" algn="l">
                <a:lnSpc>
                  <a:spcPct val="90000"/>
                </a:lnSpc>
                <a:spcBef>
                  <a:spcPts val="0"/>
                </a:spcBef>
                <a:spcAft>
                  <a:spcPts val="0"/>
                </a:spcAft>
                <a:buClr>
                  <a:schemeClr val="dk1"/>
                </a:buClr>
                <a:buSzPts val="2100"/>
                <a:buFont typeface="Corbel"/>
                <a:buChar char="•"/>
              </a:pPr>
              <a:r>
                <a:rPr b="0" i="0" lang="en-US" sz="2100" u="none" cap="none" strike="noStrike">
                  <a:solidFill>
                    <a:schemeClr val="dk1"/>
                  </a:solidFill>
                  <a:latin typeface="Corbel"/>
                  <a:ea typeface="Corbel"/>
                  <a:cs typeface="Corbel"/>
                  <a:sym typeface="Corbel"/>
                </a:rPr>
                <a:t>Se impulsa al presentar OLAP como enfoque innovador para modelar y analizar datos, ampliando el pensamiento del estudiante sobre herramientas más allá de Excel o reportes simples.</a:t>
              </a:r>
              <a:endParaRPr b="0" i="0" sz="2100" u="none" cap="none" strike="noStrike">
                <a:solidFill>
                  <a:schemeClr val="dk1"/>
                </a:solidFill>
                <a:latin typeface="Corbel"/>
                <a:ea typeface="Corbel"/>
                <a:cs typeface="Corbel"/>
                <a:sym typeface="Corbel"/>
              </a:endParaRPr>
            </a:p>
          </p:txBody>
        </p:sp>
        <p:sp>
          <p:nvSpPr>
            <p:cNvPr id="518" name="Google Shape;518;p39"/>
            <p:cNvSpPr/>
            <p:nvPr/>
          </p:nvSpPr>
          <p:spPr>
            <a:xfrm>
              <a:off x="486965" y="5648647"/>
              <a:ext cx="6817518" cy="619920"/>
            </a:xfrm>
            <a:prstGeom prst="roundRect">
              <a:avLst>
                <a:gd fmla="val 16667" name="adj"/>
              </a:avLst>
            </a:prstGeom>
            <a:solidFill>
              <a:srgbClr val="E19C3D"/>
            </a:solid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39"/>
            <p:cNvSpPr txBox="1"/>
            <p:nvPr/>
          </p:nvSpPr>
          <p:spPr>
            <a:xfrm>
              <a:off x="517227" y="5678909"/>
              <a:ext cx="6756994" cy="559396"/>
            </a:xfrm>
            <a:prstGeom prst="rect">
              <a:avLst/>
            </a:prstGeom>
            <a:noFill/>
            <a:ln>
              <a:noFill/>
            </a:ln>
          </p:spPr>
          <p:txBody>
            <a:bodyPr anchorCtr="0" anchor="ctr" bIns="0" lIns="257675" spcFirstLastPara="1" rIns="257675" wrap="square" tIns="0">
              <a:noAutofit/>
            </a:bodyPr>
            <a:lstStyle/>
            <a:p>
              <a:pPr indent="0" lvl="0" marL="0" marR="0" rtl="0" algn="l">
                <a:lnSpc>
                  <a:spcPct val="90000"/>
                </a:lnSpc>
                <a:spcBef>
                  <a:spcPts val="0"/>
                </a:spcBef>
                <a:spcAft>
                  <a:spcPts val="0"/>
                </a:spcAft>
                <a:buClr>
                  <a:schemeClr val="lt1"/>
                </a:buClr>
                <a:buSzPts val="2100"/>
                <a:buFont typeface="Corbel"/>
                <a:buNone/>
              </a:pPr>
              <a:r>
                <a:rPr lang="en-US" sz="2100">
                  <a:solidFill>
                    <a:schemeClr val="lt1"/>
                  </a:solidFill>
                  <a:latin typeface="Corbel"/>
                  <a:ea typeface="Corbel"/>
                  <a:cs typeface="Corbel"/>
                  <a:sym typeface="Corbel"/>
                </a:rPr>
                <a:t>Innovación</a:t>
              </a:r>
              <a:endParaRPr sz="2100">
                <a:solidFill>
                  <a:schemeClr val="lt1"/>
                </a:solidFill>
                <a:latin typeface="Corbel"/>
                <a:ea typeface="Corbel"/>
                <a:cs typeface="Corbel"/>
                <a:sym typeface="Corbel"/>
              </a:endParaRPr>
            </a:p>
          </p:txBody>
        </p:sp>
      </p:grpSp>
    </p:spTree>
  </p:cSld>
  <p:clrMapOvr>
    <a:masterClrMapping/>
  </p:clrMapOvr>
  <mc:AlternateContent>
    <mc:Choice Requires="p14">
      <p:transition spd="slow" p14:dur="1300">
        <p14:pan dir="u"/>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40"/>
          <p:cNvSpPr txBox="1"/>
          <p:nvPr>
            <p:ph type="title"/>
          </p:nvPr>
        </p:nvSpPr>
        <p:spPr>
          <a:xfrm>
            <a:off x="2226467" y="1028701"/>
            <a:ext cx="15028070" cy="2628899"/>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131416"/>
              </a:buClr>
              <a:buSzPts val="6000"/>
              <a:buFont typeface="Impact"/>
              <a:buNone/>
            </a:pPr>
            <a:r>
              <a:rPr i="0" lang="en-US" sz="6000" u="none" cap="none" strike="noStrike">
                <a:solidFill>
                  <a:srgbClr val="131416"/>
                </a:solidFill>
                <a:latin typeface="Impact"/>
                <a:ea typeface="Impact"/>
                <a:cs typeface="Impact"/>
                <a:sym typeface="Impact"/>
              </a:rPr>
              <a:t>REFERENCIAS</a:t>
            </a:r>
            <a:endParaRPr/>
          </a:p>
        </p:txBody>
      </p:sp>
      <p:grpSp>
        <p:nvGrpSpPr>
          <p:cNvPr id="525" name="Google Shape;525;p40"/>
          <p:cNvGrpSpPr/>
          <p:nvPr/>
        </p:nvGrpSpPr>
        <p:grpSpPr>
          <a:xfrm>
            <a:off x="2226466" y="2891391"/>
            <a:ext cx="15028070" cy="5794702"/>
            <a:chOff x="0" y="707"/>
            <a:chExt cx="15028070" cy="5794702"/>
          </a:xfrm>
        </p:grpSpPr>
        <p:sp>
          <p:nvSpPr>
            <p:cNvPr id="526" name="Google Shape;526;p40"/>
            <p:cNvSpPr/>
            <p:nvPr/>
          </p:nvSpPr>
          <p:spPr>
            <a:xfrm>
              <a:off x="0" y="707"/>
              <a:ext cx="15028070" cy="1655629"/>
            </a:xfrm>
            <a:prstGeom prst="roundRect">
              <a:avLst>
                <a:gd fmla="val 10000" name="adj"/>
              </a:avLst>
            </a:prstGeom>
            <a:solidFill>
              <a:srgbClr val="CBE2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40"/>
            <p:cNvSpPr/>
            <p:nvPr/>
          </p:nvSpPr>
          <p:spPr>
            <a:xfrm>
              <a:off x="500827" y="373224"/>
              <a:ext cx="910596" cy="910596"/>
            </a:xfrm>
            <a:prstGeom prst="rect">
              <a:avLst/>
            </a:prstGeom>
            <a:blipFill rotWithShape="1">
              <a:blip r:embed="rId3">
                <a:alphaModFix/>
              </a:blip>
              <a:stretch>
                <a:fillRect b="0" l="0" r="0" t="0"/>
              </a:stretch>
            </a:blip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40"/>
            <p:cNvSpPr/>
            <p:nvPr/>
          </p:nvSpPr>
          <p:spPr>
            <a:xfrm>
              <a:off x="1912251" y="707"/>
              <a:ext cx="13115818" cy="1655629"/>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40"/>
            <p:cNvSpPr txBox="1"/>
            <p:nvPr/>
          </p:nvSpPr>
          <p:spPr>
            <a:xfrm>
              <a:off x="1912251" y="707"/>
              <a:ext cx="13115818" cy="1655629"/>
            </a:xfrm>
            <a:prstGeom prst="rect">
              <a:avLst/>
            </a:prstGeom>
            <a:noFill/>
            <a:ln>
              <a:noFill/>
            </a:ln>
          </p:spPr>
          <p:txBody>
            <a:bodyPr anchorCtr="0" anchor="ctr" bIns="175200" lIns="175200" spcFirstLastPara="1" rIns="175200" wrap="square" tIns="175200">
              <a:noAutofit/>
            </a:bodyPr>
            <a:lstStyle/>
            <a:p>
              <a:pPr indent="0" lvl="0" marL="0" marR="0" rtl="0" algn="l">
                <a:lnSpc>
                  <a:spcPct val="100000"/>
                </a:lnSpc>
                <a:spcBef>
                  <a:spcPts val="0"/>
                </a:spcBef>
                <a:spcAft>
                  <a:spcPts val="0"/>
                </a:spcAft>
                <a:buClr>
                  <a:schemeClr val="dk1"/>
                </a:buClr>
                <a:buSzPts val="2500"/>
                <a:buFont typeface="Corbel"/>
                <a:buNone/>
              </a:pPr>
              <a:r>
                <a:rPr b="0" i="0" lang="en-US" sz="2500">
                  <a:solidFill>
                    <a:schemeClr val="dk1"/>
                  </a:solidFill>
                  <a:latin typeface="Corbel"/>
                  <a:ea typeface="Corbel"/>
                  <a:cs typeface="Corbel"/>
                  <a:sym typeface="Corbel"/>
                </a:rPr>
                <a:t>Heinsman, M., &amp; Sweenor, D. (2025, 28 febrero). The 5 Stages of Analytics Maturity. Alteryx. https://www.alteryx.com/es/blog/the-5-stages-of-analytics-maturity </a:t>
              </a:r>
              <a:endParaRPr sz="2500">
                <a:solidFill>
                  <a:schemeClr val="dk1"/>
                </a:solidFill>
                <a:latin typeface="Corbel"/>
                <a:ea typeface="Corbel"/>
                <a:cs typeface="Corbel"/>
                <a:sym typeface="Corbel"/>
              </a:endParaRPr>
            </a:p>
          </p:txBody>
        </p:sp>
        <p:sp>
          <p:nvSpPr>
            <p:cNvPr id="530" name="Google Shape;530;p40"/>
            <p:cNvSpPr/>
            <p:nvPr/>
          </p:nvSpPr>
          <p:spPr>
            <a:xfrm>
              <a:off x="0" y="2070243"/>
              <a:ext cx="15028070" cy="1655629"/>
            </a:xfrm>
            <a:prstGeom prst="roundRect">
              <a:avLst>
                <a:gd fmla="val 10000" name="adj"/>
              </a:avLst>
            </a:prstGeom>
            <a:solidFill>
              <a:srgbClr val="CBE2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40"/>
            <p:cNvSpPr/>
            <p:nvPr/>
          </p:nvSpPr>
          <p:spPr>
            <a:xfrm>
              <a:off x="500827" y="2442760"/>
              <a:ext cx="910596" cy="910596"/>
            </a:xfrm>
            <a:prstGeom prst="rect">
              <a:avLst/>
            </a:prstGeom>
            <a:blipFill rotWithShape="1">
              <a:blip r:embed="rId4">
                <a:alphaModFix/>
              </a:blip>
              <a:stretch>
                <a:fillRect b="0" l="0" r="0" t="0"/>
              </a:stretch>
            </a:blip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40"/>
            <p:cNvSpPr/>
            <p:nvPr/>
          </p:nvSpPr>
          <p:spPr>
            <a:xfrm>
              <a:off x="1912251" y="2070243"/>
              <a:ext cx="13115818" cy="1655629"/>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40"/>
            <p:cNvSpPr txBox="1"/>
            <p:nvPr/>
          </p:nvSpPr>
          <p:spPr>
            <a:xfrm>
              <a:off x="1912251" y="2070243"/>
              <a:ext cx="13115818" cy="1655629"/>
            </a:xfrm>
            <a:prstGeom prst="rect">
              <a:avLst/>
            </a:prstGeom>
            <a:noFill/>
            <a:ln>
              <a:noFill/>
            </a:ln>
          </p:spPr>
          <p:txBody>
            <a:bodyPr anchorCtr="0" anchor="ctr" bIns="175200" lIns="175200" spcFirstLastPara="1" rIns="175200" wrap="square" tIns="175200">
              <a:noAutofit/>
            </a:bodyPr>
            <a:lstStyle/>
            <a:p>
              <a:pPr indent="0" lvl="0" marL="0" marR="0" rtl="0" algn="l">
                <a:lnSpc>
                  <a:spcPct val="100000"/>
                </a:lnSpc>
                <a:spcBef>
                  <a:spcPts val="0"/>
                </a:spcBef>
                <a:spcAft>
                  <a:spcPts val="0"/>
                </a:spcAft>
                <a:buClr>
                  <a:schemeClr val="dk1"/>
                </a:buClr>
                <a:buSzPts val="2500"/>
                <a:buFont typeface="Corbel"/>
                <a:buNone/>
              </a:pPr>
              <a:r>
                <a:rPr b="0" i="0" lang="en-US" sz="2500">
                  <a:solidFill>
                    <a:schemeClr val="dk1"/>
                  </a:solidFill>
                  <a:latin typeface="Corbel"/>
                  <a:ea typeface="Corbel"/>
                  <a:cs typeface="Corbel"/>
                  <a:sym typeface="Corbel"/>
                </a:rPr>
                <a:t>Lucena, P. (2023, 3 mayo). ¿Qué es la información en informática y otras ciencias? | 2025. Maestrías y MBA. https://www.cesuma.mx/blog/que-es-la-informacion-en-informatica-y-otras-ciencias.html </a:t>
              </a:r>
              <a:endParaRPr sz="2500">
                <a:solidFill>
                  <a:schemeClr val="dk1"/>
                </a:solidFill>
                <a:latin typeface="Corbel"/>
                <a:ea typeface="Corbel"/>
                <a:cs typeface="Corbel"/>
                <a:sym typeface="Corbel"/>
              </a:endParaRPr>
            </a:p>
          </p:txBody>
        </p:sp>
        <p:sp>
          <p:nvSpPr>
            <p:cNvPr id="534" name="Google Shape;534;p40"/>
            <p:cNvSpPr/>
            <p:nvPr/>
          </p:nvSpPr>
          <p:spPr>
            <a:xfrm>
              <a:off x="0" y="4139780"/>
              <a:ext cx="15028070" cy="1655629"/>
            </a:xfrm>
            <a:prstGeom prst="roundRect">
              <a:avLst>
                <a:gd fmla="val 10000" name="adj"/>
              </a:avLst>
            </a:prstGeom>
            <a:solidFill>
              <a:srgbClr val="CBE2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40"/>
            <p:cNvSpPr/>
            <p:nvPr/>
          </p:nvSpPr>
          <p:spPr>
            <a:xfrm>
              <a:off x="500827" y="4512296"/>
              <a:ext cx="910596" cy="910596"/>
            </a:xfrm>
            <a:prstGeom prst="rect">
              <a:avLst/>
            </a:prstGeom>
            <a:blipFill rotWithShape="1">
              <a:blip r:embed="rId5">
                <a:alphaModFix/>
              </a:blip>
              <a:stretch>
                <a:fillRect b="0" l="0" r="0" t="0"/>
              </a:stretch>
            </a:blip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40"/>
            <p:cNvSpPr/>
            <p:nvPr/>
          </p:nvSpPr>
          <p:spPr>
            <a:xfrm>
              <a:off x="1912251" y="4139780"/>
              <a:ext cx="13115818" cy="1655629"/>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40"/>
            <p:cNvSpPr txBox="1"/>
            <p:nvPr/>
          </p:nvSpPr>
          <p:spPr>
            <a:xfrm>
              <a:off x="1912251" y="4139780"/>
              <a:ext cx="13115818" cy="1655629"/>
            </a:xfrm>
            <a:prstGeom prst="rect">
              <a:avLst/>
            </a:prstGeom>
            <a:noFill/>
            <a:ln>
              <a:noFill/>
            </a:ln>
          </p:spPr>
          <p:txBody>
            <a:bodyPr anchorCtr="0" anchor="ctr" bIns="175200" lIns="175200" spcFirstLastPara="1" rIns="175200" wrap="square" tIns="175200">
              <a:noAutofit/>
            </a:bodyPr>
            <a:lstStyle/>
            <a:p>
              <a:pPr indent="0" lvl="0" marL="0" marR="0" rtl="0" algn="l">
                <a:lnSpc>
                  <a:spcPct val="100000"/>
                </a:lnSpc>
                <a:spcBef>
                  <a:spcPts val="0"/>
                </a:spcBef>
                <a:spcAft>
                  <a:spcPts val="0"/>
                </a:spcAft>
                <a:buClr>
                  <a:schemeClr val="dk1"/>
                </a:buClr>
                <a:buSzPts val="2500"/>
                <a:buFont typeface="Corbel"/>
                <a:buNone/>
              </a:pPr>
              <a:r>
                <a:rPr b="0" i="0" lang="en-US" sz="2500">
                  <a:solidFill>
                    <a:schemeClr val="dk1"/>
                  </a:solidFill>
                  <a:latin typeface="Corbel"/>
                  <a:ea typeface="Corbel"/>
                  <a:cs typeface="Corbel"/>
                  <a:sym typeface="Corbel"/>
                </a:rPr>
                <a:t>¿Qué es Business Intelligence o inteligencia de negocios? (s. f.). Tableau. https://www.tableau.com/es-es/learn/articles/business-intelligence</a:t>
              </a:r>
              <a:endParaRPr sz="2500">
                <a:solidFill>
                  <a:schemeClr val="dk1"/>
                </a:solidFill>
                <a:latin typeface="Corbel"/>
                <a:ea typeface="Corbel"/>
                <a:cs typeface="Corbel"/>
                <a:sym typeface="Corbel"/>
              </a:endParaRPr>
            </a:p>
          </p:txBody>
        </p:sp>
      </p:grpSp>
    </p:spTree>
  </p:cSld>
  <p:clrMapOvr>
    <a:masterClrMapping/>
  </p:clrMapOvr>
  <mc:AlternateContent>
    <mc:Choice Requires="p14">
      <p:transition spd="slow" p14:dur="1300">
        <p14:pan dir="u"/>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9"/>
          <p:cNvSpPr txBox="1"/>
          <p:nvPr/>
        </p:nvSpPr>
        <p:spPr>
          <a:xfrm>
            <a:off x="4437795" y="3389104"/>
            <a:ext cx="8658900" cy="2928494"/>
          </a:xfrm>
          <a:prstGeom prst="rect">
            <a:avLst/>
          </a:prstGeom>
          <a:noFill/>
          <a:ln>
            <a:noFill/>
          </a:ln>
        </p:spPr>
        <p:txBody>
          <a:bodyPr anchorCtr="0" anchor="t" bIns="0" lIns="0" spcFirstLastPara="1" rIns="0" wrap="square" tIns="0">
            <a:spAutoFit/>
          </a:bodyPr>
          <a:lstStyle/>
          <a:p>
            <a:pPr indent="0" lvl="0" marL="0" marR="0" rtl="0" algn="ctr">
              <a:lnSpc>
                <a:spcPct val="104000"/>
              </a:lnSpc>
              <a:spcBef>
                <a:spcPts val="0"/>
              </a:spcBef>
              <a:spcAft>
                <a:spcPts val="0"/>
              </a:spcAft>
              <a:buClr>
                <a:srgbClr val="131416"/>
              </a:buClr>
              <a:buSzPts val="6099"/>
              <a:buFont typeface="Impact"/>
              <a:buNone/>
            </a:pPr>
            <a:r>
              <a:rPr i="0" lang="en-US" sz="6099" u="none" cap="none" strike="noStrike">
                <a:solidFill>
                  <a:srgbClr val="131416"/>
                </a:solidFill>
                <a:latin typeface="Impact"/>
                <a:ea typeface="Impact"/>
                <a:cs typeface="Impact"/>
                <a:sym typeface="Impact"/>
              </a:rPr>
              <a:t>¡GRACIAS POR SU  ATENCIÓN!</a:t>
            </a:r>
            <a:endParaRPr sz="1800">
              <a:solidFill>
                <a:schemeClr val="dk1"/>
              </a:solidFill>
              <a:latin typeface="Impact"/>
              <a:ea typeface="Impact"/>
              <a:cs typeface="Impact"/>
              <a:sym typeface="Impact"/>
            </a:endParaRPr>
          </a:p>
          <a:p>
            <a:pPr indent="0" lvl="0" marL="0" marR="0" rtl="0" algn="just">
              <a:lnSpc>
                <a:spcPct val="104000"/>
              </a:lnSpc>
              <a:spcBef>
                <a:spcPts val="0"/>
              </a:spcBef>
              <a:spcAft>
                <a:spcPts val="0"/>
              </a:spcAft>
              <a:buClr>
                <a:schemeClr val="dk1"/>
              </a:buClr>
              <a:buSzPts val="6099"/>
              <a:buFont typeface="Corbel"/>
              <a:buNone/>
            </a:pPr>
            <a:r>
              <a:t/>
            </a:r>
            <a:endParaRPr i="0" sz="6099" u="none" cap="none" strike="noStrike">
              <a:solidFill>
                <a:srgbClr val="131416"/>
              </a:solidFill>
              <a:latin typeface="Impact"/>
              <a:ea typeface="Impact"/>
              <a:cs typeface="Impact"/>
              <a:sym typeface="Impact"/>
            </a:endParaRPr>
          </a:p>
        </p:txBody>
      </p:sp>
      <p:sp>
        <p:nvSpPr>
          <p:cNvPr id="543" name="Google Shape;543;p9"/>
          <p:cNvSpPr txBox="1"/>
          <p:nvPr/>
        </p:nvSpPr>
        <p:spPr>
          <a:xfrm>
            <a:off x="5414714" y="5958103"/>
            <a:ext cx="6704991" cy="89852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131416"/>
              </a:buClr>
              <a:buSzPts val="5000"/>
              <a:buFont typeface="Arial"/>
              <a:buNone/>
            </a:pPr>
            <a:r>
              <a:rPr b="0" i="0" lang="en-US" sz="5000" u="none" cap="none" strike="noStrike">
                <a:solidFill>
                  <a:srgbClr val="131416"/>
                </a:solidFill>
                <a:latin typeface="Arial"/>
                <a:ea typeface="Arial"/>
                <a:cs typeface="Arial"/>
                <a:sym typeface="Arial"/>
              </a:rPr>
              <a:t>DUDAS</a:t>
            </a:r>
            <a:endParaRPr sz="1800">
              <a:solidFill>
                <a:schemeClr val="dk1"/>
              </a:solidFill>
              <a:latin typeface="Corbel"/>
              <a:ea typeface="Corbel"/>
              <a:cs typeface="Corbel"/>
              <a:sym typeface="Corbel"/>
            </a:endParaRPr>
          </a:p>
        </p:txBody>
      </p:sp>
      <p:sp>
        <p:nvSpPr>
          <p:cNvPr id="544" name="Google Shape;544;p9"/>
          <p:cNvSpPr/>
          <p:nvPr/>
        </p:nvSpPr>
        <p:spPr>
          <a:xfrm>
            <a:off x="13963751" y="1028700"/>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545" name="Google Shape;545;p9"/>
          <p:cNvSpPr txBox="1"/>
          <p:nvPr/>
        </p:nvSpPr>
        <p:spPr>
          <a:xfrm>
            <a:off x="2411098" y="7899735"/>
            <a:ext cx="13465804" cy="71945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131416"/>
              </a:buClr>
              <a:buSzPts val="2000"/>
              <a:buFont typeface="Arial"/>
              <a:buNone/>
            </a:pPr>
            <a:r>
              <a:rPr b="0" i="0" lang="en-US" sz="2000" u="none" cap="none" strike="noStrike">
                <a:solidFill>
                  <a:srgbClr val="131416"/>
                </a:solidFill>
                <a:latin typeface="Arial"/>
                <a:ea typeface="Arial"/>
                <a:cs typeface="Arial"/>
                <a:sym typeface="Arial"/>
              </a:rPr>
              <a:t>RECUERDA QUE TENEMOS NUESTRO FORO SEMANAL DONDE PUEDES CONSULTAR CUALQUIER DUDA QUE TE SURJA EN LA SEMANA</a:t>
            </a:r>
            <a:endParaRPr sz="1800">
              <a:solidFill>
                <a:schemeClr val="dk1"/>
              </a:solidFill>
              <a:latin typeface="Corbel"/>
              <a:ea typeface="Corbel"/>
              <a:cs typeface="Corbel"/>
              <a:sym typeface="Corbel"/>
            </a:endParaRPr>
          </a:p>
        </p:txBody>
      </p:sp>
    </p:spTree>
  </p:cSld>
  <p:clrMapOvr>
    <a:masterClrMapping/>
  </p:clrMapOvr>
  <mc:AlternateContent>
    <mc:Choice Requires="p14">
      <p:transition spd="slow" p14:dur="1300">
        <p14:pan dir="u"/>
      </p:transition>
    </mc:Choice>
    <mc:Fallback>
      <p:transition spd="med">
        <p:fade/>
      </p:transition>
    </mc:Fallback>
  </mc:AlternateContent>
</p:sld>
</file>

<file path=ppt/theme/theme1.xml><?xml version="1.0" encoding="utf-8"?>
<a:theme xmlns:a="http://schemas.openxmlformats.org/drawingml/2006/main" xmlns:r="http://schemas.openxmlformats.org/officeDocument/2006/relationships" name="Parallax">
  <a:themeElements>
    <a:clrScheme name="Parallax">
      <a:dk1>
        <a:srgbClr val="000000"/>
      </a:dk1>
      <a:lt1>
        <a:srgbClr val="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Parallax">
  <a:themeElements>
    <a:clrScheme name="Parallax">
      <a:dk1>
        <a:srgbClr val="000000"/>
      </a:dk1>
      <a:lt1>
        <a:srgbClr val="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