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4"/>
  </p:notesMasterIdLst>
  <p:sldIdLst>
    <p:sldId id="256" r:id="rId2"/>
    <p:sldId id="257" r:id="rId3"/>
    <p:sldId id="270" r:id="rId4"/>
    <p:sldId id="271" r:id="rId5"/>
    <p:sldId id="306" r:id="rId6"/>
    <p:sldId id="307" r:id="rId7"/>
    <p:sldId id="308" r:id="rId8"/>
    <p:sldId id="309" r:id="rId9"/>
    <p:sldId id="310" r:id="rId10"/>
    <p:sldId id="312" r:id="rId11"/>
    <p:sldId id="313" r:id="rId12"/>
    <p:sldId id="314" r:id="rId13"/>
    <p:sldId id="315" r:id="rId14"/>
    <p:sldId id="316" r:id="rId15"/>
    <p:sldId id="317" r:id="rId16"/>
    <p:sldId id="318" r:id="rId17"/>
    <p:sldId id="319" r:id="rId18"/>
    <p:sldId id="320" r:id="rId19"/>
    <p:sldId id="290" r:id="rId20"/>
    <p:sldId id="279" r:id="rId21"/>
    <p:sldId id="278" r:id="rId22"/>
    <p:sldId id="264" r:id="rId23"/>
  </p:sldIdLst>
  <p:sldSz cx="18288000" cy="10287000"/>
  <p:notesSz cx="6858000" cy="9144000"/>
  <p:embeddedFontLst>
    <p:embeddedFont>
      <p:font typeface="Century Gothic" panose="020B0502020202020204" pitchFamily="34" charset="0"/>
      <p:regular r:id="rId25"/>
      <p:bold r:id="rId26"/>
      <p:italic r:id="rId27"/>
      <p:boldItalic r:id="rId28"/>
    </p:embeddedFont>
    <p:embeddedFont>
      <p:font typeface="Corbel" panose="020B0503020204020204" pitchFamily="34" charset="0"/>
      <p:regular r:id="rId29"/>
      <p:bold r:id="rId30"/>
      <p:italic r:id="rId31"/>
      <p:boldItalic r:id="rId32"/>
    </p:embeddedFont>
    <p:embeddedFont>
      <p:font typeface="Impact" panose="020B0806030902050204" pitchFamily="34" charset="0"/>
      <p:regular r:id="rId33"/>
    </p:embeddedFont>
    <p:embeddedFont>
      <p:font typeface="Lobster" panose="00000500000000000000" pitchFamily="2" charset="0"/>
      <p:regular r:id="rId34"/>
    </p:embeddedFont>
    <p:embeddedFont>
      <p:font typeface="Open Sans" panose="020B0606030504020204" pitchFamily="34" charset="0"/>
      <p:regular r:id="rId35"/>
      <p:bold r:id="rId36"/>
      <p:italic r:id="rId37"/>
      <p:boldItalic r:id="rId38"/>
    </p:embeddedFont>
    <p:embeddedFont>
      <p:font typeface="Pacifico" panose="00000500000000000000" pitchFamily="2" charset="0"/>
      <p:regular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VTfPeuph8O4z6nnE8PyMA4ke/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735B67-04A0-48A7-A959-582C87D26F49}" v="34" dt="2025-05-31T13:49:42.3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1074" y="28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5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é Alejandro Lorenty Herrera" userId="6b68ea8e0a56b4d4" providerId="LiveId" clId="{0A184473-4FD6-4F5D-B6AE-D2A7AC169188}"/>
    <pc:docChg chg="undo redo custSel addSld delSld modSld sldOrd">
      <pc:chgData name="José Alejandro Lorenty Herrera" userId="6b68ea8e0a56b4d4" providerId="LiveId" clId="{0A184473-4FD6-4F5D-B6AE-D2A7AC169188}" dt="2025-05-29T19:11:30.438" v="505"/>
      <pc:docMkLst>
        <pc:docMk/>
      </pc:docMkLst>
      <pc:sldChg chg="modSp mod">
        <pc:chgData name="José Alejandro Lorenty Herrera" userId="6b68ea8e0a56b4d4" providerId="LiveId" clId="{0A184473-4FD6-4F5D-B6AE-D2A7AC169188}" dt="2025-05-29T19:11:30.438" v="505"/>
        <pc:sldMkLst>
          <pc:docMk/>
          <pc:sldMk cId="0" sldId="256"/>
        </pc:sldMkLst>
        <pc:spChg chg="mod">
          <ac:chgData name="José Alejandro Lorenty Herrera" userId="6b68ea8e0a56b4d4" providerId="LiveId" clId="{0A184473-4FD6-4F5D-B6AE-D2A7AC169188}" dt="2025-05-29T19:11:30.438" v="505"/>
          <ac:spMkLst>
            <pc:docMk/>
            <pc:sldMk cId="0" sldId="256"/>
            <ac:spMk id="87" creationId="{00000000-0000-0000-0000-000000000000}"/>
          </ac:spMkLst>
        </pc:spChg>
      </pc:sldChg>
      <pc:sldChg chg="delSp modSp mod">
        <pc:chgData name="José Alejandro Lorenty Herrera" userId="6b68ea8e0a56b4d4" providerId="LiveId" clId="{0A184473-4FD6-4F5D-B6AE-D2A7AC169188}" dt="2025-05-29T17:55:19.154" v="99" actId="478"/>
        <pc:sldMkLst>
          <pc:docMk/>
          <pc:sldMk cId="0" sldId="257"/>
        </pc:sldMkLst>
        <pc:spChg chg="mod">
          <ac:chgData name="José Alejandro Lorenty Herrera" userId="6b68ea8e0a56b4d4" providerId="LiveId" clId="{0A184473-4FD6-4F5D-B6AE-D2A7AC169188}" dt="2025-05-29T17:54:40.383" v="89"/>
          <ac:spMkLst>
            <pc:docMk/>
            <pc:sldMk cId="0" sldId="257"/>
            <ac:spMk id="12" creationId="{AD570773-E209-EAC7-F15A-27758532A607}"/>
          </ac:spMkLst>
        </pc:spChg>
        <pc:spChg chg="mod">
          <ac:chgData name="José Alejandro Lorenty Herrera" userId="6b68ea8e0a56b4d4" providerId="LiveId" clId="{0A184473-4FD6-4F5D-B6AE-D2A7AC169188}" dt="2025-05-29T17:54:48.778" v="91"/>
          <ac:spMkLst>
            <pc:docMk/>
            <pc:sldMk cId="0" sldId="257"/>
            <ac:spMk id="16" creationId="{2C72DFB1-FD3A-684B-4838-805A536F4C32}"/>
          </ac:spMkLst>
        </pc:spChg>
        <pc:spChg chg="mod">
          <ac:chgData name="José Alejandro Lorenty Herrera" userId="6b68ea8e0a56b4d4" providerId="LiveId" clId="{0A184473-4FD6-4F5D-B6AE-D2A7AC169188}" dt="2025-05-29T17:54:58.479" v="93"/>
          <ac:spMkLst>
            <pc:docMk/>
            <pc:sldMk cId="0" sldId="257"/>
            <ac:spMk id="24" creationId="{4878B0EF-515C-9C2E-B8F1-D1ED40F111C7}"/>
          </ac:spMkLst>
        </pc:spChg>
        <pc:spChg chg="mod">
          <ac:chgData name="José Alejandro Lorenty Herrera" userId="6b68ea8e0a56b4d4" providerId="LiveId" clId="{0A184473-4FD6-4F5D-B6AE-D2A7AC169188}" dt="2025-05-29T17:55:10.528" v="96"/>
          <ac:spMkLst>
            <pc:docMk/>
            <pc:sldMk cId="0" sldId="257"/>
            <ac:spMk id="28" creationId="{0620F0DA-4736-6652-90BC-299278A23299}"/>
          </ac:spMkLst>
        </pc:spChg>
        <pc:spChg chg="mod">
          <ac:chgData name="José Alejandro Lorenty Herrera" userId="6b68ea8e0a56b4d4" providerId="LiveId" clId="{0A184473-4FD6-4F5D-B6AE-D2A7AC169188}" dt="2025-05-29T17:54:29.610" v="87" actId="20577"/>
          <ac:spMkLst>
            <pc:docMk/>
            <pc:sldMk cId="0" sldId="257"/>
            <ac:spMk id="98" creationId="{00000000-0000-0000-0000-000000000000}"/>
          </ac:spMkLst>
        </pc:spChg>
        <pc:grpChg chg="mod">
          <ac:chgData name="José Alejandro Lorenty Herrera" userId="6b68ea8e0a56b4d4" providerId="LiveId" clId="{0A184473-4FD6-4F5D-B6AE-D2A7AC169188}" dt="2025-05-29T17:54:43.344" v="90" actId="14100"/>
          <ac:grpSpMkLst>
            <pc:docMk/>
            <pc:sldMk cId="0" sldId="257"/>
            <ac:grpSpMk id="10" creationId="{6E8552C1-DDF1-4ABD-5F96-B60781CD6C68}"/>
          </ac:grpSpMkLst>
        </pc:grpChg>
        <pc:grpChg chg="mod">
          <ac:chgData name="José Alejandro Lorenty Herrera" userId="6b68ea8e0a56b4d4" providerId="LiveId" clId="{0A184473-4FD6-4F5D-B6AE-D2A7AC169188}" dt="2025-05-29T17:54:51.038" v="92" actId="14100"/>
          <ac:grpSpMkLst>
            <pc:docMk/>
            <pc:sldMk cId="0" sldId="257"/>
            <ac:grpSpMk id="14" creationId="{C5AA762B-A004-5E25-1690-EEB520FCCFA6}"/>
          </ac:grpSpMkLst>
        </pc:grpChg>
        <pc:grpChg chg="mod">
          <ac:chgData name="José Alejandro Lorenty Herrera" userId="6b68ea8e0a56b4d4" providerId="LiveId" clId="{0A184473-4FD6-4F5D-B6AE-D2A7AC169188}" dt="2025-05-29T17:55:03.308" v="94" actId="14100"/>
          <ac:grpSpMkLst>
            <pc:docMk/>
            <pc:sldMk cId="0" sldId="257"/>
            <ac:grpSpMk id="22" creationId="{705C6ABC-AF47-4CB0-E688-D293EA0CDF2E}"/>
          </ac:grpSpMkLst>
        </pc:grpChg>
        <pc:grpChg chg="mod">
          <ac:chgData name="José Alejandro Lorenty Herrera" userId="6b68ea8e0a56b4d4" providerId="LiveId" clId="{0A184473-4FD6-4F5D-B6AE-D2A7AC169188}" dt="2025-05-29T17:55:13.943" v="97" actId="14100"/>
          <ac:grpSpMkLst>
            <pc:docMk/>
            <pc:sldMk cId="0" sldId="257"/>
            <ac:grpSpMk id="26" creationId="{287C2518-078E-531A-BC03-5B1A4C947917}"/>
          </ac:grpSpMkLst>
        </pc:grpChg>
        <pc:grpChg chg="mod">
          <ac:chgData name="José Alejandro Lorenty Herrera" userId="6b68ea8e0a56b4d4" providerId="LiveId" clId="{0A184473-4FD6-4F5D-B6AE-D2A7AC169188}" dt="2025-05-29T17:54:34.519" v="88" actId="14100"/>
          <ac:grpSpMkLst>
            <pc:docMk/>
            <pc:sldMk cId="0" sldId="257"/>
            <ac:grpSpMk id="96" creationId="{00000000-0000-0000-0000-000000000000}"/>
          </ac:grpSpMkLst>
        </pc:grpChg>
      </pc:sldChg>
      <pc:sldChg chg="modSp mod">
        <pc:chgData name="José Alejandro Lorenty Herrera" userId="6b68ea8e0a56b4d4" providerId="LiveId" clId="{0A184473-4FD6-4F5D-B6AE-D2A7AC169188}" dt="2025-05-29T17:56:03.523" v="105" actId="20577"/>
        <pc:sldMkLst>
          <pc:docMk/>
          <pc:sldMk cId="688033663" sldId="270"/>
        </pc:sldMkLst>
        <pc:spChg chg="mod">
          <ac:chgData name="José Alejandro Lorenty Herrera" userId="6b68ea8e0a56b4d4" providerId="LiveId" clId="{0A184473-4FD6-4F5D-B6AE-D2A7AC169188}" dt="2025-05-29T17:56:03.523" v="105" actId="20577"/>
          <ac:spMkLst>
            <pc:docMk/>
            <pc:sldMk cId="688033663" sldId="270"/>
            <ac:spMk id="3" creationId="{AA521087-E5EA-C46B-DEB3-FF96351C1922}"/>
          </ac:spMkLst>
        </pc:spChg>
      </pc:sldChg>
      <pc:sldChg chg="modSp mod">
        <pc:chgData name="José Alejandro Lorenty Herrera" userId="6b68ea8e0a56b4d4" providerId="LiveId" clId="{0A184473-4FD6-4F5D-B6AE-D2A7AC169188}" dt="2025-05-29T18:19:55.534" v="174" actId="113"/>
        <pc:sldMkLst>
          <pc:docMk/>
          <pc:sldMk cId="3758835378" sldId="271"/>
        </pc:sldMkLst>
        <pc:spChg chg="mod">
          <ac:chgData name="José Alejandro Lorenty Herrera" userId="6b68ea8e0a56b4d4" providerId="LiveId" clId="{0A184473-4FD6-4F5D-B6AE-D2A7AC169188}" dt="2025-05-29T18:19:24.686" v="169" actId="20577"/>
          <ac:spMkLst>
            <pc:docMk/>
            <pc:sldMk cId="3758835378" sldId="271"/>
            <ac:spMk id="2" creationId="{070FA2D8-0262-A811-858D-1DB474094B67}"/>
          </ac:spMkLst>
        </pc:spChg>
        <pc:spChg chg="mod">
          <ac:chgData name="José Alejandro Lorenty Herrera" userId="6b68ea8e0a56b4d4" providerId="LiveId" clId="{0A184473-4FD6-4F5D-B6AE-D2A7AC169188}" dt="2025-05-29T18:19:55.534" v="174" actId="113"/>
          <ac:spMkLst>
            <pc:docMk/>
            <pc:sldMk cId="3758835378" sldId="271"/>
            <ac:spMk id="3" creationId="{7379920C-76C9-6AC0-A586-0EB34D3858FD}"/>
          </ac:spMkLst>
        </pc:spChg>
      </pc:sldChg>
      <pc:sldChg chg="del">
        <pc:chgData name="José Alejandro Lorenty Herrera" userId="6b68ea8e0a56b4d4" providerId="LiveId" clId="{0A184473-4FD6-4F5D-B6AE-D2A7AC169188}" dt="2025-05-29T18:21:32.925" v="204" actId="47"/>
        <pc:sldMkLst>
          <pc:docMk/>
          <pc:sldMk cId="2350886039" sldId="272"/>
        </pc:sldMkLst>
      </pc:sldChg>
      <pc:sldChg chg="addSp delSp modSp mod">
        <pc:chgData name="José Alejandro Lorenty Herrera" userId="6b68ea8e0a56b4d4" providerId="LiveId" clId="{0A184473-4FD6-4F5D-B6AE-D2A7AC169188}" dt="2025-05-29T19:11:14.054" v="504" actId="255"/>
        <pc:sldMkLst>
          <pc:docMk/>
          <pc:sldMk cId="430156373" sldId="278"/>
        </pc:sldMkLst>
      </pc:sldChg>
      <pc:sldChg chg="modSp">
        <pc:chgData name="José Alejandro Lorenty Herrera" userId="6b68ea8e0a56b4d4" providerId="LiveId" clId="{0A184473-4FD6-4F5D-B6AE-D2A7AC169188}" dt="2025-05-29T18:21:08.210" v="203"/>
        <pc:sldMkLst>
          <pc:docMk/>
          <pc:sldMk cId="3775530301" sldId="279"/>
        </pc:sldMkLst>
        <pc:graphicFrameChg chg="mod">
          <ac:chgData name="José Alejandro Lorenty Herrera" userId="6b68ea8e0a56b4d4" providerId="LiveId" clId="{0A184473-4FD6-4F5D-B6AE-D2A7AC169188}" dt="2025-05-29T18:21:08.210" v="203"/>
          <ac:graphicFrameMkLst>
            <pc:docMk/>
            <pc:sldMk cId="3775530301" sldId="279"/>
            <ac:graphicFrameMk id="5" creationId="{95AEEF6B-008C-49C0-DB75-C00443894168}"/>
          </ac:graphicFrameMkLst>
        </pc:graphicFrameChg>
      </pc:sldChg>
      <pc:sldChg chg="modSp">
        <pc:chgData name="José Alejandro Lorenty Herrera" userId="6b68ea8e0a56b4d4" providerId="LiveId" clId="{0A184473-4FD6-4F5D-B6AE-D2A7AC169188}" dt="2025-05-29T19:06:33.019" v="473" actId="20577"/>
        <pc:sldMkLst>
          <pc:docMk/>
          <pc:sldMk cId="1285352527" sldId="290"/>
        </pc:sldMkLst>
        <pc:graphicFrameChg chg="mod">
          <ac:chgData name="José Alejandro Lorenty Herrera" userId="6b68ea8e0a56b4d4" providerId="LiveId" clId="{0A184473-4FD6-4F5D-B6AE-D2A7AC169188}" dt="2025-05-29T19:06:33.019" v="473" actId="20577"/>
          <ac:graphicFrameMkLst>
            <pc:docMk/>
            <pc:sldMk cId="1285352527" sldId="290"/>
            <ac:graphicFrameMk id="5" creationId="{A53FC35C-237C-AFF6-21EF-4265D50B7A87}"/>
          </ac:graphicFrameMkLst>
        </pc:graphicFrameChg>
      </pc:sldChg>
      <pc:sldChg chg="modSp add mod modTransition">
        <pc:chgData name="José Alejandro Lorenty Herrera" userId="6b68ea8e0a56b4d4" providerId="LiveId" clId="{0A184473-4FD6-4F5D-B6AE-D2A7AC169188}" dt="2025-05-29T19:10:31.474" v="498"/>
        <pc:sldMkLst>
          <pc:docMk/>
          <pc:sldMk cId="2448410337" sldId="291"/>
        </pc:sldMkLst>
      </pc:sldChg>
      <pc:sldChg chg="modSp add mod modTransition">
        <pc:chgData name="José Alejandro Lorenty Herrera" userId="6b68ea8e0a56b4d4" providerId="LiveId" clId="{0A184473-4FD6-4F5D-B6AE-D2A7AC169188}" dt="2025-05-29T19:10:35.939" v="499"/>
        <pc:sldMkLst>
          <pc:docMk/>
          <pc:sldMk cId="1533156156" sldId="292"/>
        </pc:sldMkLst>
      </pc:sldChg>
      <pc:sldChg chg="addSp delSp modSp new mod setBg">
        <pc:chgData name="José Alejandro Lorenty Herrera" userId="6b68ea8e0a56b4d4" providerId="LiveId" clId="{0A184473-4FD6-4F5D-B6AE-D2A7AC169188}" dt="2025-05-29T18:49:43.698" v="259" actId="14100"/>
        <pc:sldMkLst>
          <pc:docMk/>
          <pc:sldMk cId="3125290485" sldId="293"/>
        </pc:sldMkLst>
      </pc:sldChg>
      <pc:sldChg chg="addSp delSp modSp new mod setBg">
        <pc:chgData name="José Alejandro Lorenty Herrera" userId="6b68ea8e0a56b4d4" providerId="LiveId" clId="{0A184473-4FD6-4F5D-B6AE-D2A7AC169188}" dt="2025-05-29T18:51:38.042" v="293" actId="14100"/>
        <pc:sldMkLst>
          <pc:docMk/>
          <pc:sldMk cId="4139312713" sldId="294"/>
        </pc:sldMkLst>
      </pc:sldChg>
      <pc:sldChg chg="modSp add mod ord">
        <pc:chgData name="José Alejandro Lorenty Herrera" userId="6b68ea8e0a56b4d4" providerId="LiveId" clId="{0A184473-4FD6-4F5D-B6AE-D2A7AC169188}" dt="2025-05-29T18:56:33.622" v="335" actId="27636"/>
        <pc:sldMkLst>
          <pc:docMk/>
          <pc:sldMk cId="1973221463" sldId="295"/>
        </pc:sldMkLst>
      </pc:sldChg>
      <pc:sldChg chg="new del">
        <pc:chgData name="José Alejandro Lorenty Herrera" userId="6b68ea8e0a56b4d4" providerId="LiveId" clId="{0A184473-4FD6-4F5D-B6AE-D2A7AC169188}" dt="2025-05-29T18:52:21.908" v="295" actId="680"/>
        <pc:sldMkLst>
          <pc:docMk/>
          <pc:sldMk cId="1981433311" sldId="295"/>
        </pc:sldMkLst>
      </pc:sldChg>
      <pc:sldChg chg="modSp add del mod">
        <pc:chgData name="José Alejandro Lorenty Herrera" userId="6b68ea8e0a56b4d4" providerId="LiveId" clId="{0A184473-4FD6-4F5D-B6AE-D2A7AC169188}" dt="2025-05-29T18:56:00.035" v="329" actId="2890"/>
        <pc:sldMkLst>
          <pc:docMk/>
          <pc:sldMk cId="2287546337" sldId="296"/>
        </pc:sldMkLst>
      </pc:sldChg>
      <pc:sldChg chg="modSp add mod modTransition">
        <pc:chgData name="José Alejandro Lorenty Herrera" userId="6b68ea8e0a56b4d4" providerId="LiveId" clId="{0A184473-4FD6-4F5D-B6AE-D2A7AC169188}" dt="2025-05-29T19:10:40.166" v="500"/>
        <pc:sldMkLst>
          <pc:docMk/>
          <pc:sldMk cId="2452183567" sldId="296"/>
        </pc:sldMkLst>
      </pc:sldChg>
      <pc:sldChg chg="addSp delSp modSp add mod setBg">
        <pc:chgData name="José Alejandro Lorenty Herrera" userId="6b68ea8e0a56b4d4" providerId="LiveId" clId="{0A184473-4FD6-4F5D-B6AE-D2A7AC169188}" dt="2025-05-29T19:00:01.421" v="382" actId="14100"/>
        <pc:sldMkLst>
          <pc:docMk/>
          <pc:sldMk cId="3292705984" sldId="297"/>
        </pc:sldMkLst>
      </pc:sldChg>
      <pc:sldChg chg="addSp delSp modSp new mod setBg">
        <pc:chgData name="José Alejandro Lorenty Herrera" userId="6b68ea8e0a56b4d4" providerId="LiveId" clId="{0A184473-4FD6-4F5D-B6AE-D2A7AC169188}" dt="2025-05-29T19:01:08.767" v="421" actId="26606"/>
        <pc:sldMkLst>
          <pc:docMk/>
          <pc:sldMk cId="2313760350" sldId="298"/>
        </pc:sldMkLst>
      </pc:sldChg>
      <pc:sldChg chg="modSp add mod ord">
        <pc:chgData name="José Alejandro Lorenty Herrera" userId="6b68ea8e0a56b4d4" providerId="LiveId" clId="{0A184473-4FD6-4F5D-B6AE-D2A7AC169188}" dt="2025-05-29T19:03:38.067" v="444" actId="27636"/>
        <pc:sldMkLst>
          <pc:docMk/>
          <pc:sldMk cId="350301412" sldId="299"/>
        </pc:sldMkLst>
      </pc:sldChg>
      <pc:sldChg chg="modSp add mod modTransition">
        <pc:chgData name="José Alejandro Lorenty Herrera" userId="6b68ea8e0a56b4d4" providerId="LiveId" clId="{0A184473-4FD6-4F5D-B6AE-D2A7AC169188}" dt="2025-05-29T19:10:44.154" v="501"/>
        <pc:sldMkLst>
          <pc:docMk/>
          <pc:sldMk cId="1383217195" sldId="300"/>
        </pc:sldMkLst>
      </pc:sldChg>
      <pc:sldChg chg="addSp delSp modSp add mod setBg">
        <pc:chgData name="José Alejandro Lorenty Herrera" userId="6b68ea8e0a56b4d4" providerId="LiveId" clId="{0A184473-4FD6-4F5D-B6AE-D2A7AC169188}" dt="2025-05-29T19:05:03.965" v="467" actId="26606"/>
        <pc:sldMkLst>
          <pc:docMk/>
          <pc:sldMk cId="520089724" sldId="301"/>
        </pc:sldMkLst>
      </pc:sldChg>
      <pc:sldChg chg="new del">
        <pc:chgData name="José Alejandro Lorenty Herrera" userId="6b68ea8e0a56b4d4" providerId="LiveId" clId="{0A184473-4FD6-4F5D-B6AE-D2A7AC169188}" dt="2025-05-29T19:05:16.514" v="469" actId="680"/>
        <pc:sldMkLst>
          <pc:docMk/>
          <pc:sldMk cId="2639640271" sldId="302"/>
        </pc:sldMkLst>
      </pc:sldChg>
      <pc:sldChg chg="del">
        <pc:chgData name="José Alejandro Lorenty Herrera" userId="6b68ea8e0a56b4d4" providerId="LiveId" clId="{0A184473-4FD6-4F5D-B6AE-D2A7AC169188}" dt="2025-05-29T18:21:34.009" v="205" actId="47"/>
        <pc:sldMkLst>
          <pc:docMk/>
          <pc:sldMk cId="2989252300" sldId="305"/>
        </pc:sldMkLst>
      </pc:sldChg>
      <pc:sldChg chg="del">
        <pc:chgData name="José Alejandro Lorenty Herrera" userId="6b68ea8e0a56b4d4" providerId="LiveId" clId="{0A184473-4FD6-4F5D-B6AE-D2A7AC169188}" dt="2025-05-29T18:20:03.470" v="177" actId="47"/>
        <pc:sldMkLst>
          <pc:docMk/>
          <pc:sldMk cId="2483196394" sldId="306"/>
        </pc:sldMkLst>
      </pc:sldChg>
      <pc:sldChg chg="del">
        <pc:chgData name="José Alejandro Lorenty Herrera" userId="6b68ea8e0a56b4d4" providerId="LiveId" clId="{0A184473-4FD6-4F5D-B6AE-D2A7AC169188}" dt="2025-05-29T18:20:14.230" v="191" actId="47"/>
        <pc:sldMkLst>
          <pc:docMk/>
          <pc:sldMk cId="1552570989" sldId="318"/>
        </pc:sldMkLst>
      </pc:sldChg>
      <pc:sldChg chg="del">
        <pc:chgData name="José Alejandro Lorenty Herrera" userId="6b68ea8e0a56b4d4" providerId="LiveId" clId="{0A184473-4FD6-4F5D-B6AE-D2A7AC169188}" dt="2025-05-29T18:20:00.441" v="175" actId="47"/>
        <pc:sldMkLst>
          <pc:docMk/>
          <pc:sldMk cId="2948909346" sldId="319"/>
        </pc:sldMkLst>
      </pc:sldChg>
      <pc:sldChg chg="del">
        <pc:chgData name="José Alejandro Lorenty Herrera" userId="6b68ea8e0a56b4d4" providerId="LiveId" clId="{0A184473-4FD6-4F5D-B6AE-D2A7AC169188}" dt="2025-05-29T18:20:02.656" v="176" actId="47"/>
        <pc:sldMkLst>
          <pc:docMk/>
          <pc:sldMk cId="34327003" sldId="320"/>
        </pc:sldMkLst>
      </pc:sldChg>
      <pc:sldChg chg="del">
        <pc:chgData name="José Alejandro Lorenty Herrera" userId="6b68ea8e0a56b4d4" providerId="LiveId" clId="{0A184473-4FD6-4F5D-B6AE-D2A7AC169188}" dt="2025-05-29T18:20:15.043" v="192" actId="47"/>
        <pc:sldMkLst>
          <pc:docMk/>
          <pc:sldMk cId="4267917684" sldId="321"/>
        </pc:sldMkLst>
      </pc:sldChg>
      <pc:sldChg chg="del">
        <pc:chgData name="José Alejandro Lorenty Herrera" userId="6b68ea8e0a56b4d4" providerId="LiveId" clId="{0A184473-4FD6-4F5D-B6AE-D2A7AC169188}" dt="2025-05-29T18:20:15.935" v="193" actId="47"/>
        <pc:sldMkLst>
          <pc:docMk/>
          <pc:sldMk cId="2520905399" sldId="322"/>
        </pc:sldMkLst>
      </pc:sldChg>
      <pc:sldChg chg="del">
        <pc:chgData name="José Alejandro Lorenty Herrera" userId="6b68ea8e0a56b4d4" providerId="LiveId" clId="{0A184473-4FD6-4F5D-B6AE-D2A7AC169188}" dt="2025-05-29T18:20:16.539" v="194" actId="47"/>
        <pc:sldMkLst>
          <pc:docMk/>
          <pc:sldMk cId="4227050919" sldId="323"/>
        </pc:sldMkLst>
      </pc:sldChg>
      <pc:sldChg chg="del">
        <pc:chgData name="José Alejandro Lorenty Herrera" userId="6b68ea8e0a56b4d4" providerId="LiveId" clId="{0A184473-4FD6-4F5D-B6AE-D2A7AC169188}" dt="2025-05-29T18:20:17.305" v="195" actId="47"/>
        <pc:sldMkLst>
          <pc:docMk/>
          <pc:sldMk cId="385173330" sldId="324"/>
        </pc:sldMkLst>
      </pc:sldChg>
      <pc:sldChg chg="del">
        <pc:chgData name="José Alejandro Lorenty Herrera" userId="6b68ea8e0a56b4d4" providerId="LiveId" clId="{0A184473-4FD6-4F5D-B6AE-D2A7AC169188}" dt="2025-05-29T18:20:04.099" v="178" actId="47"/>
        <pc:sldMkLst>
          <pc:docMk/>
          <pc:sldMk cId="2059005954" sldId="325"/>
        </pc:sldMkLst>
      </pc:sldChg>
      <pc:sldChg chg="del">
        <pc:chgData name="José Alejandro Lorenty Herrera" userId="6b68ea8e0a56b4d4" providerId="LiveId" clId="{0A184473-4FD6-4F5D-B6AE-D2A7AC169188}" dt="2025-05-29T18:20:04.877" v="179" actId="47"/>
        <pc:sldMkLst>
          <pc:docMk/>
          <pc:sldMk cId="2868397764" sldId="326"/>
        </pc:sldMkLst>
      </pc:sldChg>
      <pc:sldChg chg="del">
        <pc:chgData name="José Alejandro Lorenty Herrera" userId="6b68ea8e0a56b4d4" providerId="LiveId" clId="{0A184473-4FD6-4F5D-B6AE-D2A7AC169188}" dt="2025-05-29T18:20:05.508" v="180" actId="47"/>
        <pc:sldMkLst>
          <pc:docMk/>
          <pc:sldMk cId="2256241551" sldId="327"/>
        </pc:sldMkLst>
      </pc:sldChg>
      <pc:sldChg chg="del">
        <pc:chgData name="José Alejandro Lorenty Herrera" userId="6b68ea8e0a56b4d4" providerId="LiveId" clId="{0A184473-4FD6-4F5D-B6AE-D2A7AC169188}" dt="2025-05-29T18:20:06.190" v="181" actId="47"/>
        <pc:sldMkLst>
          <pc:docMk/>
          <pc:sldMk cId="2504653621" sldId="328"/>
        </pc:sldMkLst>
      </pc:sldChg>
      <pc:sldChg chg="del">
        <pc:chgData name="José Alejandro Lorenty Herrera" userId="6b68ea8e0a56b4d4" providerId="LiveId" clId="{0A184473-4FD6-4F5D-B6AE-D2A7AC169188}" dt="2025-05-29T18:20:07.043" v="182" actId="47"/>
        <pc:sldMkLst>
          <pc:docMk/>
          <pc:sldMk cId="3265181302" sldId="329"/>
        </pc:sldMkLst>
      </pc:sldChg>
      <pc:sldChg chg="del">
        <pc:chgData name="José Alejandro Lorenty Herrera" userId="6b68ea8e0a56b4d4" providerId="LiveId" clId="{0A184473-4FD6-4F5D-B6AE-D2A7AC169188}" dt="2025-05-29T18:20:07.922" v="183" actId="47"/>
        <pc:sldMkLst>
          <pc:docMk/>
          <pc:sldMk cId="357923557" sldId="330"/>
        </pc:sldMkLst>
      </pc:sldChg>
      <pc:sldChg chg="del">
        <pc:chgData name="José Alejandro Lorenty Herrera" userId="6b68ea8e0a56b4d4" providerId="LiveId" clId="{0A184473-4FD6-4F5D-B6AE-D2A7AC169188}" dt="2025-05-29T18:20:08.525" v="184" actId="47"/>
        <pc:sldMkLst>
          <pc:docMk/>
          <pc:sldMk cId="1047398749" sldId="331"/>
        </pc:sldMkLst>
      </pc:sldChg>
      <pc:sldChg chg="del">
        <pc:chgData name="José Alejandro Lorenty Herrera" userId="6b68ea8e0a56b4d4" providerId="LiveId" clId="{0A184473-4FD6-4F5D-B6AE-D2A7AC169188}" dt="2025-05-29T18:20:09.298" v="185" actId="47"/>
        <pc:sldMkLst>
          <pc:docMk/>
          <pc:sldMk cId="2046447389" sldId="332"/>
        </pc:sldMkLst>
      </pc:sldChg>
      <pc:sldChg chg="del">
        <pc:chgData name="José Alejandro Lorenty Herrera" userId="6b68ea8e0a56b4d4" providerId="LiveId" clId="{0A184473-4FD6-4F5D-B6AE-D2A7AC169188}" dt="2025-05-29T18:20:10.067" v="186" actId="47"/>
        <pc:sldMkLst>
          <pc:docMk/>
          <pc:sldMk cId="3639319261" sldId="333"/>
        </pc:sldMkLst>
      </pc:sldChg>
      <pc:sldChg chg="del">
        <pc:chgData name="José Alejandro Lorenty Herrera" userId="6b68ea8e0a56b4d4" providerId="LiveId" clId="{0A184473-4FD6-4F5D-B6AE-D2A7AC169188}" dt="2025-05-29T18:20:10.979" v="187" actId="47"/>
        <pc:sldMkLst>
          <pc:docMk/>
          <pc:sldMk cId="1720999108" sldId="334"/>
        </pc:sldMkLst>
      </pc:sldChg>
      <pc:sldChg chg="del">
        <pc:chgData name="José Alejandro Lorenty Herrera" userId="6b68ea8e0a56b4d4" providerId="LiveId" clId="{0A184473-4FD6-4F5D-B6AE-D2A7AC169188}" dt="2025-05-29T18:20:11.843" v="188" actId="47"/>
        <pc:sldMkLst>
          <pc:docMk/>
          <pc:sldMk cId="3092366018" sldId="335"/>
        </pc:sldMkLst>
      </pc:sldChg>
      <pc:sldChg chg="del">
        <pc:chgData name="José Alejandro Lorenty Herrera" userId="6b68ea8e0a56b4d4" providerId="LiveId" clId="{0A184473-4FD6-4F5D-B6AE-D2A7AC169188}" dt="2025-05-29T18:20:12.692" v="189" actId="47"/>
        <pc:sldMkLst>
          <pc:docMk/>
          <pc:sldMk cId="2867143467" sldId="336"/>
        </pc:sldMkLst>
      </pc:sldChg>
      <pc:sldChg chg="del">
        <pc:chgData name="José Alejandro Lorenty Herrera" userId="6b68ea8e0a56b4d4" providerId="LiveId" clId="{0A184473-4FD6-4F5D-B6AE-D2A7AC169188}" dt="2025-05-29T18:20:13.628" v="190" actId="47"/>
        <pc:sldMkLst>
          <pc:docMk/>
          <pc:sldMk cId="4049550432" sldId="337"/>
        </pc:sldMkLst>
      </pc:sldChg>
    </pc:docChg>
  </pc:docChgLst>
  <pc:docChgLst>
    <pc:chgData name="José Alejandro Lorenty Herrera" userId="6b68ea8e0a56b4d4" providerId="LiveId" clId="{9150F319-815B-4A38-9635-8B4538D58DE0}"/>
    <pc:docChg chg="undo custSel addSld delSld modSld sldOrd">
      <pc:chgData name="José Alejandro Lorenty Herrera" userId="6b68ea8e0a56b4d4" providerId="LiveId" clId="{9150F319-815B-4A38-9635-8B4538D58DE0}" dt="2025-05-29T20:51:02.424" v="309" actId="20577"/>
      <pc:docMkLst>
        <pc:docMk/>
      </pc:docMkLst>
      <pc:sldChg chg="modSp mod">
        <pc:chgData name="José Alejandro Lorenty Herrera" userId="6b68ea8e0a56b4d4" providerId="LiveId" clId="{9150F319-815B-4A38-9635-8B4538D58DE0}" dt="2025-05-29T20:21:04.231" v="71" actId="14100"/>
        <pc:sldMkLst>
          <pc:docMk/>
          <pc:sldMk cId="0" sldId="257"/>
        </pc:sldMkLst>
        <pc:spChg chg="mod">
          <ac:chgData name="José Alejandro Lorenty Herrera" userId="6b68ea8e0a56b4d4" providerId="LiveId" clId="{9150F319-815B-4A38-9635-8B4538D58DE0}" dt="2025-05-29T20:20:38.537" v="64"/>
          <ac:spMkLst>
            <pc:docMk/>
            <pc:sldMk cId="0" sldId="257"/>
            <ac:spMk id="12" creationId="{AD570773-E209-EAC7-F15A-27758532A607}"/>
          </ac:spMkLst>
        </pc:spChg>
        <pc:spChg chg="mod">
          <ac:chgData name="José Alejandro Lorenty Herrera" userId="6b68ea8e0a56b4d4" providerId="LiveId" clId="{9150F319-815B-4A38-9635-8B4538D58DE0}" dt="2025-05-29T20:20:46.879" v="66"/>
          <ac:spMkLst>
            <pc:docMk/>
            <pc:sldMk cId="0" sldId="257"/>
            <ac:spMk id="16" creationId="{2C72DFB1-FD3A-684B-4838-805A536F4C32}"/>
          </ac:spMkLst>
        </pc:spChg>
        <pc:spChg chg="mod">
          <ac:chgData name="José Alejandro Lorenty Herrera" userId="6b68ea8e0a56b4d4" providerId="LiveId" clId="{9150F319-815B-4A38-9635-8B4538D58DE0}" dt="2025-05-29T20:20:53.765" v="68"/>
          <ac:spMkLst>
            <pc:docMk/>
            <pc:sldMk cId="0" sldId="257"/>
            <ac:spMk id="24" creationId="{4878B0EF-515C-9C2E-B8F1-D1ED40F111C7}"/>
          </ac:spMkLst>
        </pc:spChg>
        <pc:spChg chg="mod">
          <ac:chgData name="José Alejandro Lorenty Herrera" userId="6b68ea8e0a56b4d4" providerId="LiveId" clId="{9150F319-815B-4A38-9635-8B4538D58DE0}" dt="2025-05-29T20:21:02.230" v="70"/>
          <ac:spMkLst>
            <pc:docMk/>
            <pc:sldMk cId="0" sldId="257"/>
            <ac:spMk id="28" creationId="{0620F0DA-4736-6652-90BC-299278A23299}"/>
          </ac:spMkLst>
        </pc:spChg>
        <pc:spChg chg="mod">
          <ac:chgData name="José Alejandro Lorenty Herrera" userId="6b68ea8e0a56b4d4" providerId="LiveId" clId="{9150F319-815B-4A38-9635-8B4538D58DE0}" dt="2025-05-29T20:20:26.671" v="62" actId="6549"/>
          <ac:spMkLst>
            <pc:docMk/>
            <pc:sldMk cId="0" sldId="257"/>
            <ac:spMk id="98" creationId="{00000000-0000-0000-0000-000000000000}"/>
          </ac:spMkLst>
        </pc:spChg>
        <pc:grpChg chg="mod">
          <ac:chgData name="José Alejandro Lorenty Herrera" userId="6b68ea8e0a56b4d4" providerId="LiveId" clId="{9150F319-815B-4A38-9635-8B4538D58DE0}" dt="2025-05-29T20:20:41.295" v="65" actId="14100"/>
          <ac:grpSpMkLst>
            <pc:docMk/>
            <pc:sldMk cId="0" sldId="257"/>
            <ac:grpSpMk id="10" creationId="{6E8552C1-DDF1-4ABD-5F96-B60781CD6C68}"/>
          </ac:grpSpMkLst>
        </pc:grpChg>
        <pc:grpChg chg="mod">
          <ac:chgData name="José Alejandro Lorenty Herrera" userId="6b68ea8e0a56b4d4" providerId="LiveId" clId="{9150F319-815B-4A38-9635-8B4538D58DE0}" dt="2025-05-29T20:20:48.556" v="67" actId="14100"/>
          <ac:grpSpMkLst>
            <pc:docMk/>
            <pc:sldMk cId="0" sldId="257"/>
            <ac:grpSpMk id="14" creationId="{C5AA762B-A004-5E25-1690-EEB520FCCFA6}"/>
          </ac:grpSpMkLst>
        </pc:grpChg>
        <pc:grpChg chg="mod">
          <ac:chgData name="José Alejandro Lorenty Herrera" userId="6b68ea8e0a56b4d4" providerId="LiveId" clId="{9150F319-815B-4A38-9635-8B4538D58DE0}" dt="2025-05-29T20:20:56.168" v="69" actId="14100"/>
          <ac:grpSpMkLst>
            <pc:docMk/>
            <pc:sldMk cId="0" sldId="257"/>
            <ac:grpSpMk id="22" creationId="{705C6ABC-AF47-4CB0-E688-D293EA0CDF2E}"/>
          </ac:grpSpMkLst>
        </pc:grpChg>
        <pc:grpChg chg="mod">
          <ac:chgData name="José Alejandro Lorenty Herrera" userId="6b68ea8e0a56b4d4" providerId="LiveId" clId="{9150F319-815B-4A38-9635-8B4538D58DE0}" dt="2025-05-29T20:21:04.231" v="71" actId="14100"/>
          <ac:grpSpMkLst>
            <pc:docMk/>
            <pc:sldMk cId="0" sldId="257"/>
            <ac:grpSpMk id="26" creationId="{287C2518-078E-531A-BC03-5B1A4C947917}"/>
          </ac:grpSpMkLst>
        </pc:grpChg>
        <pc:grpChg chg="mod">
          <ac:chgData name="José Alejandro Lorenty Herrera" userId="6b68ea8e0a56b4d4" providerId="LiveId" clId="{9150F319-815B-4A38-9635-8B4538D58DE0}" dt="2025-05-29T20:20:30.934" v="63" actId="14100"/>
          <ac:grpSpMkLst>
            <pc:docMk/>
            <pc:sldMk cId="0" sldId="257"/>
            <ac:grpSpMk id="96" creationId="{00000000-0000-0000-0000-000000000000}"/>
          </ac:grpSpMkLst>
        </pc:grpChg>
      </pc:sldChg>
      <pc:sldChg chg="modSp mod">
        <pc:chgData name="José Alejandro Lorenty Herrera" userId="6b68ea8e0a56b4d4" providerId="LiveId" clId="{9150F319-815B-4A38-9635-8B4538D58DE0}" dt="2025-05-29T20:23:35.108" v="94" actId="27636"/>
        <pc:sldMkLst>
          <pc:docMk/>
          <pc:sldMk cId="3758835378" sldId="271"/>
        </pc:sldMkLst>
        <pc:spChg chg="mod">
          <ac:chgData name="José Alejandro Lorenty Herrera" userId="6b68ea8e0a56b4d4" providerId="LiveId" clId="{9150F319-815B-4A38-9635-8B4538D58DE0}" dt="2025-05-29T20:23:19.408" v="92" actId="20577"/>
          <ac:spMkLst>
            <pc:docMk/>
            <pc:sldMk cId="3758835378" sldId="271"/>
            <ac:spMk id="2" creationId="{070FA2D8-0262-A811-858D-1DB474094B67}"/>
          </ac:spMkLst>
        </pc:spChg>
        <pc:spChg chg="mod">
          <ac:chgData name="José Alejandro Lorenty Herrera" userId="6b68ea8e0a56b4d4" providerId="LiveId" clId="{9150F319-815B-4A38-9635-8B4538D58DE0}" dt="2025-05-29T20:23:35.108" v="94" actId="27636"/>
          <ac:spMkLst>
            <pc:docMk/>
            <pc:sldMk cId="3758835378" sldId="271"/>
            <ac:spMk id="3" creationId="{7379920C-76C9-6AC0-A586-0EB34D3858FD}"/>
          </ac:spMkLst>
        </pc:spChg>
      </pc:sldChg>
      <pc:sldChg chg="modSp">
        <pc:chgData name="José Alejandro Lorenty Herrera" userId="6b68ea8e0a56b4d4" providerId="LiveId" clId="{9150F319-815B-4A38-9635-8B4538D58DE0}" dt="2025-05-29T20:51:02.424" v="309" actId="20577"/>
        <pc:sldMkLst>
          <pc:docMk/>
          <pc:sldMk cId="430156373" sldId="278"/>
        </pc:sldMkLst>
      </pc:sldChg>
      <pc:sldChg chg="modSp">
        <pc:chgData name="José Alejandro Lorenty Herrera" userId="6b68ea8e0a56b4d4" providerId="LiveId" clId="{9150F319-815B-4A38-9635-8B4538D58DE0}" dt="2025-05-29T20:48:34.079" v="306"/>
        <pc:sldMkLst>
          <pc:docMk/>
          <pc:sldMk cId="1285352527" sldId="290"/>
        </pc:sldMkLst>
        <pc:graphicFrameChg chg="mod">
          <ac:chgData name="José Alejandro Lorenty Herrera" userId="6b68ea8e0a56b4d4" providerId="LiveId" clId="{9150F319-815B-4A38-9635-8B4538D58DE0}" dt="2025-05-29T20:48:34.079" v="306"/>
          <ac:graphicFrameMkLst>
            <pc:docMk/>
            <pc:sldMk cId="1285352527" sldId="290"/>
            <ac:graphicFrameMk id="5" creationId="{A53FC35C-237C-AFF6-21EF-4265D50B7A87}"/>
          </ac:graphicFrameMkLst>
        </pc:graphicFrameChg>
      </pc:sldChg>
      <pc:sldChg chg="modSp mod">
        <pc:chgData name="José Alejandro Lorenty Herrera" userId="6b68ea8e0a56b4d4" providerId="LiveId" clId="{9150F319-815B-4A38-9635-8B4538D58DE0}" dt="2025-05-29T20:24:06.807" v="124" actId="27636"/>
        <pc:sldMkLst>
          <pc:docMk/>
          <pc:sldMk cId="2448410337" sldId="291"/>
        </pc:sldMkLst>
      </pc:sldChg>
      <pc:sldChg chg="modSp mod">
        <pc:chgData name="José Alejandro Lorenty Herrera" userId="6b68ea8e0a56b4d4" providerId="LiveId" clId="{9150F319-815B-4A38-9635-8B4538D58DE0}" dt="2025-05-29T20:24:31.123" v="143" actId="27636"/>
        <pc:sldMkLst>
          <pc:docMk/>
          <pc:sldMk cId="1533156156" sldId="292"/>
        </pc:sldMkLst>
      </pc:sldChg>
      <pc:sldChg chg="del">
        <pc:chgData name="José Alejandro Lorenty Herrera" userId="6b68ea8e0a56b4d4" providerId="LiveId" clId="{9150F319-815B-4A38-9635-8B4538D58DE0}" dt="2025-05-29T20:29:32.502" v="294" actId="47"/>
        <pc:sldMkLst>
          <pc:docMk/>
          <pc:sldMk cId="3125290485" sldId="293"/>
        </pc:sldMkLst>
      </pc:sldChg>
      <pc:sldChg chg="del">
        <pc:chgData name="José Alejandro Lorenty Herrera" userId="6b68ea8e0a56b4d4" providerId="LiveId" clId="{9150F319-815B-4A38-9635-8B4538D58DE0}" dt="2025-05-29T20:29:33.374" v="295" actId="47"/>
        <pc:sldMkLst>
          <pc:docMk/>
          <pc:sldMk cId="4139312713" sldId="294"/>
        </pc:sldMkLst>
      </pc:sldChg>
      <pc:sldChg chg="del">
        <pc:chgData name="José Alejandro Lorenty Herrera" userId="6b68ea8e0a56b4d4" providerId="LiveId" clId="{9150F319-815B-4A38-9635-8B4538D58DE0}" dt="2025-05-29T20:29:34.433" v="296" actId="47"/>
        <pc:sldMkLst>
          <pc:docMk/>
          <pc:sldMk cId="1973221463" sldId="295"/>
        </pc:sldMkLst>
      </pc:sldChg>
      <pc:sldChg chg="del">
        <pc:chgData name="José Alejandro Lorenty Herrera" userId="6b68ea8e0a56b4d4" providerId="LiveId" clId="{9150F319-815B-4A38-9635-8B4538D58DE0}" dt="2025-05-29T20:29:35.072" v="297" actId="47"/>
        <pc:sldMkLst>
          <pc:docMk/>
          <pc:sldMk cId="2452183567" sldId="296"/>
        </pc:sldMkLst>
      </pc:sldChg>
      <pc:sldChg chg="del">
        <pc:chgData name="José Alejandro Lorenty Herrera" userId="6b68ea8e0a56b4d4" providerId="LiveId" clId="{9150F319-815B-4A38-9635-8B4538D58DE0}" dt="2025-05-29T20:29:35.673" v="298" actId="47"/>
        <pc:sldMkLst>
          <pc:docMk/>
          <pc:sldMk cId="3292705984" sldId="297"/>
        </pc:sldMkLst>
      </pc:sldChg>
      <pc:sldChg chg="del">
        <pc:chgData name="José Alejandro Lorenty Herrera" userId="6b68ea8e0a56b4d4" providerId="LiveId" clId="{9150F319-815B-4A38-9635-8B4538D58DE0}" dt="2025-05-29T20:29:36.278" v="299" actId="47"/>
        <pc:sldMkLst>
          <pc:docMk/>
          <pc:sldMk cId="2313760350" sldId="298"/>
        </pc:sldMkLst>
      </pc:sldChg>
      <pc:sldChg chg="del">
        <pc:chgData name="José Alejandro Lorenty Herrera" userId="6b68ea8e0a56b4d4" providerId="LiveId" clId="{9150F319-815B-4A38-9635-8B4538D58DE0}" dt="2025-05-29T20:29:36.843" v="300" actId="47"/>
        <pc:sldMkLst>
          <pc:docMk/>
          <pc:sldMk cId="350301412" sldId="299"/>
        </pc:sldMkLst>
      </pc:sldChg>
      <pc:sldChg chg="del">
        <pc:chgData name="José Alejandro Lorenty Herrera" userId="6b68ea8e0a56b4d4" providerId="LiveId" clId="{9150F319-815B-4A38-9635-8B4538D58DE0}" dt="2025-05-29T20:29:37.439" v="301" actId="47"/>
        <pc:sldMkLst>
          <pc:docMk/>
          <pc:sldMk cId="1383217195" sldId="300"/>
        </pc:sldMkLst>
      </pc:sldChg>
      <pc:sldChg chg="del">
        <pc:chgData name="José Alejandro Lorenty Herrera" userId="6b68ea8e0a56b4d4" providerId="LiveId" clId="{9150F319-815B-4A38-9635-8B4538D58DE0}" dt="2025-05-29T20:29:38.128" v="302" actId="47"/>
        <pc:sldMkLst>
          <pc:docMk/>
          <pc:sldMk cId="520089724" sldId="301"/>
        </pc:sldMkLst>
      </pc:sldChg>
      <pc:sldChg chg="addSp delSp modSp new mod setBg">
        <pc:chgData name="José Alejandro Lorenty Herrera" userId="6b68ea8e0a56b4d4" providerId="LiveId" clId="{9150F319-815B-4A38-9635-8B4538D58DE0}" dt="2025-05-29T20:48:07.331" v="304"/>
        <pc:sldMkLst>
          <pc:docMk/>
          <pc:sldMk cId="581705420" sldId="302"/>
        </pc:sldMkLst>
      </pc:sldChg>
      <pc:sldChg chg="addSp delSp modSp add mod ord setBg">
        <pc:chgData name="José Alejandro Lorenty Herrera" userId="6b68ea8e0a56b4d4" providerId="LiveId" clId="{9150F319-815B-4A38-9635-8B4538D58DE0}" dt="2025-05-29T20:26:15.319" v="233" actId="26606"/>
        <pc:sldMkLst>
          <pc:docMk/>
          <pc:sldMk cId="1099738065" sldId="303"/>
        </pc:sldMkLst>
      </pc:sldChg>
      <pc:sldChg chg="addSp delSp modSp add mod ord setBg">
        <pc:chgData name="José Alejandro Lorenty Herrera" userId="6b68ea8e0a56b4d4" providerId="LiveId" clId="{9150F319-815B-4A38-9635-8B4538D58DE0}" dt="2025-05-29T20:27:21.401" v="258" actId="26606"/>
        <pc:sldMkLst>
          <pc:docMk/>
          <pc:sldMk cId="2356804092" sldId="304"/>
        </pc:sldMkLst>
      </pc:sldChg>
      <pc:sldChg chg="addSp delSp modSp add mod ord setBg">
        <pc:chgData name="José Alejandro Lorenty Herrera" userId="6b68ea8e0a56b4d4" providerId="LiveId" clId="{9150F319-815B-4A38-9635-8B4538D58DE0}" dt="2025-05-29T20:28:10.181" v="293" actId="26606"/>
        <pc:sldMkLst>
          <pc:docMk/>
          <pc:sldMk cId="3727315173" sldId="305"/>
        </pc:sldMkLst>
      </pc:sldChg>
    </pc:docChg>
  </pc:docChgLst>
  <pc:docChgLst>
    <pc:chgData name="José Alejandro Lorenty Herrera" userId="6b68ea8e0a56b4d4" providerId="LiveId" clId="{A8735B67-04A0-48A7-A959-582C87D26F49}"/>
    <pc:docChg chg="undo custSel addSld delSld modSld sldOrd">
      <pc:chgData name="José Alejandro Lorenty Herrera" userId="6b68ea8e0a56b4d4" providerId="LiveId" clId="{A8735B67-04A0-48A7-A959-582C87D26F49}" dt="2025-05-31T13:49:46.422" v="452" actId="14100"/>
      <pc:docMkLst>
        <pc:docMk/>
      </pc:docMkLst>
      <pc:sldChg chg="modSp mod">
        <pc:chgData name="José Alejandro Lorenty Herrera" userId="6b68ea8e0a56b4d4" providerId="LiveId" clId="{A8735B67-04A0-48A7-A959-582C87D26F49}" dt="2025-05-31T12:42:14.172" v="0"/>
        <pc:sldMkLst>
          <pc:docMk/>
          <pc:sldMk cId="0" sldId="256"/>
        </pc:sldMkLst>
        <pc:spChg chg="mod">
          <ac:chgData name="José Alejandro Lorenty Herrera" userId="6b68ea8e0a56b4d4" providerId="LiveId" clId="{A8735B67-04A0-48A7-A959-582C87D26F49}" dt="2025-05-31T12:42:14.172" v="0"/>
          <ac:spMkLst>
            <pc:docMk/>
            <pc:sldMk cId="0" sldId="256"/>
            <ac:spMk id="87" creationId="{00000000-0000-0000-0000-000000000000}"/>
          </ac:spMkLst>
        </pc:spChg>
      </pc:sldChg>
      <pc:sldChg chg="addSp modSp mod">
        <pc:chgData name="José Alejandro Lorenty Herrera" userId="6b68ea8e0a56b4d4" providerId="LiveId" clId="{A8735B67-04A0-48A7-A959-582C87D26F49}" dt="2025-05-31T12:48:03.237" v="80" actId="14100"/>
        <pc:sldMkLst>
          <pc:docMk/>
          <pc:sldMk cId="0" sldId="257"/>
        </pc:sldMkLst>
        <pc:spChg chg="mod">
          <ac:chgData name="José Alejandro Lorenty Herrera" userId="6b68ea8e0a56b4d4" providerId="LiveId" clId="{A8735B67-04A0-48A7-A959-582C87D26F49}" dt="2025-05-31T12:47:26.815" v="71"/>
          <ac:spMkLst>
            <pc:docMk/>
            <pc:sldMk cId="0" sldId="257"/>
            <ac:spMk id="3" creationId="{B5DCDA58-DA12-0997-7BF1-7DCDF151A2CF}"/>
          </ac:spMkLst>
        </pc:spChg>
        <pc:spChg chg="mod">
          <ac:chgData name="José Alejandro Lorenty Herrera" userId="6b68ea8e0a56b4d4" providerId="LiveId" clId="{A8735B67-04A0-48A7-A959-582C87D26F49}" dt="2025-05-31T12:47:54.314" v="77"/>
          <ac:spMkLst>
            <pc:docMk/>
            <pc:sldMk cId="0" sldId="257"/>
            <ac:spMk id="4" creationId="{1357A0CE-E698-C3D9-FFC1-2688BA7483DD}"/>
          </ac:spMkLst>
        </pc:spChg>
        <pc:spChg chg="add mod">
          <ac:chgData name="José Alejandro Lorenty Herrera" userId="6b68ea8e0a56b4d4" providerId="LiveId" clId="{A8735B67-04A0-48A7-A959-582C87D26F49}" dt="2025-05-31T12:47:35.079" v="73" actId="1076"/>
          <ac:spMkLst>
            <pc:docMk/>
            <pc:sldMk cId="0" sldId="257"/>
            <ac:spMk id="5" creationId="{B3A89AB2-B869-7542-5811-007F953998E5}"/>
          </ac:spMkLst>
        </pc:spChg>
        <pc:spChg chg="mod">
          <ac:chgData name="José Alejandro Lorenty Herrera" userId="6b68ea8e0a56b4d4" providerId="LiveId" clId="{A8735B67-04A0-48A7-A959-582C87D26F49}" dt="2025-05-31T12:47:35.286" v="74"/>
          <ac:spMkLst>
            <pc:docMk/>
            <pc:sldMk cId="0" sldId="257"/>
            <ac:spMk id="7" creationId="{452287A7-15F0-65E3-86C6-92A302DD0154}"/>
          </ac:spMkLst>
        </pc:spChg>
        <pc:spChg chg="mod">
          <ac:chgData name="José Alejandro Lorenty Herrera" userId="6b68ea8e0a56b4d4" providerId="LiveId" clId="{A8735B67-04A0-48A7-A959-582C87D26F49}" dt="2025-05-31T12:48:00.684" v="79"/>
          <ac:spMkLst>
            <pc:docMk/>
            <pc:sldMk cId="0" sldId="257"/>
            <ac:spMk id="8" creationId="{126E6033-9739-BABF-F0DA-70A9625EDB2B}"/>
          </ac:spMkLst>
        </pc:spChg>
        <pc:spChg chg="add mod">
          <ac:chgData name="José Alejandro Lorenty Herrera" userId="6b68ea8e0a56b4d4" providerId="LiveId" clId="{A8735B67-04A0-48A7-A959-582C87D26F49}" dt="2025-05-31T12:47:48.719" v="76" actId="1076"/>
          <ac:spMkLst>
            <pc:docMk/>
            <pc:sldMk cId="0" sldId="257"/>
            <ac:spMk id="9" creationId="{6904CF49-8B2B-192F-A41D-79CFF9B404CF}"/>
          </ac:spMkLst>
        </pc:spChg>
        <pc:spChg chg="mod">
          <ac:chgData name="José Alejandro Lorenty Herrera" userId="6b68ea8e0a56b4d4" providerId="LiveId" clId="{A8735B67-04A0-48A7-A959-582C87D26F49}" dt="2025-05-31T12:46:55.514" v="63"/>
          <ac:spMkLst>
            <pc:docMk/>
            <pc:sldMk cId="0" sldId="257"/>
            <ac:spMk id="12" creationId="{AD570773-E209-EAC7-F15A-27758532A607}"/>
          </ac:spMkLst>
        </pc:spChg>
        <pc:spChg chg="mod">
          <ac:chgData name="José Alejandro Lorenty Herrera" userId="6b68ea8e0a56b4d4" providerId="LiveId" clId="{A8735B67-04A0-48A7-A959-582C87D26F49}" dt="2025-05-31T12:47:02.556" v="65"/>
          <ac:spMkLst>
            <pc:docMk/>
            <pc:sldMk cId="0" sldId="257"/>
            <ac:spMk id="16" creationId="{2C72DFB1-FD3A-684B-4838-805A536F4C32}"/>
          </ac:spMkLst>
        </pc:spChg>
        <pc:spChg chg="mod">
          <ac:chgData name="José Alejandro Lorenty Herrera" userId="6b68ea8e0a56b4d4" providerId="LiveId" clId="{A8735B67-04A0-48A7-A959-582C87D26F49}" dt="2025-05-31T12:47:10.825" v="67"/>
          <ac:spMkLst>
            <pc:docMk/>
            <pc:sldMk cId="0" sldId="257"/>
            <ac:spMk id="24" creationId="{4878B0EF-515C-9C2E-B8F1-D1ED40F111C7}"/>
          </ac:spMkLst>
        </pc:spChg>
        <pc:spChg chg="mod">
          <ac:chgData name="José Alejandro Lorenty Herrera" userId="6b68ea8e0a56b4d4" providerId="LiveId" clId="{A8735B67-04A0-48A7-A959-582C87D26F49}" dt="2025-05-31T12:47:19.885" v="69"/>
          <ac:spMkLst>
            <pc:docMk/>
            <pc:sldMk cId="0" sldId="257"/>
            <ac:spMk id="28" creationId="{0620F0DA-4736-6652-90BC-299278A23299}"/>
          </ac:spMkLst>
        </pc:spChg>
        <pc:spChg chg="mod">
          <ac:chgData name="José Alejandro Lorenty Herrera" userId="6b68ea8e0a56b4d4" providerId="LiveId" clId="{A8735B67-04A0-48A7-A959-582C87D26F49}" dt="2025-05-31T12:46:45.781" v="61" actId="313"/>
          <ac:spMkLst>
            <pc:docMk/>
            <pc:sldMk cId="0" sldId="257"/>
            <ac:spMk id="98" creationId="{00000000-0000-0000-0000-000000000000}"/>
          </ac:spMkLst>
        </pc:spChg>
        <pc:grpChg chg="add mod">
          <ac:chgData name="José Alejandro Lorenty Herrera" userId="6b68ea8e0a56b4d4" providerId="LiveId" clId="{A8735B67-04A0-48A7-A959-582C87D26F49}" dt="2025-05-31T12:47:56.049" v="78" actId="14100"/>
          <ac:grpSpMkLst>
            <pc:docMk/>
            <pc:sldMk cId="0" sldId="257"/>
            <ac:grpSpMk id="2" creationId="{A7EB64BF-AC4A-8EE2-FBE7-46DC2CC4E46F}"/>
          </ac:grpSpMkLst>
        </pc:grpChg>
        <pc:grpChg chg="add mod">
          <ac:chgData name="José Alejandro Lorenty Herrera" userId="6b68ea8e0a56b4d4" providerId="LiveId" clId="{A8735B67-04A0-48A7-A959-582C87D26F49}" dt="2025-05-31T12:48:03.237" v="80" actId="14100"/>
          <ac:grpSpMkLst>
            <pc:docMk/>
            <pc:sldMk cId="0" sldId="257"/>
            <ac:grpSpMk id="6" creationId="{CECCB367-32D4-9A5A-F1BC-F8081DEF43F6}"/>
          </ac:grpSpMkLst>
        </pc:grpChg>
        <pc:grpChg chg="mod">
          <ac:chgData name="José Alejandro Lorenty Herrera" userId="6b68ea8e0a56b4d4" providerId="LiveId" clId="{A8735B67-04A0-48A7-A959-582C87D26F49}" dt="2025-05-31T12:46:57.981" v="64" actId="14100"/>
          <ac:grpSpMkLst>
            <pc:docMk/>
            <pc:sldMk cId="0" sldId="257"/>
            <ac:grpSpMk id="10" creationId="{6E8552C1-DDF1-4ABD-5F96-B60781CD6C68}"/>
          </ac:grpSpMkLst>
        </pc:grpChg>
        <pc:grpChg chg="mod">
          <ac:chgData name="José Alejandro Lorenty Herrera" userId="6b68ea8e0a56b4d4" providerId="LiveId" clId="{A8735B67-04A0-48A7-A959-582C87D26F49}" dt="2025-05-31T12:47:05.571" v="66" actId="14100"/>
          <ac:grpSpMkLst>
            <pc:docMk/>
            <pc:sldMk cId="0" sldId="257"/>
            <ac:grpSpMk id="14" creationId="{C5AA762B-A004-5E25-1690-EEB520FCCFA6}"/>
          </ac:grpSpMkLst>
        </pc:grpChg>
        <pc:grpChg chg="mod">
          <ac:chgData name="José Alejandro Lorenty Herrera" userId="6b68ea8e0a56b4d4" providerId="LiveId" clId="{A8735B67-04A0-48A7-A959-582C87D26F49}" dt="2025-05-31T12:47:14.728" v="68" actId="14100"/>
          <ac:grpSpMkLst>
            <pc:docMk/>
            <pc:sldMk cId="0" sldId="257"/>
            <ac:grpSpMk id="22" creationId="{705C6ABC-AF47-4CB0-E688-D293EA0CDF2E}"/>
          </ac:grpSpMkLst>
        </pc:grpChg>
        <pc:grpChg chg="mod">
          <ac:chgData name="José Alejandro Lorenty Herrera" userId="6b68ea8e0a56b4d4" providerId="LiveId" clId="{A8735B67-04A0-48A7-A959-582C87D26F49}" dt="2025-05-31T12:47:22.785" v="70" actId="14100"/>
          <ac:grpSpMkLst>
            <pc:docMk/>
            <pc:sldMk cId="0" sldId="257"/>
            <ac:grpSpMk id="26" creationId="{287C2518-078E-531A-BC03-5B1A4C947917}"/>
          </ac:grpSpMkLst>
        </pc:grpChg>
        <pc:grpChg chg="mod">
          <ac:chgData name="José Alejandro Lorenty Herrera" userId="6b68ea8e0a56b4d4" providerId="LiveId" clId="{A8735B67-04A0-48A7-A959-582C87D26F49}" dt="2025-05-31T12:46:49.971" v="62" actId="14100"/>
          <ac:grpSpMkLst>
            <pc:docMk/>
            <pc:sldMk cId="0" sldId="257"/>
            <ac:grpSpMk id="96" creationId="{00000000-0000-0000-0000-000000000000}"/>
          </ac:grpSpMkLst>
        </pc:grpChg>
      </pc:sldChg>
      <pc:sldChg chg="modSp mod">
        <pc:chgData name="José Alejandro Lorenty Herrera" userId="6b68ea8e0a56b4d4" providerId="LiveId" clId="{A8735B67-04A0-48A7-A959-582C87D26F49}" dt="2025-05-31T12:48:20.742" v="85" actId="313"/>
        <pc:sldMkLst>
          <pc:docMk/>
          <pc:sldMk cId="688033663" sldId="270"/>
        </pc:sldMkLst>
        <pc:spChg chg="mod">
          <ac:chgData name="José Alejandro Lorenty Herrera" userId="6b68ea8e0a56b4d4" providerId="LiveId" clId="{A8735B67-04A0-48A7-A959-582C87D26F49}" dt="2025-05-31T12:48:20.742" v="85" actId="313"/>
          <ac:spMkLst>
            <pc:docMk/>
            <pc:sldMk cId="688033663" sldId="270"/>
            <ac:spMk id="3" creationId="{AA521087-E5EA-C46B-DEB3-FF96351C1922}"/>
          </ac:spMkLst>
        </pc:spChg>
      </pc:sldChg>
      <pc:sldChg chg="modSp mod">
        <pc:chgData name="José Alejandro Lorenty Herrera" userId="6b68ea8e0a56b4d4" providerId="LiveId" clId="{A8735B67-04A0-48A7-A959-582C87D26F49}" dt="2025-05-31T12:51:38.656" v="95" actId="113"/>
        <pc:sldMkLst>
          <pc:docMk/>
          <pc:sldMk cId="3758835378" sldId="271"/>
        </pc:sldMkLst>
        <pc:spChg chg="mod">
          <ac:chgData name="José Alejandro Lorenty Herrera" userId="6b68ea8e0a56b4d4" providerId="LiveId" clId="{A8735B67-04A0-48A7-A959-582C87D26F49}" dt="2025-05-31T12:49:20.520" v="92" actId="20577"/>
          <ac:spMkLst>
            <pc:docMk/>
            <pc:sldMk cId="3758835378" sldId="271"/>
            <ac:spMk id="2" creationId="{070FA2D8-0262-A811-858D-1DB474094B67}"/>
          </ac:spMkLst>
        </pc:spChg>
        <pc:spChg chg="mod">
          <ac:chgData name="José Alejandro Lorenty Herrera" userId="6b68ea8e0a56b4d4" providerId="LiveId" clId="{A8735B67-04A0-48A7-A959-582C87D26F49}" dt="2025-05-31T12:51:38.656" v="95" actId="113"/>
          <ac:spMkLst>
            <pc:docMk/>
            <pc:sldMk cId="3758835378" sldId="271"/>
            <ac:spMk id="3" creationId="{7379920C-76C9-6AC0-A586-0EB34D3858FD}"/>
          </ac:spMkLst>
        </pc:spChg>
      </pc:sldChg>
      <pc:sldChg chg="addSp delSp modSp mod setBg">
        <pc:chgData name="José Alejandro Lorenty Herrera" userId="6b68ea8e0a56b4d4" providerId="LiveId" clId="{A8735B67-04A0-48A7-A959-582C87D26F49}" dt="2025-05-31T13:46:58.694" v="434"/>
        <pc:sldMkLst>
          <pc:docMk/>
          <pc:sldMk cId="430156373" sldId="278"/>
        </pc:sldMkLst>
        <pc:spChg chg="mod">
          <ac:chgData name="José Alejandro Lorenty Herrera" userId="6b68ea8e0a56b4d4" providerId="LiveId" clId="{A8735B67-04A0-48A7-A959-582C87D26F49}" dt="2025-05-31T13:46:41.579" v="432" actId="26606"/>
          <ac:spMkLst>
            <pc:docMk/>
            <pc:sldMk cId="430156373" sldId="278"/>
            <ac:spMk id="2" creationId="{86AD9C4C-9A6D-0563-2ECB-205B8916AA89}"/>
          </ac:spMkLst>
        </pc:spChg>
        <pc:spChg chg="add del mod">
          <ac:chgData name="José Alejandro Lorenty Herrera" userId="6b68ea8e0a56b4d4" providerId="LiveId" clId="{A8735B67-04A0-48A7-A959-582C87D26F49}" dt="2025-05-31T13:45:59.587" v="424" actId="478"/>
          <ac:spMkLst>
            <pc:docMk/>
            <pc:sldMk cId="430156373" sldId="278"/>
            <ac:spMk id="4" creationId="{C8C8D6A2-8FAE-5425-A3BC-9CF1693DBCCF}"/>
          </ac:spMkLst>
        </pc:spChg>
        <pc:spChg chg="add mod">
          <ac:chgData name="José Alejandro Lorenty Herrera" userId="6b68ea8e0a56b4d4" providerId="LiveId" clId="{A8735B67-04A0-48A7-A959-582C87D26F49}" dt="2025-05-31T13:45:23.397" v="403"/>
          <ac:spMkLst>
            <pc:docMk/>
            <pc:sldMk cId="430156373" sldId="278"/>
            <ac:spMk id="5" creationId="{8DB06D59-1B45-E140-653E-8DB87047264C}"/>
          </ac:spMkLst>
        </pc:spChg>
        <pc:graphicFrameChg chg="add del mod modGraphic">
          <ac:chgData name="José Alejandro Lorenty Herrera" userId="6b68ea8e0a56b4d4" providerId="LiveId" clId="{A8735B67-04A0-48A7-A959-582C87D26F49}" dt="2025-05-31T13:46:58.694" v="434"/>
          <ac:graphicFrameMkLst>
            <pc:docMk/>
            <pc:sldMk cId="430156373" sldId="278"/>
            <ac:graphicFrameMk id="10" creationId="{1B65AD3B-8239-540A-4E07-C741D4B6A94E}"/>
          </ac:graphicFrameMkLst>
        </pc:graphicFrameChg>
      </pc:sldChg>
      <pc:sldChg chg="modSp">
        <pc:chgData name="José Alejandro Lorenty Herrera" userId="6b68ea8e0a56b4d4" providerId="LiveId" clId="{A8735B67-04A0-48A7-A959-582C87D26F49}" dt="2025-05-31T13:48:48.418" v="446"/>
        <pc:sldMkLst>
          <pc:docMk/>
          <pc:sldMk cId="3775530301" sldId="279"/>
        </pc:sldMkLst>
        <pc:graphicFrameChg chg="mod">
          <ac:chgData name="José Alejandro Lorenty Herrera" userId="6b68ea8e0a56b4d4" providerId="LiveId" clId="{A8735B67-04A0-48A7-A959-582C87D26F49}" dt="2025-05-31T13:48:48.418" v="446"/>
          <ac:graphicFrameMkLst>
            <pc:docMk/>
            <pc:sldMk cId="3775530301" sldId="279"/>
            <ac:graphicFrameMk id="5" creationId="{95AEEF6B-008C-49C0-DB75-C00443894168}"/>
          </ac:graphicFrameMkLst>
        </pc:graphicFrameChg>
      </pc:sldChg>
      <pc:sldChg chg="modSp mod">
        <pc:chgData name="José Alejandro Lorenty Herrera" userId="6b68ea8e0a56b4d4" providerId="LiveId" clId="{A8735B67-04A0-48A7-A959-582C87D26F49}" dt="2025-05-31T13:49:46.422" v="452" actId="14100"/>
        <pc:sldMkLst>
          <pc:docMk/>
          <pc:sldMk cId="1285352527" sldId="290"/>
        </pc:sldMkLst>
        <pc:graphicFrameChg chg="mod">
          <ac:chgData name="José Alejandro Lorenty Herrera" userId="6b68ea8e0a56b4d4" providerId="LiveId" clId="{A8735B67-04A0-48A7-A959-582C87D26F49}" dt="2025-05-31T13:49:46.422" v="452" actId="14100"/>
          <ac:graphicFrameMkLst>
            <pc:docMk/>
            <pc:sldMk cId="1285352527" sldId="290"/>
            <ac:graphicFrameMk id="5" creationId="{A53FC35C-237C-AFF6-21EF-4265D50B7A87}"/>
          </ac:graphicFrameMkLst>
        </pc:graphicFrameChg>
      </pc:sldChg>
      <pc:sldChg chg="del">
        <pc:chgData name="José Alejandro Lorenty Herrera" userId="6b68ea8e0a56b4d4" providerId="LiveId" clId="{A8735B67-04A0-48A7-A959-582C87D26F49}" dt="2025-05-31T12:53:07.726" v="135" actId="47"/>
        <pc:sldMkLst>
          <pc:docMk/>
          <pc:sldMk cId="2448410337" sldId="291"/>
        </pc:sldMkLst>
      </pc:sldChg>
      <pc:sldChg chg="del">
        <pc:chgData name="José Alejandro Lorenty Herrera" userId="6b68ea8e0a56b4d4" providerId="LiveId" clId="{A8735B67-04A0-48A7-A959-582C87D26F49}" dt="2025-05-31T12:53:07.048" v="134" actId="47"/>
        <pc:sldMkLst>
          <pc:docMk/>
          <pc:sldMk cId="1533156156" sldId="292"/>
        </pc:sldMkLst>
      </pc:sldChg>
      <pc:sldChg chg="del">
        <pc:chgData name="José Alejandro Lorenty Herrera" userId="6b68ea8e0a56b4d4" providerId="LiveId" clId="{A8735B67-04A0-48A7-A959-582C87D26F49}" dt="2025-05-31T12:53:06.416" v="133" actId="47"/>
        <pc:sldMkLst>
          <pc:docMk/>
          <pc:sldMk cId="581705420" sldId="302"/>
        </pc:sldMkLst>
      </pc:sldChg>
      <pc:sldChg chg="del">
        <pc:chgData name="José Alejandro Lorenty Herrera" userId="6b68ea8e0a56b4d4" providerId="LiveId" clId="{A8735B67-04A0-48A7-A959-582C87D26F49}" dt="2025-05-31T12:53:05.680" v="132" actId="47"/>
        <pc:sldMkLst>
          <pc:docMk/>
          <pc:sldMk cId="1099738065" sldId="303"/>
        </pc:sldMkLst>
      </pc:sldChg>
      <pc:sldChg chg="del">
        <pc:chgData name="José Alejandro Lorenty Herrera" userId="6b68ea8e0a56b4d4" providerId="LiveId" clId="{A8735B67-04A0-48A7-A959-582C87D26F49}" dt="2025-05-31T12:53:04.692" v="131" actId="47"/>
        <pc:sldMkLst>
          <pc:docMk/>
          <pc:sldMk cId="2356804092" sldId="304"/>
        </pc:sldMkLst>
      </pc:sldChg>
      <pc:sldChg chg="del">
        <pc:chgData name="José Alejandro Lorenty Herrera" userId="6b68ea8e0a56b4d4" providerId="LiveId" clId="{A8735B67-04A0-48A7-A959-582C87D26F49}" dt="2025-05-31T12:53:03.898" v="130" actId="47"/>
        <pc:sldMkLst>
          <pc:docMk/>
          <pc:sldMk cId="3727315173" sldId="305"/>
        </pc:sldMkLst>
      </pc:sldChg>
      <pc:sldChg chg="modSp add mod">
        <pc:chgData name="José Alejandro Lorenty Herrera" userId="6b68ea8e0a56b4d4" providerId="LiveId" clId="{A8735B67-04A0-48A7-A959-582C87D26F49}" dt="2025-05-31T12:52:47.518" v="129" actId="20577"/>
        <pc:sldMkLst>
          <pc:docMk/>
          <pc:sldMk cId="3579071284" sldId="306"/>
        </pc:sldMkLst>
        <pc:spChg chg="mod">
          <ac:chgData name="José Alejandro Lorenty Herrera" userId="6b68ea8e0a56b4d4" providerId="LiveId" clId="{A8735B67-04A0-48A7-A959-582C87D26F49}" dt="2025-05-31T12:52:47.518" v="129" actId="20577"/>
          <ac:spMkLst>
            <pc:docMk/>
            <pc:sldMk cId="3579071284" sldId="306"/>
            <ac:spMk id="3" creationId="{8E6DC90A-8E60-BD23-C1ED-B6E03DA45913}"/>
          </ac:spMkLst>
        </pc:spChg>
      </pc:sldChg>
      <pc:sldChg chg="modSp new mod">
        <pc:chgData name="José Alejandro Lorenty Herrera" userId="6b68ea8e0a56b4d4" providerId="LiveId" clId="{A8735B67-04A0-48A7-A959-582C87D26F49}" dt="2025-05-31T12:54:13.423" v="174" actId="20577"/>
        <pc:sldMkLst>
          <pc:docMk/>
          <pc:sldMk cId="2389389041" sldId="307"/>
        </pc:sldMkLst>
        <pc:spChg chg="mod">
          <ac:chgData name="José Alejandro Lorenty Herrera" userId="6b68ea8e0a56b4d4" providerId="LiveId" clId="{A8735B67-04A0-48A7-A959-582C87D26F49}" dt="2025-05-31T12:53:22.867" v="140"/>
          <ac:spMkLst>
            <pc:docMk/>
            <pc:sldMk cId="2389389041" sldId="307"/>
            <ac:spMk id="2" creationId="{884EA3D4-4AF6-194D-3A31-0AA76DE05CC2}"/>
          </ac:spMkLst>
        </pc:spChg>
        <pc:spChg chg="mod">
          <ac:chgData name="José Alejandro Lorenty Herrera" userId="6b68ea8e0a56b4d4" providerId="LiveId" clId="{A8735B67-04A0-48A7-A959-582C87D26F49}" dt="2025-05-31T12:54:13.423" v="174" actId="20577"/>
          <ac:spMkLst>
            <pc:docMk/>
            <pc:sldMk cId="2389389041" sldId="307"/>
            <ac:spMk id="3" creationId="{30309189-9EEB-6D71-C3CE-FEB85FF99FA7}"/>
          </ac:spMkLst>
        </pc:spChg>
      </pc:sldChg>
      <pc:sldChg chg="modSp add mod">
        <pc:chgData name="José Alejandro Lorenty Herrera" userId="6b68ea8e0a56b4d4" providerId="LiveId" clId="{A8735B67-04A0-48A7-A959-582C87D26F49}" dt="2025-05-31T12:55:59.621" v="207" actId="20577"/>
        <pc:sldMkLst>
          <pc:docMk/>
          <pc:sldMk cId="841181562" sldId="308"/>
        </pc:sldMkLst>
        <pc:spChg chg="mod">
          <ac:chgData name="José Alejandro Lorenty Herrera" userId="6b68ea8e0a56b4d4" providerId="LiveId" clId="{A8735B67-04A0-48A7-A959-582C87D26F49}" dt="2025-05-31T12:54:46.699" v="176"/>
          <ac:spMkLst>
            <pc:docMk/>
            <pc:sldMk cId="841181562" sldId="308"/>
            <ac:spMk id="2" creationId="{EAD343C9-6BF3-1951-C43B-217262B795CD}"/>
          </ac:spMkLst>
        </pc:spChg>
        <pc:spChg chg="mod">
          <ac:chgData name="José Alejandro Lorenty Herrera" userId="6b68ea8e0a56b4d4" providerId="LiveId" clId="{A8735B67-04A0-48A7-A959-582C87D26F49}" dt="2025-05-31T12:55:59.621" v="207" actId="20577"/>
          <ac:spMkLst>
            <pc:docMk/>
            <pc:sldMk cId="841181562" sldId="308"/>
            <ac:spMk id="3" creationId="{ECECDDDE-8E6E-CA29-80D7-381501169ED3}"/>
          </ac:spMkLst>
        </pc:spChg>
      </pc:sldChg>
      <pc:sldChg chg="new del">
        <pc:chgData name="José Alejandro Lorenty Herrera" userId="6b68ea8e0a56b4d4" providerId="LiveId" clId="{A8735B67-04A0-48A7-A959-582C87D26F49}" dt="2025-05-31T13:08:36.487" v="209" actId="680"/>
        <pc:sldMkLst>
          <pc:docMk/>
          <pc:sldMk cId="1867223720" sldId="309"/>
        </pc:sldMkLst>
      </pc:sldChg>
      <pc:sldChg chg="addSp modSp add mod setBg">
        <pc:chgData name="José Alejandro Lorenty Herrera" userId="6b68ea8e0a56b4d4" providerId="LiveId" clId="{A8735B67-04A0-48A7-A959-582C87D26F49}" dt="2025-05-31T13:09:39.827" v="216" actId="255"/>
        <pc:sldMkLst>
          <pc:docMk/>
          <pc:sldMk cId="3238755219" sldId="309"/>
        </pc:sldMkLst>
        <pc:spChg chg="mod">
          <ac:chgData name="José Alejandro Lorenty Herrera" userId="6b68ea8e0a56b4d4" providerId="LiveId" clId="{A8735B67-04A0-48A7-A959-582C87D26F49}" dt="2025-05-31T13:09:25.254" v="215" actId="26606"/>
          <ac:spMkLst>
            <pc:docMk/>
            <pc:sldMk cId="3238755219" sldId="309"/>
            <ac:spMk id="2" creationId="{D5DB1EE7-FFFF-200A-A7CA-3C98EBE16F44}"/>
          </ac:spMkLst>
        </pc:spChg>
        <pc:spChg chg="mod">
          <ac:chgData name="José Alejandro Lorenty Herrera" userId="6b68ea8e0a56b4d4" providerId="LiveId" clId="{A8735B67-04A0-48A7-A959-582C87D26F49}" dt="2025-05-31T13:09:39.827" v="216" actId="255"/>
          <ac:spMkLst>
            <pc:docMk/>
            <pc:sldMk cId="3238755219" sldId="309"/>
            <ac:spMk id="3" creationId="{A032E64A-3EEF-20A0-071C-F029BCF97091}"/>
          </ac:spMkLst>
        </pc:spChg>
        <pc:spChg chg="add">
          <ac:chgData name="José Alejandro Lorenty Herrera" userId="6b68ea8e0a56b4d4" providerId="LiveId" clId="{A8735B67-04A0-48A7-A959-582C87D26F49}" dt="2025-05-31T13:09:25.254" v="215" actId="26606"/>
          <ac:spMkLst>
            <pc:docMk/>
            <pc:sldMk cId="3238755219" sldId="309"/>
            <ac:spMk id="8" creationId="{24DFAAE7-061D-4086-99EC-872CB305082A}"/>
          </ac:spMkLst>
        </pc:spChg>
        <pc:spChg chg="add">
          <ac:chgData name="José Alejandro Lorenty Herrera" userId="6b68ea8e0a56b4d4" providerId="LiveId" clId="{A8735B67-04A0-48A7-A959-582C87D26F49}" dt="2025-05-31T13:09:25.254" v="215" actId="26606"/>
          <ac:spMkLst>
            <pc:docMk/>
            <pc:sldMk cId="3238755219" sldId="309"/>
            <ac:spMk id="10" creationId="{E7570099-A243-48DD-9EAE-36F4AC095B94}"/>
          </ac:spMkLst>
        </pc:spChg>
        <pc:spChg chg="add">
          <ac:chgData name="José Alejandro Lorenty Herrera" userId="6b68ea8e0a56b4d4" providerId="LiveId" clId="{A8735B67-04A0-48A7-A959-582C87D26F49}" dt="2025-05-31T13:09:25.254" v="215" actId="26606"/>
          <ac:spMkLst>
            <pc:docMk/>
            <pc:sldMk cId="3238755219" sldId="309"/>
            <ac:spMk id="12" creationId="{45E4A74B-6514-424A-ADFA-C232FA6B9018}"/>
          </ac:spMkLst>
        </pc:spChg>
        <pc:spChg chg="add">
          <ac:chgData name="José Alejandro Lorenty Herrera" userId="6b68ea8e0a56b4d4" providerId="LiveId" clId="{A8735B67-04A0-48A7-A959-582C87D26F49}" dt="2025-05-31T13:09:25.254" v="215" actId="26606"/>
          <ac:spMkLst>
            <pc:docMk/>
            <pc:sldMk cId="3238755219" sldId="309"/>
            <ac:spMk id="14" creationId="{F61C5C86-C785-4B92-9F2D-133B8B8C24F5}"/>
          </ac:spMkLst>
        </pc:spChg>
        <pc:spChg chg="add">
          <ac:chgData name="José Alejandro Lorenty Herrera" userId="6b68ea8e0a56b4d4" providerId="LiveId" clId="{A8735B67-04A0-48A7-A959-582C87D26F49}" dt="2025-05-31T13:09:25.254" v="215" actId="26606"/>
          <ac:spMkLst>
            <pc:docMk/>
            <pc:sldMk cId="3238755219" sldId="309"/>
            <ac:spMk id="16" creationId="{954D0BF9-002C-4D3A-A222-C166094A5D1D}"/>
          </ac:spMkLst>
        </pc:spChg>
        <pc:spChg chg="add">
          <ac:chgData name="José Alejandro Lorenty Herrera" userId="6b68ea8e0a56b4d4" providerId="LiveId" clId="{A8735B67-04A0-48A7-A959-582C87D26F49}" dt="2025-05-31T13:09:25.254" v="215" actId="26606"/>
          <ac:spMkLst>
            <pc:docMk/>
            <pc:sldMk cId="3238755219" sldId="309"/>
            <ac:spMk id="18" creationId="{6080EB6E-D69F-43B1-91EC-75C303342580}"/>
          </ac:spMkLst>
        </pc:spChg>
        <pc:spChg chg="add">
          <ac:chgData name="José Alejandro Lorenty Herrera" userId="6b68ea8e0a56b4d4" providerId="LiveId" clId="{A8735B67-04A0-48A7-A959-582C87D26F49}" dt="2025-05-31T13:09:25.254" v="215" actId="26606"/>
          <ac:spMkLst>
            <pc:docMk/>
            <pc:sldMk cId="3238755219" sldId="309"/>
            <ac:spMk id="20" creationId="{21BA816A-EE68-4A96-BA05-73303B2F4FE7}"/>
          </ac:spMkLst>
        </pc:spChg>
        <pc:spChg chg="add">
          <ac:chgData name="José Alejandro Lorenty Herrera" userId="6b68ea8e0a56b4d4" providerId="LiveId" clId="{A8735B67-04A0-48A7-A959-582C87D26F49}" dt="2025-05-31T13:09:25.254" v="215" actId="26606"/>
          <ac:spMkLst>
            <pc:docMk/>
            <pc:sldMk cId="3238755219" sldId="309"/>
            <ac:spMk id="22" creationId="{22A94CDB-5D63-4C75-9CB6-6C18CDF372F0}"/>
          </ac:spMkLst>
        </pc:spChg>
      </pc:sldChg>
      <pc:sldChg chg="modSp add mod">
        <pc:chgData name="José Alejandro Lorenty Herrera" userId="6b68ea8e0a56b4d4" providerId="LiveId" clId="{A8735B67-04A0-48A7-A959-582C87D26F49}" dt="2025-05-31T13:09:58.840" v="218"/>
        <pc:sldMkLst>
          <pc:docMk/>
          <pc:sldMk cId="130173278" sldId="310"/>
        </pc:sldMkLst>
        <pc:spChg chg="mod">
          <ac:chgData name="José Alejandro Lorenty Herrera" userId="6b68ea8e0a56b4d4" providerId="LiveId" clId="{A8735B67-04A0-48A7-A959-582C87D26F49}" dt="2025-05-31T13:09:58.840" v="218"/>
          <ac:spMkLst>
            <pc:docMk/>
            <pc:sldMk cId="130173278" sldId="310"/>
            <ac:spMk id="3" creationId="{137407CF-78F7-5647-2C75-207FC6594B47}"/>
          </ac:spMkLst>
        </pc:spChg>
      </pc:sldChg>
      <pc:sldChg chg="new del">
        <pc:chgData name="José Alejandro Lorenty Herrera" userId="6b68ea8e0a56b4d4" providerId="LiveId" clId="{A8735B67-04A0-48A7-A959-582C87D26F49}" dt="2025-05-31T13:29:07.915" v="221" actId="47"/>
        <pc:sldMkLst>
          <pc:docMk/>
          <pc:sldMk cId="3658840367" sldId="311"/>
        </pc:sldMkLst>
      </pc:sldChg>
      <pc:sldChg chg="modSp add mod ord">
        <pc:chgData name="José Alejandro Lorenty Herrera" userId="6b68ea8e0a56b4d4" providerId="LiveId" clId="{A8735B67-04A0-48A7-A959-582C87D26F49}" dt="2025-05-31T13:29:26.905" v="250" actId="20577"/>
        <pc:sldMkLst>
          <pc:docMk/>
          <pc:sldMk cId="3925704027" sldId="312"/>
        </pc:sldMkLst>
        <pc:spChg chg="mod">
          <ac:chgData name="José Alejandro Lorenty Herrera" userId="6b68ea8e0a56b4d4" providerId="LiveId" clId="{A8735B67-04A0-48A7-A959-582C87D26F49}" dt="2025-05-31T13:29:26.905" v="250" actId="20577"/>
          <ac:spMkLst>
            <pc:docMk/>
            <pc:sldMk cId="3925704027" sldId="312"/>
            <ac:spMk id="2" creationId="{A7F65FDE-0663-554F-706B-E8FB21F136D6}"/>
          </ac:spMkLst>
        </pc:spChg>
        <pc:spChg chg="mod">
          <ac:chgData name="José Alejandro Lorenty Herrera" userId="6b68ea8e0a56b4d4" providerId="LiveId" clId="{A8735B67-04A0-48A7-A959-582C87D26F49}" dt="2025-05-31T13:29:19.032" v="227" actId="113"/>
          <ac:spMkLst>
            <pc:docMk/>
            <pc:sldMk cId="3925704027" sldId="312"/>
            <ac:spMk id="3" creationId="{C4DDD2F2-C951-D98A-EB30-AB4AE50968F1}"/>
          </ac:spMkLst>
        </pc:spChg>
      </pc:sldChg>
      <pc:sldChg chg="modSp add mod">
        <pc:chgData name="José Alejandro Lorenty Herrera" userId="6b68ea8e0a56b4d4" providerId="LiveId" clId="{A8735B67-04A0-48A7-A959-582C87D26F49}" dt="2025-05-31T13:32:01.866" v="275" actId="113"/>
        <pc:sldMkLst>
          <pc:docMk/>
          <pc:sldMk cId="1604929253" sldId="313"/>
        </pc:sldMkLst>
        <pc:spChg chg="mod">
          <ac:chgData name="José Alejandro Lorenty Herrera" userId="6b68ea8e0a56b4d4" providerId="LiveId" clId="{A8735B67-04A0-48A7-A959-582C87D26F49}" dt="2025-05-31T13:31:01.790" v="267" actId="20577"/>
          <ac:spMkLst>
            <pc:docMk/>
            <pc:sldMk cId="1604929253" sldId="313"/>
            <ac:spMk id="2" creationId="{30194CC1-EE73-86B2-39B4-06F96DC01D72}"/>
          </ac:spMkLst>
        </pc:spChg>
        <pc:spChg chg="mod">
          <ac:chgData name="José Alejandro Lorenty Herrera" userId="6b68ea8e0a56b4d4" providerId="LiveId" clId="{A8735B67-04A0-48A7-A959-582C87D26F49}" dt="2025-05-31T13:32:01.866" v="275" actId="113"/>
          <ac:spMkLst>
            <pc:docMk/>
            <pc:sldMk cId="1604929253" sldId="313"/>
            <ac:spMk id="3" creationId="{0B6B4C46-3F71-8FF1-31DB-FA0AD036A662}"/>
          </ac:spMkLst>
        </pc:spChg>
      </pc:sldChg>
      <pc:sldChg chg="modSp add mod">
        <pc:chgData name="José Alejandro Lorenty Herrera" userId="6b68ea8e0a56b4d4" providerId="LiveId" clId="{A8735B67-04A0-48A7-A959-582C87D26F49}" dt="2025-05-31T13:32:48.039" v="289" actId="113"/>
        <pc:sldMkLst>
          <pc:docMk/>
          <pc:sldMk cId="3994745282" sldId="314"/>
        </pc:sldMkLst>
        <pc:spChg chg="mod">
          <ac:chgData name="José Alejandro Lorenty Herrera" userId="6b68ea8e0a56b4d4" providerId="LiveId" clId="{A8735B67-04A0-48A7-A959-582C87D26F49}" dt="2025-05-31T13:32:48.039" v="289" actId="113"/>
          <ac:spMkLst>
            <pc:docMk/>
            <pc:sldMk cId="3994745282" sldId="314"/>
            <ac:spMk id="3" creationId="{A07389CF-9565-7390-F38E-B633EE8E0456}"/>
          </ac:spMkLst>
        </pc:spChg>
      </pc:sldChg>
      <pc:sldChg chg="modSp add mod">
        <pc:chgData name="José Alejandro Lorenty Herrera" userId="6b68ea8e0a56b4d4" providerId="LiveId" clId="{A8735B67-04A0-48A7-A959-582C87D26F49}" dt="2025-05-31T13:32:53.306" v="291" actId="113"/>
        <pc:sldMkLst>
          <pc:docMk/>
          <pc:sldMk cId="306408346" sldId="315"/>
        </pc:sldMkLst>
        <pc:spChg chg="mod">
          <ac:chgData name="José Alejandro Lorenty Herrera" userId="6b68ea8e0a56b4d4" providerId="LiveId" clId="{A8735B67-04A0-48A7-A959-582C87D26F49}" dt="2025-05-31T13:32:53.306" v="291" actId="113"/>
          <ac:spMkLst>
            <pc:docMk/>
            <pc:sldMk cId="306408346" sldId="315"/>
            <ac:spMk id="3" creationId="{CB904D5F-D27B-E5C1-D980-0D04290110E2}"/>
          </ac:spMkLst>
        </pc:spChg>
      </pc:sldChg>
      <pc:sldChg chg="modSp add mod">
        <pc:chgData name="José Alejandro Lorenty Herrera" userId="6b68ea8e0a56b4d4" providerId="LiveId" clId="{A8735B67-04A0-48A7-A959-582C87D26F49}" dt="2025-05-31T13:33:30.129" v="300" actId="113"/>
        <pc:sldMkLst>
          <pc:docMk/>
          <pc:sldMk cId="4153345501" sldId="316"/>
        </pc:sldMkLst>
        <pc:spChg chg="mod">
          <ac:chgData name="José Alejandro Lorenty Herrera" userId="6b68ea8e0a56b4d4" providerId="LiveId" clId="{A8735B67-04A0-48A7-A959-582C87D26F49}" dt="2025-05-31T13:33:30.129" v="300" actId="113"/>
          <ac:spMkLst>
            <pc:docMk/>
            <pc:sldMk cId="4153345501" sldId="316"/>
            <ac:spMk id="3" creationId="{64938C0E-8ED4-8295-BB28-236B48561EAC}"/>
          </ac:spMkLst>
        </pc:spChg>
      </pc:sldChg>
      <pc:sldChg chg="modSp add mod ord">
        <pc:chgData name="José Alejandro Lorenty Herrera" userId="6b68ea8e0a56b4d4" providerId="LiveId" clId="{A8735B67-04A0-48A7-A959-582C87D26F49}" dt="2025-05-31T13:35:53.247" v="328" actId="20577"/>
        <pc:sldMkLst>
          <pc:docMk/>
          <pc:sldMk cId="155928814" sldId="317"/>
        </pc:sldMkLst>
        <pc:spChg chg="mod">
          <ac:chgData name="José Alejandro Lorenty Herrera" userId="6b68ea8e0a56b4d4" providerId="LiveId" clId="{A8735B67-04A0-48A7-A959-582C87D26F49}" dt="2025-05-31T13:35:17.538" v="312" actId="20577"/>
          <ac:spMkLst>
            <pc:docMk/>
            <pc:sldMk cId="155928814" sldId="317"/>
            <ac:spMk id="2" creationId="{A7F5FDAE-E40C-B9AC-FFE7-B7BAE1DA8BC4}"/>
          </ac:spMkLst>
        </pc:spChg>
        <pc:spChg chg="mod">
          <ac:chgData name="José Alejandro Lorenty Herrera" userId="6b68ea8e0a56b4d4" providerId="LiveId" clId="{A8735B67-04A0-48A7-A959-582C87D26F49}" dt="2025-05-31T13:35:53.247" v="328" actId="20577"/>
          <ac:spMkLst>
            <pc:docMk/>
            <pc:sldMk cId="155928814" sldId="317"/>
            <ac:spMk id="3" creationId="{B3EA3578-A34A-6730-F312-68A95C271FDF}"/>
          </ac:spMkLst>
        </pc:spChg>
      </pc:sldChg>
      <pc:sldChg chg="addSp delSp modSp add mod setBg">
        <pc:chgData name="José Alejandro Lorenty Herrera" userId="6b68ea8e0a56b4d4" providerId="LiveId" clId="{A8735B67-04A0-48A7-A959-582C87D26F49}" dt="2025-05-31T13:39:49.247" v="357" actId="26606"/>
        <pc:sldMkLst>
          <pc:docMk/>
          <pc:sldMk cId="2266138668" sldId="318"/>
        </pc:sldMkLst>
        <pc:spChg chg="mod">
          <ac:chgData name="José Alejandro Lorenty Herrera" userId="6b68ea8e0a56b4d4" providerId="LiveId" clId="{A8735B67-04A0-48A7-A959-582C87D26F49}" dt="2025-05-31T13:39:49.199" v="356" actId="26606"/>
          <ac:spMkLst>
            <pc:docMk/>
            <pc:sldMk cId="2266138668" sldId="318"/>
            <ac:spMk id="2" creationId="{E0F542E0-CCC4-4263-E269-9469580FDE33}"/>
          </ac:spMkLst>
        </pc:spChg>
        <pc:spChg chg="add del mod">
          <ac:chgData name="José Alejandro Lorenty Herrera" userId="6b68ea8e0a56b4d4" providerId="LiveId" clId="{A8735B67-04A0-48A7-A959-582C87D26F49}" dt="2025-05-31T13:39:49.199" v="356" actId="26606"/>
          <ac:spMkLst>
            <pc:docMk/>
            <pc:sldMk cId="2266138668" sldId="318"/>
            <ac:spMk id="3" creationId="{12DDFD7C-DC12-12B8-B853-462B373564F8}"/>
          </ac:spMkLst>
        </pc:spChg>
        <pc:spChg chg="add del">
          <ac:chgData name="José Alejandro Lorenty Herrera" userId="6b68ea8e0a56b4d4" providerId="LiveId" clId="{A8735B67-04A0-48A7-A959-582C87D26F49}" dt="2025-05-31T13:39:49.247" v="357" actId="26606"/>
          <ac:spMkLst>
            <pc:docMk/>
            <pc:sldMk cId="2266138668" sldId="318"/>
            <ac:spMk id="10" creationId="{5C3B21E9-F341-3108-6708-918892F71946}"/>
          </ac:spMkLst>
        </pc:spChg>
        <pc:spChg chg="add del">
          <ac:chgData name="José Alejandro Lorenty Herrera" userId="6b68ea8e0a56b4d4" providerId="LiveId" clId="{A8735B67-04A0-48A7-A959-582C87D26F49}" dt="2025-05-31T13:39:49.247" v="357" actId="26606"/>
          <ac:spMkLst>
            <pc:docMk/>
            <pc:sldMk cId="2266138668" sldId="318"/>
            <ac:spMk id="12" creationId="{39417336-A707-AB43-A3A6-6EB79734080F}"/>
          </ac:spMkLst>
        </pc:spChg>
        <pc:spChg chg="add del">
          <ac:chgData name="José Alejandro Lorenty Herrera" userId="6b68ea8e0a56b4d4" providerId="LiveId" clId="{A8735B67-04A0-48A7-A959-582C87D26F49}" dt="2025-05-31T13:39:49.247" v="357" actId="26606"/>
          <ac:spMkLst>
            <pc:docMk/>
            <pc:sldMk cId="2266138668" sldId="318"/>
            <ac:spMk id="14" creationId="{E2E7F7B2-A050-80FE-88D0-E3924B3A2590}"/>
          </ac:spMkLst>
        </pc:spChg>
        <pc:spChg chg="add del">
          <ac:chgData name="José Alejandro Lorenty Herrera" userId="6b68ea8e0a56b4d4" providerId="LiveId" clId="{A8735B67-04A0-48A7-A959-582C87D26F49}" dt="2025-05-31T13:39:49.199" v="356" actId="26606"/>
          <ac:spMkLst>
            <pc:docMk/>
            <pc:sldMk cId="2266138668" sldId="318"/>
            <ac:spMk id="16" creationId="{F2C17F0D-F886-05E2-A918-C2D988C4AC5F}"/>
          </ac:spMkLst>
        </pc:spChg>
        <pc:spChg chg="add del">
          <ac:chgData name="José Alejandro Lorenty Herrera" userId="6b68ea8e0a56b4d4" providerId="LiveId" clId="{A8735B67-04A0-48A7-A959-582C87D26F49}" dt="2025-05-31T13:39:49.247" v="357" actId="26606"/>
          <ac:spMkLst>
            <pc:docMk/>
            <pc:sldMk cId="2266138668" sldId="318"/>
            <ac:spMk id="18" creationId="{E5195502-1D89-5DED-4033-E4121A61D4A0}"/>
          </ac:spMkLst>
        </pc:spChg>
        <pc:spChg chg="add del">
          <ac:chgData name="José Alejandro Lorenty Herrera" userId="6b68ea8e0a56b4d4" providerId="LiveId" clId="{A8735B67-04A0-48A7-A959-582C87D26F49}" dt="2025-05-31T13:39:49.247" v="357" actId="26606"/>
          <ac:spMkLst>
            <pc:docMk/>
            <pc:sldMk cId="2266138668" sldId="318"/>
            <ac:spMk id="20" creationId="{A28BEF50-0819-733A-A0E1-AE3AC9917C90}"/>
          </ac:spMkLst>
        </pc:spChg>
        <pc:spChg chg="add del">
          <ac:chgData name="José Alejandro Lorenty Herrera" userId="6b68ea8e0a56b4d4" providerId="LiveId" clId="{A8735B67-04A0-48A7-A959-582C87D26F49}" dt="2025-05-31T13:39:49.247" v="357" actId="26606"/>
          <ac:spMkLst>
            <pc:docMk/>
            <pc:sldMk cId="2266138668" sldId="318"/>
            <ac:spMk id="22" creationId="{C0AD3C51-795D-69F5-6F6A-277AD2F8A058}"/>
          </ac:spMkLst>
        </pc:spChg>
        <pc:spChg chg="add del">
          <ac:chgData name="José Alejandro Lorenty Herrera" userId="6b68ea8e0a56b4d4" providerId="LiveId" clId="{A8735B67-04A0-48A7-A959-582C87D26F49}" dt="2025-05-31T13:39:49.199" v="356" actId="26606"/>
          <ac:spMkLst>
            <pc:docMk/>
            <pc:sldMk cId="2266138668" sldId="318"/>
            <ac:spMk id="30" creationId="{42285737-90EE-47DC-AC80-8AE156B11969}"/>
          </ac:spMkLst>
        </pc:spChg>
        <pc:spChg chg="add">
          <ac:chgData name="José Alejandro Lorenty Herrera" userId="6b68ea8e0a56b4d4" providerId="LiveId" clId="{A8735B67-04A0-48A7-A959-582C87D26F49}" dt="2025-05-31T13:39:49.247" v="357" actId="26606"/>
          <ac:spMkLst>
            <pc:docMk/>
            <pc:sldMk cId="2266138668" sldId="318"/>
            <ac:spMk id="40" creationId="{FFEF7F81-51EE-94F5-33C8-FC66BF2CF76C}"/>
          </ac:spMkLst>
        </pc:spChg>
        <pc:spChg chg="add">
          <ac:chgData name="José Alejandro Lorenty Herrera" userId="6b68ea8e0a56b4d4" providerId="LiveId" clId="{A8735B67-04A0-48A7-A959-582C87D26F49}" dt="2025-05-31T13:39:49.247" v="357" actId="26606"/>
          <ac:spMkLst>
            <pc:docMk/>
            <pc:sldMk cId="2266138668" sldId="318"/>
            <ac:spMk id="43" creationId="{E2E7F7B2-A050-80FE-88D0-E3924B3A2590}"/>
          </ac:spMkLst>
        </pc:spChg>
        <pc:spChg chg="add">
          <ac:chgData name="José Alejandro Lorenty Herrera" userId="6b68ea8e0a56b4d4" providerId="LiveId" clId="{A8735B67-04A0-48A7-A959-582C87D26F49}" dt="2025-05-31T13:39:49.247" v="357" actId="26606"/>
          <ac:spMkLst>
            <pc:docMk/>
            <pc:sldMk cId="2266138668" sldId="318"/>
            <ac:spMk id="44" creationId="{F2C17F0D-F886-05E2-A918-C2D988C4AC5F}"/>
          </ac:spMkLst>
        </pc:spChg>
        <pc:spChg chg="add">
          <ac:chgData name="José Alejandro Lorenty Herrera" userId="6b68ea8e0a56b4d4" providerId="LiveId" clId="{A8735B67-04A0-48A7-A959-582C87D26F49}" dt="2025-05-31T13:39:49.247" v="357" actId="26606"/>
          <ac:spMkLst>
            <pc:docMk/>
            <pc:sldMk cId="2266138668" sldId="318"/>
            <ac:spMk id="47" creationId="{C0AD3C51-795D-69F5-6F6A-277AD2F8A058}"/>
          </ac:spMkLst>
        </pc:spChg>
      </pc:sldChg>
      <pc:sldChg chg="new del">
        <pc:chgData name="José Alejandro Lorenty Herrera" userId="6b68ea8e0a56b4d4" providerId="LiveId" clId="{A8735B67-04A0-48A7-A959-582C87D26F49}" dt="2025-05-31T13:40:03.712" v="359" actId="680"/>
        <pc:sldMkLst>
          <pc:docMk/>
          <pc:sldMk cId="905227473" sldId="319"/>
        </pc:sldMkLst>
      </pc:sldChg>
      <pc:sldChg chg="addSp delSp modSp add mod setBg">
        <pc:chgData name="José Alejandro Lorenty Herrera" userId="6b68ea8e0a56b4d4" providerId="LiveId" clId="{A8735B67-04A0-48A7-A959-582C87D26F49}" dt="2025-05-31T13:41:47.731" v="396" actId="14100"/>
        <pc:sldMkLst>
          <pc:docMk/>
          <pc:sldMk cId="2799182013" sldId="319"/>
        </pc:sldMkLst>
        <pc:spChg chg="mod">
          <ac:chgData name="José Alejandro Lorenty Herrera" userId="6b68ea8e0a56b4d4" providerId="LiveId" clId="{A8735B67-04A0-48A7-A959-582C87D26F49}" dt="2025-05-31T13:41:27.510" v="390" actId="26606"/>
          <ac:spMkLst>
            <pc:docMk/>
            <pc:sldMk cId="2799182013" sldId="319"/>
            <ac:spMk id="2" creationId="{A959FFCB-DB17-A756-A19F-C343E2F5701B}"/>
          </ac:spMkLst>
        </pc:spChg>
        <pc:spChg chg="add del mod">
          <ac:chgData name="José Alejandro Lorenty Herrera" userId="6b68ea8e0a56b4d4" providerId="LiveId" clId="{A8735B67-04A0-48A7-A959-582C87D26F49}" dt="2025-05-31T13:41:38.852" v="393" actId="26606"/>
          <ac:spMkLst>
            <pc:docMk/>
            <pc:sldMk cId="2799182013" sldId="319"/>
            <ac:spMk id="4" creationId="{1AAFFDAB-AB84-BF75-2A05-1CB8B2BBC298}"/>
          </ac:spMkLst>
        </pc:spChg>
        <pc:spChg chg="add del">
          <ac:chgData name="José Alejandro Lorenty Herrera" userId="6b68ea8e0a56b4d4" providerId="LiveId" clId="{A8735B67-04A0-48A7-A959-582C87D26F49}" dt="2025-05-31T13:41:27.510" v="390" actId="26606"/>
          <ac:spMkLst>
            <pc:docMk/>
            <pc:sldMk cId="2799182013" sldId="319"/>
            <ac:spMk id="40" creationId="{792FF307-7C4D-31E9-8903-64F961A6AF74}"/>
          </ac:spMkLst>
        </pc:spChg>
        <pc:spChg chg="add del">
          <ac:chgData name="José Alejandro Lorenty Herrera" userId="6b68ea8e0a56b4d4" providerId="LiveId" clId="{A8735B67-04A0-48A7-A959-582C87D26F49}" dt="2025-05-31T13:41:27.510" v="390" actId="26606"/>
          <ac:spMkLst>
            <pc:docMk/>
            <pc:sldMk cId="2799182013" sldId="319"/>
            <ac:spMk id="41" creationId="{53008B6C-E8EA-1CE3-0DCF-3F5B6B82219C}"/>
          </ac:spMkLst>
        </pc:spChg>
        <pc:spChg chg="add del">
          <ac:chgData name="José Alejandro Lorenty Herrera" userId="6b68ea8e0a56b4d4" providerId="LiveId" clId="{A8735B67-04A0-48A7-A959-582C87D26F49}" dt="2025-05-31T13:41:27.510" v="390" actId="26606"/>
          <ac:spMkLst>
            <pc:docMk/>
            <pc:sldMk cId="2799182013" sldId="319"/>
            <ac:spMk id="44" creationId="{1876EE18-965D-A993-274F-14A482C23C07}"/>
          </ac:spMkLst>
        </pc:spChg>
        <pc:spChg chg="add del">
          <ac:chgData name="José Alejandro Lorenty Herrera" userId="6b68ea8e0a56b4d4" providerId="LiveId" clId="{A8735B67-04A0-48A7-A959-582C87D26F49}" dt="2025-05-31T13:41:27.510" v="390" actId="26606"/>
          <ac:spMkLst>
            <pc:docMk/>
            <pc:sldMk cId="2799182013" sldId="319"/>
            <ac:spMk id="45" creationId="{4B581539-BCCF-8122-ACA7-83D8BE54BE52}"/>
          </ac:spMkLst>
        </pc:spChg>
        <pc:spChg chg="add del">
          <ac:chgData name="José Alejandro Lorenty Herrera" userId="6b68ea8e0a56b4d4" providerId="LiveId" clId="{A8735B67-04A0-48A7-A959-582C87D26F49}" dt="2025-05-31T13:41:27.510" v="390" actId="26606"/>
          <ac:spMkLst>
            <pc:docMk/>
            <pc:sldMk cId="2799182013" sldId="319"/>
            <ac:spMk id="46" creationId="{7DFB5F0E-CA04-33BF-D091-6BD059B3AB91}"/>
          </ac:spMkLst>
        </pc:spChg>
        <pc:spChg chg="add del">
          <ac:chgData name="José Alejandro Lorenty Herrera" userId="6b68ea8e0a56b4d4" providerId="LiveId" clId="{A8735B67-04A0-48A7-A959-582C87D26F49}" dt="2025-05-31T13:41:27.510" v="390" actId="26606"/>
          <ac:spMkLst>
            <pc:docMk/>
            <pc:sldMk cId="2799182013" sldId="319"/>
            <ac:spMk id="47" creationId="{91FF198C-4377-DD03-240D-9A2FC2A434A2}"/>
          </ac:spMkLst>
        </pc:spChg>
        <pc:spChg chg="add del">
          <ac:chgData name="José Alejandro Lorenty Herrera" userId="6b68ea8e0a56b4d4" providerId="LiveId" clId="{A8735B67-04A0-48A7-A959-582C87D26F49}" dt="2025-05-31T13:41:27.510" v="390" actId="26606"/>
          <ac:spMkLst>
            <pc:docMk/>
            <pc:sldMk cId="2799182013" sldId="319"/>
            <ac:spMk id="53" creationId="{94C52C56-BEF2-4E22-8C8E-A7AC96B03A72}"/>
          </ac:spMkLst>
        </pc:spChg>
        <pc:spChg chg="add del">
          <ac:chgData name="José Alejandro Lorenty Herrera" userId="6b68ea8e0a56b4d4" providerId="LiveId" clId="{A8735B67-04A0-48A7-A959-582C87D26F49}" dt="2025-05-31T13:41:27.510" v="390" actId="26606"/>
          <ac:spMkLst>
            <pc:docMk/>
            <pc:sldMk cId="2799182013" sldId="319"/>
            <ac:spMk id="55" creationId="{42285737-90EE-47DC-AC80-8AE156B11969}"/>
          </ac:spMkLst>
        </pc:spChg>
        <pc:graphicFrameChg chg="del">
          <ac:chgData name="José Alejandro Lorenty Herrera" userId="6b68ea8e0a56b4d4" providerId="LiveId" clId="{A8735B67-04A0-48A7-A959-582C87D26F49}" dt="2025-05-31T13:40:16.470" v="364" actId="478"/>
          <ac:graphicFrameMkLst>
            <pc:docMk/>
            <pc:sldMk cId="2799182013" sldId="319"/>
            <ac:graphicFrameMk id="48" creationId="{7E8527A3-AB97-5AD6-5468-F6BE592E8C7D}"/>
          </ac:graphicFrameMkLst>
        </pc:graphicFrameChg>
        <pc:graphicFrameChg chg="add mod">
          <ac:chgData name="José Alejandro Lorenty Herrera" userId="6b68ea8e0a56b4d4" providerId="LiveId" clId="{A8735B67-04A0-48A7-A959-582C87D26F49}" dt="2025-05-31T13:41:47.731" v="396" actId="14100"/>
          <ac:graphicFrameMkLst>
            <pc:docMk/>
            <pc:sldMk cId="2799182013" sldId="319"/>
            <ac:graphicFrameMk id="50" creationId="{FB95DE7A-DC9B-8C42-BE1F-49D7DD1EE199}"/>
          </ac:graphicFrameMkLst>
        </pc:graphicFrameChg>
      </pc:sldChg>
      <pc:sldChg chg="add ord">
        <pc:chgData name="José Alejandro Lorenty Herrera" userId="6b68ea8e0a56b4d4" providerId="LiveId" clId="{A8735B67-04A0-48A7-A959-582C87D26F49}" dt="2025-05-31T13:43:45.202" v="399"/>
        <pc:sldMkLst>
          <pc:docMk/>
          <pc:sldMk cId="1632538255" sldId="320"/>
        </pc:sldMkLst>
      </pc:sldChg>
    </pc:docChg>
  </pc:docChgLst>
  <pc:docChgLst>
    <pc:chgData name="José Alejandro Lorenty Herrera" userId="6b68ea8e0a56b4d4" providerId="LiveId" clId="{8CB26077-99CF-44C9-B9D7-086B993461A4}"/>
    <pc:docChg chg="undo redo custSel addSld delSld modSld">
      <pc:chgData name="José Alejandro Lorenty Herrera" userId="6b68ea8e0a56b4d4" providerId="LiveId" clId="{8CB26077-99CF-44C9-B9D7-086B993461A4}" dt="2025-05-29T17:15:50.947" v="447"/>
      <pc:docMkLst>
        <pc:docMk/>
      </pc:docMkLst>
      <pc:sldChg chg="modSp mod">
        <pc:chgData name="José Alejandro Lorenty Herrera" userId="6b68ea8e0a56b4d4" providerId="LiveId" clId="{8CB26077-99CF-44C9-B9D7-086B993461A4}" dt="2025-05-29T14:15:37.463" v="0"/>
        <pc:sldMkLst>
          <pc:docMk/>
          <pc:sldMk cId="0" sldId="256"/>
        </pc:sldMkLst>
        <pc:spChg chg="mod">
          <ac:chgData name="José Alejandro Lorenty Herrera" userId="6b68ea8e0a56b4d4" providerId="LiveId" clId="{8CB26077-99CF-44C9-B9D7-086B993461A4}" dt="2025-05-29T14:15:37.463" v="0"/>
          <ac:spMkLst>
            <pc:docMk/>
            <pc:sldMk cId="0" sldId="256"/>
            <ac:spMk id="87" creationId="{00000000-0000-0000-0000-000000000000}"/>
          </ac:spMkLst>
        </pc:spChg>
      </pc:sldChg>
      <pc:sldChg chg="delSp modSp mod">
        <pc:chgData name="José Alejandro Lorenty Herrera" userId="6b68ea8e0a56b4d4" providerId="LiveId" clId="{8CB26077-99CF-44C9-B9D7-086B993461A4}" dt="2025-05-29T14:16:51.704" v="48" actId="478"/>
        <pc:sldMkLst>
          <pc:docMk/>
          <pc:sldMk cId="0" sldId="257"/>
        </pc:sldMkLst>
        <pc:spChg chg="mod">
          <ac:chgData name="José Alejandro Lorenty Herrera" userId="6b68ea8e0a56b4d4" providerId="LiveId" clId="{8CB26077-99CF-44C9-B9D7-086B993461A4}" dt="2025-05-29T14:15:59.727" v="3"/>
          <ac:spMkLst>
            <pc:docMk/>
            <pc:sldMk cId="0" sldId="257"/>
            <ac:spMk id="12" creationId="{AD570773-E209-EAC7-F15A-27758532A607}"/>
          </ac:spMkLst>
        </pc:spChg>
        <pc:spChg chg="mod">
          <ac:chgData name="José Alejandro Lorenty Herrera" userId="6b68ea8e0a56b4d4" providerId="LiveId" clId="{8CB26077-99CF-44C9-B9D7-086B993461A4}" dt="2025-05-29T14:16:10.590" v="5"/>
          <ac:spMkLst>
            <pc:docMk/>
            <pc:sldMk cId="0" sldId="257"/>
            <ac:spMk id="16" creationId="{2C72DFB1-FD3A-684B-4838-805A536F4C32}"/>
          </ac:spMkLst>
        </pc:spChg>
        <pc:spChg chg="mod">
          <ac:chgData name="José Alejandro Lorenty Herrera" userId="6b68ea8e0a56b4d4" providerId="LiveId" clId="{8CB26077-99CF-44C9-B9D7-086B993461A4}" dt="2025-05-29T14:16:28.745" v="41" actId="6549"/>
          <ac:spMkLst>
            <pc:docMk/>
            <pc:sldMk cId="0" sldId="257"/>
            <ac:spMk id="24" creationId="{4878B0EF-515C-9C2E-B8F1-D1ED40F111C7}"/>
          </ac:spMkLst>
        </pc:spChg>
        <pc:spChg chg="mod">
          <ac:chgData name="José Alejandro Lorenty Herrera" userId="6b68ea8e0a56b4d4" providerId="LiveId" clId="{8CB26077-99CF-44C9-B9D7-086B993461A4}" dt="2025-05-29T14:16:39.828" v="43"/>
          <ac:spMkLst>
            <pc:docMk/>
            <pc:sldMk cId="0" sldId="257"/>
            <ac:spMk id="28" creationId="{0620F0DA-4736-6652-90BC-299278A23299}"/>
          </ac:spMkLst>
        </pc:spChg>
        <pc:spChg chg="mod">
          <ac:chgData name="José Alejandro Lorenty Herrera" userId="6b68ea8e0a56b4d4" providerId="LiveId" clId="{8CB26077-99CF-44C9-B9D7-086B993461A4}" dt="2025-05-29T14:15:49.029" v="1"/>
          <ac:spMkLst>
            <pc:docMk/>
            <pc:sldMk cId="0" sldId="257"/>
            <ac:spMk id="98" creationId="{00000000-0000-0000-0000-000000000000}"/>
          </ac:spMkLst>
        </pc:spChg>
        <pc:grpChg chg="mod">
          <ac:chgData name="José Alejandro Lorenty Herrera" userId="6b68ea8e0a56b4d4" providerId="LiveId" clId="{8CB26077-99CF-44C9-B9D7-086B993461A4}" dt="2025-05-29T14:16:04.345" v="4" actId="14100"/>
          <ac:grpSpMkLst>
            <pc:docMk/>
            <pc:sldMk cId="0" sldId="257"/>
            <ac:grpSpMk id="10" creationId="{6E8552C1-DDF1-4ABD-5F96-B60781CD6C68}"/>
          </ac:grpSpMkLst>
        </pc:grpChg>
        <pc:grpChg chg="mod">
          <ac:chgData name="José Alejandro Lorenty Herrera" userId="6b68ea8e0a56b4d4" providerId="LiveId" clId="{8CB26077-99CF-44C9-B9D7-086B993461A4}" dt="2025-05-29T14:16:12.663" v="6" actId="14100"/>
          <ac:grpSpMkLst>
            <pc:docMk/>
            <pc:sldMk cId="0" sldId="257"/>
            <ac:grpSpMk id="14" creationId="{C5AA762B-A004-5E25-1690-EEB520FCCFA6}"/>
          </ac:grpSpMkLst>
        </pc:grpChg>
        <pc:grpChg chg="mod">
          <ac:chgData name="José Alejandro Lorenty Herrera" userId="6b68ea8e0a56b4d4" providerId="LiveId" clId="{8CB26077-99CF-44C9-B9D7-086B993461A4}" dt="2025-05-29T14:16:34.583" v="42" actId="14100"/>
          <ac:grpSpMkLst>
            <pc:docMk/>
            <pc:sldMk cId="0" sldId="257"/>
            <ac:grpSpMk id="22" creationId="{705C6ABC-AF47-4CB0-E688-D293EA0CDF2E}"/>
          </ac:grpSpMkLst>
        </pc:grpChg>
        <pc:grpChg chg="mod">
          <ac:chgData name="José Alejandro Lorenty Herrera" userId="6b68ea8e0a56b4d4" providerId="LiveId" clId="{8CB26077-99CF-44C9-B9D7-086B993461A4}" dt="2025-05-29T14:16:41.193" v="44" actId="14100"/>
          <ac:grpSpMkLst>
            <pc:docMk/>
            <pc:sldMk cId="0" sldId="257"/>
            <ac:grpSpMk id="26" creationId="{287C2518-078E-531A-BC03-5B1A4C947917}"/>
          </ac:grpSpMkLst>
        </pc:grpChg>
        <pc:grpChg chg="mod">
          <ac:chgData name="José Alejandro Lorenty Herrera" userId="6b68ea8e0a56b4d4" providerId="LiveId" clId="{8CB26077-99CF-44C9-B9D7-086B993461A4}" dt="2025-05-29T14:15:52.761" v="2" actId="14100"/>
          <ac:grpSpMkLst>
            <pc:docMk/>
            <pc:sldMk cId="0" sldId="257"/>
            <ac:grpSpMk id="96" creationId="{00000000-0000-0000-0000-000000000000}"/>
          </ac:grpSpMkLst>
        </pc:grpChg>
      </pc:sldChg>
      <pc:sldChg chg="modSp mod">
        <pc:chgData name="José Alejandro Lorenty Herrera" userId="6b68ea8e0a56b4d4" providerId="LiveId" clId="{8CB26077-99CF-44C9-B9D7-086B993461A4}" dt="2025-05-29T16:07:31.525" v="103" actId="255"/>
        <pc:sldMkLst>
          <pc:docMk/>
          <pc:sldMk cId="3758835378" sldId="271"/>
        </pc:sldMkLst>
        <pc:spChg chg="mod">
          <ac:chgData name="José Alejandro Lorenty Herrera" userId="6b68ea8e0a56b4d4" providerId="LiveId" clId="{8CB26077-99CF-44C9-B9D7-086B993461A4}" dt="2025-05-29T14:46:21.762" v="81" actId="20577"/>
          <ac:spMkLst>
            <pc:docMk/>
            <pc:sldMk cId="3758835378" sldId="271"/>
            <ac:spMk id="2" creationId="{070FA2D8-0262-A811-858D-1DB474094B67}"/>
          </ac:spMkLst>
        </pc:spChg>
        <pc:spChg chg="mod">
          <ac:chgData name="José Alejandro Lorenty Herrera" userId="6b68ea8e0a56b4d4" providerId="LiveId" clId="{8CB26077-99CF-44C9-B9D7-086B993461A4}" dt="2025-05-29T16:07:31.525" v="103" actId="255"/>
          <ac:spMkLst>
            <pc:docMk/>
            <pc:sldMk cId="3758835378" sldId="271"/>
            <ac:spMk id="3" creationId="{7379920C-76C9-6AC0-A586-0EB34D3858FD}"/>
          </ac:spMkLst>
        </pc:spChg>
      </pc:sldChg>
      <pc:sldChg chg="modSp mod">
        <pc:chgData name="José Alejandro Lorenty Herrera" userId="6b68ea8e0a56b4d4" providerId="LiveId" clId="{8CB26077-99CF-44C9-B9D7-086B993461A4}" dt="2025-05-29T16:05:04.001" v="87"/>
        <pc:sldMkLst>
          <pc:docMk/>
          <pc:sldMk cId="2350886039" sldId="272"/>
        </pc:sldMkLst>
      </pc:sldChg>
      <pc:sldChg chg="addSp delSp modSp mod">
        <pc:chgData name="José Alejandro Lorenty Herrera" userId="6b68ea8e0a56b4d4" providerId="LiveId" clId="{8CB26077-99CF-44C9-B9D7-086B993461A4}" dt="2025-05-29T17:15:50.947" v="447"/>
        <pc:sldMkLst>
          <pc:docMk/>
          <pc:sldMk cId="430156373" sldId="278"/>
        </pc:sldMkLst>
      </pc:sldChg>
      <pc:sldChg chg="modSp">
        <pc:chgData name="José Alejandro Lorenty Herrera" userId="6b68ea8e0a56b4d4" providerId="LiveId" clId="{8CB26077-99CF-44C9-B9D7-086B993461A4}" dt="2025-05-29T17:09:27.551" v="427"/>
        <pc:sldMkLst>
          <pc:docMk/>
          <pc:sldMk cId="3775530301" sldId="279"/>
        </pc:sldMkLst>
        <pc:graphicFrameChg chg="mod">
          <ac:chgData name="José Alejandro Lorenty Herrera" userId="6b68ea8e0a56b4d4" providerId="LiveId" clId="{8CB26077-99CF-44C9-B9D7-086B993461A4}" dt="2025-05-29T17:09:27.551" v="427"/>
          <ac:graphicFrameMkLst>
            <pc:docMk/>
            <pc:sldMk cId="3775530301" sldId="279"/>
            <ac:graphicFrameMk id="5" creationId="{95AEEF6B-008C-49C0-DB75-C00443894168}"/>
          </ac:graphicFrameMkLst>
        </pc:graphicFrameChg>
      </pc:sldChg>
      <pc:sldChg chg="del">
        <pc:chgData name="José Alejandro Lorenty Herrera" userId="6b68ea8e0a56b4d4" providerId="LiveId" clId="{8CB26077-99CF-44C9-B9D7-086B993461A4}" dt="2025-05-29T16:09:15.086" v="104" actId="47"/>
        <pc:sldMkLst>
          <pc:docMk/>
          <pc:sldMk cId="897256330" sldId="291"/>
        </pc:sldMkLst>
      </pc:sldChg>
      <pc:sldChg chg="addSp delSp modSp mod">
        <pc:chgData name="José Alejandro Lorenty Herrera" userId="6b68ea8e0a56b4d4" providerId="LiveId" clId="{8CB26077-99CF-44C9-B9D7-086B993461A4}" dt="2025-05-29T16:07:22" v="101" actId="255"/>
        <pc:sldMkLst>
          <pc:docMk/>
          <pc:sldMk cId="2989252300" sldId="305"/>
        </pc:sldMkLst>
      </pc:sldChg>
      <pc:sldChg chg="addSp modSp mod setBg setClrOvrMap">
        <pc:chgData name="José Alejandro Lorenty Herrera" userId="6b68ea8e0a56b4d4" providerId="LiveId" clId="{8CB26077-99CF-44C9-B9D7-086B993461A4}" dt="2025-05-29T16:49:43.195" v="333" actId="26606"/>
        <pc:sldMkLst>
          <pc:docMk/>
          <pc:sldMk cId="2483196394" sldId="306"/>
        </pc:sldMkLst>
      </pc:sldChg>
      <pc:sldChg chg="del">
        <pc:chgData name="José Alejandro Lorenty Herrera" userId="6b68ea8e0a56b4d4" providerId="LiveId" clId="{8CB26077-99CF-44C9-B9D7-086B993461A4}" dt="2025-05-29T16:44:42.660" v="312" actId="47"/>
        <pc:sldMkLst>
          <pc:docMk/>
          <pc:sldMk cId="2401240722" sldId="309"/>
        </pc:sldMkLst>
      </pc:sldChg>
      <pc:sldChg chg="del">
        <pc:chgData name="José Alejandro Lorenty Herrera" userId="6b68ea8e0a56b4d4" providerId="LiveId" clId="{8CB26077-99CF-44C9-B9D7-086B993461A4}" dt="2025-05-29T16:44:43.928" v="313" actId="47"/>
        <pc:sldMkLst>
          <pc:docMk/>
          <pc:sldMk cId="3777710088" sldId="310"/>
        </pc:sldMkLst>
      </pc:sldChg>
      <pc:sldChg chg="del">
        <pc:chgData name="José Alejandro Lorenty Herrera" userId="6b68ea8e0a56b4d4" providerId="LiveId" clId="{8CB26077-99CF-44C9-B9D7-086B993461A4}" dt="2025-05-29T16:44:44.999" v="314" actId="47"/>
        <pc:sldMkLst>
          <pc:docMk/>
          <pc:sldMk cId="3365664662" sldId="311"/>
        </pc:sldMkLst>
      </pc:sldChg>
      <pc:sldChg chg="del">
        <pc:chgData name="José Alejandro Lorenty Herrera" userId="6b68ea8e0a56b4d4" providerId="LiveId" clId="{8CB26077-99CF-44C9-B9D7-086B993461A4}" dt="2025-05-29T16:44:45.813" v="315" actId="47"/>
        <pc:sldMkLst>
          <pc:docMk/>
          <pc:sldMk cId="168163394" sldId="312"/>
        </pc:sldMkLst>
      </pc:sldChg>
      <pc:sldChg chg="del">
        <pc:chgData name="José Alejandro Lorenty Herrera" userId="6b68ea8e0a56b4d4" providerId="LiveId" clId="{8CB26077-99CF-44C9-B9D7-086B993461A4}" dt="2025-05-29T16:44:46.508" v="316" actId="47"/>
        <pc:sldMkLst>
          <pc:docMk/>
          <pc:sldMk cId="3901437244" sldId="314"/>
        </pc:sldMkLst>
      </pc:sldChg>
      <pc:sldChg chg="del">
        <pc:chgData name="José Alejandro Lorenty Herrera" userId="6b68ea8e0a56b4d4" providerId="LiveId" clId="{8CB26077-99CF-44C9-B9D7-086B993461A4}" dt="2025-05-29T16:44:47.511" v="317" actId="47"/>
        <pc:sldMkLst>
          <pc:docMk/>
          <pc:sldMk cId="1920168603" sldId="315"/>
        </pc:sldMkLst>
      </pc:sldChg>
      <pc:sldChg chg="del">
        <pc:chgData name="José Alejandro Lorenty Herrera" userId="6b68ea8e0a56b4d4" providerId="LiveId" clId="{8CB26077-99CF-44C9-B9D7-086B993461A4}" dt="2025-05-29T16:44:49.969" v="319" actId="47"/>
        <pc:sldMkLst>
          <pc:docMk/>
          <pc:sldMk cId="4020373361" sldId="316"/>
        </pc:sldMkLst>
      </pc:sldChg>
      <pc:sldChg chg="del">
        <pc:chgData name="José Alejandro Lorenty Herrera" userId="6b68ea8e0a56b4d4" providerId="LiveId" clId="{8CB26077-99CF-44C9-B9D7-086B993461A4}" dt="2025-05-29T16:44:48.973" v="318" actId="47"/>
        <pc:sldMkLst>
          <pc:docMk/>
          <pc:sldMk cId="3390939162" sldId="317"/>
        </pc:sldMkLst>
      </pc:sldChg>
      <pc:sldChg chg="addSp delSp modSp mod setBg">
        <pc:chgData name="José Alejandro Lorenty Herrera" userId="6b68ea8e0a56b4d4" providerId="LiveId" clId="{8CB26077-99CF-44C9-B9D7-086B993461A4}" dt="2025-05-29T16:33:59.331" v="246" actId="14734"/>
        <pc:sldMkLst>
          <pc:docMk/>
          <pc:sldMk cId="1552570989" sldId="318"/>
        </pc:sldMkLst>
      </pc:sldChg>
      <pc:sldChg chg="addSp delSp modSp add mod modTransition setBg">
        <pc:chgData name="José Alejandro Lorenty Herrera" userId="6b68ea8e0a56b4d4" providerId="LiveId" clId="{8CB26077-99CF-44C9-B9D7-086B993461A4}" dt="2025-05-29T16:12:48.085" v="118"/>
        <pc:sldMkLst>
          <pc:docMk/>
          <pc:sldMk cId="2948909346" sldId="319"/>
        </pc:sldMkLst>
      </pc:sldChg>
      <pc:sldChg chg="addSp delSp modSp add mod modTransition">
        <pc:chgData name="José Alejandro Lorenty Herrera" userId="6b68ea8e0a56b4d4" providerId="LiveId" clId="{8CB26077-99CF-44C9-B9D7-086B993461A4}" dt="2025-05-29T16:16:14.102" v="133"/>
        <pc:sldMkLst>
          <pc:docMk/>
          <pc:sldMk cId="34327003" sldId="320"/>
        </pc:sldMkLst>
      </pc:sldChg>
      <pc:sldChg chg="new del">
        <pc:chgData name="José Alejandro Lorenty Herrera" userId="6b68ea8e0a56b4d4" providerId="LiveId" clId="{8CB26077-99CF-44C9-B9D7-086B993461A4}" dt="2025-05-29T16:13:37.544" v="120" actId="47"/>
        <pc:sldMkLst>
          <pc:docMk/>
          <pc:sldMk cId="941754919" sldId="320"/>
        </pc:sldMkLst>
      </pc:sldChg>
      <pc:sldChg chg="addSp delSp add del setBg delDesignElem">
        <pc:chgData name="José Alejandro Lorenty Herrera" userId="6b68ea8e0a56b4d4" providerId="LiveId" clId="{8CB26077-99CF-44C9-B9D7-086B993461A4}" dt="2025-05-29T16:13:53.016" v="123"/>
        <pc:sldMkLst>
          <pc:docMk/>
          <pc:sldMk cId="1005389746" sldId="320"/>
        </pc:sldMkLst>
      </pc:sldChg>
      <pc:sldChg chg="modSp add mod setBg">
        <pc:chgData name="José Alejandro Lorenty Herrera" userId="6b68ea8e0a56b4d4" providerId="LiveId" clId="{8CB26077-99CF-44C9-B9D7-086B993461A4}" dt="2025-05-29T16:34:52.840" v="257" actId="14734"/>
        <pc:sldMkLst>
          <pc:docMk/>
          <pc:sldMk cId="4267917684" sldId="321"/>
        </pc:sldMkLst>
      </pc:sldChg>
      <pc:sldChg chg="modSp add mod setBg">
        <pc:chgData name="José Alejandro Lorenty Herrera" userId="6b68ea8e0a56b4d4" providerId="LiveId" clId="{8CB26077-99CF-44C9-B9D7-086B993461A4}" dt="2025-05-29T16:37:37.133" v="286" actId="14734"/>
        <pc:sldMkLst>
          <pc:docMk/>
          <pc:sldMk cId="2520905399" sldId="322"/>
        </pc:sldMkLst>
      </pc:sldChg>
      <pc:sldChg chg="modSp add mod setBg">
        <pc:chgData name="José Alejandro Lorenty Herrera" userId="6b68ea8e0a56b4d4" providerId="LiveId" clId="{8CB26077-99CF-44C9-B9D7-086B993461A4}" dt="2025-05-29T16:37:26.852" v="282" actId="14734"/>
        <pc:sldMkLst>
          <pc:docMk/>
          <pc:sldMk cId="4227050919" sldId="323"/>
        </pc:sldMkLst>
      </pc:sldChg>
      <pc:sldChg chg="modSp add mod setBg">
        <pc:chgData name="José Alejandro Lorenty Herrera" userId="6b68ea8e0a56b4d4" providerId="LiveId" clId="{8CB26077-99CF-44C9-B9D7-086B993461A4}" dt="2025-05-29T16:38:18.837" v="295" actId="14734"/>
        <pc:sldMkLst>
          <pc:docMk/>
          <pc:sldMk cId="385173330" sldId="324"/>
        </pc:sldMkLst>
      </pc:sldChg>
      <pc:sldChg chg="addSp modSp add mod modTransition setBg setClrOvrMap">
        <pc:chgData name="José Alejandro Lorenty Herrera" userId="6b68ea8e0a56b4d4" providerId="LiveId" clId="{8CB26077-99CF-44C9-B9D7-086B993461A4}" dt="2025-05-29T16:49:49.674" v="335" actId="26606"/>
        <pc:sldMkLst>
          <pc:docMk/>
          <pc:sldMk cId="2059005954" sldId="325"/>
        </pc:sldMkLst>
      </pc:sldChg>
      <pc:sldChg chg="addSp modSp add mod setBg setClrOvrMap">
        <pc:chgData name="José Alejandro Lorenty Herrera" userId="6b68ea8e0a56b4d4" providerId="LiveId" clId="{8CB26077-99CF-44C9-B9D7-086B993461A4}" dt="2025-05-29T16:49:52.492" v="337" actId="26606"/>
        <pc:sldMkLst>
          <pc:docMk/>
          <pc:sldMk cId="2868397764" sldId="326"/>
        </pc:sldMkLst>
      </pc:sldChg>
      <pc:sldChg chg="addSp modSp add mod modTransition setBg setClrOvrMap">
        <pc:chgData name="José Alejandro Lorenty Herrera" userId="6b68ea8e0a56b4d4" providerId="LiveId" clId="{8CB26077-99CF-44C9-B9D7-086B993461A4}" dt="2025-05-29T16:51:12.836" v="343" actId="26606"/>
        <pc:sldMkLst>
          <pc:docMk/>
          <pc:sldMk cId="2256241551" sldId="327"/>
        </pc:sldMkLst>
      </pc:sldChg>
      <pc:sldChg chg="addSp modSp add mod modTransition setBg setClrOvrMap">
        <pc:chgData name="José Alejandro Lorenty Herrera" userId="6b68ea8e0a56b4d4" providerId="LiveId" clId="{8CB26077-99CF-44C9-B9D7-086B993461A4}" dt="2025-05-29T16:51:15.959" v="345" actId="26606"/>
        <pc:sldMkLst>
          <pc:docMk/>
          <pc:sldMk cId="2504653621" sldId="328"/>
        </pc:sldMkLst>
      </pc:sldChg>
      <pc:sldChg chg="addSp modSp add mod setBg setClrOvrMap">
        <pc:chgData name="José Alejandro Lorenty Herrera" userId="6b68ea8e0a56b4d4" providerId="LiveId" clId="{8CB26077-99CF-44C9-B9D7-086B993461A4}" dt="2025-05-29T16:51:21.518" v="348" actId="26606"/>
        <pc:sldMkLst>
          <pc:docMk/>
          <pc:sldMk cId="3265181302" sldId="329"/>
        </pc:sldMkLst>
      </pc:sldChg>
      <pc:sldChg chg="addSp modSp add mod modTransition setBg setClrOvrMap">
        <pc:chgData name="José Alejandro Lorenty Herrera" userId="6b68ea8e0a56b4d4" providerId="LiveId" clId="{8CB26077-99CF-44C9-B9D7-086B993461A4}" dt="2025-05-29T16:55:33.506" v="363" actId="26606"/>
        <pc:sldMkLst>
          <pc:docMk/>
          <pc:sldMk cId="357923557" sldId="330"/>
        </pc:sldMkLst>
      </pc:sldChg>
      <pc:sldChg chg="addSp modSp add mod modTransition setBg setClrOvrMap">
        <pc:chgData name="José Alejandro Lorenty Herrera" userId="6b68ea8e0a56b4d4" providerId="LiveId" clId="{8CB26077-99CF-44C9-B9D7-086B993461A4}" dt="2025-05-29T16:55:50.038" v="366"/>
        <pc:sldMkLst>
          <pc:docMk/>
          <pc:sldMk cId="1047398749" sldId="331"/>
        </pc:sldMkLst>
      </pc:sldChg>
      <pc:sldChg chg="addSp modSp add mod setBg setClrOvrMap">
        <pc:chgData name="José Alejandro Lorenty Herrera" userId="6b68ea8e0a56b4d4" providerId="LiveId" clId="{8CB26077-99CF-44C9-B9D7-086B993461A4}" dt="2025-05-29T16:57:51.388" v="378" actId="26606"/>
        <pc:sldMkLst>
          <pc:docMk/>
          <pc:sldMk cId="2046447389" sldId="332"/>
        </pc:sldMkLst>
      </pc:sldChg>
      <pc:sldChg chg="addSp modSp add mod modTransition setBg setClrOvrMap">
        <pc:chgData name="José Alejandro Lorenty Herrera" userId="6b68ea8e0a56b4d4" providerId="LiveId" clId="{8CB26077-99CF-44C9-B9D7-086B993461A4}" dt="2025-05-29T16:57:54.767" v="380" actId="26606"/>
        <pc:sldMkLst>
          <pc:docMk/>
          <pc:sldMk cId="3639319261" sldId="333"/>
        </pc:sldMkLst>
      </pc:sldChg>
      <pc:sldChg chg="addSp delSp modSp add mod modTransition setBg setClrOvrMap">
        <pc:chgData name="José Alejandro Lorenty Herrera" userId="6b68ea8e0a56b4d4" providerId="LiveId" clId="{8CB26077-99CF-44C9-B9D7-086B993461A4}" dt="2025-05-29T17:00:25.422" v="398" actId="26606"/>
        <pc:sldMkLst>
          <pc:docMk/>
          <pc:sldMk cId="1720999108" sldId="334"/>
        </pc:sldMkLst>
      </pc:sldChg>
      <pc:sldChg chg="addSp modSp add mod modTransition setBg setClrOvrMap">
        <pc:chgData name="José Alejandro Lorenty Herrera" userId="6b68ea8e0a56b4d4" providerId="LiveId" clId="{8CB26077-99CF-44C9-B9D7-086B993461A4}" dt="2025-05-29T17:01:24.499" v="403" actId="113"/>
        <pc:sldMkLst>
          <pc:docMk/>
          <pc:sldMk cId="3092366018" sldId="335"/>
        </pc:sldMkLst>
      </pc:sldChg>
      <pc:sldChg chg="addSp delSp modSp add mod modTransition setBg setClrOvrMap">
        <pc:chgData name="José Alejandro Lorenty Herrera" userId="6b68ea8e0a56b4d4" providerId="LiveId" clId="{8CB26077-99CF-44C9-B9D7-086B993461A4}" dt="2025-05-29T17:04:03.203" v="416" actId="26606"/>
        <pc:sldMkLst>
          <pc:docMk/>
          <pc:sldMk cId="2867143467" sldId="336"/>
        </pc:sldMkLst>
      </pc:sldChg>
      <pc:sldChg chg="addSp modSp add mod setBg setClrOvrMap">
        <pc:chgData name="José Alejandro Lorenty Herrera" userId="6b68ea8e0a56b4d4" providerId="LiveId" clId="{8CB26077-99CF-44C9-B9D7-086B993461A4}" dt="2025-05-29T17:04:06.989" v="418" actId="26606"/>
        <pc:sldMkLst>
          <pc:docMk/>
          <pc:sldMk cId="4049550432" sldId="337"/>
        </pc:sldMkLst>
      </pc:sldChg>
    </pc:docChg>
  </pc:docChgLst>
  <pc:docChgLst>
    <pc:chgData name="José Alejandro Lorenty Herrera" userId="6b68ea8e0a56b4d4" providerId="LiveId" clId="{ADC2AE29-851A-4757-B3DF-AAC3D0736E1F}"/>
    <pc:docChg chg="undo custSel addSld delSld modSld sldOrd">
      <pc:chgData name="José Alejandro Lorenty Herrera" userId="6b68ea8e0a56b4d4" providerId="LiveId" clId="{ADC2AE29-851A-4757-B3DF-AAC3D0736E1F}" dt="2025-05-25T03:17:38.067" v="323" actId="26606"/>
      <pc:docMkLst>
        <pc:docMk/>
      </pc:docMkLst>
      <pc:sldChg chg="modSp mod">
        <pc:chgData name="José Alejandro Lorenty Herrera" userId="6b68ea8e0a56b4d4" providerId="LiveId" clId="{ADC2AE29-851A-4757-B3DF-AAC3D0736E1F}" dt="2025-05-25T02:39:15.260" v="0"/>
        <pc:sldMkLst>
          <pc:docMk/>
          <pc:sldMk cId="0" sldId="256"/>
        </pc:sldMkLst>
        <pc:spChg chg="mod">
          <ac:chgData name="José Alejandro Lorenty Herrera" userId="6b68ea8e0a56b4d4" providerId="LiveId" clId="{ADC2AE29-851A-4757-B3DF-AAC3D0736E1F}" dt="2025-05-25T02:39:15.260" v="0"/>
          <ac:spMkLst>
            <pc:docMk/>
            <pc:sldMk cId="0" sldId="256"/>
            <ac:spMk id="87" creationId="{00000000-0000-0000-0000-000000000000}"/>
          </ac:spMkLst>
        </pc:spChg>
      </pc:sldChg>
      <pc:sldChg chg="modSp mod">
        <pc:chgData name="José Alejandro Lorenty Herrera" userId="6b68ea8e0a56b4d4" providerId="LiveId" clId="{ADC2AE29-851A-4757-B3DF-AAC3D0736E1F}" dt="2025-05-25T02:44:28.580" v="66" actId="14100"/>
        <pc:sldMkLst>
          <pc:docMk/>
          <pc:sldMk cId="0" sldId="257"/>
        </pc:sldMkLst>
        <pc:spChg chg="mod">
          <ac:chgData name="José Alejandro Lorenty Herrera" userId="6b68ea8e0a56b4d4" providerId="LiveId" clId="{ADC2AE29-851A-4757-B3DF-AAC3D0736E1F}" dt="2025-05-25T02:43:20.726" v="54"/>
          <ac:spMkLst>
            <pc:docMk/>
            <pc:sldMk cId="0" sldId="257"/>
            <ac:spMk id="12" creationId="{AD570773-E209-EAC7-F15A-27758532A607}"/>
          </ac:spMkLst>
        </pc:spChg>
        <pc:spChg chg="mod">
          <ac:chgData name="José Alejandro Lorenty Herrera" userId="6b68ea8e0a56b4d4" providerId="LiveId" clId="{ADC2AE29-851A-4757-B3DF-AAC3D0736E1F}" dt="2025-05-25T02:43:35.615" v="55"/>
          <ac:spMkLst>
            <pc:docMk/>
            <pc:sldMk cId="0" sldId="257"/>
            <ac:spMk id="16" creationId="{2C72DFB1-FD3A-684B-4838-805A536F4C32}"/>
          </ac:spMkLst>
        </pc:spChg>
        <pc:spChg chg="mod">
          <ac:chgData name="José Alejandro Lorenty Herrera" userId="6b68ea8e0a56b4d4" providerId="LiveId" clId="{ADC2AE29-851A-4757-B3DF-AAC3D0736E1F}" dt="2025-05-25T02:43:54.414" v="59"/>
          <ac:spMkLst>
            <pc:docMk/>
            <pc:sldMk cId="0" sldId="257"/>
            <ac:spMk id="24" creationId="{4878B0EF-515C-9C2E-B8F1-D1ED40F111C7}"/>
          </ac:spMkLst>
        </pc:spChg>
        <pc:spChg chg="mod">
          <ac:chgData name="José Alejandro Lorenty Herrera" userId="6b68ea8e0a56b4d4" providerId="LiveId" clId="{ADC2AE29-851A-4757-B3DF-AAC3D0736E1F}" dt="2025-05-25T02:44:03.835" v="61"/>
          <ac:spMkLst>
            <pc:docMk/>
            <pc:sldMk cId="0" sldId="257"/>
            <ac:spMk id="28" creationId="{0620F0DA-4736-6652-90BC-299278A23299}"/>
          </ac:spMkLst>
        </pc:spChg>
        <pc:spChg chg="mod">
          <ac:chgData name="José Alejandro Lorenty Herrera" userId="6b68ea8e0a56b4d4" providerId="LiveId" clId="{ADC2AE29-851A-4757-B3DF-AAC3D0736E1F}" dt="2025-05-25T02:43:02.578" v="52" actId="20577"/>
          <ac:spMkLst>
            <pc:docMk/>
            <pc:sldMk cId="0" sldId="257"/>
            <ac:spMk id="98" creationId="{00000000-0000-0000-0000-000000000000}"/>
          </ac:spMkLst>
        </pc:spChg>
        <pc:grpChg chg="mod">
          <ac:chgData name="José Alejandro Lorenty Herrera" userId="6b68ea8e0a56b4d4" providerId="LiveId" clId="{ADC2AE29-851A-4757-B3DF-AAC3D0736E1F}" dt="2025-05-25T02:43:44.085" v="57" actId="14100"/>
          <ac:grpSpMkLst>
            <pc:docMk/>
            <pc:sldMk cId="0" sldId="257"/>
            <ac:grpSpMk id="10" creationId="{6E8552C1-DDF1-4ABD-5F96-B60781CD6C68}"/>
          </ac:grpSpMkLst>
        </pc:grpChg>
        <pc:grpChg chg="mod">
          <ac:chgData name="José Alejandro Lorenty Herrera" userId="6b68ea8e0a56b4d4" providerId="LiveId" clId="{ADC2AE29-851A-4757-B3DF-AAC3D0736E1F}" dt="2025-05-25T02:43:40.730" v="56" actId="14100"/>
          <ac:grpSpMkLst>
            <pc:docMk/>
            <pc:sldMk cId="0" sldId="257"/>
            <ac:grpSpMk id="14" creationId="{C5AA762B-A004-5E25-1690-EEB520FCCFA6}"/>
          </ac:grpSpMkLst>
        </pc:grpChg>
        <pc:grpChg chg="mod">
          <ac:chgData name="José Alejandro Lorenty Herrera" userId="6b68ea8e0a56b4d4" providerId="LiveId" clId="{ADC2AE29-851A-4757-B3DF-AAC3D0736E1F}" dt="2025-05-25T02:43:56.280" v="60" actId="14100"/>
          <ac:grpSpMkLst>
            <pc:docMk/>
            <pc:sldMk cId="0" sldId="257"/>
            <ac:grpSpMk id="22" creationId="{705C6ABC-AF47-4CB0-E688-D293EA0CDF2E}"/>
          </ac:grpSpMkLst>
        </pc:grpChg>
        <pc:grpChg chg="mod">
          <ac:chgData name="José Alejandro Lorenty Herrera" userId="6b68ea8e0a56b4d4" providerId="LiveId" clId="{ADC2AE29-851A-4757-B3DF-AAC3D0736E1F}" dt="2025-05-25T02:44:06.425" v="62" actId="14100"/>
          <ac:grpSpMkLst>
            <pc:docMk/>
            <pc:sldMk cId="0" sldId="257"/>
            <ac:grpSpMk id="26" creationId="{287C2518-078E-531A-BC03-5B1A4C947917}"/>
          </ac:grpSpMkLst>
        </pc:grpChg>
        <pc:grpChg chg="mod">
          <ac:chgData name="José Alejandro Lorenty Herrera" userId="6b68ea8e0a56b4d4" providerId="LiveId" clId="{ADC2AE29-851A-4757-B3DF-AAC3D0736E1F}" dt="2025-05-25T02:43:47.275" v="58" actId="14100"/>
          <ac:grpSpMkLst>
            <pc:docMk/>
            <pc:sldMk cId="0" sldId="257"/>
            <ac:grpSpMk id="96" creationId="{00000000-0000-0000-0000-000000000000}"/>
          </ac:grpSpMkLst>
        </pc:grpChg>
      </pc:sldChg>
      <pc:sldChg chg="modSp mod">
        <pc:chgData name="José Alejandro Lorenty Herrera" userId="6b68ea8e0a56b4d4" providerId="LiveId" clId="{ADC2AE29-851A-4757-B3DF-AAC3D0736E1F}" dt="2025-05-25T02:46:12.037" v="69" actId="20577"/>
        <pc:sldMkLst>
          <pc:docMk/>
          <pc:sldMk cId="688033663" sldId="270"/>
        </pc:sldMkLst>
        <pc:spChg chg="mod">
          <ac:chgData name="José Alejandro Lorenty Herrera" userId="6b68ea8e0a56b4d4" providerId="LiveId" clId="{ADC2AE29-851A-4757-B3DF-AAC3D0736E1F}" dt="2025-05-25T02:46:12.037" v="69" actId="20577"/>
          <ac:spMkLst>
            <pc:docMk/>
            <pc:sldMk cId="688033663" sldId="270"/>
            <ac:spMk id="3" creationId="{AA521087-E5EA-C46B-DEB3-FF96351C1922}"/>
          </ac:spMkLst>
        </pc:spChg>
      </pc:sldChg>
      <pc:sldChg chg="modSp mod">
        <pc:chgData name="José Alejandro Lorenty Herrera" userId="6b68ea8e0a56b4d4" providerId="LiveId" clId="{ADC2AE29-851A-4757-B3DF-AAC3D0736E1F}" dt="2025-05-25T02:49:40.168" v="92" actId="113"/>
        <pc:sldMkLst>
          <pc:docMk/>
          <pc:sldMk cId="3758835378" sldId="271"/>
        </pc:sldMkLst>
        <pc:spChg chg="mod">
          <ac:chgData name="José Alejandro Lorenty Herrera" userId="6b68ea8e0a56b4d4" providerId="LiveId" clId="{ADC2AE29-851A-4757-B3DF-AAC3D0736E1F}" dt="2025-05-25T02:48:58.740" v="88" actId="20577"/>
          <ac:spMkLst>
            <pc:docMk/>
            <pc:sldMk cId="3758835378" sldId="271"/>
            <ac:spMk id="2" creationId="{070FA2D8-0262-A811-858D-1DB474094B67}"/>
          </ac:spMkLst>
        </pc:spChg>
        <pc:spChg chg="mod">
          <ac:chgData name="José Alejandro Lorenty Herrera" userId="6b68ea8e0a56b4d4" providerId="LiveId" clId="{ADC2AE29-851A-4757-B3DF-AAC3D0736E1F}" dt="2025-05-25T02:49:40.168" v="92" actId="113"/>
          <ac:spMkLst>
            <pc:docMk/>
            <pc:sldMk cId="3758835378" sldId="271"/>
            <ac:spMk id="3" creationId="{7379920C-76C9-6AC0-A586-0EB34D3858FD}"/>
          </ac:spMkLst>
        </pc:spChg>
      </pc:sldChg>
      <pc:sldChg chg="modSp mod">
        <pc:chgData name="José Alejandro Lorenty Herrera" userId="6b68ea8e0a56b4d4" providerId="LiveId" clId="{ADC2AE29-851A-4757-B3DF-AAC3D0736E1F}" dt="2025-05-25T02:50:27.407" v="98" actId="113"/>
        <pc:sldMkLst>
          <pc:docMk/>
          <pc:sldMk cId="2350886039" sldId="272"/>
        </pc:sldMkLst>
      </pc:sldChg>
      <pc:sldChg chg="addSp delSp modSp mod">
        <pc:chgData name="José Alejandro Lorenty Herrera" userId="6b68ea8e0a56b4d4" providerId="LiveId" clId="{ADC2AE29-851A-4757-B3DF-AAC3D0736E1F}" dt="2025-05-25T03:17:38.067" v="323" actId="26606"/>
        <pc:sldMkLst>
          <pc:docMk/>
          <pc:sldMk cId="430156373" sldId="278"/>
        </pc:sldMkLst>
      </pc:sldChg>
      <pc:sldChg chg="modSp add del">
        <pc:chgData name="José Alejandro Lorenty Herrera" userId="6b68ea8e0a56b4d4" providerId="LiveId" clId="{ADC2AE29-851A-4757-B3DF-AAC3D0736E1F}" dt="2025-05-25T03:03:39.500" v="257" actId="47"/>
        <pc:sldMkLst>
          <pc:docMk/>
          <pc:sldMk cId="3775530301" sldId="279"/>
        </pc:sldMkLst>
        <pc:graphicFrameChg chg="mod">
          <ac:chgData name="José Alejandro Lorenty Herrera" userId="6b68ea8e0a56b4d4" providerId="LiveId" clId="{ADC2AE29-851A-4757-B3DF-AAC3D0736E1F}" dt="2025-05-25T02:47:47.704" v="76"/>
          <ac:graphicFrameMkLst>
            <pc:docMk/>
            <pc:sldMk cId="3775530301" sldId="279"/>
            <ac:graphicFrameMk id="5" creationId="{95AEEF6B-008C-49C0-DB75-C00443894168}"/>
          </ac:graphicFrameMkLst>
        </pc:graphicFrameChg>
      </pc:sldChg>
      <pc:sldChg chg="modSp add del">
        <pc:chgData name="José Alejandro Lorenty Herrera" userId="6b68ea8e0a56b4d4" providerId="LiveId" clId="{ADC2AE29-851A-4757-B3DF-AAC3D0736E1F}" dt="2025-05-25T03:16:56.911" v="314"/>
        <pc:sldMkLst>
          <pc:docMk/>
          <pc:sldMk cId="1285352527" sldId="290"/>
        </pc:sldMkLst>
        <pc:graphicFrameChg chg="mod">
          <ac:chgData name="José Alejandro Lorenty Herrera" userId="6b68ea8e0a56b4d4" providerId="LiveId" clId="{ADC2AE29-851A-4757-B3DF-AAC3D0736E1F}" dt="2025-05-25T03:16:56.911" v="314"/>
          <ac:graphicFrameMkLst>
            <pc:docMk/>
            <pc:sldMk cId="1285352527" sldId="290"/>
            <ac:graphicFrameMk id="5" creationId="{A53FC35C-237C-AFF6-21EF-4265D50B7A87}"/>
          </ac:graphicFrameMkLst>
        </pc:graphicFrameChg>
      </pc:sldChg>
      <pc:sldChg chg="modSp mod ord">
        <pc:chgData name="José Alejandro Lorenty Herrera" userId="6b68ea8e0a56b4d4" providerId="LiveId" clId="{ADC2AE29-851A-4757-B3DF-AAC3D0736E1F}" dt="2025-05-25T03:01:34.938" v="229"/>
        <pc:sldMkLst>
          <pc:docMk/>
          <pc:sldMk cId="897256330" sldId="291"/>
        </pc:sldMkLst>
      </pc:sldChg>
      <pc:sldChg chg="del">
        <pc:chgData name="José Alejandro Lorenty Herrera" userId="6b68ea8e0a56b4d4" providerId="LiveId" clId="{ADC2AE29-851A-4757-B3DF-AAC3D0736E1F}" dt="2025-05-25T03:03:18.931" v="242" actId="47"/>
        <pc:sldMkLst>
          <pc:docMk/>
          <pc:sldMk cId="229504" sldId="292"/>
        </pc:sldMkLst>
      </pc:sldChg>
      <pc:sldChg chg="del">
        <pc:chgData name="José Alejandro Lorenty Herrera" userId="6b68ea8e0a56b4d4" providerId="LiveId" clId="{ADC2AE29-851A-4757-B3DF-AAC3D0736E1F}" dt="2025-05-25T03:03:19.859" v="243" actId="47"/>
        <pc:sldMkLst>
          <pc:docMk/>
          <pc:sldMk cId="492654128" sldId="293"/>
        </pc:sldMkLst>
      </pc:sldChg>
      <pc:sldChg chg="del">
        <pc:chgData name="José Alejandro Lorenty Herrera" userId="6b68ea8e0a56b4d4" providerId="LiveId" clId="{ADC2AE29-851A-4757-B3DF-AAC3D0736E1F}" dt="2025-05-25T03:03:22.012" v="244" actId="47"/>
        <pc:sldMkLst>
          <pc:docMk/>
          <pc:sldMk cId="3854854051" sldId="294"/>
        </pc:sldMkLst>
      </pc:sldChg>
      <pc:sldChg chg="del">
        <pc:chgData name="José Alejandro Lorenty Herrera" userId="6b68ea8e0a56b4d4" providerId="LiveId" clId="{ADC2AE29-851A-4757-B3DF-AAC3D0736E1F}" dt="2025-05-25T03:03:23.119" v="245" actId="47"/>
        <pc:sldMkLst>
          <pc:docMk/>
          <pc:sldMk cId="307748883" sldId="295"/>
        </pc:sldMkLst>
      </pc:sldChg>
      <pc:sldChg chg="del">
        <pc:chgData name="José Alejandro Lorenty Herrera" userId="6b68ea8e0a56b4d4" providerId="LiveId" clId="{ADC2AE29-851A-4757-B3DF-AAC3D0736E1F}" dt="2025-05-25T03:03:24.211" v="246" actId="47"/>
        <pc:sldMkLst>
          <pc:docMk/>
          <pc:sldMk cId="3695742359" sldId="296"/>
        </pc:sldMkLst>
      </pc:sldChg>
      <pc:sldChg chg="del">
        <pc:chgData name="José Alejandro Lorenty Herrera" userId="6b68ea8e0a56b4d4" providerId="LiveId" clId="{ADC2AE29-851A-4757-B3DF-AAC3D0736E1F}" dt="2025-05-25T03:03:27.956" v="249" actId="47"/>
        <pc:sldMkLst>
          <pc:docMk/>
          <pc:sldMk cId="326094866" sldId="297"/>
        </pc:sldMkLst>
      </pc:sldChg>
      <pc:sldChg chg="del">
        <pc:chgData name="José Alejandro Lorenty Herrera" userId="6b68ea8e0a56b4d4" providerId="LiveId" clId="{ADC2AE29-851A-4757-B3DF-AAC3D0736E1F}" dt="2025-05-25T03:03:34.949" v="253" actId="47"/>
        <pc:sldMkLst>
          <pc:docMk/>
          <pc:sldMk cId="1914963071" sldId="298"/>
        </pc:sldMkLst>
      </pc:sldChg>
      <pc:sldChg chg="del">
        <pc:chgData name="José Alejandro Lorenty Herrera" userId="6b68ea8e0a56b4d4" providerId="LiveId" clId="{ADC2AE29-851A-4757-B3DF-AAC3D0736E1F}" dt="2025-05-25T03:03:25.200" v="247" actId="47"/>
        <pc:sldMkLst>
          <pc:docMk/>
          <pc:sldMk cId="499609419" sldId="299"/>
        </pc:sldMkLst>
      </pc:sldChg>
      <pc:sldChg chg="del">
        <pc:chgData name="José Alejandro Lorenty Herrera" userId="6b68ea8e0a56b4d4" providerId="LiveId" clId="{ADC2AE29-851A-4757-B3DF-AAC3D0736E1F}" dt="2025-05-25T03:03:29.001" v="250" actId="47"/>
        <pc:sldMkLst>
          <pc:docMk/>
          <pc:sldMk cId="2138013092" sldId="300"/>
        </pc:sldMkLst>
      </pc:sldChg>
      <pc:sldChg chg="del">
        <pc:chgData name="José Alejandro Lorenty Herrera" userId="6b68ea8e0a56b4d4" providerId="LiveId" clId="{ADC2AE29-851A-4757-B3DF-AAC3D0736E1F}" dt="2025-05-25T03:03:31.994" v="252" actId="47"/>
        <pc:sldMkLst>
          <pc:docMk/>
          <pc:sldMk cId="2311178563" sldId="301"/>
        </pc:sldMkLst>
      </pc:sldChg>
      <pc:sldChg chg="del">
        <pc:chgData name="José Alejandro Lorenty Herrera" userId="6b68ea8e0a56b4d4" providerId="LiveId" clId="{ADC2AE29-851A-4757-B3DF-AAC3D0736E1F}" dt="2025-05-25T03:03:26.236" v="248" actId="47"/>
        <pc:sldMkLst>
          <pc:docMk/>
          <pc:sldMk cId="4201728307" sldId="302"/>
        </pc:sldMkLst>
      </pc:sldChg>
      <pc:sldChg chg="del">
        <pc:chgData name="José Alejandro Lorenty Herrera" userId="6b68ea8e0a56b4d4" providerId="LiveId" clId="{ADC2AE29-851A-4757-B3DF-AAC3D0736E1F}" dt="2025-05-25T03:03:30.178" v="251" actId="47"/>
        <pc:sldMkLst>
          <pc:docMk/>
          <pc:sldMk cId="1991582755" sldId="303"/>
        </pc:sldMkLst>
      </pc:sldChg>
      <pc:sldChg chg="del">
        <pc:chgData name="José Alejandro Lorenty Herrera" userId="6b68ea8e0a56b4d4" providerId="LiveId" clId="{ADC2AE29-851A-4757-B3DF-AAC3D0736E1F}" dt="2025-05-25T03:03:35.845" v="254" actId="47"/>
        <pc:sldMkLst>
          <pc:docMk/>
          <pc:sldMk cId="871053208" sldId="304"/>
        </pc:sldMkLst>
      </pc:sldChg>
      <pc:sldChg chg="modSp add mod">
        <pc:chgData name="José Alejandro Lorenty Herrera" userId="6b68ea8e0a56b4d4" providerId="LiveId" clId="{ADC2AE29-851A-4757-B3DF-AAC3D0736E1F}" dt="2025-05-25T02:51:01.863" v="103" actId="113"/>
        <pc:sldMkLst>
          <pc:docMk/>
          <pc:sldMk cId="2989252300" sldId="305"/>
        </pc:sldMkLst>
      </pc:sldChg>
      <pc:sldChg chg="modSp add mod">
        <pc:chgData name="José Alejandro Lorenty Herrera" userId="6b68ea8e0a56b4d4" providerId="LiveId" clId="{ADC2AE29-851A-4757-B3DF-AAC3D0736E1F}" dt="2025-05-25T02:57:15.738" v="180" actId="113"/>
        <pc:sldMkLst>
          <pc:docMk/>
          <pc:sldMk cId="2483196394" sldId="306"/>
        </pc:sldMkLst>
      </pc:sldChg>
      <pc:sldChg chg="modSp new del mod">
        <pc:chgData name="José Alejandro Lorenty Herrera" userId="6b68ea8e0a56b4d4" providerId="LiveId" clId="{ADC2AE29-851A-4757-B3DF-AAC3D0736E1F}" dt="2025-05-25T02:55:59.076" v="143" actId="47"/>
        <pc:sldMkLst>
          <pc:docMk/>
          <pc:sldMk cId="3988204492" sldId="306"/>
        </pc:sldMkLst>
      </pc:sldChg>
      <pc:sldChg chg="modSp add del mod">
        <pc:chgData name="José Alejandro Lorenty Herrera" userId="6b68ea8e0a56b4d4" providerId="LiveId" clId="{ADC2AE29-851A-4757-B3DF-AAC3D0736E1F}" dt="2025-05-25T02:57:26.663" v="182" actId="47"/>
        <pc:sldMkLst>
          <pc:docMk/>
          <pc:sldMk cId="2606160586" sldId="307"/>
        </pc:sldMkLst>
      </pc:sldChg>
      <pc:sldChg chg="modSp add del mod">
        <pc:chgData name="José Alejandro Lorenty Herrera" userId="6b68ea8e0a56b4d4" providerId="LiveId" clId="{ADC2AE29-851A-4757-B3DF-AAC3D0736E1F}" dt="2025-05-25T02:57:27.769" v="183" actId="47"/>
        <pc:sldMkLst>
          <pc:docMk/>
          <pc:sldMk cId="1674824878" sldId="308"/>
        </pc:sldMkLst>
      </pc:sldChg>
      <pc:sldChg chg="addSp delSp modSp add mod setBg">
        <pc:chgData name="José Alejandro Lorenty Herrera" userId="6b68ea8e0a56b4d4" providerId="LiveId" clId="{ADC2AE29-851A-4757-B3DF-AAC3D0736E1F}" dt="2025-05-25T03:01:26.647" v="227" actId="26606"/>
        <pc:sldMkLst>
          <pc:docMk/>
          <pc:sldMk cId="2401240722" sldId="309"/>
        </pc:sldMkLst>
      </pc:sldChg>
      <pc:sldChg chg="modSp add mod ord">
        <pc:chgData name="José Alejandro Lorenty Herrera" userId="6b68ea8e0a56b4d4" providerId="LiveId" clId="{ADC2AE29-851A-4757-B3DF-AAC3D0736E1F}" dt="2025-05-25T02:58:56.544" v="208" actId="113"/>
        <pc:sldMkLst>
          <pc:docMk/>
          <pc:sldMk cId="3777710088" sldId="310"/>
        </pc:sldMkLst>
      </pc:sldChg>
      <pc:sldChg chg="addSp delSp modSp add mod setBg">
        <pc:chgData name="José Alejandro Lorenty Herrera" userId="6b68ea8e0a56b4d4" providerId="LiveId" clId="{ADC2AE29-851A-4757-B3DF-AAC3D0736E1F}" dt="2025-05-25T03:00:22.956" v="224" actId="255"/>
        <pc:sldMkLst>
          <pc:docMk/>
          <pc:sldMk cId="3365664662" sldId="311"/>
        </pc:sldMkLst>
      </pc:sldChg>
      <pc:sldChg chg="modSp add mod ord">
        <pc:chgData name="José Alejandro Lorenty Herrera" userId="6b68ea8e0a56b4d4" providerId="LiveId" clId="{ADC2AE29-851A-4757-B3DF-AAC3D0736E1F}" dt="2025-05-25T03:02:32.888" v="241" actId="113"/>
        <pc:sldMkLst>
          <pc:docMk/>
          <pc:sldMk cId="168163394" sldId="312"/>
        </pc:sldMkLst>
      </pc:sldChg>
      <pc:sldChg chg="new del">
        <pc:chgData name="José Alejandro Lorenty Herrera" userId="6b68ea8e0a56b4d4" providerId="LiveId" clId="{ADC2AE29-851A-4757-B3DF-AAC3D0736E1F}" dt="2025-05-25T03:08:00.079" v="261" actId="47"/>
        <pc:sldMkLst>
          <pc:docMk/>
          <pc:sldMk cId="1347878154" sldId="313"/>
        </pc:sldMkLst>
      </pc:sldChg>
      <pc:sldChg chg="addSp delSp modSp add mod setBg">
        <pc:chgData name="José Alejandro Lorenty Herrera" userId="6b68ea8e0a56b4d4" providerId="LiveId" clId="{ADC2AE29-851A-4757-B3DF-AAC3D0736E1F}" dt="2025-05-25T03:08:58.179" v="270" actId="22"/>
        <pc:sldMkLst>
          <pc:docMk/>
          <pc:sldMk cId="3901437244" sldId="314"/>
        </pc:sldMkLst>
      </pc:sldChg>
      <pc:sldChg chg="addSp delSp modSp add mod setBg delDesignElem">
        <pc:chgData name="José Alejandro Lorenty Herrera" userId="6b68ea8e0a56b4d4" providerId="LiveId" clId="{ADC2AE29-851A-4757-B3DF-AAC3D0736E1F}" dt="2025-05-25T03:09:40.018" v="280" actId="26606"/>
        <pc:sldMkLst>
          <pc:docMk/>
          <pc:sldMk cId="1920168603" sldId="315"/>
        </pc:sldMkLst>
      </pc:sldChg>
      <pc:sldChg chg="modSp add mod ord">
        <pc:chgData name="José Alejandro Lorenty Herrera" userId="6b68ea8e0a56b4d4" providerId="LiveId" clId="{ADC2AE29-851A-4757-B3DF-AAC3D0736E1F}" dt="2025-05-25T03:11:10.070" v="288" actId="113"/>
        <pc:sldMkLst>
          <pc:docMk/>
          <pc:sldMk cId="4020373361" sldId="316"/>
        </pc:sldMkLst>
      </pc:sldChg>
      <pc:sldChg chg="modSp add mod ord">
        <pc:chgData name="José Alejandro Lorenty Herrera" userId="6b68ea8e0a56b4d4" providerId="LiveId" clId="{ADC2AE29-851A-4757-B3DF-AAC3D0736E1F}" dt="2025-05-25T03:12:02.535" v="296"/>
        <pc:sldMkLst>
          <pc:docMk/>
          <pc:sldMk cId="3390939162" sldId="317"/>
        </pc:sldMkLst>
      </pc:sldChg>
      <pc:sldChg chg="modSp add mod">
        <pc:chgData name="José Alejandro Lorenty Herrera" userId="6b68ea8e0a56b4d4" providerId="LiveId" clId="{ADC2AE29-851A-4757-B3DF-AAC3D0736E1F}" dt="2025-05-25T03:13:37.785" v="309" actId="113"/>
        <pc:sldMkLst>
          <pc:docMk/>
          <pc:sldMk cId="1552570989" sldId="318"/>
        </pc:sldMkLst>
      </pc:sldChg>
      <pc:sldChg chg="add del">
        <pc:chgData name="José Alejandro Lorenty Herrera" userId="6b68ea8e0a56b4d4" providerId="LiveId" clId="{ADC2AE29-851A-4757-B3DF-AAC3D0736E1F}" dt="2025-05-25T03:17:08.585" v="316"/>
        <pc:sldMkLst>
          <pc:docMk/>
          <pc:sldMk cId="1539318161" sldId="319"/>
        </pc:sldMkLst>
      </pc:sldChg>
    </pc:docChg>
  </pc:docChgLst>
  <pc:docChgLst>
    <pc:chgData name="José Alejandro Lorenty Herrera" userId="6b68ea8e0a56b4d4" providerId="LiveId" clId="{75F7D285-8B23-453A-AFC6-2BA729B1485A}"/>
    <pc:docChg chg="undo redo custSel addSld delSld modSld sldOrd modMainMaster">
      <pc:chgData name="José Alejandro Lorenty Herrera" userId="6b68ea8e0a56b4d4" providerId="LiveId" clId="{75F7D285-8B23-453A-AFC6-2BA729B1485A}" dt="2025-05-23T13:11:20.457" v="2933" actId="20577"/>
      <pc:docMkLst>
        <pc:docMk/>
      </pc:docMkLst>
      <pc:sldChg chg="addSp delSp modSp mod modTransition">
        <pc:chgData name="José Alejandro Lorenty Herrera" userId="6b68ea8e0a56b4d4" providerId="LiveId" clId="{75F7D285-8B23-453A-AFC6-2BA729B1485A}" dt="2025-05-23T12:59:13.860" v="2675"/>
        <pc:sldMkLst>
          <pc:docMk/>
          <pc:sldMk cId="0" sldId="256"/>
        </pc:sldMkLst>
        <pc:spChg chg="mod">
          <ac:chgData name="José Alejandro Lorenty Herrera" userId="6b68ea8e0a56b4d4" providerId="LiveId" clId="{75F7D285-8B23-453A-AFC6-2BA729B1485A}" dt="2025-05-18T17:45:50.452" v="226" actId="1076"/>
          <ac:spMkLst>
            <pc:docMk/>
            <pc:sldMk cId="0" sldId="256"/>
            <ac:spMk id="86" creationId="{00000000-0000-0000-0000-000000000000}"/>
          </ac:spMkLst>
        </pc:spChg>
        <pc:spChg chg="mod">
          <ac:chgData name="José Alejandro Lorenty Herrera" userId="6b68ea8e0a56b4d4" providerId="LiveId" clId="{75F7D285-8B23-453A-AFC6-2BA729B1485A}" dt="2025-05-18T17:46:02.703" v="229" actId="1076"/>
          <ac:spMkLst>
            <pc:docMk/>
            <pc:sldMk cId="0" sldId="256"/>
            <ac:spMk id="87" creationId="{00000000-0000-0000-0000-000000000000}"/>
          </ac:spMkLst>
        </pc:spChg>
        <pc:spChg chg="mod">
          <ac:chgData name="José Alejandro Lorenty Herrera" userId="6b68ea8e0a56b4d4" providerId="LiveId" clId="{75F7D285-8B23-453A-AFC6-2BA729B1485A}" dt="2025-05-18T17:45:47.181" v="225" actId="1076"/>
          <ac:spMkLst>
            <pc:docMk/>
            <pc:sldMk cId="0" sldId="256"/>
            <ac:spMk id="88" creationId="{00000000-0000-0000-0000-000000000000}"/>
          </ac:spMkLst>
        </pc:spChg>
        <pc:picChg chg="add mod ord">
          <ac:chgData name="José Alejandro Lorenty Herrera" userId="6b68ea8e0a56b4d4" providerId="LiveId" clId="{75F7D285-8B23-453A-AFC6-2BA729B1485A}" dt="2025-05-18T17:50:36.742" v="249" actId="14100"/>
          <ac:picMkLst>
            <pc:docMk/>
            <pc:sldMk cId="0" sldId="256"/>
            <ac:picMk id="7" creationId="{0F32ACC8-9316-C735-A51C-1F8235F1B8B0}"/>
          </ac:picMkLst>
        </pc:picChg>
        <pc:picChg chg="add mod">
          <ac:chgData name="José Alejandro Lorenty Herrera" userId="6b68ea8e0a56b4d4" providerId="LiveId" clId="{75F7D285-8B23-453A-AFC6-2BA729B1485A}" dt="2025-05-18T17:50:16.827" v="248" actId="1076"/>
          <ac:picMkLst>
            <pc:docMk/>
            <pc:sldMk cId="0" sldId="256"/>
            <ac:picMk id="9" creationId="{F08DB48C-BC69-8D52-604F-91598647E3B8}"/>
          </ac:picMkLst>
        </pc:picChg>
      </pc:sldChg>
      <pc:sldChg chg="addSp delSp modSp mod modTransition modNotes">
        <pc:chgData name="José Alejandro Lorenty Herrera" userId="6b68ea8e0a56b4d4" providerId="LiveId" clId="{75F7D285-8B23-453A-AFC6-2BA729B1485A}" dt="2025-05-23T13:11:20.457" v="2933" actId="20577"/>
        <pc:sldMkLst>
          <pc:docMk/>
          <pc:sldMk cId="0" sldId="257"/>
        </pc:sldMkLst>
        <pc:spChg chg="mod">
          <ac:chgData name="José Alejandro Lorenty Herrera" userId="6b68ea8e0a56b4d4" providerId="LiveId" clId="{75F7D285-8B23-453A-AFC6-2BA729B1485A}" dt="2025-05-18T17:54:58.480" v="340"/>
          <ac:spMkLst>
            <pc:docMk/>
            <pc:sldMk cId="0" sldId="257"/>
            <ac:spMk id="11" creationId="{CF5FE8FC-3BD6-2F69-30B6-6E855CD1C598}"/>
          </ac:spMkLst>
        </pc:spChg>
        <pc:spChg chg="mod">
          <ac:chgData name="José Alejandro Lorenty Herrera" userId="6b68ea8e0a56b4d4" providerId="LiveId" clId="{75F7D285-8B23-453A-AFC6-2BA729B1485A}" dt="2025-05-18T17:55:32.648" v="348" actId="121"/>
          <ac:spMkLst>
            <pc:docMk/>
            <pc:sldMk cId="0" sldId="257"/>
            <ac:spMk id="12" creationId="{AD570773-E209-EAC7-F15A-27758532A607}"/>
          </ac:spMkLst>
        </pc:spChg>
        <pc:spChg chg="add mod">
          <ac:chgData name="José Alejandro Lorenty Herrera" userId="6b68ea8e0a56b4d4" providerId="LiveId" clId="{75F7D285-8B23-453A-AFC6-2BA729B1485A}" dt="2025-05-18T18:03:17.563" v="414" actId="1076"/>
          <ac:spMkLst>
            <pc:docMk/>
            <pc:sldMk cId="0" sldId="257"/>
            <ac:spMk id="13" creationId="{3BEE7767-573D-E26B-0465-AA0FEC03A20F}"/>
          </ac:spMkLst>
        </pc:spChg>
        <pc:spChg chg="mod">
          <ac:chgData name="José Alejandro Lorenty Herrera" userId="6b68ea8e0a56b4d4" providerId="LiveId" clId="{75F7D285-8B23-453A-AFC6-2BA729B1485A}" dt="2025-05-18T17:55:12.096" v="343"/>
          <ac:spMkLst>
            <pc:docMk/>
            <pc:sldMk cId="0" sldId="257"/>
            <ac:spMk id="15" creationId="{9D0F252B-9B26-9C75-45E9-2ECA79489F00}"/>
          </ac:spMkLst>
        </pc:spChg>
        <pc:spChg chg="mod">
          <ac:chgData name="José Alejandro Lorenty Herrera" userId="6b68ea8e0a56b4d4" providerId="LiveId" clId="{75F7D285-8B23-453A-AFC6-2BA729B1485A}" dt="2025-05-18T17:55:29.786" v="347" actId="121"/>
          <ac:spMkLst>
            <pc:docMk/>
            <pc:sldMk cId="0" sldId="257"/>
            <ac:spMk id="16" creationId="{2C72DFB1-FD3A-684B-4838-805A536F4C32}"/>
          </ac:spMkLst>
        </pc:spChg>
        <pc:spChg chg="add mod">
          <ac:chgData name="José Alejandro Lorenty Herrera" userId="6b68ea8e0a56b4d4" providerId="LiveId" clId="{75F7D285-8B23-453A-AFC6-2BA729B1485A}" dt="2025-05-18T18:03:08.085" v="413" actId="1076"/>
          <ac:spMkLst>
            <pc:docMk/>
            <pc:sldMk cId="0" sldId="257"/>
            <ac:spMk id="17" creationId="{25E92E04-0AC7-AEBF-8B4E-B63A672A86E3}"/>
          </ac:spMkLst>
        </pc:spChg>
        <pc:spChg chg="mod">
          <ac:chgData name="José Alejandro Lorenty Herrera" userId="6b68ea8e0a56b4d4" providerId="LiveId" clId="{75F7D285-8B23-453A-AFC6-2BA729B1485A}" dt="2025-05-18T17:56:28.688" v="358"/>
          <ac:spMkLst>
            <pc:docMk/>
            <pc:sldMk cId="0" sldId="257"/>
            <ac:spMk id="23" creationId="{2AEE9104-1A26-FB95-BB2F-162D3C9BB695}"/>
          </ac:spMkLst>
        </pc:spChg>
        <pc:spChg chg="mod">
          <ac:chgData name="José Alejandro Lorenty Herrera" userId="6b68ea8e0a56b4d4" providerId="LiveId" clId="{75F7D285-8B23-453A-AFC6-2BA729B1485A}" dt="2025-05-18T17:56:50.559" v="360"/>
          <ac:spMkLst>
            <pc:docMk/>
            <pc:sldMk cId="0" sldId="257"/>
            <ac:spMk id="24" creationId="{4878B0EF-515C-9C2E-B8F1-D1ED40F111C7}"/>
          </ac:spMkLst>
        </pc:spChg>
        <pc:spChg chg="add mod">
          <ac:chgData name="José Alejandro Lorenty Herrera" userId="6b68ea8e0a56b4d4" providerId="LiveId" clId="{75F7D285-8B23-453A-AFC6-2BA729B1485A}" dt="2025-05-18T18:02:57.286" v="412" actId="1076"/>
          <ac:spMkLst>
            <pc:docMk/>
            <pc:sldMk cId="0" sldId="257"/>
            <ac:spMk id="25" creationId="{F7733642-EB1F-1A22-CCAA-F2A84307320E}"/>
          </ac:spMkLst>
        </pc:spChg>
        <pc:spChg chg="mod">
          <ac:chgData name="José Alejandro Lorenty Herrera" userId="6b68ea8e0a56b4d4" providerId="LiveId" clId="{75F7D285-8B23-453A-AFC6-2BA729B1485A}" dt="2025-05-18T17:56:55.333" v="361"/>
          <ac:spMkLst>
            <pc:docMk/>
            <pc:sldMk cId="0" sldId="257"/>
            <ac:spMk id="27" creationId="{A50EB05D-EFF5-E5C2-E81C-E344A10FBDB0}"/>
          </ac:spMkLst>
        </pc:spChg>
        <pc:spChg chg="mod">
          <ac:chgData name="José Alejandro Lorenty Herrera" userId="6b68ea8e0a56b4d4" providerId="LiveId" clId="{75F7D285-8B23-453A-AFC6-2BA729B1485A}" dt="2025-05-18T17:57:05.136" v="363"/>
          <ac:spMkLst>
            <pc:docMk/>
            <pc:sldMk cId="0" sldId="257"/>
            <ac:spMk id="28" creationId="{0620F0DA-4736-6652-90BC-299278A23299}"/>
          </ac:spMkLst>
        </pc:spChg>
        <pc:spChg chg="add mod">
          <ac:chgData name="José Alejandro Lorenty Herrera" userId="6b68ea8e0a56b4d4" providerId="LiveId" clId="{75F7D285-8B23-453A-AFC6-2BA729B1485A}" dt="2025-05-18T18:02:31.646" v="410" actId="1076"/>
          <ac:spMkLst>
            <pc:docMk/>
            <pc:sldMk cId="0" sldId="257"/>
            <ac:spMk id="29" creationId="{453A8091-5A5B-9998-BFDD-94D8EBF702D4}"/>
          </ac:spMkLst>
        </pc:spChg>
        <pc:spChg chg="mod">
          <ac:chgData name="José Alejandro Lorenty Herrera" userId="6b68ea8e0a56b4d4" providerId="LiveId" clId="{75F7D285-8B23-453A-AFC6-2BA729B1485A}" dt="2025-05-18T18:09:04.812" v="418" actId="207"/>
          <ac:spMkLst>
            <pc:docMk/>
            <pc:sldMk cId="0" sldId="257"/>
            <ac:spMk id="97" creationId="{00000000-0000-0000-0000-000000000000}"/>
          </ac:spMkLst>
        </pc:spChg>
        <pc:spChg chg="mod">
          <ac:chgData name="José Alejandro Lorenty Herrera" userId="6b68ea8e0a56b4d4" providerId="LiveId" clId="{75F7D285-8B23-453A-AFC6-2BA729B1485A}" dt="2025-05-18T18:09:04.812" v="418" actId="207"/>
          <ac:spMkLst>
            <pc:docMk/>
            <pc:sldMk cId="0" sldId="257"/>
            <ac:spMk id="98" creationId="{00000000-0000-0000-0000-000000000000}"/>
          </ac:spMkLst>
        </pc:spChg>
        <pc:spChg chg="mod">
          <ac:chgData name="José Alejandro Lorenty Herrera" userId="6b68ea8e0a56b4d4" providerId="LiveId" clId="{75F7D285-8B23-453A-AFC6-2BA729B1485A}" dt="2025-05-18T18:03:22.853" v="415" actId="1076"/>
          <ac:spMkLst>
            <pc:docMk/>
            <pc:sldMk cId="0" sldId="257"/>
            <ac:spMk id="99" creationId="{00000000-0000-0000-0000-000000000000}"/>
          </ac:spMkLst>
        </pc:spChg>
        <pc:spChg chg="mod">
          <ac:chgData name="José Alejandro Lorenty Herrera" userId="6b68ea8e0a56b4d4" providerId="LiveId" clId="{75F7D285-8B23-453A-AFC6-2BA729B1485A}" dt="2025-05-18T17:54:12.549" v="330" actId="1076"/>
          <ac:spMkLst>
            <pc:docMk/>
            <pc:sldMk cId="0" sldId="257"/>
            <ac:spMk id="102" creationId="{00000000-0000-0000-0000-000000000000}"/>
          </ac:spMkLst>
        </pc:spChg>
        <pc:spChg chg="mod">
          <ac:chgData name="José Alejandro Lorenty Herrera" userId="6b68ea8e0a56b4d4" providerId="LiveId" clId="{75F7D285-8B23-453A-AFC6-2BA729B1485A}" dt="2025-05-18T18:09:15.254" v="419" actId="1076"/>
          <ac:spMkLst>
            <pc:docMk/>
            <pc:sldMk cId="0" sldId="257"/>
            <ac:spMk id="103" creationId="{00000000-0000-0000-0000-000000000000}"/>
          </ac:spMkLst>
        </pc:spChg>
        <pc:spChg chg="mod">
          <ac:chgData name="José Alejandro Lorenty Herrera" userId="6b68ea8e0a56b4d4" providerId="LiveId" clId="{75F7D285-8B23-453A-AFC6-2BA729B1485A}" dt="2025-05-18T17:58:19.173" v="376" actId="1076"/>
          <ac:spMkLst>
            <pc:docMk/>
            <pc:sldMk cId="0" sldId="257"/>
            <ac:spMk id="104" creationId="{00000000-0000-0000-0000-000000000000}"/>
          </ac:spMkLst>
        </pc:spChg>
        <pc:spChg chg="mod">
          <ac:chgData name="José Alejandro Lorenty Herrera" userId="6b68ea8e0a56b4d4" providerId="LiveId" clId="{75F7D285-8B23-453A-AFC6-2BA729B1485A}" dt="2025-05-18T17:51:24.560" v="250" actId="790"/>
          <ac:spMkLst>
            <pc:docMk/>
            <pc:sldMk cId="0" sldId="257"/>
            <ac:spMk id="108" creationId="{00000000-0000-0000-0000-000000000000}"/>
          </ac:spMkLst>
        </pc:spChg>
        <pc:spChg chg="mod">
          <ac:chgData name="José Alejandro Lorenty Herrera" userId="6b68ea8e0a56b4d4" providerId="LiveId" clId="{75F7D285-8B23-453A-AFC6-2BA729B1485A}" dt="2025-05-18T17:51:24.560" v="250" actId="790"/>
          <ac:spMkLst>
            <pc:docMk/>
            <pc:sldMk cId="0" sldId="257"/>
            <ac:spMk id="110" creationId="{00000000-0000-0000-0000-000000000000}"/>
          </ac:spMkLst>
        </pc:spChg>
        <pc:spChg chg="mod">
          <ac:chgData name="José Alejandro Lorenty Herrera" userId="6b68ea8e0a56b4d4" providerId="LiveId" clId="{75F7D285-8B23-453A-AFC6-2BA729B1485A}" dt="2025-05-23T13:11:20.457" v="2933" actId="20577"/>
          <ac:spMkLst>
            <pc:docMk/>
            <pc:sldMk cId="0" sldId="257"/>
            <ac:spMk id="111" creationId="{00000000-0000-0000-0000-000000000000}"/>
          </ac:spMkLst>
        </pc:spChg>
        <pc:grpChg chg="add mod">
          <ac:chgData name="José Alejandro Lorenty Herrera" userId="6b68ea8e0a56b4d4" providerId="LiveId" clId="{75F7D285-8B23-453A-AFC6-2BA729B1485A}" dt="2025-05-18T18:03:17.563" v="414" actId="1076"/>
          <ac:grpSpMkLst>
            <pc:docMk/>
            <pc:sldMk cId="0" sldId="257"/>
            <ac:grpSpMk id="10" creationId="{6E8552C1-DDF1-4ABD-5F96-B60781CD6C68}"/>
          </ac:grpSpMkLst>
        </pc:grpChg>
        <pc:grpChg chg="add mod">
          <ac:chgData name="José Alejandro Lorenty Herrera" userId="6b68ea8e0a56b4d4" providerId="LiveId" clId="{75F7D285-8B23-453A-AFC6-2BA729B1485A}" dt="2025-05-18T18:03:08.085" v="413" actId="1076"/>
          <ac:grpSpMkLst>
            <pc:docMk/>
            <pc:sldMk cId="0" sldId="257"/>
            <ac:grpSpMk id="14" creationId="{C5AA762B-A004-5E25-1690-EEB520FCCFA6}"/>
          </ac:grpSpMkLst>
        </pc:grpChg>
        <pc:grpChg chg="add mod">
          <ac:chgData name="José Alejandro Lorenty Herrera" userId="6b68ea8e0a56b4d4" providerId="LiveId" clId="{75F7D285-8B23-453A-AFC6-2BA729B1485A}" dt="2025-05-18T18:02:57.286" v="412" actId="1076"/>
          <ac:grpSpMkLst>
            <pc:docMk/>
            <pc:sldMk cId="0" sldId="257"/>
            <ac:grpSpMk id="22" creationId="{705C6ABC-AF47-4CB0-E688-D293EA0CDF2E}"/>
          </ac:grpSpMkLst>
        </pc:grpChg>
        <pc:grpChg chg="add mod">
          <ac:chgData name="José Alejandro Lorenty Herrera" userId="6b68ea8e0a56b4d4" providerId="LiveId" clId="{75F7D285-8B23-453A-AFC6-2BA729B1485A}" dt="2025-05-18T18:02:31.646" v="410" actId="1076"/>
          <ac:grpSpMkLst>
            <pc:docMk/>
            <pc:sldMk cId="0" sldId="257"/>
            <ac:grpSpMk id="26" creationId="{287C2518-078E-531A-BC03-5B1A4C947917}"/>
          </ac:grpSpMkLst>
        </pc:grpChg>
        <pc:grpChg chg="mod">
          <ac:chgData name="José Alejandro Lorenty Herrera" userId="6b68ea8e0a56b4d4" providerId="LiveId" clId="{75F7D285-8B23-453A-AFC6-2BA729B1485A}" dt="2025-05-18T18:09:04.812" v="418" actId="207"/>
          <ac:grpSpMkLst>
            <pc:docMk/>
            <pc:sldMk cId="0" sldId="257"/>
            <ac:grpSpMk id="96" creationId="{00000000-0000-0000-0000-000000000000}"/>
          </ac:grpSpMkLst>
        </pc:grpChg>
        <pc:grpChg chg="mod">
          <ac:chgData name="José Alejandro Lorenty Herrera" userId="6b68ea8e0a56b4d4" providerId="LiveId" clId="{75F7D285-8B23-453A-AFC6-2BA729B1485A}" dt="2025-05-18T18:09:15.254" v="419" actId="1076"/>
          <ac:grpSpMkLst>
            <pc:docMk/>
            <pc:sldMk cId="0" sldId="257"/>
            <ac:grpSpMk id="100" creationId="{00000000-0000-0000-0000-000000000000}"/>
          </ac:grpSpMkLst>
        </pc:grpChg>
      </pc:sldChg>
      <pc:sldChg chg="addSp delSp modSp del mod modTransition setBg modClrScheme chgLayout modNotes">
        <pc:chgData name="José Alejandro Lorenty Herrera" userId="6b68ea8e0a56b4d4" providerId="LiveId" clId="{75F7D285-8B23-453A-AFC6-2BA729B1485A}" dt="2025-05-23T12:21:38.895" v="915" actId="47"/>
        <pc:sldMkLst>
          <pc:docMk/>
          <pc:sldMk cId="0" sldId="258"/>
        </pc:sldMkLst>
      </pc:sldChg>
      <pc:sldChg chg="addSp delSp modSp del mod modTransition setBg setClrOvrMap modNotes">
        <pc:chgData name="José Alejandro Lorenty Herrera" userId="6b68ea8e0a56b4d4" providerId="LiveId" clId="{75F7D285-8B23-453A-AFC6-2BA729B1485A}" dt="2025-05-23T12:23:23.294" v="938" actId="47"/>
        <pc:sldMkLst>
          <pc:docMk/>
          <pc:sldMk cId="0" sldId="259"/>
        </pc:sldMkLst>
      </pc:sldChg>
      <pc:sldChg chg="del modTransition modNotes">
        <pc:chgData name="José Alejandro Lorenty Herrera" userId="6b68ea8e0a56b4d4" providerId="LiveId" clId="{75F7D285-8B23-453A-AFC6-2BA729B1485A}" dt="2025-05-23T13:01:38.693" v="2690" actId="47"/>
        <pc:sldMkLst>
          <pc:docMk/>
          <pc:sldMk cId="0" sldId="260"/>
        </pc:sldMkLst>
      </pc:sldChg>
      <pc:sldChg chg="delSp modSp del mod modTransition modNotes">
        <pc:chgData name="José Alejandro Lorenty Herrera" userId="6b68ea8e0a56b4d4" providerId="LiveId" clId="{75F7D285-8B23-453A-AFC6-2BA729B1485A}" dt="2025-05-23T13:04:26.841" v="2702" actId="47"/>
        <pc:sldMkLst>
          <pc:docMk/>
          <pc:sldMk cId="0" sldId="261"/>
        </pc:sldMkLst>
      </pc:sldChg>
      <pc:sldChg chg="addSp delSp modSp del mod modTransition modNotes">
        <pc:chgData name="José Alejandro Lorenty Herrera" userId="6b68ea8e0a56b4d4" providerId="LiveId" clId="{75F7D285-8B23-453A-AFC6-2BA729B1485A}" dt="2025-05-23T12:32:47.076" v="1076" actId="47"/>
        <pc:sldMkLst>
          <pc:docMk/>
          <pc:sldMk cId="0" sldId="262"/>
        </pc:sldMkLst>
      </pc:sldChg>
      <pc:sldChg chg="delSp modSp del mod modTransition modNotes">
        <pc:chgData name="José Alejandro Lorenty Herrera" userId="6b68ea8e0a56b4d4" providerId="LiveId" clId="{75F7D285-8B23-453A-AFC6-2BA729B1485A}" dt="2025-05-23T12:29:52.040" v="1035" actId="47"/>
        <pc:sldMkLst>
          <pc:docMk/>
          <pc:sldMk cId="0" sldId="263"/>
        </pc:sldMkLst>
      </pc:sldChg>
      <pc:sldChg chg="modSp mod modTransition">
        <pc:chgData name="José Alejandro Lorenty Herrera" userId="6b68ea8e0a56b4d4" providerId="LiveId" clId="{75F7D285-8B23-453A-AFC6-2BA729B1485A}" dt="2025-05-23T12:18:19.443" v="896"/>
        <pc:sldMkLst>
          <pc:docMk/>
          <pc:sldMk cId="0" sldId="264"/>
        </pc:sldMkLst>
        <pc:spChg chg="mod">
          <ac:chgData name="José Alejandro Lorenty Herrera" userId="6b68ea8e0a56b4d4" providerId="LiveId" clId="{75F7D285-8B23-453A-AFC6-2BA729B1485A}" dt="2025-05-18T17:43:50.620" v="222" actId="122"/>
          <ac:spMkLst>
            <pc:docMk/>
            <pc:sldMk cId="0" sldId="264"/>
            <ac:spMk id="184" creationId="{00000000-0000-0000-0000-000000000000}"/>
          </ac:spMkLst>
        </pc:spChg>
      </pc:sldChg>
      <pc:sldChg chg="new del">
        <pc:chgData name="José Alejandro Lorenty Herrera" userId="6b68ea8e0a56b4d4" providerId="LiveId" clId="{75F7D285-8B23-453A-AFC6-2BA729B1485A}" dt="2025-05-18T18:28:44.880" v="720" actId="47"/>
        <pc:sldMkLst>
          <pc:docMk/>
          <pc:sldMk cId="1147509249" sldId="265"/>
        </pc:sldMkLst>
      </pc:sldChg>
      <pc:sldChg chg="modSp add del mod">
        <pc:chgData name="José Alejandro Lorenty Herrera" userId="6b68ea8e0a56b4d4" providerId="LiveId" clId="{75F7D285-8B23-453A-AFC6-2BA729B1485A}" dt="2025-05-18T18:31:14.909" v="742" actId="47"/>
        <pc:sldMkLst>
          <pc:docMk/>
          <pc:sldMk cId="1187139180" sldId="265"/>
        </pc:sldMkLst>
      </pc:sldChg>
      <pc:sldChg chg="modSp add del mod modTransition">
        <pc:chgData name="José Alejandro Lorenty Herrera" userId="6b68ea8e0a56b4d4" providerId="LiveId" clId="{75F7D285-8B23-453A-AFC6-2BA729B1485A}" dt="2025-05-23T12:23:57.106" v="945" actId="47"/>
        <pc:sldMkLst>
          <pc:docMk/>
          <pc:sldMk cId="3668086713" sldId="265"/>
        </pc:sldMkLst>
      </pc:sldChg>
      <pc:sldChg chg="new del">
        <pc:chgData name="José Alejandro Lorenty Herrera" userId="6b68ea8e0a56b4d4" providerId="LiveId" clId="{75F7D285-8B23-453A-AFC6-2BA729B1485A}" dt="2025-05-18T18:29:35.812" v="725" actId="680"/>
        <pc:sldMkLst>
          <pc:docMk/>
          <pc:sldMk cId="645247685" sldId="266"/>
        </pc:sldMkLst>
      </pc:sldChg>
      <pc:sldChg chg="delSp modSp add del mod">
        <pc:chgData name="José Alejandro Lorenty Herrera" userId="6b68ea8e0a56b4d4" providerId="LiveId" clId="{75F7D285-8B23-453A-AFC6-2BA729B1485A}" dt="2025-05-18T18:31:16.462" v="743" actId="47"/>
        <pc:sldMkLst>
          <pc:docMk/>
          <pc:sldMk cId="3390617555" sldId="266"/>
        </pc:sldMkLst>
      </pc:sldChg>
      <pc:sldChg chg="modSp add del mod modTransition">
        <pc:chgData name="José Alejandro Lorenty Herrera" userId="6b68ea8e0a56b4d4" providerId="LiveId" clId="{75F7D285-8B23-453A-AFC6-2BA729B1485A}" dt="2025-05-23T12:24:25.044" v="955" actId="47"/>
        <pc:sldMkLst>
          <pc:docMk/>
          <pc:sldMk cId="4030912880" sldId="266"/>
        </pc:sldMkLst>
      </pc:sldChg>
      <pc:sldChg chg="new del">
        <pc:chgData name="José Alejandro Lorenty Herrera" userId="6b68ea8e0a56b4d4" providerId="LiveId" clId="{75F7D285-8B23-453A-AFC6-2BA729B1485A}" dt="2025-05-18T19:13:45.284" v="761" actId="680"/>
        <pc:sldMkLst>
          <pc:docMk/>
          <pc:sldMk cId="399056603" sldId="267"/>
        </pc:sldMkLst>
      </pc:sldChg>
      <pc:sldChg chg="modSp add del mod modTransition">
        <pc:chgData name="José Alejandro Lorenty Herrera" userId="6b68ea8e0a56b4d4" providerId="LiveId" clId="{75F7D285-8B23-453A-AFC6-2BA729B1485A}" dt="2025-05-23T12:27:00.009" v="1002" actId="47"/>
        <pc:sldMkLst>
          <pc:docMk/>
          <pc:sldMk cId="916393480" sldId="267"/>
        </pc:sldMkLst>
      </pc:sldChg>
      <pc:sldChg chg="modSp add del mod modTransition">
        <pc:chgData name="José Alejandro Lorenty Herrera" userId="6b68ea8e0a56b4d4" providerId="LiveId" clId="{75F7D285-8B23-453A-AFC6-2BA729B1485A}" dt="2025-05-23T12:27:51.089" v="1012" actId="47"/>
        <pc:sldMkLst>
          <pc:docMk/>
          <pc:sldMk cId="1635768394" sldId="268"/>
        </pc:sldMkLst>
      </pc:sldChg>
      <pc:sldChg chg="modSp add del mod modTransition">
        <pc:chgData name="José Alejandro Lorenty Herrera" userId="6b68ea8e0a56b4d4" providerId="LiveId" clId="{75F7D285-8B23-453A-AFC6-2BA729B1485A}" dt="2025-05-23T12:28:26.770" v="1022" actId="47"/>
        <pc:sldMkLst>
          <pc:docMk/>
          <pc:sldMk cId="3536336140" sldId="269"/>
        </pc:sldMkLst>
      </pc:sldChg>
      <pc:sldChg chg="addSp delSp modSp new mod setBg modClrScheme setClrOvrMap chgLayout">
        <pc:chgData name="José Alejandro Lorenty Herrera" userId="6b68ea8e0a56b4d4" providerId="LiveId" clId="{75F7D285-8B23-453A-AFC6-2BA729B1485A}" dt="2025-05-23T12:21:30.532" v="914" actId="14100"/>
        <pc:sldMkLst>
          <pc:docMk/>
          <pc:sldMk cId="688033663" sldId="270"/>
        </pc:sldMkLst>
        <pc:spChg chg="add mod">
          <ac:chgData name="José Alejandro Lorenty Herrera" userId="6b68ea8e0a56b4d4" providerId="LiveId" clId="{75F7D285-8B23-453A-AFC6-2BA729B1485A}" dt="2025-05-23T12:21:16.712" v="912" actId="26606"/>
          <ac:spMkLst>
            <pc:docMk/>
            <pc:sldMk cId="688033663" sldId="270"/>
            <ac:spMk id="2" creationId="{89C2A35C-1B47-743F-6979-6CC7E733EAE6}"/>
          </ac:spMkLst>
        </pc:spChg>
        <pc:spChg chg="add mod">
          <ac:chgData name="José Alejandro Lorenty Herrera" userId="6b68ea8e0a56b4d4" providerId="LiveId" clId="{75F7D285-8B23-453A-AFC6-2BA729B1485A}" dt="2025-05-23T12:21:30.532" v="914" actId="14100"/>
          <ac:spMkLst>
            <pc:docMk/>
            <pc:sldMk cId="688033663" sldId="270"/>
            <ac:spMk id="3" creationId="{AA521087-E5EA-C46B-DEB3-FF96351C1922}"/>
          </ac:spMkLst>
        </pc:spChg>
        <pc:spChg chg="add">
          <ac:chgData name="José Alejandro Lorenty Herrera" userId="6b68ea8e0a56b4d4" providerId="LiveId" clId="{75F7D285-8B23-453A-AFC6-2BA729B1485A}" dt="2025-05-23T12:21:16.712" v="912" actId="26606"/>
          <ac:spMkLst>
            <pc:docMk/>
            <pc:sldMk cId="688033663" sldId="270"/>
            <ac:spMk id="27" creationId="{99CAC3B1-4879-424D-8F15-206277196159}"/>
          </ac:spMkLst>
        </pc:spChg>
      </pc:sldChg>
      <pc:sldChg chg="addSp delSp modSp new mod modTransition setBg">
        <pc:chgData name="José Alejandro Lorenty Herrera" userId="6b68ea8e0a56b4d4" providerId="LiveId" clId="{75F7D285-8B23-453A-AFC6-2BA729B1485A}" dt="2025-05-23T12:57:29.162" v="2665"/>
        <pc:sldMkLst>
          <pc:docMk/>
          <pc:sldMk cId="3758835378" sldId="271"/>
        </pc:sldMkLst>
        <pc:spChg chg="mod">
          <ac:chgData name="José Alejandro Lorenty Herrera" userId="6b68ea8e0a56b4d4" providerId="LiveId" clId="{75F7D285-8B23-453A-AFC6-2BA729B1485A}" dt="2025-05-23T12:22:30.970" v="921" actId="26606"/>
          <ac:spMkLst>
            <pc:docMk/>
            <pc:sldMk cId="3758835378" sldId="271"/>
            <ac:spMk id="2" creationId="{070FA2D8-0262-A811-858D-1DB474094B67}"/>
          </ac:spMkLst>
        </pc:spChg>
        <pc:spChg chg="mod">
          <ac:chgData name="José Alejandro Lorenty Herrera" userId="6b68ea8e0a56b4d4" providerId="LiveId" clId="{75F7D285-8B23-453A-AFC6-2BA729B1485A}" dt="2025-05-23T12:25:53.116" v="967" actId="113"/>
          <ac:spMkLst>
            <pc:docMk/>
            <pc:sldMk cId="3758835378" sldId="271"/>
            <ac:spMk id="3" creationId="{7379920C-76C9-6AC0-A586-0EB34D3858FD}"/>
          </ac:spMkLst>
        </pc:spChg>
        <pc:spChg chg="add">
          <ac:chgData name="José Alejandro Lorenty Herrera" userId="6b68ea8e0a56b4d4" providerId="LiveId" clId="{75F7D285-8B23-453A-AFC6-2BA729B1485A}" dt="2025-05-23T12:23:46.744" v="944" actId="26606"/>
          <ac:spMkLst>
            <pc:docMk/>
            <pc:sldMk cId="3758835378" sldId="271"/>
            <ac:spMk id="27" creationId="{24DFAAE7-061D-4086-99EC-872CB305082A}"/>
          </ac:spMkLst>
        </pc:spChg>
        <pc:spChg chg="add">
          <ac:chgData name="José Alejandro Lorenty Herrera" userId="6b68ea8e0a56b4d4" providerId="LiveId" clId="{75F7D285-8B23-453A-AFC6-2BA729B1485A}" dt="2025-05-23T12:23:46.744" v="944" actId="26606"/>
          <ac:spMkLst>
            <pc:docMk/>
            <pc:sldMk cId="3758835378" sldId="271"/>
            <ac:spMk id="29" creationId="{E7570099-A243-48DD-9EAE-36F4AC095B94}"/>
          </ac:spMkLst>
        </pc:spChg>
        <pc:spChg chg="add">
          <ac:chgData name="José Alejandro Lorenty Herrera" userId="6b68ea8e0a56b4d4" providerId="LiveId" clId="{75F7D285-8B23-453A-AFC6-2BA729B1485A}" dt="2025-05-23T12:23:46.744" v="944" actId="26606"/>
          <ac:spMkLst>
            <pc:docMk/>
            <pc:sldMk cId="3758835378" sldId="271"/>
            <ac:spMk id="41" creationId="{22A94CDB-5D63-4C75-9CB6-6C18CDF372F0}"/>
          </ac:spMkLst>
        </pc:spChg>
      </pc:sldChg>
      <pc:sldChg chg="addSp delSp add del setBg delDesignElem">
        <pc:chgData name="José Alejandro Lorenty Herrera" userId="6b68ea8e0a56b4d4" providerId="LiveId" clId="{75F7D285-8B23-453A-AFC6-2BA729B1485A}" dt="2025-05-23T12:23:16.412" v="935"/>
        <pc:sldMkLst>
          <pc:docMk/>
          <pc:sldMk cId="55653760" sldId="272"/>
        </pc:sldMkLst>
      </pc:sldChg>
      <pc:sldChg chg="addSp delSp modSp add mod modTransition setBg delDesignElem">
        <pc:chgData name="José Alejandro Lorenty Herrera" userId="6b68ea8e0a56b4d4" providerId="LiveId" clId="{75F7D285-8B23-453A-AFC6-2BA729B1485A}" dt="2025-05-23T12:57:43.793" v="2672"/>
        <pc:sldMkLst>
          <pc:docMk/>
          <pc:sldMk cId="2350886039" sldId="272"/>
        </pc:sldMkLst>
      </pc:sldChg>
      <pc:sldChg chg="addSp delSp modSp add mod modTransition setBg delDesignElem">
        <pc:chgData name="José Alejandro Lorenty Herrera" userId="6b68ea8e0a56b4d4" providerId="LiveId" clId="{75F7D285-8B23-453A-AFC6-2BA729B1485A}" dt="2025-05-23T12:59:48.604" v="2679"/>
        <pc:sldMkLst>
          <pc:docMk/>
          <pc:sldMk cId="1665680874" sldId="273"/>
        </pc:sldMkLst>
      </pc:sldChg>
      <pc:sldChg chg="addSp delSp add del setBg delDesignElem">
        <pc:chgData name="José Alejandro Lorenty Herrera" userId="6b68ea8e0a56b4d4" providerId="LiveId" clId="{75F7D285-8B23-453A-AFC6-2BA729B1485A}" dt="2025-05-23T12:23:15.882" v="934"/>
        <pc:sldMkLst>
          <pc:docMk/>
          <pc:sldMk cId="3834205712" sldId="273"/>
        </pc:sldMkLst>
      </pc:sldChg>
      <pc:sldChg chg="addSp delSp modSp new mod">
        <pc:chgData name="José Alejandro Lorenty Herrera" userId="6b68ea8e0a56b4d4" providerId="LiveId" clId="{75F7D285-8B23-453A-AFC6-2BA729B1485A}" dt="2025-05-23T13:10:26.863" v="2920" actId="313"/>
        <pc:sldMkLst>
          <pc:docMk/>
          <pc:sldMk cId="3704742878" sldId="274"/>
        </pc:sldMkLst>
      </pc:sldChg>
      <pc:sldChg chg="add del">
        <pc:chgData name="José Alejandro Lorenty Herrera" userId="6b68ea8e0a56b4d4" providerId="LiveId" clId="{75F7D285-8B23-453A-AFC6-2BA729B1485A}" dt="2025-05-23T12:27:13.981" v="1004" actId="47"/>
        <pc:sldMkLst>
          <pc:docMk/>
          <pc:sldMk cId="895449978" sldId="275"/>
        </pc:sldMkLst>
      </pc:sldChg>
      <pc:sldChg chg="addSp delSp modSp new mod modTransition">
        <pc:chgData name="José Alejandro Lorenty Herrera" userId="6b68ea8e0a56b4d4" providerId="LiveId" clId="{75F7D285-8B23-453A-AFC6-2BA729B1485A}" dt="2025-05-23T12:59:59.781" v="2683"/>
        <pc:sldMkLst>
          <pc:docMk/>
          <pc:sldMk cId="3076361770" sldId="275"/>
        </pc:sldMkLst>
      </pc:sldChg>
      <pc:sldChg chg="addSp delSp modSp new mod modTransition">
        <pc:chgData name="José Alejandro Lorenty Herrera" userId="6b68ea8e0a56b4d4" providerId="LiveId" clId="{75F7D285-8B23-453A-AFC6-2BA729B1485A}" dt="2025-05-23T12:59:27.169" v="2677"/>
        <pc:sldMkLst>
          <pc:docMk/>
          <pc:sldMk cId="1118840385" sldId="276"/>
        </pc:sldMkLst>
      </pc:sldChg>
      <pc:sldChg chg="new del">
        <pc:chgData name="José Alejandro Lorenty Herrera" userId="6b68ea8e0a56b4d4" providerId="LiveId" clId="{75F7D285-8B23-453A-AFC6-2BA729B1485A}" dt="2025-05-23T12:29:14.380" v="1027" actId="47"/>
        <pc:sldMkLst>
          <pc:docMk/>
          <pc:sldMk cId="117774852" sldId="277"/>
        </pc:sldMkLst>
      </pc:sldChg>
      <pc:sldChg chg="addSp delSp modSp new mod">
        <pc:chgData name="José Alejandro Lorenty Herrera" userId="6b68ea8e0a56b4d4" providerId="LiveId" clId="{75F7D285-8B23-453A-AFC6-2BA729B1485A}" dt="2025-05-23T13:11:11.299" v="2929" actId="790"/>
        <pc:sldMkLst>
          <pc:docMk/>
          <pc:sldMk cId="430156373" sldId="278"/>
        </pc:sldMkLst>
        <pc:spChg chg="mod">
          <ac:chgData name="José Alejandro Lorenty Herrera" userId="6b68ea8e0a56b4d4" providerId="LiveId" clId="{75F7D285-8B23-453A-AFC6-2BA729B1485A}" dt="2025-05-23T12:29:20.798" v="1030" actId="20577"/>
          <ac:spMkLst>
            <pc:docMk/>
            <pc:sldMk cId="430156373" sldId="278"/>
            <ac:spMk id="2" creationId="{86AD9C4C-9A6D-0563-2ECB-205B8916AA89}"/>
          </ac:spMkLst>
        </pc:spChg>
      </pc:sldChg>
      <pc:sldChg chg="new del">
        <pc:chgData name="José Alejandro Lorenty Herrera" userId="6b68ea8e0a56b4d4" providerId="LiveId" clId="{75F7D285-8B23-453A-AFC6-2BA729B1485A}" dt="2025-05-23T12:29:09.575" v="1025" actId="680"/>
        <pc:sldMkLst>
          <pc:docMk/>
          <pc:sldMk cId="1968821019" sldId="278"/>
        </pc:sldMkLst>
      </pc:sldChg>
      <pc:sldChg chg="addSp delSp modSp new mod setBg modClrScheme chgLayout">
        <pc:chgData name="José Alejandro Lorenty Herrera" userId="6b68ea8e0a56b4d4" providerId="LiveId" clId="{75F7D285-8B23-453A-AFC6-2BA729B1485A}" dt="2025-05-23T12:32:24.602" v="1075" actId="26606"/>
        <pc:sldMkLst>
          <pc:docMk/>
          <pc:sldMk cId="3775530301" sldId="279"/>
        </pc:sldMkLst>
        <pc:spChg chg="add mod">
          <ac:chgData name="José Alejandro Lorenty Herrera" userId="6b68ea8e0a56b4d4" providerId="LiveId" clId="{75F7D285-8B23-453A-AFC6-2BA729B1485A}" dt="2025-05-23T12:32:24.602" v="1075" actId="26606"/>
          <ac:spMkLst>
            <pc:docMk/>
            <pc:sldMk cId="3775530301" sldId="279"/>
            <ac:spMk id="2" creationId="{5D525AD2-AB70-952A-CBA2-67D26616DDCD}"/>
          </ac:spMkLst>
        </pc:spChg>
        <pc:spChg chg="add">
          <ac:chgData name="José Alejandro Lorenty Herrera" userId="6b68ea8e0a56b4d4" providerId="LiveId" clId="{75F7D285-8B23-453A-AFC6-2BA729B1485A}" dt="2025-05-23T12:32:24.602" v="1075" actId="26606"/>
          <ac:spMkLst>
            <pc:docMk/>
            <pc:sldMk cId="3775530301" sldId="279"/>
            <ac:spMk id="9" creationId="{94C52C56-BEF2-4E22-8C8E-A7AC96B03A72}"/>
          </ac:spMkLst>
        </pc:spChg>
        <pc:spChg chg="add">
          <ac:chgData name="José Alejandro Lorenty Herrera" userId="6b68ea8e0a56b4d4" providerId="LiveId" clId="{75F7D285-8B23-453A-AFC6-2BA729B1485A}" dt="2025-05-23T12:32:24.602" v="1075" actId="26606"/>
          <ac:spMkLst>
            <pc:docMk/>
            <pc:sldMk cId="3775530301" sldId="279"/>
            <ac:spMk id="11" creationId="{42285737-90EE-47DC-AC80-8AE156B11969}"/>
          </ac:spMkLst>
        </pc:spChg>
        <pc:grpChg chg="add">
          <ac:chgData name="José Alejandro Lorenty Herrera" userId="6b68ea8e0a56b4d4" providerId="LiveId" clId="{75F7D285-8B23-453A-AFC6-2BA729B1485A}" dt="2025-05-23T12:32:24.602" v="1075" actId="26606"/>
          <ac:grpSpMkLst>
            <pc:docMk/>
            <pc:sldMk cId="3775530301" sldId="279"/>
            <ac:grpSpMk id="13" creationId="{B57BDC17-F1B3-455F-BBF1-680AA1F25C06}"/>
          </ac:grpSpMkLst>
        </pc:grpChg>
        <pc:graphicFrameChg chg="add">
          <ac:chgData name="José Alejandro Lorenty Herrera" userId="6b68ea8e0a56b4d4" providerId="LiveId" clId="{75F7D285-8B23-453A-AFC6-2BA729B1485A}" dt="2025-05-23T12:32:24.602" v="1075" actId="26606"/>
          <ac:graphicFrameMkLst>
            <pc:docMk/>
            <pc:sldMk cId="3775530301" sldId="279"/>
            <ac:graphicFrameMk id="5" creationId="{95AEEF6B-008C-49C0-DB75-C00443894168}"/>
          </ac:graphicFrameMkLst>
        </pc:graphicFrameChg>
      </pc:sldChg>
      <pc:sldChg chg="addSp delSp modSp add mod setBg delDesignElem">
        <pc:chgData name="José Alejandro Lorenty Herrera" userId="6b68ea8e0a56b4d4" providerId="LiveId" clId="{75F7D285-8B23-453A-AFC6-2BA729B1485A}" dt="2025-05-23T12:49:52.156" v="2551" actId="26606"/>
        <pc:sldMkLst>
          <pc:docMk/>
          <pc:sldMk cId="3467193803" sldId="280"/>
        </pc:sldMkLst>
      </pc:sldChg>
      <pc:sldChg chg="addSp delSp modSp add mod setBg setClrOvrMap delDesignElem">
        <pc:chgData name="José Alejandro Lorenty Herrera" userId="6b68ea8e0a56b4d4" providerId="LiveId" clId="{75F7D285-8B23-453A-AFC6-2BA729B1485A}" dt="2025-05-23T12:43:19.654" v="1769" actId="1076"/>
        <pc:sldMkLst>
          <pc:docMk/>
          <pc:sldMk cId="1267276018" sldId="281"/>
        </pc:sldMkLst>
      </pc:sldChg>
      <pc:sldChg chg="new del">
        <pc:chgData name="José Alejandro Lorenty Herrera" userId="6b68ea8e0a56b4d4" providerId="LiveId" clId="{75F7D285-8B23-453A-AFC6-2BA729B1485A}" dt="2025-05-23T12:39:00.240" v="1298" actId="47"/>
        <pc:sldMkLst>
          <pc:docMk/>
          <pc:sldMk cId="3527098284" sldId="281"/>
        </pc:sldMkLst>
      </pc:sldChg>
      <pc:sldChg chg="addSp delSp modSp add mod modTransition setBg setClrOvrMap delDesignElem">
        <pc:chgData name="José Alejandro Lorenty Herrera" userId="6b68ea8e0a56b4d4" providerId="LiveId" clId="{75F7D285-8B23-453A-AFC6-2BA729B1485A}" dt="2025-05-23T13:00:39.130" v="2684"/>
        <pc:sldMkLst>
          <pc:docMk/>
          <pc:sldMk cId="1117442949" sldId="282"/>
        </pc:sldMkLst>
      </pc:sldChg>
      <pc:sldChg chg="addSp delSp modSp add mod modTransition setBg setClrOvrMap delDesignElem">
        <pc:chgData name="José Alejandro Lorenty Herrera" userId="6b68ea8e0a56b4d4" providerId="LiveId" clId="{75F7D285-8B23-453A-AFC6-2BA729B1485A}" dt="2025-05-23T13:00:45.819" v="2685"/>
        <pc:sldMkLst>
          <pc:docMk/>
          <pc:sldMk cId="2074110106" sldId="283"/>
        </pc:sldMkLst>
      </pc:sldChg>
      <pc:sldChg chg="addSp delSp modSp add mod modTransition setBg setClrOvrMap delDesignElem">
        <pc:chgData name="José Alejandro Lorenty Herrera" userId="6b68ea8e0a56b4d4" providerId="LiveId" clId="{75F7D285-8B23-453A-AFC6-2BA729B1485A}" dt="2025-05-23T13:00:49.474" v="2686"/>
        <pc:sldMkLst>
          <pc:docMk/>
          <pc:sldMk cId="841594475" sldId="284"/>
        </pc:sldMkLst>
      </pc:sldChg>
      <pc:sldChg chg="addSp delSp add del setBg delDesignElem">
        <pc:chgData name="José Alejandro Lorenty Herrera" userId="6b68ea8e0a56b4d4" providerId="LiveId" clId="{75F7D285-8B23-453A-AFC6-2BA729B1485A}" dt="2025-05-23T12:43:52.233" v="1773"/>
        <pc:sldMkLst>
          <pc:docMk/>
          <pc:sldMk cId="1613641357" sldId="284"/>
        </pc:sldMkLst>
      </pc:sldChg>
      <pc:sldChg chg="addSp delSp add del setBg delDesignElem">
        <pc:chgData name="José Alejandro Lorenty Herrera" userId="6b68ea8e0a56b4d4" providerId="LiveId" clId="{75F7D285-8B23-453A-AFC6-2BA729B1485A}" dt="2025-05-23T12:43:53.503" v="1776"/>
        <pc:sldMkLst>
          <pc:docMk/>
          <pc:sldMk cId="2476061839" sldId="284"/>
        </pc:sldMkLst>
      </pc:sldChg>
      <pc:sldChg chg="addSp delSp modSp add mod modTransition setBg setClrOvrMap delDesignElem">
        <pc:chgData name="José Alejandro Lorenty Herrera" userId="6b68ea8e0a56b4d4" providerId="LiveId" clId="{75F7D285-8B23-453A-AFC6-2BA729B1485A}" dt="2025-05-23T13:02:53.299" v="2692"/>
        <pc:sldMkLst>
          <pc:docMk/>
          <pc:sldMk cId="3791011076" sldId="285"/>
        </pc:sldMkLst>
      </pc:sldChg>
      <pc:sldChg chg="new del">
        <pc:chgData name="José Alejandro Lorenty Herrera" userId="6b68ea8e0a56b4d4" providerId="LiveId" clId="{75F7D285-8B23-453A-AFC6-2BA729B1485A}" dt="2025-05-23T12:52:09.366" v="2553" actId="47"/>
        <pc:sldMkLst>
          <pc:docMk/>
          <pc:sldMk cId="2256075637" sldId="286"/>
        </pc:sldMkLst>
      </pc:sldChg>
      <pc:sldChg chg="addSp delSp modSp add mod ord setBg delDesignElem">
        <pc:chgData name="José Alejandro Lorenty Herrera" userId="6b68ea8e0a56b4d4" providerId="LiveId" clId="{75F7D285-8B23-453A-AFC6-2BA729B1485A}" dt="2025-05-23T12:53:05.990" v="2577"/>
        <pc:sldMkLst>
          <pc:docMk/>
          <pc:sldMk cId="3189855955" sldId="286"/>
        </pc:sldMkLst>
      </pc:sldChg>
      <pc:sldChg chg="addSp delSp modSp add mod modTransition setBg delDesignElem">
        <pc:chgData name="José Alejandro Lorenty Herrera" userId="6b68ea8e0a56b4d4" providerId="LiveId" clId="{75F7D285-8B23-453A-AFC6-2BA729B1485A}" dt="2025-05-23T13:03:30.974" v="2693"/>
        <pc:sldMkLst>
          <pc:docMk/>
          <pc:sldMk cId="1069595534" sldId="287"/>
        </pc:sldMkLst>
      </pc:sldChg>
      <pc:sldChg chg="new del">
        <pc:chgData name="José Alejandro Lorenty Herrera" userId="6b68ea8e0a56b4d4" providerId="LiveId" clId="{75F7D285-8B23-453A-AFC6-2BA729B1485A}" dt="2025-05-23T12:53:04.682" v="2575" actId="47"/>
        <pc:sldMkLst>
          <pc:docMk/>
          <pc:sldMk cId="1340756941" sldId="287"/>
        </pc:sldMkLst>
      </pc:sldChg>
      <pc:sldChg chg="new del">
        <pc:chgData name="José Alejandro Lorenty Herrera" userId="6b68ea8e0a56b4d4" providerId="LiveId" clId="{75F7D285-8B23-453A-AFC6-2BA729B1485A}" dt="2025-05-23T12:55:46.915" v="2645" actId="680"/>
        <pc:sldMkLst>
          <pc:docMk/>
          <pc:sldMk cId="338331016" sldId="288"/>
        </pc:sldMkLst>
      </pc:sldChg>
      <pc:sldChg chg="modSp add mod modTransition">
        <pc:chgData name="José Alejandro Lorenty Herrera" userId="6b68ea8e0a56b4d4" providerId="LiveId" clId="{75F7D285-8B23-453A-AFC6-2BA729B1485A}" dt="2025-05-23T13:10:35.925" v="2921" actId="2"/>
        <pc:sldMkLst>
          <pc:docMk/>
          <pc:sldMk cId="3076395884" sldId="288"/>
        </pc:sldMkLst>
      </pc:sldChg>
      <pc:sldChg chg="new del">
        <pc:chgData name="José Alejandro Lorenty Herrera" userId="6b68ea8e0a56b4d4" providerId="LiveId" clId="{75F7D285-8B23-453A-AFC6-2BA729B1485A}" dt="2025-05-23T13:04:25.391" v="2701" actId="47"/>
        <pc:sldMkLst>
          <pc:docMk/>
          <pc:sldMk cId="587247803" sldId="289"/>
        </pc:sldMkLst>
      </pc:sldChg>
      <pc:sldChg chg="addSp delSp modSp new mod setBg">
        <pc:chgData name="José Alejandro Lorenty Herrera" userId="6b68ea8e0a56b4d4" providerId="LiveId" clId="{75F7D285-8B23-453A-AFC6-2BA729B1485A}" dt="2025-05-23T13:08:45.154" v="2905" actId="26606"/>
        <pc:sldMkLst>
          <pc:docMk/>
          <pc:sldMk cId="1285352527" sldId="290"/>
        </pc:sldMkLst>
        <pc:spChg chg="mod">
          <ac:chgData name="José Alejandro Lorenty Herrera" userId="6b68ea8e0a56b4d4" providerId="LiveId" clId="{75F7D285-8B23-453A-AFC6-2BA729B1485A}" dt="2025-05-23T13:08:45.154" v="2905" actId="26606"/>
          <ac:spMkLst>
            <pc:docMk/>
            <pc:sldMk cId="1285352527" sldId="290"/>
            <ac:spMk id="2" creationId="{306536D9-58BE-FE9E-2A5A-1C614EEF9134}"/>
          </ac:spMkLst>
        </pc:spChg>
        <pc:spChg chg="add">
          <ac:chgData name="José Alejandro Lorenty Herrera" userId="6b68ea8e0a56b4d4" providerId="LiveId" clId="{75F7D285-8B23-453A-AFC6-2BA729B1485A}" dt="2025-05-23T13:08:45.154" v="2905" actId="26606"/>
          <ac:spMkLst>
            <pc:docMk/>
            <pc:sldMk cId="1285352527" sldId="290"/>
            <ac:spMk id="9" creationId="{94C52C56-BEF2-4E22-8C8E-A7AC96B03A72}"/>
          </ac:spMkLst>
        </pc:spChg>
        <pc:spChg chg="add">
          <ac:chgData name="José Alejandro Lorenty Herrera" userId="6b68ea8e0a56b4d4" providerId="LiveId" clId="{75F7D285-8B23-453A-AFC6-2BA729B1485A}" dt="2025-05-23T13:08:45.154" v="2905" actId="26606"/>
          <ac:spMkLst>
            <pc:docMk/>
            <pc:sldMk cId="1285352527" sldId="290"/>
            <ac:spMk id="11" creationId="{42285737-90EE-47DC-AC80-8AE156B11969}"/>
          </ac:spMkLst>
        </pc:spChg>
        <pc:grpChg chg="add">
          <ac:chgData name="José Alejandro Lorenty Herrera" userId="6b68ea8e0a56b4d4" providerId="LiveId" clId="{75F7D285-8B23-453A-AFC6-2BA729B1485A}" dt="2025-05-23T13:08:45.154" v="2905" actId="26606"/>
          <ac:grpSpMkLst>
            <pc:docMk/>
            <pc:sldMk cId="1285352527" sldId="290"/>
            <ac:grpSpMk id="13" creationId="{B57BDC17-F1B3-455F-BBF1-680AA1F25C06}"/>
          </ac:grpSpMkLst>
        </pc:grpChg>
        <pc:graphicFrameChg chg="add">
          <ac:chgData name="José Alejandro Lorenty Herrera" userId="6b68ea8e0a56b4d4" providerId="LiveId" clId="{75F7D285-8B23-453A-AFC6-2BA729B1485A}" dt="2025-05-23T13:08:45.154" v="2905" actId="26606"/>
          <ac:graphicFrameMkLst>
            <pc:docMk/>
            <pc:sldMk cId="1285352527" sldId="290"/>
            <ac:graphicFrameMk id="5" creationId="{A53FC35C-237C-AFF6-21EF-4265D50B7A87}"/>
          </ac:graphicFrameMkLst>
        </pc:graphicFrameChg>
      </pc:sldChg>
      <pc:sldMasterChg chg="modTransition modSldLayout">
        <pc:chgData name="José Alejandro Lorenty Herrera" userId="6b68ea8e0a56b4d4" providerId="LiveId" clId="{75F7D285-8B23-453A-AFC6-2BA729B1485A}" dt="2025-05-23T12:18:19.443" v="896"/>
        <pc:sldMasterMkLst>
          <pc:docMk/>
          <pc:sldMasterMk cId="2706273304" sldId="2147483660"/>
        </pc:sldMasterMkLst>
        <pc:sldLayoutChg chg="modTransition">
          <pc:chgData name="José Alejandro Lorenty Herrera" userId="6b68ea8e0a56b4d4" providerId="LiveId" clId="{75F7D285-8B23-453A-AFC6-2BA729B1485A}" dt="2025-05-23T12:18:19.443" v="896"/>
          <pc:sldLayoutMkLst>
            <pc:docMk/>
            <pc:sldMasterMk cId="2706273304" sldId="2147483660"/>
            <pc:sldLayoutMk cId="809880291" sldId="2147483661"/>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889038189" sldId="2147483662"/>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2408011353" sldId="2147483663"/>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2859280766" sldId="2147483664"/>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1204058753" sldId="2147483665"/>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793019519" sldId="2147483666"/>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422293453" sldId="2147483667"/>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1029848546" sldId="2147483668"/>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759477821" sldId="2147483669"/>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33006429" sldId="2147483670"/>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2302429624" sldId="2147483671"/>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1326827899" sldId="2147483672"/>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842289026" sldId="2147483673"/>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421422205" sldId="2147483674"/>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2851072556" sldId="2147483675"/>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3161939550" sldId="2147483676"/>
          </pc:sldLayoutMkLst>
        </pc:sldLayoutChg>
        <pc:sldLayoutChg chg="modTransition">
          <pc:chgData name="José Alejandro Lorenty Herrera" userId="6b68ea8e0a56b4d4" providerId="LiveId" clId="{75F7D285-8B23-453A-AFC6-2BA729B1485A}" dt="2025-05-23T12:18:19.443" v="896"/>
          <pc:sldLayoutMkLst>
            <pc:docMk/>
            <pc:sldMasterMk cId="2706273304" sldId="2147483660"/>
            <pc:sldLayoutMk cId="1705543896" sldId="2147483677"/>
          </pc:sldLayoutMkLst>
        </pc:sldLayoutChg>
      </pc:sldMasterChg>
    </pc:docChg>
  </pc:docChgLst>
  <pc:docChgLst>
    <pc:chgData name="José Alejandro Lorenty Herrera" userId="6b68ea8e0a56b4d4" providerId="LiveId" clId="{7638AF5D-F751-4837-89CF-B67D20F91B20}"/>
    <pc:docChg chg="undo custSel addSld delSld modSld">
      <pc:chgData name="José Alejandro Lorenty Herrera" userId="6b68ea8e0a56b4d4" providerId="LiveId" clId="{7638AF5D-F751-4837-89CF-B67D20F91B20}" dt="2025-05-24T21:08:36.285" v="976"/>
      <pc:docMkLst>
        <pc:docMk/>
      </pc:docMkLst>
      <pc:sldChg chg="modSp mod">
        <pc:chgData name="José Alejandro Lorenty Herrera" userId="6b68ea8e0a56b4d4" providerId="LiveId" clId="{7638AF5D-F751-4837-89CF-B67D20F91B20}" dt="2025-05-23T19:34:36.984" v="0"/>
        <pc:sldMkLst>
          <pc:docMk/>
          <pc:sldMk cId="0" sldId="256"/>
        </pc:sldMkLst>
        <pc:spChg chg="mod">
          <ac:chgData name="José Alejandro Lorenty Herrera" userId="6b68ea8e0a56b4d4" providerId="LiveId" clId="{7638AF5D-F751-4837-89CF-B67D20F91B20}" dt="2025-05-23T19:34:36.984" v="0"/>
          <ac:spMkLst>
            <pc:docMk/>
            <pc:sldMk cId="0" sldId="256"/>
            <ac:spMk id="87" creationId="{00000000-0000-0000-0000-000000000000}"/>
          </ac:spMkLst>
        </pc:spChg>
      </pc:sldChg>
      <pc:sldChg chg="modSp mod">
        <pc:chgData name="José Alejandro Lorenty Herrera" userId="6b68ea8e0a56b4d4" providerId="LiveId" clId="{7638AF5D-F751-4837-89CF-B67D20F91B20}" dt="2025-05-23T19:36:41.169" v="17" actId="14100"/>
        <pc:sldMkLst>
          <pc:docMk/>
          <pc:sldMk cId="0" sldId="257"/>
        </pc:sldMkLst>
        <pc:spChg chg="mod">
          <ac:chgData name="José Alejandro Lorenty Herrera" userId="6b68ea8e0a56b4d4" providerId="LiveId" clId="{7638AF5D-F751-4837-89CF-B67D20F91B20}" dt="2025-05-23T19:36:25.288" v="12"/>
          <ac:spMkLst>
            <pc:docMk/>
            <pc:sldMk cId="0" sldId="257"/>
            <ac:spMk id="12" creationId="{AD570773-E209-EAC7-F15A-27758532A607}"/>
          </ac:spMkLst>
        </pc:spChg>
        <pc:spChg chg="mod">
          <ac:chgData name="José Alejandro Lorenty Herrera" userId="6b68ea8e0a56b4d4" providerId="LiveId" clId="{7638AF5D-F751-4837-89CF-B67D20F91B20}" dt="2025-05-23T19:36:16.478" v="10"/>
          <ac:spMkLst>
            <pc:docMk/>
            <pc:sldMk cId="0" sldId="257"/>
            <ac:spMk id="16" creationId="{2C72DFB1-FD3A-684B-4838-805A536F4C32}"/>
          </ac:spMkLst>
        </pc:spChg>
        <pc:spChg chg="mod">
          <ac:chgData name="José Alejandro Lorenty Herrera" userId="6b68ea8e0a56b4d4" providerId="LiveId" clId="{7638AF5D-F751-4837-89CF-B67D20F91B20}" dt="2025-05-23T19:36:03.708" v="8"/>
          <ac:spMkLst>
            <pc:docMk/>
            <pc:sldMk cId="0" sldId="257"/>
            <ac:spMk id="24" creationId="{4878B0EF-515C-9C2E-B8F1-D1ED40F111C7}"/>
          </ac:spMkLst>
        </pc:spChg>
        <pc:spChg chg="mod">
          <ac:chgData name="José Alejandro Lorenty Herrera" userId="6b68ea8e0a56b4d4" providerId="LiveId" clId="{7638AF5D-F751-4837-89CF-B67D20F91B20}" dt="2025-05-23T19:35:31.293" v="3"/>
          <ac:spMkLst>
            <pc:docMk/>
            <pc:sldMk cId="0" sldId="257"/>
            <ac:spMk id="28" creationId="{0620F0DA-4736-6652-90BC-299278A23299}"/>
          </ac:spMkLst>
        </pc:spChg>
        <pc:spChg chg="mod">
          <ac:chgData name="José Alejandro Lorenty Herrera" userId="6b68ea8e0a56b4d4" providerId="LiveId" clId="{7638AF5D-F751-4837-89CF-B67D20F91B20}" dt="2025-05-23T19:36:37.539" v="16"/>
          <ac:spMkLst>
            <pc:docMk/>
            <pc:sldMk cId="0" sldId="257"/>
            <ac:spMk id="98" creationId="{00000000-0000-0000-0000-000000000000}"/>
          </ac:spMkLst>
        </pc:spChg>
        <pc:grpChg chg="mod">
          <ac:chgData name="José Alejandro Lorenty Herrera" userId="6b68ea8e0a56b4d4" providerId="LiveId" clId="{7638AF5D-F751-4837-89CF-B67D20F91B20}" dt="2025-05-23T19:36:27.748" v="13" actId="14100"/>
          <ac:grpSpMkLst>
            <pc:docMk/>
            <pc:sldMk cId="0" sldId="257"/>
            <ac:grpSpMk id="10" creationId="{6E8552C1-DDF1-4ABD-5F96-B60781CD6C68}"/>
          </ac:grpSpMkLst>
        </pc:grpChg>
        <pc:grpChg chg="mod">
          <ac:chgData name="José Alejandro Lorenty Herrera" userId="6b68ea8e0a56b4d4" providerId="LiveId" clId="{7638AF5D-F751-4837-89CF-B67D20F91B20}" dt="2025-05-23T19:36:20.170" v="11" actId="14100"/>
          <ac:grpSpMkLst>
            <pc:docMk/>
            <pc:sldMk cId="0" sldId="257"/>
            <ac:grpSpMk id="14" creationId="{C5AA762B-A004-5E25-1690-EEB520FCCFA6}"/>
          </ac:grpSpMkLst>
        </pc:grpChg>
        <pc:grpChg chg="mod">
          <ac:chgData name="José Alejandro Lorenty Herrera" userId="6b68ea8e0a56b4d4" providerId="LiveId" clId="{7638AF5D-F751-4837-89CF-B67D20F91B20}" dt="2025-05-23T19:36:08.028" v="9" actId="14100"/>
          <ac:grpSpMkLst>
            <pc:docMk/>
            <pc:sldMk cId="0" sldId="257"/>
            <ac:grpSpMk id="22" creationId="{705C6ABC-AF47-4CB0-E688-D293EA0CDF2E}"/>
          </ac:grpSpMkLst>
        </pc:grpChg>
        <pc:grpChg chg="mod">
          <ac:chgData name="José Alejandro Lorenty Herrera" userId="6b68ea8e0a56b4d4" providerId="LiveId" clId="{7638AF5D-F751-4837-89CF-B67D20F91B20}" dt="2025-05-23T19:35:47.976" v="5" actId="14100"/>
          <ac:grpSpMkLst>
            <pc:docMk/>
            <pc:sldMk cId="0" sldId="257"/>
            <ac:grpSpMk id="26" creationId="{287C2518-078E-531A-BC03-5B1A4C947917}"/>
          </ac:grpSpMkLst>
        </pc:grpChg>
        <pc:grpChg chg="mod">
          <ac:chgData name="José Alejandro Lorenty Herrera" userId="6b68ea8e0a56b4d4" providerId="LiveId" clId="{7638AF5D-F751-4837-89CF-B67D20F91B20}" dt="2025-05-23T19:36:41.169" v="17" actId="14100"/>
          <ac:grpSpMkLst>
            <pc:docMk/>
            <pc:sldMk cId="0" sldId="257"/>
            <ac:grpSpMk id="96" creationId="{00000000-0000-0000-0000-000000000000}"/>
          </ac:grpSpMkLst>
        </pc:grpChg>
      </pc:sldChg>
      <pc:sldChg chg="modSp mod">
        <pc:chgData name="José Alejandro Lorenty Herrera" userId="6b68ea8e0a56b4d4" providerId="LiveId" clId="{7638AF5D-F751-4837-89CF-B67D20F91B20}" dt="2025-05-23T19:47:16.287" v="24" actId="113"/>
        <pc:sldMkLst>
          <pc:docMk/>
          <pc:sldMk cId="3758835378" sldId="271"/>
        </pc:sldMkLst>
        <pc:spChg chg="mod">
          <ac:chgData name="José Alejandro Lorenty Herrera" userId="6b68ea8e0a56b4d4" providerId="LiveId" clId="{7638AF5D-F751-4837-89CF-B67D20F91B20}" dt="2025-05-23T19:37:13.622" v="18"/>
          <ac:spMkLst>
            <pc:docMk/>
            <pc:sldMk cId="3758835378" sldId="271"/>
            <ac:spMk id="2" creationId="{070FA2D8-0262-A811-858D-1DB474094B67}"/>
          </ac:spMkLst>
        </pc:spChg>
        <pc:spChg chg="mod">
          <ac:chgData name="José Alejandro Lorenty Herrera" userId="6b68ea8e0a56b4d4" providerId="LiveId" clId="{7638AF5D-F751-4837-89CF-B67D20F91B20}" dt="2025-05-23T19:47:16.287" v="24" actId="113"/>
          <ac:spMkLst>
            <pc:docMk/>
            <pc:sldMk cId="3758835378" sldId="271"/>
            <ac:spMk id="3" creationId="{7379920C-76C9-6AC0-A586-0EB34D3858FD}"/>
          </ac:spMkLst>
        </pc:spChg>
      </pc:sldChg>
      <pc:sldChg chg="modSp mod">
        <pc:chgData name="José Alejandro Lorenty Herrera" userId="6b68ea8e0a56b4d4" providerId="LiveId" clId="{7638AF5D-F751-4837-89CF-B67D20F91B20}" dt="2025-05-23T19:47:46.379" v="27" actId="113"/>
        <pc:sldMkLst>
          <pc:docMk/>
          <pc:sldMk cId="2350886039" sldId="272"/>
        </pc:sldMkLst>
      </pc:sldChg>
      <pc:sldChg chg="del">
        <pc:chgData name="José Alejandro Lorenty Herrera" userId="6b68ea8e0a56b4d4" providerId="LiveId" clId="{7638AF5D-F751-4837-89CF-B67D20F91B20}" dt="2025-05-23T19:48:22.404" v="28" actId="47"/>
        <pc:sldMkLst>
          <pc:docMk/>
          <pc:sldMk cId="1665680874" sldId="273"/>
        </pc:sldMkLst>
      </pc:sldChg>
      <pc:sldChg chg="del">
        <pc:chgData name="José Alejandro Lorenty Herrera" userId="6b68ea8e0a56b4d4" providerId="LiveId" clId="{7638AF5D-F751-4837-89CF-B67D20F91B20}" dt="2025-05-23T20:04:24.319" v="276" actId="47"/>
        <pc:sldMkLst>
          <pc:docMk/>
          <pc:sldMk cId="3704742878" sldId="274"/>
        </pc:sldMkLst>
      </pc:sldChg>
      <pc:sldChg chg="del">
        <pc:chgData name="José Alejandro Lorenty Herrera" userId="6b68ea8e0a56b4d4" providerId="LiveId" clId="{7638AF5D-F751-4837-89CF-B67D20F91B20}" dt="2025-05-23T20:04:25.031" v="277" actId="47"/>
        <pc:sldMkLst>
          <pc:docMk/>
          <pc:sldMk cId="3076361770" sldId="275"/>
        </pc:sldMkLst>
      </pc:sldChg>
      <pc:sldChg chg="del">
        <pc:chgData name="José Alejandro Lorenty Herrera" userId="6b68ea8e0a56b4d4" providerId="LiveId" clId="{7638AF5D-F751-4837-89CF-B67D20F91B20}" dt="2025-05-23T20:04:25.681" v="278" actId="47"/>
        <pc:sldMkLst>
          <pc:docMk/>
          <pc:sldMk cId="1118840385" sldId="276"/>
        </pc:sldMkLst>
      </pc:sldChg>
      <pc:sldChg chg="addSp delSp modSp mod setBg chgLayout">
        <pc:chgData name="José Alejandro Lorenty Herrera" userId="6b68ea8e0a56b4d4" providerId="LiveId" clId="{7638AF5D-F751-4837-89CF-B67D20F91B20}" dt="2025-05-24T21:06:30.898" v="972" actId="14100"/>
        <pc:sldMkLst>
          <pc:docMk/>
          <pc:sldMk cId="430156373" sldId="278"/>
        </pc:sldMkLst>
        <pc:spChg chg="mod ord">
          <ac:chgData name="José Alejandro Lorenty Herrera" userId="6b68ea8e0a56b4d4" providerId="LiveId" clId="{7638AF5D-F751-4837-89CF-B67D20F91B20}" dt="2025-05-24T21:06:16.552" v="968" actId="26606"/>
          <ac:spMkLst>
            <pc:docMk/>
            <pc:sldMk cId="430156373" sldId="278"/>
            <ac:spMk id="2" creationId="{86AD9C4C-9A6D-0563-2ECB-205B8916AA89}"/>
          </ac:spMkLst>
        </pc:spChg>
      </pc:sldChg>
      <pc:sldChg chg="modSp modTransition">
        <pc:chgData name="José Alejandro Lorenty Herrera" userId="6b68ea8e0a56b4d4" providerId="LiveId" clId="{7638AF5D-F751-4837-89CF-B67D20F91B20}" dt="2025-05-24T21:08:36.285" v="976"/>
        <pc:sldMkLst>
          <pc:docMk/>
          <pc:sldMk cId="3775530301" sldId="279"/>
        </pc:sldMkLst>
        <pc:graphicFrameChg chg="mod">
          <ac:chgData name="José Alejandro Lorenty Herrera" userId="6b68ea8e0a56b4d4" providerId="LiveId" clId="{7638AF5D-F751-4837-89CF-B67D20F91B20}" dt="2025-05-24T21:04:10.322" v="951"/>
          <ac:graphicFrameMkLst>
            <pc:docMk/>
            <pc:sldMk cId="3775530301" sldId="279"/>
            <ac:graphicFrameMk id="5" creationId="{95AEEF6B-008C-49C0-DB75-C00443894168}"/>
          </ac:graphicFrameMkLst>
        </pc:graphicFrameChg>
      </pc:sldChg>
      <pc:sldChg chg="del">
        <pc:chgData name="José Alejandro Lorenty Herrera" userId="6b68ea8e0a56b4d4" providerId="LiveId" clId="{7638AF5D-F751-4837-89CF-B67D20F91B20}" dt="2025-05-23T20:04:26.649" v="279" actId="47"/>
        <pc:sldMkLst>
          <pc:docMk/>
          <pc:sldMk cId="3467193803" sldId="280"/>
        </pc:sldMkLst>
      </pc:sldChg>
      <pc:sldChg chg="del">
        <pc:chgData name="José Alejandro Lorenty Herrera" userId="6b68ea8e0a56b4d4" providerId="LiveId" clId="{7638AF5D-F751-4837-89CF-B67D20F91B20}" dt="2025-05-23T20:04:19.796" v="271" actId="47"/>
        <pc:sldMkLst>
          <pc:docMk/>
          <pc:sldMk cId="1267276018" sldId="281"/>
        </pc:sldMkLst>
      </pc:sldChg>
      <pc:sldChg chg="del">
        <pc:chgData name="José Alejandro Lorenty Herrera" userId="6b68ea8e0a56b4d4" providerId="LiveId" clId="{7638AF5D-F751-4837-89CF-B67D20F91B20}" dt="2025-05-23T20:04:20.539" v="272" actId="47"/>
        <pc:sldMkLst>
          <pc:docMk/>
          <pc:sldMk cId="1117442949" sldId="282"/>
        </pc:sldMkLst>
      </pc:sldChg>
      <pc:sldChg chg="del">
        <pc:chgData name="José Alejandro Lorenty Herrera" userId="6b68ea8e0a56b4d4" providerId="LiveId" clId="{7638AF5D-F751-4837-89CF-B67D20F91B20}" dt="2025-05-23T20:04:21.301" v="273" actId="47"/>
        <pc:sldMkLst>
          <pc:docMk/>
          <pc:sldMk cId="2074110106" sldId="283"/>
        </pc:sldMkLst>
      </pc:sldChg>
      <pc:sldChg chg="del">
        <pc:chgData name="José Alejandro Lorenty Herrera" userId="6b68ea8e0a56b4d4" providerId="LiveId" clId="{7638AF5D-F751-4837-89CF-B67D20F91B20}" dt="2025-05-23T20:04:22.140" v="274" actId="47"/>
        <pc:sldMkLst>
          <pc:docMk/>
          <pc:sldMk cId="841594475" sldId="284"/>
        </pc:sldMkLst>
      </pc:sldChg>
      <pc:sldChg chg="del">
        <pc:chgData name="José Alejandro Lorenty Herrera" userId="6b68ea8e0a56b4d4" providerId="LiveId" clId="{7638AF5D-F751-4837-89CF-B67D20F91B20}" dt="2025-05-23T20:04:22.936" v="275" actId="47"/>
        <pc:sldMkLst>
          <pc:docMk/>
          <pc:sldMk cId="3791011076" sldId="285"/>
        </pc:sldMkLst>
      </pc:sldChg>
      <pc:sldChg chg="del">
        <pc:chgData name="José Alejandro Lorenty Herrera" userId="6b68ea8e0a56b4d4" providerId="LiveId" clId="{7638AF5D-F751-4837-89CF-B67D20F91B20}" dt="2025-05-23T20:04:27.595" v="280" actId="47"/>
        <pc:sldMkLst>
          <pc:docMk/>
          <pc:sldMk cId="3189855955" sldId="286"/>
        </pc:sldMkLst>
      </pc:sldChg>
      <pc:sldChg chg="del">
        <pc:chgData name="José Alejandro Lorenty Herrera" userId="6b68ea8e0a56b4d4" providerId="LiveId" clId="{7638AF5D-F751-4837-89CF-B67D20F91B20}" dt="2025-05-23T20:04:28.322" v="281" actId="47"/>
        <pc:sldMkLst>
          <pc:docMk/>
          <pc:sldMk cId="1069595534" sldId="287"/>
        </pc:sldMkLst>
      </pc:sldChg>
      <pc:sldChg chg="del">
        <pc:chgData name="José Alejandro Lorenty Herrera" userId="6b68ea8e0a56b4d4" providerId="LiveId" clId="{7638AF5D-F751-4837-89CF-B67D20F91B20}" dt="2025-05-23T20:04:29.092" v="282" actId="47"/>
        <pc:sldMkLst>
          <pc:docMk/>
          <pc:sldMk cId="3076395884" sldId="288"/>
        </pc:sldMkLst>
      </pc:sldChg>
      <pc:sldChg chg="modSp mod">
        <pc:chgData name="José Alejandro Lorenty Herrera" userId="6b68ea8e0a56b4d4" providerId="LiveId" clId="{7638AF5D-F751-4837-89CF-B67D20F91B20}" dt="2025-05-24T21:02:55.999" v="943" actId="14100"/>
        <pc:sldMkLst>
          <pc:docMk/>
          <pc:sldMk cId="1285352527" sldId="290"/>
        </pc:sldMkLst>
        <pc:graphicFrameChg chg="mod">
          <ac:chgData name="José Alejandro Lorenty Herrera" userId="6b68ea8e0a56b4d4" providerId="LiveId" clId="{7638AF5D-F751-4837-89CF-B67D20F91B20}" dt="2025-05-24T21:02:55.999" v="943" actId="14100"/>
          <ac:graphicFrameMkLst>
            <pc:docMk/>
            <pc:sldMk cId="1285352527" sldId="290"/>
            <ac:graphicFrameMk id="5" creationId="{A53FC35C-237C-AFF6-21EF-4265D50B7A87}"/>
          </ac:graphicFrameMkLst>
        </pc:graphicFrameChg>
      </pc:sldChg>
      <pc:sldChg chg="addSp delSp modSp add mod modTransition setBg">
        <pc:chgData name="José Alejandro Lorenty Herrera" userId="6b68ea8e0a56b4d4" providerId="LiveId" clId="{7638AF5D-F751-4837-89CF-B67D20F91B20}" dt="2025-05-23T19:56:12.366" v="238"/>
        <pc:sldMkLst>
          <pc:docMk/>
          <pc:sldMk cId="897256330" sldId="291"/>
        </pc:sldMkLst>
      </pc:sldChg>
      <pc:sldChg chg="addSp delSp modSp add mod modTransition">
        <pc:chgData name="José Alejandro Lorenty Herrera" userId="6b68ea8e0a56b4d4" providerId="LiveId" clId="{7638AF5D-F751-4837-89CF-B67D20F91B20}" dt="2025-05-23T19:58:05.557" v="249"/>
        <pc:sldMkLst>
          <pc:docMk/>
          <pc:sldMk cId="229504" sldId="292"/>
        </pc:sldMkLst>
      </pc:sldChg>
      <pc:sldChg chg="addSp delSp modSp add mod">
        <pc:chgData name="José Alejandro Lorenty Herrera" userId="6b68ea8e0a56b4d4" providerId="LiveId" clId="{7638AF5D-F751-4837-89CF-B67D20F91B20}" dt="2025-05-23T20:00:01.645" v="270" actId="1076"/>
        <pc:sldMkLst>
          <pc:docMk/>
          <pc:sldMk cId="492654128" sldId="293"/>
        </pc:sldMkLst>
      </pc:sldChg>
      <pc:sldChg chg="new del">
        <pc:chgData name="José Alejandro Lorenty Herrera" userId="6b68ea8e0a56b4d4" providerId="LiveId" clId="{7638AF5D-F751-4837-89CF-B67D20F91B20}" dt="2025-05-23T20:05:08.616" v="284" actId="680"/>
        <pc:sldMkLst>
          <pc:docMk/>
          <pc:sldMk cId="986967810" sldId="294"/>
        </pc:sldMkLst>
      </pc:sldChg>
      <pc:sldChg chg="delSp modSp add mod setBg delDesignElem">
        <pc:chgData name="José Alejandro Lorenty Herrera" userId="6b68ea8e0a56b4d4" providerId="LiveId" clId="{7638AF5D-F751-4837-89CF-B67D20F91B20}" dt="2025-05-24T20:04:44.544" v="672" actId="20577"/>
        <pc:sldMkLst>
          <pc:docMk/>
          <pc:sldMk cId="3854854051" sldId="294"/>
        </pc:sldMkLst>
      </pc:sldChg>
      <pc:sldChg chg="addSp delSp modSp new mod setBg">
        <pc:chgData name="José Alejandro Lorenty Herrera" userId="6b68ea8e0a56b4d4" providerId="LiveId" clId="{7638AF5D-F751-4837-89CF-B67D20F91B20}" dt="2025-05-24T20:06:02.059" v="767" actId="26606"/>
        <pc:sldMkLst>
          <pc:docMk/>
          <pc:sldMk cId="307748883" sldId="295"/>
        </pc:sldMkLst>
      </pc:sldChg>
      <pc:sldChg chg="modSp new mod">
        <pc:chgData name="José Alejandro Lorenty Herrera" userId="6b68ea8e0a56b4d4" providerId="LiveId" clId="{7638AF5D-F751-4837-89CF-B67D20F91B20}" dt="2025-05-24T20:20:20.881" v="909" actId="20577"/>
        <pc:sldMkLst>
          <pc:docMk/>
          <pc:sldMk cId="3695742359" sldId="296"/>
        </pc:sldMkLst>
      </pc:sldChg>
      <pc:sldChg chg="addSp delSp modSp add mod">
        <pc:chgData name="José Alejandro Lorenty Herrera" userId="6b68ea8e0a56b4d4" providerId="LiveId" clId="{7638AF5D-F751-4837-89CF-B67D20F91B20}" dt="2025-05-24T20:20:32.110" v="911"/>
        <pc:sldMkLst>
          <pc:docMk/>
          <pc:sldMk cId="326094866" sldId="297"/>
        </pc:sldMkLst>
      </pc:sldChg>
      <pc:sldChg chg="modSp add mod">
        <pc:chgData name="José Alejandro Lorenty Herrera" userId="6b68ea8e0a56b4d4" providerId="LiveId" clId="{7638AF5D-F751-4837-89CF-B67D20F91B20}" dt="2025-05-24T21:02:39.010" v="941" actId="20577"/>
        <pc:sldMkLst>
          <pc:docMk/>
          <pc:sldMk cId="1914963071" sldId="298"/>
        </pc:sldMkLst>
      </pc:sldChg>
      <pc:sldChg chg="addSp delSp modSp add mod modTransition setBg">
        <pc:chgData name="José Alejandro Lorenty Herrera" userId="6b68ea8e0a56b4d4" providerId="LiveId" clId="{7638AF5D-F751-4837-89CF-B67D20F91B20}" dt="2025-05-24T21:07:10.385" v="973"/>
        <pc:sldMkLst>
          <pc:docMk/>
          <pc:sldMk cId="499609419" sldId="299"/>
        </pc:sldMkLst>
      </pc:sldChg>
      <pc:sldChg chg="addSp delSp modSp add del mod">
        <pc:chgData name="José Alejandro Lorenty Herrera" userId="6b68ea8e0a56b4d4" providerId="LiveId" clId="{7638AF5D-F751-4837-89CF-B67D20F91B20}" dt="2025-05-24T20:14:18.823" v="877" actId="47"/>
        <pc:sldMkLst>
          <pc:docMk/>
          <pc:sldMk cId="664758207" sldId="300"/>
        </pc:sldMkLst>
      </pc:sldChg>
      <pc:sldChg chg="addSp modSp add mod modTransition">
        <pc:chgData name="José Alejandro Lorenty Herrera" userId="6b68ea8e0a56b4d4" providerId="LiveId" clId="{7638AF5D-F751-4837-89CF-B67D20F91B20}" dt="2025-05-24T21:07:20.866" v="974"/>
        <pc:sldMkLst>
          <pc:docMk/>
          <pc:sldMk cId="2138013092" sldId="300"/>
        </pc:sldMkLst>
      </pc:sldChg>
      <pc:sldChg chg="modSp add mod modTransition">
        <pc:chgData name="José Alejandro Lorenty Herrera" userId="6b68ea8e0a56b4d4" providerId="LiveId" clId="{7638AF5D-F751-4837-89CF-B67D20F91B20}" dt="2025-05-24T21:07:27.389" v="975"/>
        <pc:sldMkLst>
          <pc:docMk/>
          <pc:sldMk cId="2311178563" sldId="301"/>
        </pc:sldMkLst>
      </pc:sldChg>
      <pc:sldChg chg="addSp delSp modSp new mod setBg">
        <pc:chgData name="José Alejandro Lorenty Herrera" userId="6b68ea8e0a56b4d4" providerId="LiveId" clId="{7638AF5D-F751-4837-89CF-B67D20F91B20}" dt="2025-05-24T20:22:56.864" v="926" actId="26606"/>
        <pc:sldMkLst>
          <pc:docMk/>
          <pc:sldMk cId="4201728307" sldId="302"/>
        </pc:sldMkLst>
      </pc:sldChg>
      <pc:sldChg chg="addSp delSp modSp new mod setBg">
        <pc:chgData name="José Alejandro Lorenty Herrera" userId="6b68ea8e0a56b4d4" providerId="LiveId" clId="{7638AF5D-F751-4837-89CF-B67D20F91B20}" dt="2025-05-24T20:23:18.108" v="930" actId="26606"/>
        <pc:sldMkLst>
          <pc:docMk/>
          <pc:sldMk cId="1991582755" sldId="303"/>
        </pc:sldMkLst>
      </pc:sldChg>
      <pc:sldChg chg="addSp delSp modSp new mod setBg">
        <pc:chgData name="José Alejandro Lorenty Herrera" userId="6b68ea8e0a56b4d4" providerId="LiveId" clId="{7638AF5D-F751-4837-89CF-B67D20F91B20}" dt="2025-05-24T20:23:40.649" v="933" actId="26606"/>
        <pc:sldMkLst>
          <pc:docMk/>
          <pc:sldMk cId="871053208" sldId="304"/>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5.svg"/></Relationships>
</file>

<file path=ppt/diagrams/_rels/data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5.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2F08A3-0BA1-43CD-9A5A-FACC0191806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3A35E25-9FD3-4C78-A3AE-3E1ECCEDFD69}">
      <dgm:prSet/>
      <dgm:spPr/>
      <dgm:t>
        <a:bodyPr/>
        <a:lstStyle/>
        <a:p>
          <a:pPr>
            <a:lnSpc>
              <a:spcPct val="100000"/>
            </a:lnSpc>
          </a:pPr>
          <a:r>
            <a:rPr lang="es-GT" b="1"/>
            <a:t>Objetivo y Uso</a:t>
          </a:r>
          <a:r>
            <a:rPr lang="es-GT"/>
            <a:t>: MDX es un lenguaje de consulta diseñado para trabajar con cubos OLAP. Es extremadamente poderoso para realizar consultas complejas en bases de datos multidimensionales, permitiendo analizar datos agregados desde múltiples perspectivas.</a:t>
          </a:r>
          <a:endParaRPr lang="en-US"/>
        </a:p>
      </dgm:t>
    </dgm:pt>
    <dgm:pt modelId="{E8D14A6D-3705-456F-9EF3-E64420E805B5}" type="parTrans" cxnId="{973BEDA7-5089-4571-9DB8-932C7630B95B}">
      <dgm:prSet/>
      <dgm:spPr/>
      <dgm:t>
        <a:bodyPr/>
        <a:lstStyle/>
        <a:p>
          <a:endParaRPr lang="en-US"/>
        </a:p>
      </dgm:t>
    </dgm:pt>
    <dgm:pt modelId="{FDBD08B3-F9A6-4B7E-82E7-AA83B2749BAF}" type="sibTrans" cxnId="{973BEDA7-5089-4571-9DB8-932C7630B95B}">
      <dgm:prSet/>
      <dgm:spPr/>
      <dgm:t>
        <a:bodyPr/>
        <a:lstStyle/>
        <a:p>
          <a:endParaRPr lang="en-US"/>
        </a:p>
      </dgm:t>
    </dgm:pt>
    <dgm:pt modelId="{047E5E3D-545A-4D38-8F3C-24DC79659A3B}">
      <dgm:prSet/>
      <dgm:spPr/>
      <dgm:t>
        <a:bodyPr/>
        <a:lstStyle/>
        <a:p>
          <a:pPr>
            <a:lnSpc>
              <a:spcPct val="100000"/>
            </a:lnSpc>
          </a:pPr>
          <a:r>
            <a:rPr lang="es-GT" b="1"/>
            <a:t>Características</a:t>
          </a:r>
          <a:r>
            <a:rPr lang="es-GT"/>
            <a:t>: MDX permite la navegación por jerarquías y dimensiones de forma muy detallada. Puedes definir cálculos complicados que son evaluados en el servidor OLAP, lo que es eficiente para manejar grandes conjuntos de datos.</a:t>
          </a:r>
          <a:endParaRPr lang="en-US"/>
        </a:p>
      </dgm:t>
    </dgm:pt>
    <dgm:pt modelId="{2E7049C4-669D-4A58-9023-125E0CBC950B}" type="parTrans" cxnId="{23A48B84-C51E-42DA-8FAA-A04D099F534A}">
      <dgm:prSet/>
      <dgm:spPr/>
      <dgm:t>
        <a:bodyPr/>
        <a:lstStyle/>
        <a:p>
          <a:endParaRPr lang="en-US"/>
        </a:p>
      </dgm:t>
    </dgm:pt>
    <dgm:pt modelId="{EE97FF67-B8A9-4A73-9ED5-5A013F5EF5CD}" type="sibTrans" cxnId="{23A48B84-C51E-42DA-8FAA-A04D099F534A}">
      <dgm:prSet/>
      <dgm:spPr/>
      <dgm:t>
        <a:bodyPr/>
        <a:lstStyle/>
        <a:p>
          <a:endParaRPr lang="en-US"/>
        </a:p>
      </dgm:t>
    </dgm:pt>
    <dgm:pt modelId="{5D90B1B4-3C60-4D4F-8BCA-E75A16485FD9}">
      <dgm:prSet/>
      <dgm:spPr/>
      <dgm:t>
        <a:bodyPr/>
        <a:lstStyle/>
        <a:p>
          <a:pPr>
            <a:lnSpc>
              <a:spcPct val="100000"/>
            </a:lnSpc>
          </a:pPr>
          <a:r>
            <a:rPr lang="es-GT" b="1"/>
            <a:t>Compatibilidad</a:t>
          </a:r>
          <a:r>
            <a:rPr lang="es-GT"/>
            <a:t>: MDX es utilizado ampliamente en herramientas tradicionales de BI como Microsoft SQL Server Analysis Services (SSAS) en el modo multidimensional y otras plataformas OLAP.</a:t>
          </a:r>
          <a:endParaRPr lang="en-US"/>
        </a:p>
      </dgm:t>
    </dgm:pt>
    <dgm:pt modelId="{5C8308E3-2F04-4B7B-90F4-51FE64D6140D}" type="parTrans" cxnId="{70ACB976-6194-4385-BB00-220BDD7571DD}">
      <dgm:prSet/>
      <dgm:spPr/>
      <dgm:t>
        <a:bodyPr/>
        <a:lstStyle/>
        <a:p>
          <a:endParaRPr lang="en-US"/>
        </a:p>
      </dgm:t>
    </dgm:pt>
    <dgm:pt modelId="{2215D4B1-8A8C-4CC6-9340-90B2C4A1EB07}" type="sibTrans" cxnId="{70ACB976-6194-4385-BB00-220BDD7571DD}">
      <dgm:prSet/>
      <dgm:spPr/>
      <dgm:t>
        <a:bodyPr/>
        <a:lstStyle/>
        <a:p>
          <a:endParaRPr lang="en-US"/>
        </a:p>
      </dgm:t>
    </dgm:pt>
    <dgm:pt modelId="{49F374DD-F49D-4839-85C9-6A4EAE9586E6}" type="pres">
      <dgm:prSet presAssocID="{272F08A3-0BA1-43CD-9A5A-FACC0191806A}" presName="root" presStyleCnt="0">
        <dgm:presLayoutVars>
          <dgm:dir/>
          <dgm:resizeHandles val="exact"/>
        </dgm:presLayoutVars>
      </dgm:prSet>
      <dgm:spPr/>
    </dgm:pt>
    <dgm:pt modelId="{10A09889-25B3-4643-A11C-E77D5510E73D}" type="pres">
      <dgm:prSet presAssocID="{33A35E25-9FD3-4C78-A3AE-3E1ECCEDFD69}" presName="compNode" presStyleCnt="0"/>
      <dgm:spPr/>
    </dgm:pt>
    <dgm:pt modelId="{C540A009-7D11-47BF-B1C0-B4C7AB90F41F}" type="pres">
      <dgm:prSet presAssocID="{33A35E25-9FD3-4C78-A3AE-3E1ECCEDFD69}" presName="bgRect" presStyleLbl="bgShp" presStyleIdx="0" presStyleCnt="3"/>
      <dgm:spPr/>
    </dgm:pt>
    <dgm:pt modelId="{63EFB862-7DCA-4D73-BCA9-B0EEB4CE061C}" type="pres">
      <dgm:prSet presAssocID="{33A35E25-9FD3-4C78-A3AE-3E1ECCEDFD6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at"/>
        </a:ext>
      </dgm:extLst>
    </dgm:pt>
    <dgm:pt modelId="{3A1ECD44-03A5-450C-A339-FAAFAC8A47C5}" type="pres">
      <dgm:prSet presAssocID="{33A35E25-9FD3-4C78-A3AE-3E1ECCEDFD69}" presName="spaceRect" presStyleCnt="0"/>
      <dgm:spPr/>
    </dgm:pt>
    <dgm:pt modelId="{787BF330-4F65-42E1-A18A-5BD70A51B571}" type="pres">
      <dgm:prSet presAssocID="{33A35E25-9FD3-4C78-A3AE-3E1ECCEDFD69}" presName="parTx" presStyleLbl="revTx" presStyleIdx="0" presStyleCnt="3">
        <dgm:presLayoutVars>
          <dgm:chMax val="0"/>
          <dgm:chPref val="0"/>
        </dgm:presLayoutVars>
      </dgm:prSet>
      <dgm:spPr/>
    </dgm:pt>
    <dgm:pt modelId="{8B0B375F-41C9-469E-99FD-58E280FD03B3}" type="pres">
      <dgm:prSet presAssocID="{FDBD08B3-F9A6-4B7E-82E7-AA83B2749BAF}" presName="sibTrans" presStyleCnt="0"/>
      <dgm:spPr/>
    </dgm:pt>
    <dgm:pt modelId="{500B1B94-D2EC-4065-97D9-92720E93F838}" type="pres">
      <dgm:prSet presAssocID="{047E5E3D-545A-4D38-8F3C-24DC79659A3B}" presName="compNode" presStyleCnt="0"/>
      <dgm:spPr/>
    </dgm:pt>
    <dgm:pt modelId="{64A044C2-28AE-4EEC-8FE7-E43353AEFE54}" type="pres">
      <dgm:prSet presAssocID="{047E5E3D-545A-4D38-8F3C-24DC79659A3B}" presName="bgRect" presStyleLbl="bgShp" presStyleIdx="1" presStyleCnt="3"/>
      <dgm:spPr/>
    </dgm:pt>
    <dgm:pt modelId="{6F7752C4-8058-4A1A-A006-777E58E30347}" type="pres">
      <dgm:prSet presAssocID="{047E5E3D-545A-4D38-8F3C-24DC79659A3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cument"/>
        </a:ext>
      </dgm:extLst>
    </dgm:pt>
    <dgm:pt modelId="{9CCAF134-F512-4B8C-8BA1-E8BCFE59D5F1}" type="pres">
      <dgm:prSet presAssocID="{047E5E3D-545A-4D38-8F3C-24DC79659A3B}" presName="spaceRect" presStyleCnt="0"/>
      <dgm:spPr/>
    </dgm:pt>
    <dgm:pt modelId="{0323C560-E825-4258-997C-D4E59C35493A}" type="pres">
      <dgm:prSet presAssocID="{047E5E3D-545A-4D38-8F3C-24DC79659A3B}" presName="parTx" presStyleLbl="revTx" presStyleIdx="1" presStyleCnt="3">
        <dgm:presLayoutVars>
          <dgm:chMax val="0"/>
          <dgm:chPref val="0"/>
        </dgm:presLayoutVars>
      </dgm:prSet>
      <dgm:spPr/>
    </dgm:pt>
    <dgm:pt modelId="{3C9F1353-50F0-4370-9A26-7640CED6B12D}" type="pres">
      <dgm:prSet presAssocID="{EE97FF67-B8A9-4A73-9ED5-5A013F5EF5CD}" presName="sibTrans" presStyleCnt="0"/>
      <dgm:spPr/>
    </dgm:pt>
    <dgm:pt modelId="{4BB75447-2778-413F-9952-39E4BF1FD4EA}" type="pres">
      <dgm:prSet presAssocID="{5D90B1B4-3C60-4D4F-8BCA-E75A16485FD9}" presName="compNode" presStyleCnt="0"/>
      <dgm:spPr/>
    </dgm:pt>
    <dgm:pt modelId="{83F0204B-1B30-408C-AC0B-AC8EC86A61B7}" type="pres">
      <dgm:prSet presAssocID="{5D90B1B4-3C60-4D4F-8BCA-E75A16485FD9}" presName="bgRect" presStyleLbl="bgShp" presStyleIdx="2" presStyleCnt="3"/>
      <dgm:spPr/>
    </dgm:pt>
    <dgm:pt modelId="{FD3990A6-404D-42B0-97BD-8D90401A58EF}" type="pres">
      <dgm:prSet presAssocID="{5D90B1B4-3C60-4D4F-8BCA-E75A16485FD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09350988-79A4-4925-A726-5B6658973875}" type="pres">
      <dgm:prSet presAssocID="{5D90B1B4-3C60-4D4F-8BCA-E75A16485FD9}" presName="spaceRect" presStyleCnt="0"/>
      <dgm:spPr/>
    </dgm:pt>
    <dgm:pt modelId="{4D7AA178-F0A2-4E56-8651-A55B9F0B7656}" type="pres">
      <dgm:prSet presAssocID="{5D90B1B4-3C60-4D4F-8BCA-E75A16485FD9}" presName="parTx" presStyleLbl="revTx" presStyleIdx="2" presStyleCnt="3">
        <dgm:presLayoutVars>
          <dgm:chMax val="0"/>
          <dgm:chPref val="0"/>
        </dgm:presLayoutVars>
      </dgm:prSet>
      <dgm:spPr/>
    </dgm:pt>
  </dgm:ptLst>
  <dgm:cxnLst>
    <dgm:cxn modelId="{387B2E74-22E0-47A5-A88C-2505135AA184}" type="presOf" srcId="{047E5E3D-545A-4D38-8F3C-24DC79659A3B}" destId="{0323C560-E825-4258-997C-D4E59C35493A}" srcOrd="0" destOrd="0" presId="urn:microsoft.com/office/officeart/2018/2/layout/IconVerticalSolidList"/>
    <dgm:cxn modelId="{70ACB976-6194-4385-BB00-220BDD7571DD}" srcId="{272F08A3-0BA1-43CD-9A5A-FACC0191806A}" destId="{5D90B1B4-3C60-4D4F-8BCA-E75A16485FD9}" srcOrd="2" destOrd="0" parTransId="{5C8308E3-2F04-4B7B-90F4-51FE64D6140D}" sibTransId="{2215D4B1-8A8C-4CC6-9340-90B2C4A1EB07}"/>
    <dgm:cxn modelId="{23A48B84-C51E-42DA-8FAA-A04D099F534A}" srcId="{272F08A3-0BA1-43CD-9A5A-FACC0191806A}" destId="{047E5E3D-545A-4D38-8F3C-24DC79659A3B}" srcOrd="1" destOrd="0" parTransId="{2E7049C4-669D-4A58-9023-125E0CBC950B}" sibTransId="{EE97FF67-B8A9-4A73-9ED5-5A013F5EF5CD}"/>
    <dgm:cxn modelId="{48FE0899-F7F8-4B2B-BA9C-A9481D753B38}" type="presOf" srcId="{5D90B1B4-3C60-4D4F-8BCA-E75A16485FD9}" destId="{4D7AA178-F0A2-4E56-8651-A55B9F0B7656}" srcOrd="0" destOrd="0" presId="urn:microsoft.com/office/officeart/2018/2/layout/IconVerticalSolidList"/>
    <dgm:cxn modelId="{973BEDA7-5089-4571-9DB8-932C7630B95B}" srcId="{272F08A3-0BA1-43CD-9A5A-FACC0191806A}" destId="{33A35E25-9FD3-4C78-A3AE-3E1ECCEDFD69}" srcOrd="0" destOrd="0" parTransId="{E8D14A6D-3705-456F-9EF3-E64420E805B5}" sibTransId="{FDBD08B3-F9A6-4B7E-82E7-AA83B2749BAF}"/>
    <dgm:cxn modelId="{A59509A8-D1A2-43EB-8F1F-3D54E79BC6B9}" type="presOf" srcId="{272F08A3-0BA1-43CD-9A5A-FACC0191806A}" destId="{49F374DD-F49D-4839-85C9-6A4EAE9586E6}" srcOrd="0" destOrd="0" presId="urn:microsoft.com/office/officeart/2018/2/layout/IconVerticalSolidList"/>
    <dgm:cxn modelId="{BFCACEAB-8F98-4E3A-B26A-661DBDE51814}" type="presOf" srcId="{33A35E25-9FD3-4C78-A3AE-3E1ECCEDFD69}" destId="{787BF330-4F65-42E1-A18A-5BD70A51B571}" srcOrd="0" destOrd="0" presId="urn:microsoft.com/office/officeart/2018/2/layout/IconVerticalSolidList"/>
    <dgm:cxn modelId="{54FA49A2-3566-44C2-9A26-FFD8EAF80E99}" type="presParOf" srcId="{49F374DD-F49D-4839-85C9-6A4EAE9586E6}" destId="{10A09889-25B3-4643-A11C-E77D5510E73D}" srcOrd="0" destOrd="0" presId="urn:microsoft.com/office/officeart/2018/2/layout/IconVerticalSolidList"/>
    <dgm:cxn modelId="{007E69E0-7932-4E10-BEE0-F238419F5577}" type="presParOf" srcId="{10A09889-25B3-4643-A11C-E77D5510E73D}" destId="{C540A009-7D11-47BF-B1C0-B4C7AB90F41F}" srcOrd="0" destOrd="0" presId="urn:microsoft.com/office/officeart/2018/2/layout/IconVerticalSolidList"/>
    <dgm:cxn modelId="{700B1738-EF66-4BED-9501-17596DE64178}" type="presParOf" srcId="{10A09889-25B3-4643-A11C-E77D5510E73D}" destId="{63EFB862-7DCA-4D73-BCA9-B0EEB4CE061C}" srcOrd="1" destOrd="0" presId="urn:microsoft.com/office/officeart/2018/2/layout/IconVerticalSolidList"/>
    <dgm:cxn modelId="{0C89E2E9-4FFE-4FED-9E89-CA8A8774906C}" type="presParOf" srcId="{10A09889-25B3-4643-A11C-E77D5510E73D}" destId="{3A1ECD44-03A5-450C-A339-FAAFAC8A47C5}" srcOrd="2" destOrd="0" presId="urn:microsoft.com/office/officeart/2018/2/layout/IconVerticalSolidList"/>
    <dgm:cxn modelId="{FF406FA5-61A9-4BB9-88C6-FBDBCF546D16}" type="presParOf" srcId="{10A09889-25B3-4643-A11C-E77D5510E73D}" destId="{787BF330-4F65-42E1-A18A-5BD70A51B571}" srcOrd="3" destOrd="0" presId="urn:microsoft.com/office/officeart/2018/2/layout/IconVerticalSolidList"/>
    <dgm:cxn modelId="{DD8004FE-AD73-4ED7-A9A9-9673CB43B381}" type="presParOf" srcId="{49F374DD-F49D-4839-85C9-6A4EAE9586E6}" destId="{8B0B375F-41C9-469E-99FD-58E280FD03B3}" srcOrd="1" destOrd="0" presId="urn:microsoft.com/office/officeart/2018/2/layout/IconVerticalSolidList"/>
    <dgm:cxn modelId="{855136FA-C290-4C7C-84E9-BF0C45044116}" type="presParOf" srcId="{49F374DD-F49D-4839-85C9-6A4EAE9586E6}" destId="{500B1B94-D2EC-4065-97D9-92720E93F838}" srcOrd="2" destOrd="0" presId="urn:microsoft.com/office/officeart/2018/2/layout/IconVerticalSolidList"/>
    <dgm:cxn modelId="{1E3CF679-0A03-4053-A27F-88932B2B9367}" type="presParOf" srcId="{500B1B94-D2EC-4065-97D9-92720E93F838}" destId="{64A044C2-28AE-4EEC-8FE7-E43353AEFE54}" srcOrd="0" destOrd="0" presId="urn:microsoft.com/office/officeart/2018/2/layout/IconVerticalSolidList"/>
    <dgm:cxn modelId="{F4A0A492-0C77-4B67-9AF2-907C6AA83814}" type="presParOf" srcId="{500B1B94-D2EC-4065-97D9-92720E93F838}" destId="{6F7752C4-8058-4A1A-A006-777E58E30347}" srcOrd="1" destOrd="0" presId="urn:microsoft.com/office/officeart/2018/2/layout/IconVerticalSolidList"/>
    <dgm:cxn modelId="{5565765C-85B0-4CEA-BEB7-AA7D8CD6E971}" type="presParOf" srcId="{500B1B94-D2EC-4065-97D9-92720E93F838}" destId="{9CCAF134-F512-4B8C-8BA1-E8BCFE59D5F1}" srcOrd="2" destOrd="0" presId="urn:microsoft.com/office/officeart/2018/2/layout/IconVerticalSolidList"/>
    <dgm:cxn modelId="{CB16E9F2-4191-49C3-AE7E-F8104E44B3B5}" type="presParOf" srcId="{500B1B94-D2EC-4065-97D9-92720E93F838}" destId="{0323C560-E825-4258-997C-D4E59C35493A}" srcOrd="3" destOrd="0" presId="urn:microsoft.com/office/officeart/2018/2/layout/IconVerticalSolidList"/>
    <dgm:cxn modelId="{70AB25BA-4979-40FF-AD0E-902A0BEA80A2}" type="presParOf" srcId="{49F374DD-F49D-4839-85C9-6A4EAE9586E6}" destId="{3C9F1353-50F0-4370-9A26-7640CED6B12D}" srcOrd="3" destOrd="0" presId="urn:microsoft.com/office/officeart/2018/2/layout/IconVerticalSolidList"/>
    <dgm:cxn modelId="{05FB664B-6A9A-4C19-9427-1E6475C63071}" type="presParOf" srcId="{49F374DD-F49D-4839-85C9-6A4EAE9586E6}" destId="{4BB75447-2778-413F-9952-39E4BF1FD4EA}" srcOrd="4" destOrd="0" presId="urn:microsoft.com/office/officeart/2018/2/layout/IconVerticalSolidList"/>
    <dgm:cxn modelId="{B8AEBD71-499A-4096-8775-D0E22D2759EC}" type="presParOf" srcId="{4BB75447-2778-413F-9952-39E4BF1FD4EA}" destId="{83F0204B-1B30-408C-AC0B-AC8EC86A61B7}" srcOrd="0" destOrd="0" presId="urn:microsoft.com/office/officeart/2018/2/layout/IconVerticalSolidList"/>
    <dgm:cxn modelId="{F756A48B-FB69-4FD6-8F8E-8D4E1E8AEEB3}" type="presParOf" srcId="{4BB75447-2778-413F-9952-39E4BF1FD4EA}" destId="{FD3990A6-404D-42B0-97BD-8D90401A58EF}" srcOrd="1" destOrd="0" presId="urn:microsoft.com/office/officeart/2018/2/layout/IconVerticalSolidList"/>
    <dgm:cxn modelId="{066A98C7-D8A0-475C-9369-6C226ADE2246}" type="presParOf" srcId="{4BB75447-2778-413F-9952-39E4BF1FD4EA}" destId="{09350988-79A4-4925-A726-5B6658973875}" srcOrd="2" destOrd="0" presId="urn:microsoft.com/office/officeart/2018/2/layout/IconVerticalSolidList"/>
    <dgm:cxn modelId="{8CE00F08-4D6C-4721-A792-086B1DEBA156}" type="presParOf" srcId="{4BB75447-2778-413F-9952-39E4BF1FD4EA}" destId="{4D7AA178-F0A2-4E56-8651-A55B9F0B765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75EE19-F314-4FE3-A556-48C0B6516C7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053B606-39D1-47F9-9D6E-89E2B98FAA7C}">
      <dgm:prSet/>
      <dgm:spPr/>
      <dgm:t>
        <a:bodyPr/>
        <a:lstStyle/>
        <a:p>
          <a:pPr>
            <a:lnSpc>
              <a:spcPct val="100000"/>
            </a:lnSpc>
          </a:pPr>
          <a:r>
            <a:rPr lang="es-GT" b="1"/>
            <a:t>Objetivo y Uso</a:t>
          </a:r>
          <a:r>
            <a:rPr lang="es-GT"/>
            <a:t>: DAX es un lenguaje más reciente, desarrollado originalmente para PowerPivot en Excel. Ha sido extendido para usarse en Power BI y SSAS, pero en el modo tabular. DAX es ideal para modelos de datos relacionales extendidos, conocidos como modelos tabulares, donde los datos se almacenan en tablas en lugar de en estructuras multidimensionales tradicionales.</a:t>
          </a:r>
          <a:endParaRPr lang="en-US"/>
        </a:p>
      </dgm:t>
    </dgm:pt>
    <dgm:pt modelId="{CEF08ED8-19BB-471B-A146-BD2E04B611D6}" type="parTrans" cxnId="{6B0D837E-F1D2-4910-A8B8-90A865FF7108}">
      <dgm:prSet/>
      <dgm:spPr/>
      <dgm:t>
        <a:bodyPr/>
        <a:lstStyle/>
        <a:p>
          <a:endParaRPr lang="en-US"/>
        </a:p>
      </dgm:t>
    </dgm:pt>
    <dgm:pt modelId="{ADA81EF6-3EC3-4C09-8930-9C1B56A92FEB}" type="sibTrans" cxnId="{6B0D837E-F1D2-4910-A8B8-90A865FF7108}">
      <dgm:prSet/>
      <dgm:spPr/>
      <dgm:t>
        <a:bodyPr/>
        <a:lstStyle/>
        <a:p>
          <a:endParaRPr lang="en-US"/>
        </a:p>
      </dgm:t>
    </dgm:pt>
    <dgm:pt modelId="{FC72DD45-A268-4883-8995-008B01E70830}">
      <dgm:prSet/>
      <dgm:spPr/>
      <dgm:t>
        <a:bodyPr/>
        <a:lstStyle/>
        <a:p>
          <a:pPr>
            <a:lnSpc>
              <a:spcPct val="100000"/>
            </a:lnSpc>
          </a:pPr>
          <a:r>
            <a:rPr lang="es-GT" b="1"/>
            <a:t>Características</a:t>
          </a:r>
          <a:r>
            <a:rPr lang="es-GT"/>
            <a:t>: DAX es generalmente más sencillo de entender y usar que MDX, especialmente para aquellos que ya están familiarizados con fórmulas de Excel. DAX trabaja muy bien con cálculos y agregaciones rápidas sobre grandes volúmenes de datos en modelos tabulares.</a:t>
          </a:r>
          <a:endParaRPr lang="en-US"/>
        </a:p>
      </dgm:t>
    </dgm:pt>
    <dgm:pt modelId="{19784453-AF44-45F0-AF77-95E03BE933FE}" type="parTrans" cxnId="{1CCC29AE-DB04-4B8B-8B7C-849EF3989CDA}">
      <dgm:prSet/>
      <dgm:spPr/>
      <dgm:t>
        <a:bodyPr/>
        <a:lstStyle/>
        <a:p>
          <a:endParaRPr lang="en-US"/>
        </a:p>
      </dgm:t>
    </dgm:pt>
    <dgm:pt modelId="{B0065ABD-262B-4CE8-865A-979CE182635B}" type="sibTrans" cxnId="{1CCC29AE-DB04-4B8B-8B7C-849EF3989CDA}">
      <dgm:prSet/>
      <dgm:spPr/>
      <dgm:t>
        <a:bodyPr/>
        <a:lstStyle/>
        <a:p>
          <a:endParaRPr lang="en-US"/>
        </a:p>
      </dgm:t>
    </dgm:pt>
    <dgm:pt modelId="{862137D8-262D-4B26-BAE2-0ECCC3A099CA}">
      <dgm:prSet/>
      <dgm:spPr/>
      <dgm:t>
        <a:bodyPr/>
        <a:lstStyle/>
        <a:p>
          <a:pPr>
            <a:lnSpc>
              <a:spcPct val="100000"/>
            </a:lnSpc>
          </a:pPr>
          <a:r>
            <a:rPr lang="es-GT" b="1"/>
            <a:t>Compatibilidad</a:t>
          </a:r>
          <a:r>
            <a:rPr lang="es-GT"/>
            <a:t>: DAX es ampliamente usado en Power BI y SSAS en el modo tabular. No es usado en cubos OLAP tradicionales (multidimensionales).</a:t>
          </a:r>
          <a:endParaRPr lang="en-US"/>
        </a:p>
      </dgm:t>
    </dgm:pt>
    <dgm:pt modelId="{A0783FCA-64BB-410C-866A-898A3C52B7FD}" type="parTrans" cxnId="{AD6B241C-9AF6-479B-A63B-B1BDF2F1479D}">
      <dgm:prSet/>
      <dgm:spPr/>
      <dgm:t>
        <a:bodyPr/>
        <a:lstStyle/>
        <a:p>
          <a:endParaRPr lang="en-US"/>
        </a:p>
      </dgm:t>
    </dgm:pt>
    <dgm:pt modelId="{92896175-E887-4C0A-B795-3883C88BBC1E}" type="sibTrans" cxnId="{AD6B241C-9AF6-479B-A63B-B1BDF2F1479D}">
      <dgm:prSet/>
      <dgm:spPr/>
      <dgm:t>
        <a:bodyPr/>
        <a:lstStyle/>
        <a:p>
          <a:endParaRPr lang="en-US"/>
        </a:p>
      </dgm:t>
    </dgm:pt>
    <dgm:pt modelId="{D6A4CFAA-42F3-4956-A843-0167707A8328}" type="pres">
      <dgm:prSet presAssocID="{AC75EE19-F314-4FE3-A556-48C0B6516C7F}" presName="root" presStyleCnt="0">
        <dgm:presLayoutVars>
          <dgm:dir/>
          <dgm:resizeHandles val="exact"/>
        </dgm:presLayoutVars>
      </dgm:prSet>
      <dgm:spPr/>
    </dgm:pt>
    <dgm:pt modelId="{B9C2BAD3-DE23-4533-B2EE-31F7D9C89535}" type="pres">
      <dgm:prSet presAssocID="{6053B606-39D1-47F9-9D6E-89E2B98FAA7C}" presName="compNode" presStyleCnt="0"/>
      <dgm:spPr/>
    </dgm:pt>
    <dgm:pt modelId="{A41A5F73-441A-4674-95CE-DA9F223B70F1}" type="pres">
      <dgm:prSet presAssocID="{6053B606-39D1-47F9-9D6E-89E2B98FAA7C}" presName="bgRect" presStyleLbl="bgShp" presStyleIdx="0" presStyleCnt="3"/>
      <dgm:spPr/>
    </dgm:pt>
    <dgm:pt modelId="{23D6CEB7-9CDF-4031-BE01-885A32677ABE}" type="pres">
      <dgm:prSet presAssocID="{6053B606-39D1-47F9-9D6E-89E2B98FAA7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chart"/>
        </a:ext>
      </dgm:extLst>
    </dgm:pt>
    <dgm:pt modelId="{A15CDEA7-6717-433A-B99F-6DED2ABE0752}" type="pres">
      <dgm:prSet presAssocID="{6053B606-39D1-47F9-9D6E-89E2B98FAA7C}" presName="spaceRect" presStyleCnt="0"/>
      <dgm:spPr/>
    </dgm:pt>
    <dgm:pt modelId="{175795AD-EC66-46AE-8A56-4F18ADC0223C}" type="pres">
      <dgm:prSet presAssocID="{6053B606-39D1-47F9-9D6E-89E2B98FAA7C}" presName="parTx" presStyleLbl="revTx" presStyleIdx="0" presStyleCnt="3">
        <dgm:presLayoutVars>
          <dgm:chMax val="0"/>
          <dgm:chPref val="0"/>
        </dgm:presLayoutVars>
      </dgm:prSet>
      <dgm:spPr/>
    </dgm:pt>
    <dgm:pt modelId="{4C027AB8-E24C-4C1C-901D-83C93EFF315A}" type="pres">
      <dgm:prSet presAssocID="{ADA81EF6-3EC3-4C09-8930-9C1B56A92FEB}" presName="sibTrans" presStyleCnt="0"/>
      <dgm:spPr/>
    </dgm:pt>
    <dgm:pt modelId="{8193EB8B-0067-49EF-9534-6C2D37B552C4}" type="pres">
      <dgm:prSet presAssocID="{FC72DD45-A268-4883-8995-008B01E70830}" presName="compNode" presStyleCnt="0"/>
      <dgm:spPr/>
    </dgm:pt>
    <dgm:pt modelId="{5A521DCB-D472-4EF1-943F-8287CCF0E66E}" type="pres">
      <dgm:prSet presAssocID="{FC72DD45-A268-4883-8995-008B01E70830}" presName="bgRect" presStyleLbl="bgShp" presStyleIdx="1" presStyleCnt="3"/>
      <dgm:spPr/>
    </dgm:pt>
    <dgm:pt modelId="{9975C0B7-CD01-468C-8DE9-3EF7CEB757DB}" type="pres">
      <dgm:prSet presAssocID="{FC72DD45-A268-4883-8995-008B01E7083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30D4AFBE-E236-45D5-AFC8-33081D2D19A6}" type="pres">
      <dgm:prSet presAssocID="{FC72DD45-A268-4883-8995-008B01E70830}" presName="spaceRect" presStyleCnt="0"/>
      <dgm:spPr/>
    </dgm:pt>
    <dgm:pt modelId="{A5D4DB6B-D8FE-431E-B17B-D941029A5234}" type="pres">
      <dgm:prSet presAssocID="{FC72DD45-A268-4883-8995-008B01E70830}" presName="parTx" presStyleLbl="revTx" presStyleIdx="1" presStyleCnt="3">
        <dgm:presLayoutVars>
          <dgm:chMax val="0"/>
          <dgm:chPref val="0"/>
        </dgm:presLayoutVars>
      </dgm:prSet>
      <dgm:spPr/>
    </dgm:pt>
    <dgm:pt modelId="{7F146441-854F-46F7-A7CF-307E71F9BA23}" type="pres">
      <dgm:prSet presAssocID="{B0065ABD-262B-4CE8-865A-979CE182635B}" presName="sibTrans" presStyleCnt="0"/>
      <dgm:spPr/>
    </dgm:pt>
    <dgm:pt modelId="{A72CB4F1-2BDE-48A4-A1A3-F0A3BEAD6909}" type="pres">
      <dgm:prSet presAssocID="{862137D8-262D-4B26-BAE2-0ECCC3A099CA}" presName="compNode" presStyleCnt="0"/>
      <dgm:spPr/>
    </dgm:pt>
    <dgm:pt modelId="{3CCC358D-BFB6-459E-B0A6-7610BE3E08D6}" type="pres">
      <dgm:prSet presAssocID="{862137D8-262D-4B26-BAE2-0ECCC3A099CA}" presName="bgRect" presStyleLbl="bgShp" presStyleIdx="2" presStyleCnt="3"/>
      <dgm:spPr/>
    </dgm:pt>
    <dgm:pt modelId="{B9F8BEC0-4086-4601-856B-A2598B9E1240}" type="pres">
      <dgm:prSet presAssocID="{862137D8-262D-4B26-BAE2-0ECCC3A099C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98E6A40C-E2AF-4765-A046-02384C651724}" type="pres">
      <dgm:prSet presAssocID="{862137D8-262D-4B26-BAE2-0ECCC3A099CA}" presName="spaceRect" presStyleCnt="0"/>
      <dgm:spPr/>
    </dgm:pt>
    <dgm:pt modelId="{0D7CEE27-D277-43C5-96F0-C86FEF27DE27}" type="pres">
      <dgm:prSet presAssocID="{862137D8-262D-4B26-BAE2-0ECCC3A099CA}" presName="parTx" presStyleLbl="revTx" presStyleIdx="2" presStyleCnt="3">
        <dgm:presLayoutVars>
          <dgm:chMax val="0"/>
          <dgm:chPref val="0"/>
        </dgm:presLayoutVars>
      </dgm:prSet>
      <dgm:spPr/>
    </dgm:pt>
  </dgm:ptLst>
  <dgm:cxnLst>
    <dgm:cxn modelId="{AD6B241C-9AF6-479B-A63B-B1BDF2F1479D}" srcId="{AC75EE19-F314-4FE3-A556-48C0B6516C7F}" destId="{862137D8-262D-4B26-BAE2-0ECCC3A099CA}" srcOrd="2" destOrd="0" parTransId="{A0783FCA-64BB-410C-866A-898A3C52B7FD}" sibTransId="{92896175-E887-4C0A-B795-3883C88BBC1E}"/>
    <dgm:cxn modelId="{090E7466-A322-4469-9FCC-FFEB9DC6F278}" type="presOf" srcId="{FC72DD45-A268-4883-8995-008B01E70830}" destId="{A5D4DB6B-D8FE-431E-B17B-D941029A5234}" srcOrd="0" destOrd="0" presId="urn:microsoft.com/office/officeart/2018/2/layout/IconVerticalSolidList"/>
    <dgm:cxn modelId="{24B5394D-557E-43BA-BECE-4D0C96885F74}" type="presOf" srcId="{862137D8-262D-4B26-BAE2-0ECCC3A099CA}" destId="{0D7CEE27-D277-43C5-96F0-C86FEF27DE27}" srcOrd="0" destOrd="0" presId="urn:microsoft.com/office/officeart/2018/2/layout/IconVerticalSolidList"/>
    <dgm:cxn modelId="{6B0D837E-F1D2-4910-A8B8-90A865FF7108}" srcId="{AC75EE19-F314-4FE3-A556-48C0B6516C7F}" destId="{6053B606-39D1-47F9-9D6E-89E2B98FAA7C}" srcOrd="0" destOrd="0" parTransId="{CEF08ED8-19BB-471B-A146-BD2E04B611D6}" sibTransId="{ADA81EF6-3EC3-4C09-8930-9C1B56A92FEB}"/>
    <dgm:cxn modelId="{514BDBA8-7E67-41A7-86BB-866CE0F85527}" type="presOf" srcId="{AC75EE19-F314-4FE3-A556-48C0B6516C7F}" destId="{D6A4CFAA-42F3-4956-A843-0167707A8328}" srcOrd="0" destOrd="0" presId="urn:microsoft.com/office/officeart/2018/2/layout/IconVerticalSolidList"/>
    <dgm:cxn modelId="{1CCC29AE-DB04-4B8B-8B7C-849EF3989CDA}" srcId="{AC75EE19-F314-4FE3-A556-48C0B6516C7F}" destId="{FC72DD45-A268-4883-8995-008B01E70830}" srcOrd="1" destOrd="0" parTransId="{19784453-AF44-45F0-AF77-95E03BE933FE}" sibTransId="{B0065ABD-262B-4CE8-865A-979CE182635B}"/>
    <dgm:cxn modelId="{90B39BDB-EE6F-4B35-A67F-4407370CC9BD}" type="presOf" srcId="{6053B606-39D1-47F9-9D6E-89E2B98FAA7C}" destId="{175795AD-EC66-46AE-8A56-4F18ADC0223C}" srcOrd="0" destOrd="0" presId="urn:microsoft.com/office/officeart/2018/2/layout/IconVerticalSolidList"/>
    <dgm:cxn modelId="{AF32BACB-97AA-41D8-AD28-DD060EDF527B}" type="presParOf" srcId="{D6A4CFAA-42F3-4956-A843-0167707A8328}" destId="{B9C2BAD3-DE23-4533-B2EE-31F7D9C89535}" srcOrd="0" destOrd="0" presId="urn:microsoft.com/office/officeart/2018/2/layout/IconVerticalSolidList"/>
    <dgm:cxn modelId="{0A102ED9-1C98-433A-B193-4AF4E0D84294}" type="presParOf" srcId="{B9C2BAD3-DE23-4533-B2EE-31F7D9C89535}" destId="{A41A5F73-441A-4674-95CE-DA9F223B70F1}" srcOrd="0" destOrd="0" presId="urn:microsoft.com/office/officeart/2018/2/layout/IconVerticalSolidList"/>
    <dgm:cxn modelId="{FD0D61E9-3924-4110-909B-F1BE02C00D0B}" type="presParOf" srcId="{B9C2BAD3-DE23-4533-B2EE-31F7D9C89535}" destId="{23D6CEB7-9CDF-4031-BE01-885A32677ABE}" srcOrd="1" destOrd="0" presId="urn:microsoft.com/office/officeart/2018/2/layout/IconVerticalSolidList"/>
    <dgm:cxn modelId="{981EA0C0-32AA-4582-AB68-B83F6A4ED3A5}" type="presParOf" srcId="{B9C2BAD3-DE23-4533-B2EE-31F7D9C89535}" destId="{A15CDEA7-6717-433A-B99F-6DED2ABE0752}" srcOrd="2" destOrd="0" presId="urn:microsoft.com/office/officeart/2018/2/layout/IconVerticalSolidList"/>
    <dgm:cxn modelId="{4888C7A6-755B-4705-9641-C68E0A2374F0}" type="presParOf" srcId="{B9C2BAD3-DE23-4533-B2EE-31F7D9C89535}" destId="{175795AD-EC66-46AE-8A56-4F18ADC0223C}" srcOrd="3" destOrd="0" presId="urn:microsoft.com/office/officeart/2018/2/layout/IconVerticalSolidList"/>
    <dgm:cxn modelId="{5AC7214D-52B5-45AE-8C0C-5976CEBD4321}" type="presParOf" srcId="{D6A4CFAA-42F3-4956-A843-0167707A8328}" destId="{4C027AB8-E24C-4C1C-901D-83C93EFF315A}" srcOrd="1" destOrd="0" presId="urn:microsoft.com/office/officeart/2018/2/layout/IconVerticalSolidList"/>
    <dgm:cxn modelId="{F703EC31-2384-4469-BD8A-E7BE3D4A4C99}" type="presParOf" srcId="{D6A4CFAA-42F3-4956-A843-0167707A8328}" destId="{8193EB8B-0067-49EF-9534-6C2D37B552C4}" srcOrd="2" destOrd="0" presId="urn:microsoft.com/office/officeart/2018/2/layout/IconVerticalSolidList"/>
    <dgm:cxn modelId="{1403BC2F-A77D-49F4-ADF9-EE509AA08413}" type="presParOf" srcId="{8193EB8B-0067-49EF-9534-6C2D37B552C4}" destId="{5A521DCB-D472-4EF1-943F-8287CCF0E66E}" srcOrd="0" destOrd="0" presId="urn:microsoft.com/office/officeart/2018/2/layout/IconVerticalSolidList"/>
    <dgm:cxn modelId="{6FB9412B-4FBB-4D09-AB88-A2790B092544}" type="presParOf" srcId="{8193EB8B-0067-49EF-9534-6C2D37B552C4}" destId="{9975C0B7-CD01-468C-8DE9-3EF7CEB757DB}" srcOrd="1" destOrd="0" presId="urn:microsoft.com/office/officeart/2018/2/layout/IconVerticalSolidList"/>
    <dgm:cxn modelId="{73A15309-29AF-4808-96C7-B1D5180AF0A5}" type="presParOf" srcId="{8193EB8B-0067-49EF-9534-6C2D37B552C4}" destId="{30D4AFBE-E236-45D5-AFC8-33081D2D19A6}" srcOrd="2" destOrd="0" presId="urn:microsoft.com/office/officeart/2018/2/layout/IconVerticalSolidList"/>
    <dgm:cxn modelId="{0D1F2CBA-9A08-4D5E-8891-7F067DAA6472}" type="presParOf" srcId="{8193EB8B-0067-49EF-9534-6C2D37B552C4}" destId="{A5D4DB6B-D8FE-431E-B17B-D941029A5234}" srcOrd="3" destOrd="0" presId="urn:microsoft.com/office/officeart/2018/2/layout/IconVerticalSolidList"/>
    <dgm:cxn modelId="{354FA8AD-B0BC-49A8-820D-FAB11875CDAD}" type="presParOf" srcId="{D6A4CFAA-42F3-4956-A843-0167707A8328}" destId="{7F146441-854F-46F7-A7CF-307E71F9BA23}" srcOrd="3" destOrd="0" presId="urn:microsoft.com/office/officeart/2018/2/layout/IconVerticalSolidList"/>
    <dgm:cxn modelId="{E7182351-5C8B-4F5A-BCBD-651623B6AE9B}" type="presParOf" srcId="{D6A4CFAA-42F3-4956-A843-0167707A8328}" destId="{A72CB4F1-2BDE-48A4-A1A3-F0A3BEAD6909}" srcOrd="4" destOrd="0" presId="urn:microsoft.com/office/officeart/2018/2/layout/IconVerticalSolidList"/>
    <dgm:cxn modelId="{879BA270-D616-4DE5-8A70-33C96446B797}" type="presParOf" srcId="{A72CB4F1-2BDE-48A4-A1A3-F0A3BEAD6909}" destId="{3CCC358D-BFB6-459E-B0A6-7610BE3E08D6}" srcOrd="0" destOrd="0" presId="urn:microsoft.com/office/officeart/2018/2/layout/IconVerticalSolidList"/>
    <dgm:cxn modelId="{2FEFECED-36CD-4970-99D8-FE0CD20DDB15}" type="presParOf" srcId="{A72CB4F1-2BDE-48A4-A1A3-F0A3BEAD6909}" destId="{B9F8BEC0-4086-4601-856B-A2598B9E1240}" srcOrd="1" destOrd="0" presId="urn:microsoft.com/office/officeart/2018/2/layout/IconVerticalSolidList"/>
    <dgm:cxn modelId="{88043219-D0D3-420A-B19F-9CA5171CD094}" type="presParOf" srcId="{A72CB4F1-2BDE-48A4-A1A3-F0A3BEAD6909}" destId="{98E6A40C-E2AF-4765-A046-02384C651724}" srcOrd="2" destOrd="0" presId="urn:microsoft.com/office/officeart/2018/2/layout/IconVerticalSolidList"/>
    <dgm:cxn modelId="{55BF9CA4-7313-4FD0-B297-D40A4AA52872}" type="presParOf" srcId="{A72CB4F1-2BDE-48A4-A1A3-F0A3BEAD6909}" destId="{0D7CEE27-D277-43C5-96F0-C86FEF27DE2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B49CDC9-23EF-4A2C-8173-16C2A901972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A7102FA-CCE9-4715-A27C-B2AC779CB9AC}">
      <dgm:prSet/>
      <dgm:spPr/>
      <dgm:t>
        <a:bodyPr/>
        <a:lstStyle/>
        <a:p>
          <a:r>
            <a:rPr lang="es-GT" dirty="0">
              <a:latin typeface="Open Sans"/>
              <a:ea typeface="Open Sans"/>
              <a:cs typeface="Open Sans"/>
              <a:sym typeface="Open Sans"/>
            </a:rPr>
            <a:t>Un KPI, sigla que proviene de la frase en inglés </a:t>
          </a:r>
          <a:r>
            <a:rPr lang="es-GT" b="1" dirty="0" err="1">
              <a:latin typeface="Open Sans"/>
              <a:ea typeface="Open Sans"/>
              <a:cs typeface="Open Sans"/>
              <a:sym typeface="Open Sans"/>
            </a:rPr>
            <a:t>key</a:t>
          </a:r>
          <a:r>
            <a:rPr lang="es-GT" b="1" dirty="0">
              <a:latin typeface="Open Sans"/>
              <a:ea typeface="Open Sans"/>
              <a:cs typeface="Open Sans"/>
              <a:sym typeface="Open Sans"/>
            </a:rPr>
            <a:t> performance </a:t>
          </a:r>
          <a:r>
            <a:rPr lang="es-GT" b="1" dirty="0" err="1">
              <a:latin typeface="Open Sans"/>
              <a:ea typeface="Open Sans"/>
              <a:cs typeface="Open Sans"/>
              <a:sym typeface="Open Sans"/>
            </a:rPr>
            <a:t>indicator</a:t>
          </a:r>
          <a:r>
            <a:rPr lang="es-GT" b="1" dirty="0">
              <a:latin typeface="Open Sans"/>
              <a:ea typeface="Open Sans"/>
              <a:cs typeface="Open Sans"/>
              <a:sym typeface="Open Sans"/>
            </a:rPr>
            <a:t> </a:t>
          </a:r>
          <a:r>
            <a:rPr lang="es-GT" dirty="0">
              <a:latin typeface="Open Sans"/>
              <a:ea typeface="Open Sans"/>
              <a:cs typeface="Open Sans"/>
              <a:sym typeface="Open Sans"/>
            </a:rPr>
            <a:t>(indicador clave de rendimiento), es una métrica cuantitativa que muestra cómo tu equipo o empresa progresa hacia tus objetivos empresariales más importantes.</a:t>
          </a:r>
          <a:endParaRPr lang="en-US" dirty="0"/>
        </a:p>
      </dgm:t>
    </dgm:pt>
    <dgm:pt modelId="{1D8964A9-65F9-4CAA-9AA9-058F5402D3B5}" type="parTrans" cxnId="{76FDBABA-4D72-4675-B290-B93915C4F9B1}">
      <dgm:prSet/>
      <dgm:spPr/>
      <dgm:t>
        <a:bodyPr/>
        <a:lstStyle/>
        <a:p>
          <a:endParaRPr lang="en-US"/>
        </a:p>
      </dgm:t>
    </dgm:pt>
    <dgm:pt modelId="{F2F40B35-21FF-42FD-BAF9-6DE3090B0243}" type="sibTrans" cxnId="{76FDBABA-4D72-4675-B290-B93915C4F9B1}">
      <dgm:prSet/>
      <dgm:spPr/>
      <dgm:t>
        <a:bodyPr/>
        <a:lstStyle/>
        <a:p>
          <a:endParaRPr lang="en-US"/>
        </a:p>
      </dgm:t>
    </dgm:pt>
    <dgm:pt modelId="{8890D160-7460-45B1-B65E-56ABC40D715E}">
      <dgm:prSet/>
      <dgm:spPr/>
      <dgm:t>
        <a:bodyPr/>
        <a:lstStyle/>
        <a:p>
          <a:r>
            <a:rPr lang="es-GT" dirty="0">
              <a:latin typeface="Open Sans"/>
              <a:ea typeface="Open Sans"/>
              <a:cs typeface="Open Sans"/>
              <a:sym typeface="Open Sans"/>
            </a:rPr>
            <a:t>Ayuda a lograr los objetivos estratégicos</a:t>
          </a:r>
        </a:p>
        <a:p>
          <a:r>
            <a:rPr lang="es-GT" dirty="0">
              <a:latin typeface="Open Sans"/>
              <a:ea typeface="Open Sans"/>
              <a:cs typeface="Open Sans"/>
              <a:sym typeface="Open Sans"/>
            </a:rPr>
            <a:t>Informa sobre la planificación de los recursos</a:t>
          </a:r>
        </a:p>
        <a:p>
          <a:r>
            <a:rPr lang="es-GT" dirty="0">
              <a:latin typeface="Open Sans"/>
              <a:ea typeface="Open Sans"/>
              <a:cs typeface="Open Sans"/>
              <a:sym typeface="Open Sans"/>
            </a:rPr>
            <a:t>Puede medirse</a:t>
          </a:r>
        </a:p>
        <a:p>
          <a:r>
            <a:rPr lang="es-GT" dirty="0">
              <a:latin typeface="Open Sans"/>
              <a:ea typeface="Open Sans"/>
              <a:cs typeface="Open Sans"/>
              <a:sym typeface="Open Sans"/>
            </a:rPr>
            <a:t>Hace un seguimiento de lo que se puede controlar e influir</a:t>
          </a:r>
        </a:p>
        <a:p>
          <a:r>
            <a:rPr lang="es-GT" dirty="0">
              <a:latin typeface="Open Sans"/>
              <a:ea typeface="Open Sans"/>
              <a:cs typeface="Open Sans"/>
              <a:sym typeface="Open Sans"/>
            </a:rPr>
            <a:t>Conecta métricas con objetivos estratégicos </a:t>
          </a:r>
        </a:p>
        <a:p>
          <a:r>
            <a:rPr lang="es-GT" dirty="0">
              <a:latin typeface="Open Sans"/>
              <a:ea typeface="Open Sans"/>
              <a:cs typeface="Open Sans"/>
              <a:sym typeface="Open Sans"/>
            </a:rPr>
            <a:t>Brinda a los miembros del equipo una idea clara de cómo sus proyectos contribuyen a los objetivos de la empresa</a:t>
          </a:r>
          <a:endParaRPr lang="en-US" dirty="0"/>
        </a:p>
      </dgm:t>
    </dgm:pt>
    <dgm:pt modelId="{511150EB-77EB-475B-98D9-936419E481A9}" type="parTrans" cxnId="{C3C4064B-4C75-45CE-B504-AE908535593D}">
      <dgm:prSet/>
      <dgm:spPr/>
      <dgm:t>
        <a:bodyPr/>
        <a:lstStyle/>
        <a:p>
          <a:endParaRPr lang="en-US"/>
        </a:p>
      </dgm:t>
    </dgm:pt>
    <dgm:pt modelId="{C6571F32-BCC7-456F-B1EE-9B70459BEA5B}" type="sibTrans" cxnId="{C3C4064B-4C75-45CE-B504-AE908535593D}">
      <dgm:prSet/>
      <dgm:spPr/>
      <dgm:t>
        <a:bodyPr/>
        <a:lstStyle/>
        <a:p>
          <a:endParaRPr lang="en-US"/>
        </a:p>
      </dgm:t>
    </dgm:pt>
    <dgm:pt modelId="{60161057-8B27-4221-8233-E4F691898421}">
      <dgm:prSet/>
      <dgm:spPr/>
      <dgm:t>
        <a:bodyPr/>
        <a:lstStyle/>
        <a:p>
          <a:r>
            <a:rPr lang="es-GT" dirty="0">
              <a:latin typeface="Open Sans"/>
              <a:ea typeface="Open Sans"/>
              <a:cs typeface="Open Sans"/>
              <a:sym typeface="Open Sans"/>
            </a:rPr>
            <a:t>Los cubos OLAP representan un avance significativo en el análisis de datos empresariales. Estas estructuras permiten organizar y examinar información compleja desde múltiples dimensiones, ofreciendo una visión más completa que los sistemas tradicionales de reportes. Su capacidad para procesar grandes volúmenes de datos los hace particularmente útiles para el seguimiento y análisis de </a:t>
          </a:r>
          <a:r>
            <a:rPr lang="es-GT" dirty="0" err="1">
              <a:latin typeface="Open Sans"/>
              <a:ea typeface="Open Sans"/>
              <a:cs typeface="Open Sans"/>
              <a:sym typeface="Open Sans"/>
            </a:rPr>
            <a:t>KPIs</a:t>
          </a:r>
          <a:r>
            <a:rPr lang="es-GT" dirty="0">
              <a:latin typeface="Open Sans"/>
              <a:ea typeface="Open Sans"/>
              <a:cs typeface="Open Sans"/>
              <a:sym typeface="Open Sans"/>
            </a:rPr>
            <a:t>.</a:t>
          </a:r>
          <a:endParaRPr lang="en-US" dirty="0"/>
        </a:p>
      </dgm:t>
    </dgm:pt>
    <dgm:pt modelId="{1DAEF997-D1E0-4717-BE40-068D70159E6E}" type="parTrans" cxnId="{E94F3E6F-C06C-4B58-B9A9-3E11AC5D2108}">
      <dgm:prSet/>
      <dgm:spPr/>
      <dgm:t>
        <a:bodyPr/>
        <a:lstStyle/>
        <a:p>
          <a:endParaRPr lang="en-US"/>
        </a:p>
      </dgm:t>
    </dgm:pt>
    <dgm:pt modelId="{F8055AA5-4721-4F13-A606-1BE6340DA3B8}" type="sibTrans" cxnId="{E94F3E6F-C06C-4B58-B9A9-3E11AC5D2108}">
      <dgm:prSet/>
      <dgm:spPr/>
      <dgm:t>
        <a:bodyPr/>
        <a:lstStyle/>
        <a:p>
          <a:endParaRPr lang="en-US"/>
        </a:p>
      </dgm:t>
    </dgm:pt>
    <dgm:pt modelId="{6A7F8A22-F4E3-4714-B904-AAD77EA1A224}">
      <dgm:prSet/>
      <dgm:spPr/>
      <dgm:t>
        <a:bodyPr/>
        <a:lstStyle/>
        <a:p>
          <a:r>
            <a:rPr lang="es-GT" dirty="0">
              <a:latin typeface="Open Sans"/>
              <a:ea typeface="Open Sans"/>
              <a:cs typeface="Open Sans"/>
              <a:sym typeface="Open Sans"/>
            </a:rPr>
            <a:t>Los modelos tabulares son un tipo de base de datos que organiza la información en filas y columnas, similar a una tabla de Excel o una hoja de cálculo. Estos modelos son eficientes para consultas basadas en columnas y ofrecen una forma más sencilla de desarrollo y administración comparados con los modelos multidimensionales. Se utilizan en sistemas de análisis de datos como </a:t>
          </a:r>
          <a:r>
            <a:rPr lang="es-GT" dirty="0" err="1">
              <a:latin typeface="Open Sans"/>
              <a:ea typeface="Open Sans"/>
              <a:cs typeface="Open Sans"/>
              <a:sym typeface="Open Sans"/>
            </a:rPr>
            <a:t>Analysis</a:t>
          </a:r>
          <a:r>
            <a:rPr lang="es-GT" dirty="0">
              <a:latin typeface="Open Sans"/>
              <a:ea typeface="Open Sans"/>
              <a:cs typeface="Open Sans"/>
              <a:sym typeface="Open Sans"/>
            </a:rPr>
            <a:t> Services y Power BI. </a:t>
          </a:r>
          <a:endParaRPr lang="en-US" dirty="0"/>
        </a:p>
      </dgm:t>
    </dgm:pt>
    <dgm:pt modelId="{5F55F52F-34AD-469B-A658-C3505852496D}" type="parTrans" cxnId="{EAF999AB-286B-452D-9649-88DC9163E599}">
      <dgm:prSet/>
      <dgm:spPr/>
      <dgm:t>
        <a:bodyPr/>
        <a:lstStyle/>
        <a:p>
          <a:endParaRPr lang="es-GT"/>
        </a:p>
      </dgm:t>
    </dgm:pt>
    <dgm:pt modelId="{22382C07-1116-43D0-88BA-43CD79967825}" type="sibTrans" cxnId="{EAF999AB-286B-452D-9649-88DC9163E599}">
      <dgm:prSet/>
      <dgm:spPr/>
      <dgm:t>
        <a:bodyPr/>
        <a:lstStyle/>
        <a:p>
          <a:endParaRPr lang="es-GT"/>
        </a:p>
      </dgm:t>
    </dgm:pt>
    <dgm:pt modelId="{476CBE5C-99DB-440D-A54F-2558BD6DE07B}" type="pres">
      <dgm:prSet presAssocID="{7B49CDC9-23EF-4A2C-8173-16C2A9019725}" presName="linear" presStyleCnt="0">
        <dgm:presLayoutVars>
          <dgm:animLvl val="lvl"/>
          <dgm:resizeHandles val="exact"/>
        </dgm:presLayoutVars>
      </dgm:prSet>
      <dgm:spPr/>
    </dgm:pt>
    <dgm:pt modelId="{4404671D-11C2-4D72-8616-84D439519467}" type="pres">
      <dgm:prSet presAssocID="{4A7102FA-CCE9-4715-A27C-B2AC779CB9AC}" presName="parentText" presStyleLbl="node1" presStyleIdx="0" presStyleCnt="4">
        <dgm:presLayoutVars>
          <dgm:chMax val="0"/>
          <dgm:bulletEnabled val="1"/>
        </dgm:presLayoutVars>
      </dgm:prSet>
      <dgm:spPr/>
    </dgm:pt>
    <dgm:pt modelId="{CC6F91D9-D2EC-41B7-A3C7-6365E5993D6A}" type="pres">
      <dgm:prSet presAssocID="{F2F40B35-21FF-42FD-BAF9-6DE3090B0243}" presName="spacer" presStyleCnt="0"/>
      <dgm:spPr/>
    </dgm:pt>
    <dgm:pt modelId="{9B1E6435-131A-449D-B453-8C6337480167}" type="pres">
      <dgm:prSet presAssocID="{8890D160-7460-45B1-B65E-56ABC40D715E}" presName="parentText" presStyleLbl="node1" presStyleIdx="1" presStyleCnt="4">
        <dgm:presLayoutVars>
          <dgm:chMax val="0"/>
          <dgm:bulletEnabled val="1"/>
        </dgm:presLayoutVars>
      </dgm:prSet>
      <dgm:spPr/>
    </dgm:pt>
    <dgm:pt modelId="{7A242006-6F03-470D-9BEE-3EC28D710924}" type="pres">
      <dgm:prSet presAssocID="{C6571F32-BCC7-456F-B1EE-9B70459BEA5B}" presName="spacer" presStyleCnt="0"/>
      <dgm:spPr/>
    </dgm:pt>
    <dgm:pt modelId="{294B8CE6-5AA9-468F-A174-4BBC79C6F5EA}" type="pres">
      <dgm:prSet presAssocID="{60161057-8B27-4221-8233-E4F691898421}" presName="parentText" presStyleLbl="node1" presStyleIdx="2" presStyleCnt="4">
        <dgm:presLayoutVars>
          <dgm:chMax val="0"/>
          <dgm:bulletEnabled val="1"/>
        </dgm:presLayoutVars>
      </dgm:prSet>
      <dgm:spPr/>
    </dgm:pt>
    <dgm:pt modelId="{5FF42B24-69DC-40E0-9BD6-50C0B112DE1F}" type="pres">
      <dgm:prSet presAssocID="{F8055AA5-4721-4F13-A606-1BE6340DA3B8}" presName="spacer" presStyleCnt="0"/>
      <dgm:spPr/>
    </dgm:pt>
    <dgm:pt modelId="{DF04A933-C89F-4F93-8EFF-95669D904078}" type="pres">
      <dgm:prSet presAssocID="{6A7F8A22-F4E3-4714-B904-AAD77EA1A224}" presName="parentText" presStyleLbl="node1" presStyleIdx="3" presStyleCnt="4">
        <dgm:presLayoutVars>
          <dgm:chMax val="0"/>
          <dgm:bulletEnabled val="1"/>
        </dgm:presLayoutVars>
      </dgm:prSet>
      <dgm:spPr/>
    </dgm:pt>
  </dgm:ptLst>
  <dgm:cxnLst>
    <dgm:cxn modelId="{329B272B-8AD3-4964-A880-9404FFA71CB1}" type="presOf" srcId="{8890D160-7460-45B1-B65E-56ABC40D715E}" destId="{9B1E6435-131A-449D-B453-8C6337480167}" srcOrd="0" destOrd="0" presId="urn:microsoft.com/office/officeart/2005/8/layout/vList2"/>
    <dgm:cxn modelId="{A7098836-CE86-4858-8853-C956ED3D7E6E}" type="presOf" srcId="{6A7F8A22-F4E3-4714-B904-AAD77EA1A224}" destId="{DF04A933-C89F-4F93-8EFF-95669D904078}" srcOrd="0" destOrd="0" presId="urn:microsoft.com/office/officeart/2005/8/layout/vList2"/>
    <dgm:cxn modelId="{557C8737-9AEF-46F2-8F20-2B03BF258D85}" type="presOf" srcId="{7B49CDC9-23EF-4A2C-8173-16C2A9019725}" destId="{476CBE5C-99DB-440D-A54F-2558BD6DE07B}" srcOrd="0" destOrd="0" presId="urn:microsoft.com/office/officeart/2005/8/layout/vList2"/>
    <dgm:cxn modelId="{C3C4064B-4C75-45CE-B504-AE908535593D}" srcId="{7B49CDC9-23EF-4A2C-8173-16C2A9019725}" destId="{8890D160-7460-45B1-B65E-56ABC40D715E}" srcOrd="1" destOrd="0" parTransId="{511150EB-77EB-475B-98D9-936419E481A9}" sibTransId="{C6571F32-BCC7-456F-B1EE-9B70459BEA5B}"/>
    <dgm:cxn modelId="{E94F3E6F-C06C-4B58-B9A9-3E11AC5D2108}" srcId="{7B49CDC9-23EF-4A2C-8173-16C2A9019725}" destId="{60161057-8B27-4221-8233-E4F691898421}" srcOrd="2" destOrd="0" parTransId="{1DAEF997-D1E0-4717-BE40-068D70159E6E}" sibTransId="{F8055AA5-4721-4F13-A606-1BE6340DA3B8}"/>
    <dgm:cxn modelId="{0B08A352-2D6C-49B5-B009-8E100A779F10}" type="presOf" srcId="{4A7102FA-CCE9-4715-A27C-B2AC779CB9AC}" destId="{4404671D-11C2-4D72-8616-84D439519467}" srcOrd="0" destOrd="0" presId="urn:microsoft.com/office/officeart/2005/8/layout/vList2"/>
    <dgm:cxn modelId="{C5C2EAA1-5E72-4690-B9CF-6096DCC0B4F9}" type="presOf" srcId="{60161057-8B27-4221-8233-E4F691898421}" destId="{294B8CE6-5AA9-468F-A174-4BBC79C6F5EA}" srcOrd="0" destOrd="0" presId="urn:microsoft.com/office/officeart/2005/8/layout/vList2"/>
    <dgm:cxn modelId="{EAF999AB-286B-452D-9649-88DC9163E599}" srcId="{7B49CDC9-23EF-4A2C-8173-16C2A9019725}" destId="{6A7F8A22-F4E3-4714-B904-AAD77EA1A224}" srcOrd="3" destOrd="0" parTransId="{5F55F52F-34AD-469B-A658-C3505852496D}" sibTransId="{22382C07-1116-43D0-88BA-43CD79967825}"/>
    <dgm:cxn modelId="{76FDBABA-4D72-4675-B290-B93915C4F9B1}" srcId="{7B49CDC9-23EF-4A2C-8173-16C2A9019725}" destId="{4A7102FA-CCE9-4715-A27C-B2AC779CB9AC}" srcOrd="0" destOrd="0" parTransId="{1D8964A9-65F9-4CAA-9AA9-058F5402D3B5}" sibTransId="{F2F40B35-21FF-42FD-BAF9-6DE3090B0243}"/>
    <dgm:cxn modelId="{EE1C3064-8F5A-46C4-8BE0-B577314D89E0}" type="presParOf" srcId="{476CBE5C-99DB-440D-A54F-2558BD6DE07B}" destId="{4404671D-11C2-4D72-8616-84D439519467}" srcOrd="0" destOrd="0" presId="urn:microsoft.com/office/officeart/2005/8/layout/vList2"/>
    <dgm:cxn modelId="{05312986-06E6-4DF4-8CE4-59E47895764F}" type="presParOf" srcId="{476CBE5C-99DB-440D-A54F-2558BD6DE07B}" destId="{CC6F91D9-D2EC-41B7-A3C7-6365E5993D6A}" srcOrd="1" destOrd="0" presId="urn:microsoft.com/office/officeart/2005/8/layout/vList2"/>
    <dgm:cxn modelId="{3E22D6E0-6F6B-4781-9728-EBDD2152A26D}" type="presParOf" srcId="{476CBE5C-99DB-440D-A54F-2558BD6DE07B}" destId="{9B1E6435-131A-449D-B453-8C6337480167}" srcOrd="2" destOrd="0" presId="urn:microsoft.com/office/officeart/2005/8/layout/vList2"/>
    <dgm:cxn modelId="{4340A9EF-EFA1-4A74-846A-70BC7A538A10}" type="presParOf" srcId="{476CBE5C-99DB-440D-A54F-2558BD6DE07B}" destId="{7A242006-6F03-470D-9BEE-3EC28D710924}" srcOrd="3" destOrd="0" presId="urn:microsoft.com/office/officeart/2005/8/layout/vList2"/>
    <dgm:cxn modelId="{F2425E2C-065F-4A27-A1F9-926497C1A97C}" type="presParOf" srcId="{476CBE5C-99DB-440D-A54F-2558BD6DE07B}" destId="{294B8CE6-5AA9-468F-A174-4BBC79C6F5EA}" srcOrd="4" destOrd="0" presId="urn:microsoft.com/office/officeart/2005/8/layout/vList2"/>
    <dgm:cxn modelId="{380CA5F2-2968-4D53-A09E-B5AA4DB087B6}" type="presParOf" srcId="{476CBE5C-99DB-440D-A54F-2558BD6DE07B}" destId="{5FF42B24-69DC-40E0-9BD6-50C0B112DE1F}" srcOrd="5" destOrd="0" presId="urn:microsoft.com/office/officeart/2005/8/layout/vList2"/>
    <dgm:cxn modelId="{A5F25F23-9A62-49A8-8881-58395EB2F346}" type="presParOf" srcId="{476CBE5C-99DB-440D-A54F-2558BD6DE07B}" destId="{DF04A933-C89F-4F93-8EFF-95669D90407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37743E3-6B46-499E-9FB6-02666B6741C4}"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29737001-D563-4935-A469-1249121E2B0B}">
      <dgm:prSet/>
      <dgm:spPr/>
      <dgm:t>
        <a:bodyPr/>
        <a:lstStyle/>
        <a:p>
          <a:r>
            <a:rPr lang="es-GT" dirty="0"/>
            <a:t>Pensamiento </a:t>
          </a:r>
          <a:r>
            <a:rPr lang="es-GT" dirty="0" err="1"/>
            <a:t>estratégicol</a:t>
          </a:r>
          <a:endParaRPr lang="en-US" dirty="0"/>
        </a:p>
      </dgm:t>
    </dgm:pt>
    <dgm:pt modelId="{76152EA5-D472-4A04-8543-F84E5488A1EC}" type="parTrans" cxnId="{1292D82A-34BE-486C-827A-3C323F724F9A}">
      <dgm:prSet/>
      <dgm:spPr/>
      <dgm:t>
        <a:bodyPr/>
        <a:lstStyle/>
        <a:p>
          <a:endParaRPr lang="en-US"/>
        </a:p>
      </dgm:t>
    </dgm:pt>
    <dgm:pt modelId="{4AE5847F-CFBE-4E00-A6EC-BC226A2C99BA}" type="sibTrans" cxnId="{1292D82A-34BE-486C-827A-3C323F724F9A}">
      <dgm:prSet/>
      <dgm:spPr/>
      <dgm:t>
        <a:bodyPr/>
        <a:lstStyle/>
        <a:p>
          <a:endParaRPr lang="en-US"/>
        </a:p>
      </dgm:t>
    </dgm:pt>
    <dgm:pt modelId="{0CBDFC00-32BF-416F-AC78-A74405FBC259}">
      <dgm:prSet/>
      <dgm:spPr/>
      <dgm:t>
        <a:bodyPr/>
        <a:lstStyle/>
        <a:p>
          <a:r>
            <a:rPr lang="es-GT" dirty="0"/>
            <a:t>Se desarrolla al definir </a:t>
          </a:r>
          <a:r>
            <a:rPr lang="es-GT" dirty="0" err="1"/>
            <a:t>KPIs</a:t>
          </a:r>
          <a:r>
            <a:rPr lang="es-GT" dirty="0"/>
            <a:t> y estructuras de </a:t>
          </a:r>
          <a:r>
            <a:rPr lang="es-GT" dirty="0" err="1"/>
            <a:t>Scorecard</a:t>
          </a:r>
          <a:r>
            <a:rPr lang="es-GT" dirty="0"/>
            <a:t> que alinean los datos con objetivos de negocio.</a:t>
          </a:r>
          <a:endParaRPr lang="en-US" dirty="0"/>
        </a:p>
      </dgm:t>
    </dgm:pt>
    <dgm:pt modelId="{2CA59256-D24D-4905-BF44-C578167C2C6E}" type="sibTrans" cxnId="{AC9F729C-4349-49A9-AE6D-2E3826FD6035}">
      <dgm:prSet/>
      <dgm:spPr/>
      <dgm:t>
        <a:bodyPr/>
        <a:lstStyle/>
        <a:p>
          <a:endParaRPr lang="en-US"/>
        </a:p>
      </dgm:t>
    </dgm:pt>
    <dgm:pt modelId="{CAC04848-C7FC-4EB4-BD0B-D463C75A38D1}" type="parTrans" cxnId="{AC9F729C-4349-49A9-AE6D-2E3826FD6035}">
      <dgm:prSet/>
      <dgm:spPr/>
      <dgm:t>
        <a:bodyPr/>
        <a:lstStyle/>
        <a:p>
          <a:endParaRPr lang="en-US"/>
        </a:p>
      </dgm:t>
    </dgm:pt>
    <dgm:pt modelId="{6C16E6AF-086B-49D1-92B1-223511635B34}">
      <dgm:prSet/>
      <dgm:spPr/>
      <dgm:t>
        <a:bodyPr/>
        <a:lstStyle/>
        <a:p>
          <a:r>
            <a:rPr lang="es-GT" dirty="0"/>
            <a:t>Rigor analítico</a:t>
          </a:r>
          <a:endParaRPr lang="en-US" dirty="0"/>
        </a:p>
      </dgm:t>
    </dgm:pt>
    <dgm:pt modelId="{837F417B-0522-4280-81D8-7FB5FB1BA300}" type="sibTrans" cxnId="{29E448F1-0EF3-4F9A-9635-9E2A39D80ED9}">
      <dgm:prSet/>
      <dgm:spPr/>
      <dgm:t>
        <a:bodyPr/>
        <a:lstStyle/>
        <a:p>
          <a:endParaRPr lang="en-US"/>
        </a:p>
      </dgm:t>
    </dgm:pt>
    <dgm:pt modelId="{08D67FF1-D583-4CF5-B6E7-11B722D8459E}" type="parTrans" cxnId="{29E448F1-0EF3-4F9A-9635-9E2A39D80ED9}">
      <dgm:prSet/>
      <dgm:spPr/>
      <dgm:t>
        <a:bodyPr/>
        <a:lstStyle/>
        <a:p>
          <a:endParaRPr lang="en-US"/>
        </a:p>
      </dgm:t>
    </dgm:pt>
    <dgm:pt modelId="{B149F12B-4D10-465E-9CA9-EE2F981A6DC0}">
      <dgm:prSet/>
      <dgm:spPr/>
      <dgm:t>
        <a:bodyPr/>
        <a:lstStyle/>
        <a:p>
          <a:r>
            <a:rPr lang="es-GT" dirty="0"/>
            <a:t>Se refuerza al crear reportes con DAX y MDX, donde cada fórmula debe ser lógica y precisa.</a:t>
          </a:r>
          <a:endParaRPr lang="en-US" dirty="0"/>
        </a:p>
      </dgm:t>
    </dgm:pt>
    <dgm:pt modelId="{1F29B580-06D9-46F8-AA9B-027A8194638D}" type="sibTrans" cxnId="{CC2ADCCC-2127-49C8-B3D4-F55B80FD9C23}">
      <dgm:prSet/>
      <dgm:spPr/>
      <dgm:t>
        <a:bodyPr/>
        <a:lstStyle/>
        <a:p>
          <a:endParaRPr lang="en-US"/>
        </a:p>
      </dgm:t>
    </dgm:pt>
    <dgm:pt modelId="{B93EDEE1-1995-4848-95D1-C3C967E8E479}" type="parTrans" cxnId="{CC2ADCCC-2127-49C8-B3D4-F55B80FD9C23}">
      <dgm:prSet/>
      <dgm:spPr/>
      <dgm:t>
        <a:bodyPr/>
        <a:lstStyle/>
        <a:p>
          <a:endParaRPr lang="en-US"/>
        </a:p>
      </dgm:t>
    </dgm:pt>
    <dgm:pt modelId="{E08A259E-A755-4FE2-B880-3F23C1082E71}">
      <dgm:prSet/>
      <dgm:spPr/>
      <dgm:t>
        <a:bodyPr/>
        <a:lstStyle/>
        <a:p>
          <a:r>
            <a:rPr lang="es-GT" dirty="0"/>
            <a:t>Responsabilidad</a:t>
          </a:r>
          <a:endParaRPr lang="en-US" dirty="0"/>
        </a:p>
      </dgm:t>
    </dgm:pt>
    <dgm:pt modelId="{4B61597D-C767-4909-B381-48C7561C33AB}" type="sibTrans" cxnId="{B44A87C8-EB28-4F8E-84A1-B2D602C04A2E}">
      <dgm:prSet/>
      <dgm:spPr/>
      <dgm:t>
        <a:bodyPr/>
        <a:lstStyle/>
        <a:p>
          <a:endParaRPr lang="en-US"/>
        </a:p>
      </dgm:t>
    </dgm:pt>
    <dgm:pt modelId="{26D5C185-74F8-4B30-A0D5-43397A79C514}" type="parTrans" cxnId="{B44A87C8-EB28-4F8E-84A1-B2D602C04A2E}">
      <dgm:prSet/>
      <dgm:spPr/>
      <dgm:t>
        <a:bodyPr/>
        <a:lstStyle/>
        <a:p>
          <a:endParaRPr lang="en-US"/>
        </a:p>
      </dgm:t>
    </dgm:pt>
    <dgm:pt modelId="{D734120C-881B-43F1-91D1-E33273FE70C4}">
      <dgm:prSet/>
      <dgm:spPr/>
      <dgm:t>
        <a:bodyPr/>
        <a:lstStyle/>
        <a:p>
          <a:r>
            <a:rPr lang="es-GT" dirty="0"/>
            <a:t>Se promueve al trabajar con información crítica como presupuestos, proyecciones y desempeño organizacional.</a:t>
          </a:r>
          <a:endParaRPr lang="en-US" dirty="0"/>
        </a:p>
      </dgm:t>
    </dgm:pt>
    <dgm:pt modelId="{C156D7C4-8A8B-4DBD-B5CF-BBD248FA884F}" type="sibTrans" cxnId="{B4A65504-EE00-4DD0-B5E6-29814BCF9E37}">
      <dgm:prSet/>
      <dgm:spPr/>
      <dgm:t>
        <a:bodyPr/>
        <a:lstStyle/>
        <a:p>
          <a:endParaRPr lang="en-US"/>
        </a:p>
      </dgm:t>
    </dgm:pt>
    <dgm:pt modelId="{AEB9EDDA-B418-4C6F-8703-2B2DF48BFEEC}" type="parTrans" cxnId="{B4A65504-EE00-4DD0-B5E6-29814BCF9E37}">
      <dgm:prSet/>
      <dgm:spPr/>
      <dgm:t>
        <a:bodyPr/>
        <a:lstStyle/>
        <a:p>
          <a:endParaRPr lang="en-US"/>
        </a:p>
      </dgm:t>
    </dgm:pt>
    <dgm:pt modelId="{FFD98BF1-5483-40D4-A677-8BF7DB787C5F}">
      <dgm:prSet/>
      <dgm:spPr/>
      <dgm:t>
        <a:bodyPr/>
        <a:lstStyle/>
        <a:p>
          <a:r>
            <a:rPr lang="es-GT" dirty="0"/>
            <a:t>Innovación aplicada</a:t>
          </a:r>
          <a:endParaRPr lang="en-US" dirty="0"/>
        </a:p>
      </dgm:t>
    </dgm:pt>
    <dgm:pt modelId="{68A9EDA3-3D4B-4ECF-A23A-6DF967841C88}" type="sibTrans" cxnId="{429AA471-0AD6-41DA-80B9-9C31518908AB}">
      <dgm:prSet/>
      <dgm:spPr/>
      <dgm:t>
        <a:bodyPr/>
        <a:lstStyle/>
        <a:p>
          <a:endParaRPr lang="en-US"/>
        </a:p>
      </dgm:t>
    </dgm:pt>
    <dgm:pt modelId="{794577A9-C70E-41D7-A7A6-3AF991171B38}" type="parTrans" cxnId="{429AA471-0AD6-41DA-80B9-9C31518908AB}">
      <dgm:prSet/>
      <dgm:spPr/>
      <dgm:t>
        <a:bodyPr/>
        <a:lstStyle/>
        <a:p>
          <a:endParaRPr lang="en-US"/>
        </a:p>
      </dgm:t>
    </dgm:pt>
    <dgm:pt modelId="{BA76AD97-7329-43CB-A03F-0CDD8BC4F42A}">
      <dgm:prSet/>
      <dgm:spPr/>
      <dgm:t>
        <a:bodyPr/>
        <a:lstStyle/>
        <a:p>
          <a:r>
            <a:rPr lang="es-GT" dirty="0"/>
            <a:t>Se fomenta al automatizar reportes y visualizaciones, mostrando cómo optimizar el flujo de información ejecutiva.</a:t>
          </a:r>
          <a:endParaRPr lang="en-US" dirty="0"/>
        </a:p>
      </dgm:t>
    </dgm:pt>
    <dgm:pt modelId="{023D8444-4025-4602-B944-31EF2615DED9}" type="sibTrans" cxnId="{CC75F686-7B73-400B-96E5-716316DC784D}">
      <dgm:prSet/>
      <dgm:spPr/>
      <dgm:t>
        <a:bodyPr/>
        <a:lstStyle/>
        <a:p>
          <a:endParaRPr lang="en-US"/>
        </a:p>
      </dgm:t>
    </dgm:pt>
    <dgm:pt modelId="{71DCA88F-73F2-4847-A932-172367D4457B}" type="parTrans" cxnId="{CC75F686-7B73-400B-96E5-716316DC784D}">
      <dgm:prSet/>
      <dgm:spPr/>
      <dgm:t>
        <a:bodyPr/>
        <a:lstStyle/>
        <a:p>
          <a:endParaRPr lang="en-US"/>
        </a:p>
      </dgm:t>
    </dgm:pt>
    <dgm:pt modelId="{D069B437-8327-4186-AB18-49C1DB87B0BC}" type="pres">
      <dgm:prSet presAssocID="{F37743E3-6B46-499E-9FB6-02666B6741C4}" presName="linear" presStyleCnt="0">
        <dgm:presLayoutVars>
          <dgm:dir/>
          <dgm:animLvl val="lvl"/>
          <dgm:resizeHandles val="exact"/>
        </dgm:presLayoutVars>
      </dgm:prSet>
      <dgm:spPr/>
    </dgm:pt>
    <dgm:pt modelId="{93FA1E87-E7F6-4A43-BF64-3FF8DC85293F}" type="pres">
      <dgm:prSet presAssocID="{29737001-D563-4935-A469-1249121E2B0B}" presName="parentLin" presStyleCnt="0"/>
      <dgm:spPr/>
    </dgm:pt>
    <dgm:pt modelId="{0CE2B699-EE88-4FD0-9ABE-B3415FBCC1B6}" type="pres">
      <dgm:prSet presAssocID="{29737001-D563-4935-A469-1249121E2B0B}" presName="parentLeftMargin" presStyleLbl="node1" presStyleIdx="0" presStyleCnt="4"/>
      <dgm:spPr/>
    </dgm:pt>
    <dgm:pt modelId="{80B9DF85-48C6-42E7-80D3-AA555544C198}" type="pres">
      <dgm:prSet presAssocID="{29737001-D563-4935-A469-1249121E2B0B}" presName="parentText" presStyleLbl="node1" presStyleIdx="0" presStyleCnt="4">
        <dgm:presLayoutVars>
          <dgm:chMax val="0"/>
          <dgm:bulletEnabled val="1"/>
        </dgm:presLayoutVars>
      </dgm:prSet>
      <dgm:spPr/>
    </dgm:pt>
    <dgm:pt modelId="{7B635978-0880-454E-98A6-906EE4933D01}" type="pres">
      <dgm:prSet presAssocID="{29737001-D563-4935-A469-1249121E2B0B}" presName="negativeSpace" presStyleCnt="0"/>
      <dgm:spPr/>
    </dgm:pt>
    <dgm:pt modelId="{FC28119E-E0F0-4A00-BD96-9500976E428C}" type="pres">
      <dgm:prSet presAssocID="{29737001-D563-4935-A469-1249121E2B0B}" presName="childText" presStyleLbl="conFgAcc1" presStyleIdx="0" presStyleCnt="4">
        <dgm:presLayoutVars>
          <dgm:bulletEnabled val="1"/>
        </dgm:presLayoutVars>
      </dgm:prSet>
      <dgm:spPr/>
    </dgm:pt>
    <dgm:pt modelId="{E5ED3152-D1E5-4CE9-9764-D62344199388}" type="pres">
      <dgm:prSet presAssocID="{4AE5847F-CFBE-4E00-A6EC-BC226A2C99BA}" presName="spaceBetweenRectangles" presStyleCnt="0"/>
      <dgm:spPr/>
    </dgm:pt>
    <dgm:pt modelId="{C1C0AB55-AE4E-4F13-A3C3-36C901448FE4}" type="pres">
      <dgm:prSet presAssocID="{6C16E6AF-086B-49D1-92B1-223511635B34}" presName="parentLin" presStyleCnt="0"/>
      <dgm:spPr/>
    </dgm:pt>
    <dgm:pt modelId="{DE9E8727-DD17-4B03-9DE4-B31A9281E16A}" type="pres">
      <dgm:prSet presAssocID="{6C16E6AF-086B-49D1-92B1-223511635B34}" presName="parentLeftMargin" presStyleLbl="node1" presStyleIdx="0" presStyleCnt="4"/>
      <dgm:spPr/>
    </dgm:pt>
    <dgm:pt modelId="{BD295BE4-EC1E-4F37-908B-8220FB3552ED}" type="pres">
      <dgm:prSet presAssocID="{6C16E6AF-086B-49D1-92B1-223511635B34}" presName="parentText" presStyleLbl="node1" presStyleIdx="1" presStyleCnt="4">
        <dgm:presLayoutVars>
          <dgm:chMax val="0"/>
          <dgm:bulletEnabled val="1"/>
        </dgm:presLayoutVars>
      </dgm:prSet>
      <dgm:spPr/>
    </dgm:pt>
    <dgm:pt modelId="{03FDD29D-CB0B-4569-B433-96B3DDDA8105}" type="pres">
      <dgm:prSet presAssocID="{6C16E6AF-086B-49D1-92B1-223511635B34}" presName="negativeSpace" presStyleCnt="0"/>
      <dgm:spPr/>
    </dgm:pt>
    <dgm:pt modelId="{FE353E8B-8CBC-43E5-8194-85BE7CE1A78A}" type="pres">
      <dgm:prSet presAssocID="{6C16E6AF-086B-49D1-92B1-223511635B34}" presName="childText" presStyleLbl="conFgAcc1" presStyleIdx="1" presStyleCnt="4">
        <dgm:presLayoutVars>
          <dgm:bulletEnabled val="1"/>
        </dgm:presLayoutVars>
      </dgm:prSet>
      <dgm:spPr/>
    </dgm:pt>
    <dgm:pt modelId="{4654B821-0AC2-4938-AAF3-03F96479304A}" type="pres">
      <dgm:prSet presAssocID="{837F417B-0522-4280-81D8-7FB5FB1BA300}" presName="spaceBetweenRectangles" presStyleCnt="0"/>
      <dgm:spPr/>
    </dgm:pt>
    <dgm:pt modelId="{103E5E03-452B-4C6B-AEF8-1B8D10FA13E0}" type="pres">
      <dgm:prSet presAssocID="{E08A259E-A755-4FE2-B880-3F23C1082E71}" presName="parentLin" presStyleCnt="0"/>
      <dgm:spPr/>
    </dgm:pt>
    <dgm:pt modelId="{B40F3BCB-494F-4938-AF07-AB607CF31196}" type="pres">
      <dgm:prSet presAssocID="{E08A259E-A755-4FE2-B880-3F23C1082E71}" presName="parentLeftMargin" presStyleLbl="node1" presStyleIdx="1" presStyleCnt="4"/>
      <dgm:spPr/>
    </dgm:pt>
    <dgm:pt modelId="{7614D5BD-D81D-42DF-A89A-E4D956D1BDE7}" type="pres">
      <dgm:prSet presAssocID="{E08A259E-A755-4FE2-B880-3F23C1082E71}" presName="parentText" presStyleLbl="node1" presStyleIdx="2" presStyleCnt="4">
        <dgm:presLayoutVars>
          <dgm:chMax val="0"/>
          <dgm:bulletEnabled val="1"/>
        </dgm:presLayoutVars>
      </dgm:prSet>
      <dgm:spPr/>
    </dgm:pt>
    <dgm:pt modelId="{A043C0F6-BDC5-4AC3-AB9D-E1B12A635430}" type="pres">
      <dgm:prSet presAssocID="{E08A259E-A755-4FE2-B880-3F23C1082E71}" presName="negativeSpace" presStyleCnt="0"/>
      <dgm:spPr/>
    </dgm:pt>
    <dgm:pt modelId="{66168490-724A-4187-BF83-2A60B0E1FE19}" type="pres">
      <dgm:prSet presAssocID="{E08A259E-A755-4FE2-B880-3F23C1082E71}" presName="childText" presStyleLbl="conFgAcc1" presStyleIdx="2" presStyleCnt="4">
        <dgm:presLayoutVars>
          <dgm:bulletEnabled val="1"/>
        </dgm:presLayoutVars>
      </dgm:prSet>
      <dgm:spPr/>
    </dgm:pt>
    <dgm:pt modelId="{FCFFE31F-3363-4BF3-BBAA-BAAEF5EB367A}" type="pres">
      <dgm:prSet presAssocID="{4B61597D-C767-4909-B381-48C7561C33AB}" presName="spaceBetweenRectangles" presStyleCnt="0"/>
      <dgm:spPr/>
    </dgm:pt>
    <dgm:pt modelId="{05CCC4E1-B5F7-49DC-A48E-C7AF2029CB70}" type="pres">
      <dgm:prSet presAssocID="{FFD98BF1-5483-40D4-A677-8BF7DB787C5F}" presName="parentLin" presStyleCnt="0"/>
      <dgm:spPr/>
    </dgm:pt>
    <dgm:pt modelId="{438EA6CA-AA04-47CF-9215-691AE686CD1C}" type="pres">
      <dgm:prSet presAssocID="{FFD98BF1-5483-40D4-A677-8BF7DB787C5F}" presName="parentLeftMargin" presStyleLbl="node1" presStyleIdx="2" presStyleCnt="4"/>
      <dgm:spPr/>
    </dgm:pt>
    <dgm:pt modelId="{B57D5E1D-D7CA-4126-B318-A59C929EBD4E}" type="pres">
      <dgm:prSet presAssocID="{FFD98BF1-5483-40D4-A677-8BF7DB787C5F}" presName="parentText" presStyleLbl="node1" presStyleIdx="3" presStyleCnt="4">
        <dgm:presLayoutVars>
          <dgm:chMax val="0"/>
          <dgm:bulletEnabled val="1"/>
        </dgm:presLayoutVars>
      </dgm:prSet>
      <dgm:spPr/>
    </dgm:pt>
    <dgm:pt modelId="{F8582BE8-9497-4750-82E3-BC497AE4004F}" type="pres">
      <dgm:prSet presAssocID="{FFD98BF1-5483-40D4-A677-8BF7DB787C5F}" presName="negativeSpace" presStyleCnt="0"/>
      <dgm:spPr/>
    </dgm:pt>
    <dgm:pt modelId="{C6BC8093-DA78-4D3D-9881-0B491884E014}" type="pres">
      <dgm:prSet presAssocID="{FFD98BF1-5483-40D4-A677-8BF7DB787C5F}" presName="childText" presStyleLbl="conFgAcc1" presStyleIdx="3" presStyleCnt="4">
        <dgm:presLayoutVars>
          <dgm:bulletEnabled val="1"/>
        </dgm:presLayoutVars>
      </dgm:prSet>
      <dgm:spPr/>
    </dgm:pt>
  </dgm:ptLst>
  <dgm:cxnLst>
    <dgm:cxn modelId="{B4A65504-EE00-4DD0-B5E6-29814BCF9E37}" srcId="{E08A259E-A755-4FE2-B880-3F23C1082E71}" destId="{D734120C-881B-43F1-91D1-E33273FE70C4}" srcOrd="0" destOrd="0" parTransId="{AEB9EDDA-B418-4C6F-8703-2B2DF48BFEEC}" sibTransId="{C156D7C4-8A8B-4DBD-B5CF-BBD248FA884F}"/>
    <dgm:cxn modelId="{1292D82A-34BE-486C-827A-3C323F724F9A}" srcId="{F37743E3-6B46-499E-9FB6-02666B6741C4}" destId="{29737001-D563-4935-A469-1249121E2B0B}" srcOrd="0" destOrd="0" parTransId="{76152EA5-D472-4A04-8543-F84E5488A1EC}" sibTransId="{4AE5847F-CFBE-4E00-A6EC-BC226A2C99BA}"/>
    <dgm:cxn modelId="{0272762F-1AF7-47BF-95B8-DAEFF8C4F159}" type="presOf" srcId="{E08A259E-A755-4FE2-B880-3F23C1082E71}" destId="{B40F3BCB-494F-4938-AF07-AB607CF31196}" srcOrd="0" destOrd="0" presId="urn:microsoft.com/office/officeart/2005/8/layout/list1"/>
    <dgm:cxn modelId="{46807D35-05F4-43A1-9BFF-DE4F0E5849FC}" type="presOf" srcId="{F37743E3-6B46-499E-9FB6-02666B6741C4}" destId="{D069B437-8327-4186-AB18-49C1DB87B0BC}" srcOrd="0" destOrd="0" presId="urn:microsoft.com/office/officeart/2005/8/layout/list1"/>
    <dgm:cxn modelId="{2525C842-E5B1-4C91-9294-E831385EB991}" type="presOf" srcId="{29737001-D563-4935-A469-1249121E2B0B}" destId="{0CE2B699-EE88-4FD0-9ABE-B3415FBCC1B6}" srcOrd="0" destOrd="0" presId="urn:microsoft.com/office/officeart/2005/8/layout/list1"/>
    <dgm:cxn modelId="{429AA471-0AD6-41DA-80B9-9C31518908AB}" srcId="{F37743E3-6B46-499E-9FB6-02666B6741C4}" destId="{FFD98BF1-5483-40D4-A677-8BF7DB787C5F}" srcOrd="3" destOrd="0" parTransId="{794577A9-C70E-41D7-A7A6-3AF991171B38}" sibTransId="{68A9EDA3-3D4B-4ECF-A23A-6DF967841C88}"/>
    <dgm:cxn modelId="{7E2DEF54-78DD-431F-9F51-F616742756FF}" type="presOf" srcId="{29737001-D563-4935-A469-1249121E2B0B}" destId="{80B9DF85-48C6-42E7-80D3-AA555544C198}" srcOrd="1" destOrd="0" presId="urn:microsoft.com/office/officeart/2005/8/layout/list1"/>
    <dgm:cxn modelId="{0FD0DB77-7E9C-4BA1-836D-C71CA59E8DF0}" type="presOf" srcId="{0CBDFC00-32BF-416F-AC78-A74405FBC259}" destId="{FC28119E-E0F0-4A00-BD96-9500976E428C}" srcOrd="0" destOrd="0" presId="urn:microsoft.com/office/officeart/2005/8/layout/list1"/>
    <dgm:cxn modelId="{1FE26278-DAD7-4088-94B9-E94CF7666E87}" type="presOf" srcId="{E08A259E-A755-4FE2-B880-3F23C1082E71}" destId="{7614D5BD-D81D-42DF-A89A-E4D956D1BDE7}" srcOrd="1" destOrd="0" presId="urn:microsoft.com/office/officeart/2005/8/layout/list1"/>
    <dgm:cxn modelId="{CC75F686-7B73-400B-96E5-716316DC784D}" srcId="{FFD98BF1-5483-40D4-A677-8BF7DB787C5F}" destId="{BA76AD97-7329-43CB-A03F-0CDD8BC4F42A}" srcOrd="0" destOrd="0" parTransId="{71DCA88F-73F2-4847-A932-172367D4457B}" sibTransId="{023D8444-4025-4602-B944-31EF2615DED9}"/>
    <dgm:cxn modelId="{AC9F729C-4349-49A9-AE6D-2E3826FD6035}" srcId="{29737001-D563-4935-A469-1249121E2B0B}" destId="{0CBDFC00-32BF-416F-AC78-A74405FBC259}" srcOrd="0" destOrd="0" parTransId="{CAC04848-C7FC-4EB4-BD0B-D463C75A38D1}" sibTransId="{2CA59256-D24D-4905-BF44-C578167C2C6E}"/>
    <dgm:cxn modelId="{14CD41A5-5FF3-4DC4-8BA0-C3AF73070321}" type="presOf" srcId="{BA76AD97-7329-43CB-A03F-0CDD8BC4F42A}" destId="{C6BC8093-DA78-4D3D-9881-0B491884E014}" srcOrd="0" destOrd="0" presId="urn:microsoft.com/office/officeart/2005/8/layout/list1"/>
    <dgm:cxn modelId="{F9C0CBC1-83DC-4651-A9FE-D6A4748A8BDC}" type="presOf" srcId="{D734120C-881B-43F1-91D1-E33273FE70C4}" destId="{66168490-724A-4187-BF83-2A60B0E1FE19}" srcOrd="0" destOrd="0" presId="urn:microsoft.com/office/officeart/2005/8/layout/list1"/>
    <dgm:cxn modelId="{235F43C3-A608-4317-AEB9-BE337302479C}" type="presOf" srcId="{FFD98BF1-5483-40D4-A677-8BF7DB787C5F}" destId="{B57D5E1D-D7CA-4126-B318-A59C929EBD4E}" srcOrd="1" destOrd="0" presId="urn:microsoft.com/office/officeart/2005/8/layout/list1"/>
    <dgm:cxn modelId="{00064CC6-C85F-421F-B566-ABD92CA00261}" type="presOf" srcId="{6C16E6AF-086B-49D1-92B1-223511635B34}" destId="{DE9E8727-DD17-4B03-9DE4-B31A9281E16A}" srcOrd="0" destOrd="0" presId="urn:microsoft.com/office/officeart/2005/8/layout/list1"/>
    <dgm:cxn modelId="{B44A87C8-EB28-4F8E-84A1-B2D602C04A2E}" srcId="{F37743E3-6B46-499E-9FB6-02666B6741C4}" destId="{E08A259E-A755-4FE2-B880-3F23C1082E71}" srcOrd="2" destOrd="0" parTransId="{26D5C185-74F8-4B30-A0D5-43397A79C514}" sibTransId="{4B61597D-C767-4909-B381-48C7561C33AB}"/>
    <dgm:cxn modelId="{65ECA4CA-63E7-4194-BBBB-7404A0D99D7A}" type="presOf" srcId="{FFD98BF1-5483-40D4-A677-8BF7DB787C5F}" destId="{438EA6CA-AA04-47CF-9215-691AE686CD1C}" srcOrd="0" destOrd="0" presId="urn:microsoft.com/office/officeart/2005/8/layout/list1"/>
    <dgm:cxn modelId="{CC2ADCCC-2127-49C8-B3D4-F55B80FD9C23}" srcId="{6C16E6AF-086B-49D1-92B1-223511635B34}" destId="{B149F12B-4D10-465E-9CA9-EE2F981A6DC0}" srcOrd="0" destOrd="0" parTransId="{B93EDEE1-1995-4848-95D1-C3C967E8E479}" sibTransId="{1F29B580-06D9-46F8-AA9B-027A8194638D}"/>
    <dgm:cxn modelId="{29E448F1-0EF3-4F9A-9635-9E2A39D80ED9}" srcId="{F37743E3-6B46-499E-9FB6-02666B6741C4}" destId="{6C16E6AF-086B-49D1-92B1-223511635B34}" srcOrd="1" destOrd="0" parTransId="{08D67FF1-D583-4CF5-B6E7-11B722D8459E}" sibTransId="{837F417B-0522-4280-81D8-7FB5FB1BA300}"/>
    <dgm:cxn modelId="{B91A8FF4-51D2-43A2-B892-4A9A7779D080}" type="presOf" srcId="{B149F12B-4D10-465E-9CA9-EE2F981A6DC0}" destId="{FE353E8B-8CBC-43E5-8194-85BE7CE1A78A}" srcOrd="0" destOrd="0" presId="urn:microsoft.com/office/officeart/2005/8/layout/list1"/>
    <dgm:cxn modelId="{6BA564F7-D699-4AFA-AF38-371F1F24BA75}" type="presOf" srcId="{6C16E6AF-086B-49D1-92B1-223511635B34}" destId="{BD295BE4-EC1E-4F37-908B-8220FB3552ED}" srcOrd="1" destOrd="0" presId="urn:microsoft.com/office/officeart/2005/8/layout/list1"/>
    <dgm:cxn modelId="{8E592CA4-75A5-47C9-84A1-6EB4A9F058EF}" type="presParOf" srcId="{D069B437-8327-4186-AB18-49C1DB87B0BC}" destId="{93FA1E87-E7F6-4A43-BF64-3FF8DC85293F}" srcOrd="0" destOrd="0" presId="urn:microsoft.com/office/officeart/2005/8/layout/list1"/>
    <dgm:cxn modelId="{DE22D83D-92A9-48EB-9DEE-09D7513CF752}" type="presParOf" srcId="{93FA1E87-E7F6-4A43-BF64-3FF8DC85293F}" destId="{0CE2B699-EE88-4FD0-9ABE-B3415FBCC1B6}" srcOrd="0" destOrd="0" presId="urn:microsoft.com/office/officeart/2005/8/layout/list1"/>
    <dgm:cxn modelId="{80929B8E-509B-48E4-8184-1A46B4103146}" type="presParOf" srcId="{93FA1E87-E7F6-4A43-BF64-3FF8DC85293F}" destId="{80B9DF85-48C6-42E7-80D3-AA555544C198}" srcOrd="1" destOrd="0" presId="urn:microsoft.com/office/officeart/2005/8/layout/list1"/>
    <dgm:cxn modelId="{ACC5908B-DDD9-4C88-8F25-C9BCE0140571}" type="presParOf" srcId="{D069B437-8327-4186-AB18-49C1DB87B0BC}" destId="{7B635978-0880-454E-98A6-906EE4933D01}" srcOrd="1" destOrd="0" presId="urn:microsoft.com/office/officeart/2005/8/layout/list1"/>
    <dgm:cxn modelId="{E1102C6B-E88B-4FCF-9C05-90917E9EDAA2}" type="presParOf" srcId="{D069B437-8327-4186-AB18-49C1DB87B0BC}" destId="{FC28119E-E0F0-4A00-BD96-9500976E428C}" srcOrd="2" destOrd="0" presId="urn:microsoft.com/office/officeart/2005/8/layout/list1"/>
    <dgm:cxn modelId="{642BF229-9E3D-492F-8CE8-CB2DE0BF6768}" type="presParOf" srcId="{D069B437-8327-4186-AB18-49C1DB87B0BC}" destId="{E5ED3152-D1E5-4CE9-9764-D62344199388}" srcOrd="3" destOrd="0" presId="urn:microsoft.com/office/officeart/2005/8/layout/list1"/>
    <dgm:cxn modelId="{F1EC71E8-8DB0-4A87-895C-F31C748EEED0}" type="presParOf" srcId="{D069B437-8327-4186-AB18-49C1DB87B0BC}" destId="{C1C0AB55-AE4E-4F13-A3C3-36C901448FE4}" srcOrd="4" destOrd="0" presId="urn:microsoft.com/office/officeart/2005/8/layout/list1"/>
    <dgm:cxn modelId="{B2D9440D-0323-4DA1-ACEF-9B562686FEE4}" type="presParOf" srcId="{C1C0AB55-AE4E-4F13-A3C3-36C901448FE4}" destId="{DE9E8727-DD17-4B03-9DE4-B31A9281E16A}" srcOrd="0" destOrd="0" presId="urn:microsoft.com/office/officeart/2005/8/layout/list1"/>
    <dgm:cxn modelId="{29A74D9D-DB9B-45A9-8D91-A20937752C16}" type="presParOf" srcId="{C1C0AB55-AE4E-4F13-A3C3-36C901448FE4}" destId="{BD295BE4-EC1E-4F37-908B-8220FB3552ED}" srcOrd="1" destOrd="0" presId="urn:microsoft.com/office/officeart/2005/8/layout/list1"/>
    <dgm:cxn modelId="{A0BC2F1D-F910-4526-9CE0-E66530CB06D9}" type="presParOf" srcId="{D069B437-8327-4186-AB18-49C1DB87B0BC}" destId="{03FDD29D-CB0B-4569-B433-96B3DDDA8105}" srcOrd="5" destOrd="0" presId="urn:microsoft.com/office/officeart/2005/8/layout/list1"/>
    <dgm:cxn modelId="{DBB680EB-FB05-41DE-BCFA-895FB786717B}" type="presParOf" srcId="{D069B437-8327-4186-AB18-49C1DB87B0BC}" destId="{FE353E8B-8CBC-43E5-8194-85BE7CE1A78A}" srcOrd="6" destOrd="0" presId="urn:microsoft.com/office/officeart/2005/8/layout/list1"/>
    <dgm:cxn modelId="{D9359D25-1CC6-4ED6-BBFB-4BCD62EF38C8}" type="presParOf" srcId="{D069B437-8327-4186-AB18-49C1DB87B0BC}" destId="{4654B821-0AC2-4938-AAF3-03F96479304A}" srcOrd="7" destOrd="0" presId="urn:microsoft.com/office/officeart/2005/8/layout/list1"/>
    <dgm:cxn modelId="{ABC53B83-F74F-4BE3-9E68-A65E04E60A3E}" type="presParOf" srcId="{D069B437-8327-4186-AB18-49C1DB87B0BC}" destId="{103E5E03-452B-4C6B-AEF8-1B8D10FA13E0}" srcOrd="8" destOrd="0" presId="urn:microsoft.com/office/officeart/2005/8/layout/list1"/>
    <dgm:cxn modelId="{175E0670-60F1-4F42-976F-09455256E32D}" type="presParOf" srcId="{103E5E03-452B-4C6B-AEF8-1B8D10FA13E0}" destId="{B40F3BCB-494F-4938-AF07-AB607CF31196}" srcOrd="0" destOrd="0" presId="urn:microsoft.com/office/officeart/2005/8/layout/list1"/>
    <dgm:cxn modelId="{7E6370D8-3491-4A20-9989-59E93B408364}" type="presParOf" srcId="{103E5E03-452B-4C6B-AEF8-1B8D10FA13E0}" destId="{7614D5BD-D81D-42DF-A89A-E4D956D1BDE7}" srcOrd="1" destOrd="0" presId="urn:microsoft.com/office/officeart/2005/8/layout/list1"/>
    <dgm:cxn modelId="{792DD288-22D5-4204-90AA-70364FCECBCF}" type="presParOf" srcId="{D069B437-8327-4186-AB18-49C1DB87B0BC}" destId="{A043C0F6-BDC5-4AC3-AB9D-E1B12A635430}" srcOrd="9" destOrd="0" presId="urn:microsoft.com/office/officeart/2005/8/layout/list1"/>
    <dgm:cxn modelId="{63A5769D-48CA-4D63-B9E8-1AB4C1863DC4}" type="presParOf" srcId="{D069B437-8327-4186-AB18-49C1DB87B0BC}" destId="{66168490-724A-4187-BF83-2A60B0E1FE19}" srcOrd="10" destOrd="0" presId="urn:microsoft.com/office/officeart/2005/8/layout/list1"/>
    <dgm:cxn modelId="{C9B4CC46-C354-4D3C-914E-B7223DFD9FDB}" type="presParOf" srcId="{D069B437-8327-4186-AB18-49C1DB87B0BC}" destId="{FCFFE31F-3363-4BF3-BBAA-BAAEF5EB367A}" srcOrd="11" destOrd="0" presId="urn:microsoft.com/office/officeart/2005/8/layout/list1"/>
    <dgm:cxn modelId="{941B566A-5997-4926-9AFF-F7049F8AAB20}" type="presParOf" srcId="{D069B437-8327-4186-AB18-49C1DB87B0BC}" destId="{05CCC4E1-B5F7-49DC-A48E-C7AF2029CB70}" srcOrd="12" destOrd="0" presId="urn:microsoft.com/office/officeart/2005/8/layout/list1"/>
    <dgm:cxn modelId="{D001D8BF-A023-4926-99B8-53D5ABAD9290}" type="presParOf" srcId="{05CCC4E1-B5F7-49DC-A48E-C7AF2029CB70}" destId="{438EA6CA-AA04-47CF-9215-691AE686CD1C}" srcOrd="0" destOrd="0" presId="urn:microsoft.com/office/officeart/2005/8/layout/list1"/>
    <dgm:cxn modelId="{E5661692-B1BE-4710-A422-182890A9BAA9}" type="presParOf" srcId="{05CCC4E1-B5F7-49DC-A48E-C7AF2029CB70}" destId="{B57D5E1D-D7CA-4126-B318-A59C929EBD4E}" srcOrd="1" destOrd="0" presId="urn:microsoft.com/office/officeart/2005/8/layout/list1"/>
    <dgm:cxn modelId="{CB50564E-37A6-41B2-ADF4-76FB865C03DC}" type="presParOf" srcId="{D069B437-8327-4186-AB18-49C1DB87B0BC}" destId="{F8582BE8-9497-4750-82E3-BC497AE4004F}" srcOrd="13" destOrd="0" presId="urn:microsoft.com/office/officeart/2005/8/layout/list1"/>
    <dgm:cxn modelId="{34196BDF-5D8B-4E2C-A4D5-0CFACD2F2E97}" type="presParOf" srcId="{D069B437-8327-4186-AB18-49C1DB87B0BC}" destId="{C6BC8093-DA78-4D3D-9881-0B491884E014}"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EEA831D-E072-41F6-AA17-E2DB2F77C0A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F7A7F00-FF1C-4018-AEA4-AB5B136FB350}">
      <dgm:prSet custT="1"/>
      <dgm:spPr/>
      <dgm:t>
        <a:bodyPr/>
        <a:lstStyle/>
        <a:p>
          <a:pPr>
            <a:lnSpc>
              <a:spcPct val="100000"/>
            </a:lnSpc>
          </a:pPr>
          <a:r>
            <a:rPr lang="en-US" sz="2000" i="1"/>
            <a:t>IBM SPSS Modeler Subscription</a:t>
          </a:r>
          <a:r>
            <a:rPr lang="en-US" sz="2000"/>
            <a:t>. (s. f.). https://www.ibm.com/docs/es/spss-modeler/saas?topic=rules-tabular-versus-transactional-data</a:t>
          </a:r>
          <a:endParaRPr lang="en-US" sz="2000" dirty="0"/>
        </a:p>
      </dgm:t>
    </dgm:pt>
    <dgm:pt modelId="{733C13EA-FA59-4D1F-A7A2-8ECDD3831E3B}" type="parTrans" cxnId="{97A7B599-96C9-43D2-A6CD-002A707D1911}">
      <dgm:prSet/>
      <dgm:spPr/>
      <dgm:t>
        <a:bodyPr/>
        <a:lstStyle/>
        <a:p>
          <a:endParaRPr lang="en-US"/>
        </a:p>
      </dgm:t>
    </dgm:pt>
    <dgm:pt modelId="{B7EFE58F-059E-4226-9151-1E578323D38B}" type="sibTrans" cxnId="{97A7B599-96C9-43D2-A6CD-002A707D1911}">
      <dgm:prSet/>
      <dgm:spPr/>
      <dgm:t>
        <a:bodyPr/>
        <a:lstStyle/>
        <a:p>
          <a:endParaRPr lang="en-US"/>
        </a:p>
      </dgm:t>
    </dgm:pt>
    <dgm:pt modelId="{D241C14C-6B8A-4A6C-A626-49C730661568}">
      <dgm:prSet custT="1"/>
      <dgm:spPr/>
      <dgm:t>
        <a:bodyPr/>
        <a:lstStyle/>
        <a:p>
          <a:pPr>
            <a:lnSpc>
              <a:spcPct val="100000"/>
            </a:lnSpc>
          </a:pPr>
          <a:r>
            <a:rPr lang="es-GT" sz="2000"/>
            <a:t>Lovera, K. I. (2025, 11 abril). </a:t>
          </a:r>
          <a:r>
            <a:rPr lang="es-GT" sz="2000" i="1"/>
            <a:t>Cubos OLAP y los KPI</a:t>
          </a:r>
          <a:r>
            <a:rPr lang="es-GT" sz="2000"/>
            <a:t>. https://es.linkedin.com/pulse/cubos-olap-y-los-kpi-keny-isaac-lovera-gf07e</a:t>
          </a:r>
          <a:endParaRPr lang="en-US" sz="2000" dirty="0"/>
        </a:p>
      </dgm:t>
    </dgm:pt>
    <dgm:pt modelId="{46B790AD-1BF6-4437-8C91-71E7BE9173F8}" type="parTrans" cxnId="{8FBFECD0-7884-4658-89FC-FA25B86BB7D7}">
      <dgm:prSet/>
      <dgm:spPr/>
      <dgm:t>
        <a:bodyPr/>
        <a:lstStyle/>
        <a:p>
          <a:endParaRPr lang="en-US"/>
        </a:p>
      </dgm:t>
    </dgm:pt>
    <dgm:pt modelId="{0703F32C-BAD9-4F37-85D6-47CCD6671446}" type="sibTrans" cxnId="{8FBFECD0-7884-4658-89FC-FA25B86BB7D7}">
      <dgm:prSet/>
      <dgm:spPr/>
      <dgm:t>
        <a:bodyPr/>
        <a:lstStyle/>
        <a:p>
          <a:endParaRPr lang="en-US"/>
        </a:p>
      </dgm:t>
    </dgm:pt>
    <dgm:pt modelId="{3FB9E157-F3C2-44D2-9FCC-8D6D60A50FF6}">
      <dgm:prSet custT="1"/>
      <dgm:spPr/>
      <dgm:t>
        <a:bodyPr/>
        <a:lstStyle/>
        <a:p>
          <a:pPr>
            <a:lnSpc>
              <a:spcPct val="100000"/>
            </a:lnSpc>
          </a:pPr>
          <a:r>
            <a:rPr lang="pt-BR" sz="2000" dirty="0"/>
            <a:t>Prada, M. A. N. (2024, 23 abril). </a:t>
          </a:r>
          <a:r>
            <a:rPr lang="pt-BR" sz="2000" i="1" dirty="0"/>
            <a:t>MDX vs DAX | Martin Alfonso Nieto Prada</a:t>
          </a:r>
          <a:r>
            <a:rPr lang="pt-BR" sz="2000" dirty="0"/>
            <a:t>. https://www.linkedin.com/posts/martin-alfonso-nieto-prada_mdx-vs-dax-activity-7188614255137501187-ciI6</a:t>
          </a:r>
          <a:endParaRPr lang="en-US" sz="2000" dirty="0"/>
        </a:p>
      </dgm:t>
    </dgm:pt>
    <dgm:pt modelId="{1C3815B6-6062-4283-BEDF-9E786BC207BD}" type="parTrans" cxnId="{FE84213D-18F8-4F61-B1B6-1D818B6BEE18}">
      <dgm:prSet/>
      <dgm:spPr/>
      <dgm:t>
        <a:bodyPr/>
        <a:lstStyle/>
        <a:p>
          <a:endParaRPr lang="es-GT"/>
        </a:p>
      </dgm:t>
    </dgm:pt>
    <dgm:pt modelId="{370485D7-79A8-400E-B60A-9D2F25C128EE}" type="sibTrans" cxnId="{FE84213D-18F8-4F61-B1B6-1D818B6BEE18}">
      <dgm:prSet/>
      <dgm:spPr/>
      <dgm:t>
        <a:bodyPr/>
        <a:lstStyle/>
        <a:p>
          <a:endParaRPr lang="es-GT"/>
        </a:p>
      </dgm:t>
    </dgm:pt>
    <dgm:pt modelId="{6FA5C584-9D50-439B-A5A5-99BD23F9F2B4}">
      <dgm:prSet custT="1"/>
      <dgm:spPr/>
      <dgm:t>
        <a:bodyPr/>
        <a:lstStyle/>
        <a:p>
          <a:pPr>
            <a:lnSpc>
              <a:spcPct val="100000"/>
            </a:lnSpc>
          </a:pPr>
          <a:r>
            <a:rPr lang="es-GT" sz="2000"/>
            <a:t>Martins, J. (2024, 16 agosto). Qué es un KPI, para qué sirve y cómo utilizarlo en tu proyecto [2024] • Asana. </a:t>
          </a:r>
          <a:r>
            <a:rPr lang="es-GT" sz="2000" i="1"/>
            <a:t>Asana</a:t>
          </a:r>
          <a:r>
            <a:rPr lang="es-GT" sz="2000"/>
            <a:t>. https://asana.com/es/resources/key-performance-indicator-kpi</a:t>
          </a:r>
          <a:endParaRPr lang="en-US" sz="2000" dirty="0"/>
        </a:p>
      </dgm:t>
    </dgm:pt>
    <dgm:pt modelId="{6CB2AA1D-618D-47B6-94D6-D1F8808DF68B}" type="parTrans" cxnId="{731270CA-D314-433B-A5C1-EF23C6F768D1}">
      <dgm:prSet/>
      <dgm:spPr/>
      <dgm:t>
        <a:bodyPr/>
        <a:lstStyle/>
        <a:p>
          <a:endParaRPr lang="es-GT"/>
        </a:p>
      </dgm:t>
    </dgm:pt>
    <dgm:pt modelId="{A17B89E3-E175-4923-ADAD-AB9E198B74DF}" type="sibTrans" cxnId="{731270CA-D314-433B-A5C1-EF23C6F768D1}">
      <dgm:prSet/>
      <dgm:spPr/>
      <dgm:t>
        <a:bodyPr/>
        <a:lstStyle/>
        <a:p>
          <a:endParaRPr lang="es-GT"/>
        </a:p>
      </dgm:t>
    </dgm:pt>
    <dgm:pt modelId="{B405EC5A-4779-4315-84AE-828C82252E2C}" type="pres">
      <dgm:prSet presAssocID="{8EEA831D-E072-41F6-AA17-E2DB2F77C0A9}" presName="root" presStyleCnt="0">
        <dgm:presLayoutVars>
          <dgm:dir/>
          <dgm:resizeHandles val="exact"/>
        </dgm:presLayoutVars>
      </dgm:prSet>
      <dgm:spPr/>
    </dgm:pt>
    <dgm:pt modelId="{805212D2-F819-41B7-822B-9403B233BD6F}" type="pres">
      <dgm:prSet presAssocID="{CF7A7F00-FF1C-4018-AEA4-AB5B136FB350}" presName="compNode" presStyleCnt="0"/>
      <dgm:spPr/>
    </dgm:pt>
    <dgm:pt modelId="{287A7C38-CF7E-4715-89FF-E6CF3B67723A}" type="pres">
      <dgm:prSet presAssocID="{CF7A7F00-FF1C-4018-AEA4-AB5B136FB350}" presName="bgRect" presStyleLbl="bgShp" presStyleIdx="0" presStyleCnt="4"/>
      <dgm:spPr/>
    </dgm:pt>
    <dgm:pt modelId="{28FF6A92-F409-4D63-AB7E-E40B3EE38F5D}" type="pres">
      <dgm:prSet presAssocID="{CF7A7F00-FF1C-4018-AEA4-AB5B136FB35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rver"/>
        </a:ext>
      </dgm:extLst>
    </dgm:pt>
    <dgm:pt modelId="{1C0BE451-B6FD-443C-AA02-767945DCE610}" type="pres">
      <dgm:prSet presAssocID="{CF7A7F00-FF1C-4018-AEA4-AB5B136FB350}" presName="spaceRect" presStyleCnt="0"/>
      <dgm:spPr/>
    </dgm:pt>
    <dgm:pt modelId="{20208C83-BA37-4DFB-B1AB-D7E0FBC8DEF5}" type="pres">
      <dgm:prSet presAssocID="{CF7A7F00-FF1C-4018-AEA4-AB5B136FB350}" presName="parTx" presStyleLbl="revTx" presStyleIdx="0" presStyleCnt="4">
        <dgm:presLayoutVars>
          <dgm:chMax val="0"/>
          <dgm:chPref val="0"/>
        </dgm:presLayoutVars>
      </dgm:prSet>
      <dgm:spPr/>
    </dgm:pt>
    <dgm:pt modelId="{812503EE-6778-4294-BA08-A4CE84ABC114}" type="pres">
      <dgm:prSet presAssocID="{B7EFE58F-059E-4226-9151-1E578323D38B}" presName="sibTrans" presStyleCnt="0"/>
      <dgm:spPr/>
    </dgm:pt>
    <dgm:pt modelId="{0505EAAE-1ACB-446A-AFF8-62C8546C581F}" type="pres">
      <dgm:prSet presAssocID="{D241C14C-6B8A-4A6C-A626-49C730661568}" presName="compNode" presStyleCnt="0"/>
      <dgm:spPr/>
    </dgm:pt>
    <dgm:pt modelId="{F04B6D6B-BD3A-40E7-8B34-7AADDD37077C}" type="pres">
      <dgm:prSet presAssocID="{D241C14C-6B8A-4A6C-A626-49C730661568}" presName="bgRect" presStyleLbl="bgShp" presStyleIdx="1" presStyleCnt="4"/>
      <dgm:spPr/>
    </dgm:pt>
    <dgm:pt modelId="{1DCE6EE9-C2FF-4F5B-A31C-09E840790181}" type="pres">
      <dgm:prSet presAssocID="{D241C14C-6B8A-4A6C-A626-49C73066156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yncing Cloud"/>
        </a:ext>
      </dgm:extLst>
    </dgm:pt>
    <dgm:pt modelId="{6C963001-C5B3-4537-83C8-4BB4A4624F82}" type="pres">
      <dgm:prSet presAssocID="{D241C14C-6B8A-4A6C-A626-49C730661568}" presName="spaceRect" presStyleCnt="0"/>
      <dgm:spPr/>
    </dgm:pt>
    <dgm:pt modelId="{643FD102-A2BC-4871-A2EB-0AF9BE490EAB}" type="pres">
      <dgm:prSet presAssocID="{D241C14C-6B8A-4A6C-A626-49C730661568}" presName="parTx" presStyleLbl="revTx" presStyleIdx="1" presStyleCnt="4">
        <dgm:presLayoutVars>
          <dgm:chMax val="0"/>
          <dgm:chPref val="0"/>
        </dgm:presLayoutVars>
      </dgm:prSet>
      <dgm:spPr/>
    </dgm:pt>
    <dgm:pt modelId="{A6E7F64A-FD56-4C40-BEF1-BC115A80E248}" type="pres">
      <dgm:prSet presAssocID="{0703F32C-BAD9-4F37-85D6-47CCD6671446}" presName="sibTrans" presStyleCnt="0"/>
      <dgm:spPr/>
    </dgm:pt>
    <dgm:pt modelId="{5FCBDE0A-2E2D-4876-AEFE-A650E5D4A891}" type="pres">
      <dgm:prSet presAssocID="{6FA5C584-9D50-439B-A5A5-99BD23F9F2B4}" presName="compNode" presStyleCnt="0"/>
      <dgm:spPr/>
    </dgm:pt>
    <dgm:pt modelId="{E73AAFE4-2F95-4282-9D30-CCCC843B66C5}" type="pres">
      <dgm:prSet presAssocID="{6FA5C584-9D50-439B-A5A5-99BD23F9F2B4}" presName="bgRect" presStyleLbl="bgShp" presStyleIdx="2" presStyleCnt="4"/>
      <dgm:spPr/>
    </dgm:pt>
    <dgm:pt modelId="{6AEFFA92-0134-43A7-BE61-6099E3139D10}" type="pres">
      <dgm:prSet presAssocID="{6FA5C584-9D50-439B-A5A5-99BD23F9F2B4}"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Address Book outline"/>
        </a:ext>
      </dgm:extLst>
    </dgm:pt>
    <dgm:pt modelId="{0BF232A7-30F0-4B54-A639-95C69B68372B}" type="pres">
      <dgm:prSet presAssocID="{6FA5C584-9D50-439B-A5A5-99BD23F9F2B4}" presName="spaceRect" presStyleCnt="0"/>
      <dgm:spPr/>
    </dgm:pt>
    <dgm:pt modelId="{A32FB99B-A4F0-47C8-B0D3-71F6AAF34585}" type="pres">
      <dgm:prSet presAssocID="{6FA5C584-9D50-439B-A5A5-99BD23F9F2B4}" presName="parTx" presStyleLbl="revTx" presStyleIdx="2" presStyleCnt="4">
        <dgm:presLayoutVars>
          <dgm:chMax val="0"/>
          <dgm:chPref val="0"/>
        </dgm:presLayoutVars>
      </dgm:prSet>
      <dgm:spPr/>
    </dgm:pt>
    <dgm:pt modelId="{2DE5FB5B-5770-4BCB-AA96-DC93E40D44C4}" type="pres">
      <dgm:prSet presAssocID="{A17B89E3-E175-4923-ADAD-AB9E198B74DF}" presName="sibTrans" presStyleCnt="0"/>
      <dgm:spPr/>
    </dgm:pt>
    <dgm:pt modelId="{D8699B22-81ED-4743-90B1-F4A49B4F0223}" type="pres">
      <dgm:prSet presAssocID="{3FB9E157-F3C2-44D2-9FCC-8D6D60A50FF6}" presName="compNode" presStyleCnt="0"/>
      <dgm:spPr/>
    </dgm:pt>
    <dgm:pt modelId="{DBA5BB43-7509-453B-BA0C-23F378A1E300}" type="pres">
      <dgm:prSet presAssocID="{3FB9E157-F3C2-44D2-9FCC-8D6D60A50FF6}" presName="bgRect" presStyleLbl="bgShp" presStyleIdx="3" presStyleCnt="4"/>
      <dgm:spPr/>
    </dgm:pt>
    <dgm:pt modelId="{0D38DC38-E526-4B16-A7EE-0ACE8C80CFAE}" type="pres">
      <dgm:prSet presAssocID="{3FB9E157-F3C2-44D2-9FCC-8D6D60A50FF6}"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3d Glasses outline"/>
        </a:ext>
      </dgm:extLst>
    </dgm:pt>
    <dgm:pt modelId="{39CDCB61-382B-4065-8093-283838A54F85}" type="pres">
      <dgm:prSet presAssocID="{3FB9E157-F3C2-44D2-9FCC-8D6D60A50FF6}" presName="spaceRect" presStyleCnt="0"/>
      <dgm:spPr/>
    </dgm:pt>
    <dgm:pt modelId="{F0FF9A36-59A6-46D6-96E5-AAF756EB64B2}" type="pres">
      <dgm:prSet presAssocID="{3FB9E157-F3C2-44D2-9FCC-8D6D60A50FF6}" presName="parTx" presStyleLbl="revTx" presStyleIdx="3" presStyleCnt="4">
        <dgm:presLayoutVars>
          <dgm:chMax val="0"/>
          <dgm:chPref val="0"/>
        </dgm:presLayoutVars>
      </dgm:prSet>
      <dgm:spPr/>
    </dgm:pt>
  </dgm:ptLst>
  <dgm:cxnLst>
    <dgm:cxn modelId="{FE84213D-18F8-4F61-B1B6-1D818B6BEE18}" srcId="{8EEA831D-E072-41F6-AA17-E2DB2F77C0A9}" destId="{3FB9E157-F3C2-44D2-9FCC-8D6D60A50FF6}" srcOrd="3" destOrd="0" parTransId="{1C3815B6-6062-4283-BEDF-9E786BC207BD}" sibTransId="{370485D7-79A8-400E-B60A-9D2F25C128EE}"/>
    <dgm:cxn modelId="{FA00115D-893C-448E-AFE1-B31F37A9DD4E}" type="presOf" srcId="{CF7A7F00-FF1C-4018-AEA4-AB5B136FB350}" destId="{20208C83-BA37-4DFB-B1AB-D7E0FBC8DEF5}" srcOrd="0" destOrd="0" presId="urn:microsoft.com/office/officeart/2018/2/layout/IconVerticalSolidList"/>
    <dgm:cxn modelId="{C65D0E61-328F-4E88-9421-C83BDFB176D9}" type="presOf" srcId="{8EEA831D-E072-41F6-AA17-E2DB2F77C0A9}" destId="{B405EC5A-4779-4315-84AE-828C82252E2C}" srcOrd="0" destOrd="0" presId="urn:microsoft.com/office/officeart/2018/2/layout/IconVerticalSolidList"/>
    <dgm:cxn modelId="{36269953-02F8-4B36-9818-18988F24D61B}" type="presOf" srcId="{6FA5C584-9D50-439B-A5A5-99BD23F9F2B4}" destId="{A32FB99B-A4F0-47C8-B0D3-71F6AAF34585}" srcOrd="0" destOrd="0" presId="urn:microsoft.com/office/officeart/2018/2/layout/IconVerticalSolidList"/>
    <dgm:cxn modelId="{2CEC5387-D0DD-47E1-87DB-2D176E118447}" type="presOf" srcId="{D241C14C-6B8A-4A6C-A626-49C730661568}" destId="{643FD102-A2BC-4871-A2EB-0AF9BE490EAB}" srcOrd="0" destOrd="0" presId="urn:microsoft.com/office/officeart/2018/2/layout/IconVerticalSolidList"/>
    <dgm:cxn modelId="{97A7B599-96C9-43D2-A6CD-002A707D1911}" srcId="{8EEA831D-E072-41F6-AA17-E2DB2F77C0A9}" destId="{CF7A7F00-FF1C-4018-AEA4-AB5B136FB350}" srcOrd="0" destOrd="0" parTransId="{733C13EA-FA59-4D1F-A7A2-8ECDD3831E3B}" sibTransId="{B7EFE58F-059E-4226-9151-1E578323D38B}"/>
    <dgm:cxn modelId="{C1F20CBC-19C4-4FB1-A472-F72BA2DFB1DA}" type="presOf" srcId="{3FB9E157-F3C2-44D2-9FCC-8D6D60A50FF6}" destId="{F0FF9A36-59A6-46D6-96E5-AAF756EB64B2}" srcOrd="0" destOrd="0" presId="urn:microsoft.com/office/officeart/2018/2/layout/IconVerticalSolidList"/>
    <dgm:cxn modelId="{731270CA-D314-433B-A5C1-EF23C6F768D1}" srcId="{8EEA831D-E072-41F6-AA17-E2DB2F77C0A9}" destId="{6FA5C584-9D50-439B-A5A5-99BD23F9F2B4}" srcOrd="2" destOrd="0" parTransId="{6CB2AA1D-618D-47B6-94D6-D1F8808DF68B}" sibTransId="{A17B89E3-E175-4923-ADAD-AB9E198B74DF}"/>
    <dgm:cxn modelId="{8FBFECD0-7884-4658-89FC-FA25B86BB7D7}" srcId="{8EEA831D-E072-41F6-AA17-E2DB2F77C0A9}" destId="{D241C14C-6B8A-4A6C-A626-49C730661568}" srcOrd="1" destOrd="0" parTransId="{46B790AD-1BF6-4437-8C91-71E7BE9173F8}" sibTransId="{0703F32C-BAD9-4F37-85D6-47CCD6671446}"/>
    <dgm:cxn modelId="{45DE1567-442B-445F-BBC9-E3B2EB72CB72}" type="presParOf" srcId="{B405EC5A-4779-4315-84AE-828C82252E2C}" destId="{805212D2-F819-41B7-822B-9403B233BD6F}" srcOrd="0" destOrd="0" presId="urn:microsoft.com/office/officeart/2018/2/layout/IconVerticalSolidList"/>
    <dgm:cxn modelId="{5E225261-502F-4F42-8215-2FB8F4805155}" type="presParOf" srcId="{805212D2-F819-41B7-822B-9403B233BD6F}" destId="{287A7C38-CF7E-4715-89FF-E6CF3B67723A}" srcOrd="0" destOrd="0" presId="urn:microsoft.com/office/officeart/2018/2/layout/IconVerticalSolidList"/>
    <dgm:cxn modelId="{6F06BB3D-3018-4A33-8E1D-A5969C388EA0}" type="presParOf" srcId="{805212D2-F819-41B7-822B-9403B233BD6F}" destId="{28FF6A92-F409-4D63-AB7E-E40B3EE38F5D}" srcOrd="1" destOrd="0" presId="urn:microsoft.com/office/officeart/2018/2/layout/IconVerticalSolidList"/>
    <dgm:cxn modelId="{17B1917E-3829-4020-BA2E-4B6C4349DB47}" type="presParOf" srcId="{805212D2-F819-41B7-822B-9403B233BD6F}" destId="{1C0BE451-B6FD-443C-AA02-767945DCE610}" srcOrd="2" destOrd="0" presId="urn:microsoft.com/office/officeart/2018/2/layout/IconVerticalSolidList"/>
    <dgm:cxn modelId="{A0047F22-34FA-4EDB-A9AD-A7B750A1C9D3}" type="presParOf" srcId="{805212D2-F819-41B7-822B-9403B233BD6F}" destId="{20208C83-BA37-4DFB-B1AB-D7E0FBC8DEF5}" srcOrd="3" destOrd="0" presId="urn:microsoft.com/office/officeart/2018/2/layout/IconVerticalSolidList"/>
    <dgm:cxn modelId="{E1A82104-4787-4B20-9C3B-4B89FF15DA32}" type="presParOf" srcId="{B405EC5A-4779-4315-84AE-828C82252E2C}" destId="{812503EE-6778-4294-BA08-A4CE84ABC114}" srcOrd="1" destOrd="0" presId="urn:microsoft.com/office/officeart/2018/2/layout/IconVerticalSolidList"/>
    <dgm:cxn modelId="{03FFD81B-1808-4CA4-95B8-A9B280DA1549}" type="presParOf" srcId="{B405EC5A-4779-4315-84AE-828C82252E2C}" destId="{0505EAAE-1ACB-446A-AFF8-62C8546C581F}" srcOrd="2" destOrd="0" presId="urn:microsoft.com/office/officeart/2018/2/layout/IconVerticalSolidList"/>
    <dgm:cxn modelId="{FBD8D544-6F4E-4944-AF61-6BBD536A6083}" type="presParOf" srcId="{0505EAAE-1ACB-446A-AFF8-62C8546C581F}" destId="{F04B6D6B-BD3A-40E7-8B34-7AADDD37077C}" srcOrd="0" destOrd="0" presId="urn:microsoft.com/office/officeart/2018/2/layout/IconVerticalSolidList"/>
    <dgm:cxn modelId="{198B5541-4372-47B4-B694-04EC859F3D8C}" type="presParOf" srcId="{0505EAAE-1ACB-446A-AFF8-62C8546C581F}" destId="{1DCE6EE9-C2FF-4F5B-A31C-09E840790181}" srcOrd="1" destOrd="0" presId="urn:microsoft.com/office/officeart/2018/2/layout/IconVerticalSolidList"/>
    <dgm:cxn modelId="{AF197E58-9EEA-4285-AE36-AB41C80CE9A5}" type="presParOf" srcId="{0505EAAE-1ACB-446A-AFF8-62C8546C581F}" destId="{6C963001-C5B3-4537-83C8-4BB4A4624F82}" srcOrd="2" destOrd="0" presId="urn:microsoft.com/office/officeart/2018/2/layout/IconVerticalSolidList"/>
    <dgm:cxn modelId="{49B9D017-006E-4F18-9C85-44F3CB9FECBC}" type="presParOf" srcId="{0505EAAE-1ACB-446A-AFF8-62C8546C581F}" destId="{643FD102-A2BC-4871-A2EB-0AF9BE490EAB}" srcOrd="3" destOrd="0" presId="urn:microsoft.com/office/officeart/2018/2/layout/IconVerticalSolidList"/>
    <dgm:cxn modelId="{7F3C2653-987A-4DD0-9C30-91BBBC1B58FF}" type="presParOf" srcId="{B405EC5A-4779-4315-84AE-828C82252E2C}" destId="{A6E7F64A-FD56-4C40-BEF1-BC115A80E248}" srcOrd="3" destOrd="0" presId="urn:microsoft.com/office/officeart/2018/2/layout/IconVerticalSolidList"/>
    <dgm:cxn modelId="{2EBA28FF-012D-4869-917D-5DD4CCD04162}" type="presParOf" srcId="{B405EC5A-4779-4315-84AE-828C82252E2C}" destId="{5FCBDE0A-2E2D-4876-AEFE-A650E5D4A891}" srcOrd="4" destOrd="0" presId="urn:microsoft.com/office/officeart/2018/2/layout/IconVerticalSolidList"/>
    <dgm:cxn modelId="{830DC284-77C3-455F-BD79-A7E686AD7E16}" type="presParOf" srcId="{5FCBDE0A-2E2D-4876-AEFE-A650E5D4A891}" destId="{E73AAFE4-2F95-4282-9D30-CCCC843B66C5}" srcOrd="0" destOrd="0" presId="urn:microsoft.com/office/officeart/2018/2/layout/IconVerticalSolidList"/>
    <dgm:cxn modelId="{A168E732-DD71-4255-BD7E-73928A320FCB}" type="presParOf" srcId="{5FCBDE0A-2E2D-4876-AEFE-A650E5D4A891}" destId="{6AEFFA92-0134-43A7-BE61-6099E3139D10}" srcOrd="1" destOrd="0" presId="urn:microsoft.com/office/officeart/2018/2/layout/IconVerticalSolidList"/>
    <dgm:cxn modelId="{46D7E8E3-8A34-4353-891D-9B48BF898AA2}" type="presParOf" srcId="{5FCBDE0A-2E2D-4876-AEFE-A650E5D4A891}" destId="{0BF232A7-30F0-4B54-A639-95C69B68372B}" srcOrd="2" destOrd="0" presId="urn:microsoft.com/office/officeart/2018/2/layout/IconVerticalSolidList"/>
    <dgm:cxn modelId="{86F18234-11A2-400E-8E6A-50B3A8020E60}" type="presParOf" srcId="{5FCBDE0A-2E2D-4876-AEFE-A650E5D4A891}" destId="{A32FB99B-A4F0-47C8-B0D3-71F6AAF34585}" srcOrd="3" destOrd="0" presId="urn:microsoft.com/office/officeart/2018/2/layout/IconVerticalSolidList"/>
    <dgm:cxn modelId="{C7A33411-B3C0-447C-AFBD-4241007958E7}" type="presParOf" srcId="{B405EC5A-4779-4315-84AE-828C82252E2C}" destId="{2DE5FB5B-5770-4BCB-AA96-DC93E40D44C4}" srcOrd="5" destOrd="0" presId="urn:microsoft.com/office/officeart/2018/2/layout/IconVerticalSolidList"/>
    <dgm:cxn modelId="{32649478-0AA4-4AA0-86F4-9320D48B6A34}" type="presParOf" srcId="{B405EC5A-4779-4315-84AE-828C82252E2C}" destId="{D8699B22-81ED-4743-90B1-F4A49B4F0223}" srcOrd="6" destOrd="0" presId="urn:microsoft.com/office/officeart/2018/2/layout/IconVerticalSolidList"/>
    <dgm:cxn modelId="{50BB9E84-1123-4D44-A020-DDCEDAC9E61E}" type="presParOf" srcId="{D8699B22-81ED-4743-90B1-F4A49B4F0223}" destId="{DBA5BB43-7509-453B-BA0C-23F378A1E300}" srcOrd="0" destOrd="0" presId="urn:microsoft.com/office/officeart/2018/2/layout/IconVerticalSolidList"/>
    <dgm:cxn modelId="{B8675F59-285D-43C2-B797-C51E22E14388}" type="presParOf" srcId="{D8699B22-81ED-4743-90B1-F4A49B4F0223}" destId="{0D38DC38-E526-4B16-A7EE-0ACE8C80CFAE}" srcOrd="1" destOrd="0" presId="urn:microsoft.com/office/officeart/2018/2/layout/IconVerticalSolidList"/>
    <dgm:cxn modelId="{BE99A868-DED9-4791-9BC2-8A21D19AEB36}" type="presParOf" srcId="{D8699B22-81ED-4743-90B1-F4A49B4F0223}" destId="{39CDCB61-382B-4065-8093-283838A54F85}" srcOrd="2" destOrd="0" presId="urn:microsoft.com/office/officeart/2018/2/layout/IconVerticalSolidList"/>
    <dgm:cxn modelId="{78BA69C6-5F08-4CAC-9789-7A326A06F037}" type="presParOf" srcId="{D8699B22-81ED-4743-90B1-F4A49B4F0223}" destId="{F0FF9A36-59A6-46D6-96E5-AAF756EB64B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40A009-7D11-47BF-B1C0-B4C7AB90F41F}">
      <dsp:nvSpPr>
        <dsp:cNvPr id="0" name=""/>
        <dsp:cNvSpPr/>
      </dsp:nvSpPr>
      <dsp:spPr>
        <a:xfrm>
          <a:off x="0" y="898"/>
          <a:ext cx="11472858" cy="210218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EFB862-7DCA-4D73-BCA9-B0EEB4CE061C}">
      <dsp:nvSpPr>
        <dsp:cNvPr id="0" name=""/>
        <dsp:cNvSpPr/>
      </dsp:nvSpPr>
      <dsp:spPr>
        <a:xfrm>
          <a:off x="635911" y="473890"/>
          <a:ext cx="1156201" cy="11562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7BF330-4F65-42E1-A18A-5BD70A51B571}">
      <dsp:nvSpPr>
        <dsp:cNvPr id="0" name=""/>
        <dsp:cNvSpPr/>
      </dsp:nvSpPr>
      <dsp:spPr>
        <a:xfrm>
          <a:off x="2428023" y="898"/>
          <a:ext cx="9044834" cy="21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481" tIns="222481" rIns="222481" bIns="222481" numCol="1" spcCol="1270" anchor="ctr" anchorCtr="0">
          <a:noAutofit/>
        </a:bodyPr>
        <a:lstStyle/>
        <a:p>
          <a:pPr marL="0" lvl="0" indent="0" algn="l" defTabSz="1022350">
            <a:lnSpc>
              <a:spcPct val="100000"/>
            </a:lnSpc>
            <a:spcBef>
              <a:spcPct val="0"/>
            </a:spcBef>
            <a:spcAft>
              <a:spcPct val="35000"/>
            </a:spcAft>
            <a:buNone/>
          </a:pPr>
          <a:r>
            <a:rPr lang="es-GT" sz="2300" b="1" kern="1200"/>
            <a:t>Objetivo y Uso</a:t>
          </a:r>
          <a:r>
            <a:rPr lang="es-GT" sz="2300" kern="1200"/>
            <a:t>: MDX es un lenguaje de consulta diseñado para trabajar con cubos OLAP. Es extremadamente poderoso para realizar consultas complejas en bases de datos multidimensionales, permitiendo analizar datos agregados desde múltiples perspectivas.</a:t>
          </a:r>
          <a:endParaRPr lang="en-US" sz="2300" kern="1200"/>
        </a:p>
      </dsp:txBody>
      <dsp:txXfrm>
        <a:off x="2428023" y="898"/>
        <a:ext cx="9044834" cy="2102185"/>
      </dsp:txXfrm>
    </dsp:sp>
    <dsp:sp modelId="{64A044C2-28AE-4EEC-8FE7-E43353AEFE54}">
      <dsp:nvSpPr>
        <dsp:cNvPr id="0" name=""/>
        <dsp:cNvSpPr/>
      </dsp:nvSpPr>
      <dsp:spPr>
        <a:xfrm>
          <a:off x="0" y="2628629"/>
          <a:ext cx="11472858" cy="210218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7752C4-8058-4A1A-A006-777E58E30347}">
      <dsp:nvSpPr>
        <dsp:cNvPr id="0" name=""/>
        <dsp:cNvSpPr/>
      </dsp:nvSpPr>
      <dsp:spPr>
        <a:xfrm>
          <a:off x="635911" y="3101621"/>
          <a:ext cx="1156201" cy="11562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23C560-E825-4258-997C-D4E59C35493A}">
      <dsp:nvSpPr>
        <dsp:cNvPr id="0" name=""/>
        <dsp:cNvSpPr/>
      </dsp:nvSpPr>
      <dsp:spPr>
        <a:xfrm>
          <a:off x="2428023" y="2628629"/>
          <a:ext cx="9044834" cy="21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481" tIns="222481" rIns="222481" bIns="222481" numCol="1" spcCol="1270" anchor="ctr" anchorCtr="0">
          <a:noAutofit/>
        </a:bodyPr>
        <a:lstStyle/>
        <a:p>
          <a:pPr marL="0" lvl="0" indent="0" algn="l" defTabSz="1022350">
            <a:lnSpc>
              <a:spcPct val="100000"/>
            </a:lnSpc>
            <a:spcBef>
              <a:spcPct val="0"/>
            </a:spcBef>
            <a:spcAft>
              <a:spcPct val="35000"/>
            </a:spcAft>
            <a:buNone/>
          </a:pPr>
          <a:r>
            <a:rPr lang="es-GT" sz="2300" b="1" kern="1200"/>
            <a:t>Características</a:t>
          </a:r>
          <a:r>
            <a:rPr lang="es-GT" sz="2300" kern="1200"/>
            <a:t>: MDX permite la navegación por jerarquías y dimensiones de forma muy detallada. Puedes definir cálculos complicados que son evaluados en el servidor OLAP, lo que es eficiente para manejar grandes conjuntos de datos.</a:t>
          </a:r>
          <a:endParaRPr lang="en-US" sz="2300" kern="1200"/>
        </a:p>
      </dsp:txBody>
      <dsp:txXfrm>
        <a:off x="2428023" y="2628629"/>
        <a:ext cx="9044834" cy="2102185"/>
      </dsp:txXfrm>
    </dsp:sp>
    <dsp:sp modelId="{83F0204B-1B30-408C-AC0B-AC8EC86A61B7}">
      <dsp:nvSpPr>
        <dsp:cNvPr id="0" name=""/>
        <dsp:cNvSpPr/>
      </dsp:nvSpPr>
      <dsp:spPr>
        <a:xfrm>
          <a:off x="0" y="5256361"/>
          <a:ext cx="11472858" cy="210218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3990A6-404D-42B0-97BD-8D90401A58EF}">
      <dsp:nvSpPr>
        <dsp:cNvPr id="0" name=""/>
        <dsp:cNvSpPr/>
      </dsp:nvSpPr>
      <dsp:spPr>
        <a:xfrm>
          <a:off x="635911" y="5729353"/>
          <a:ext cx="1156201" cy="11562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7AA178-F0A2-4E56-8651-A55B9F0B7656}">
      <dsp:nvSpPr>
        <dsp:cNvPr id="0" name=""/>
        <dsp:cNvSpPr/>
      </dsp:nvSpPr>
      <dsp:spPr>
        <a:xfrm>
          <a:off x="2428023" y="5256361"/>
          <a:ext cx="9044834" cy="2102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481" tIns="222481" rIns="222481" bIns="222481" numCol="1" spcCol="1270" anchor="ctr" anchorCtr="0">
          <a:noAutofit/>
        </a:bodyPr>
        <a:lstStyle/>
        <a:p>
          <a:pPr marL="0" lvl="0" indent="0" algn="l" defTabSz="1022350">
            <a:lnSpc>
              <a:spcPct val="100000"/>
            </a:lnSpc>
            <a:spcBef>
              <a:spcPct val="0"/>
            </a:spcBef>
            <a:spcAft>
              <a:spcPct val="35000"/>
            </a:spcAft>
            <a:buNone/>
          </a:pPr>
          <a:r>
            <a:rPr lang="es-GT" sz="2300" b="1" kern="1200"/>
            <a:t>Compatibilidad</a:t>
          </a:r>
          <a:r>
            <a:rPr lang="es-GT" sz="2300" kern="1200"/>
            <a:t>: MDX es utilizado ampliamente en herramientas tradicionales de BI como Microsoft SQL Server Analysis Services (SSAS) en el modo multidimensional y otras plataformas OLAP.</a:t>
          </a:r>
          <a:endParaRPr lang="en-US" sz="2300" kern="1200"/>
        </a:p>
      </dsp:txBody>
      <dsp:txXfrm>
        <a:off x="2428023" y="5256361"/>
        <a:ext cx="9044834" cy="21021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1A5F73-441A-4674-95CE-DA9F223B70F1}">
      <dsp:nvSpPr>
        <dsp:cNvPr id="0" name=""/>
        <dsp:cNvSpPr/>
      </dsp:nvSpPr>
      <dsp:spPr>
        <a:xfrm>
          <a:off x="0" y="867"/>
          <a:ext cx="11827130" cy="20305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D6CEB7-9CDF-4031-BE01-885A32677ABE}">
      <dsp:nvSpPr>
        <dsp:cNvPr id="0" name=""/>
        <dsp:cNvSpPr/>
      </dsp:nvSpPr>
      <dsp:spPr>
        <a:xfrm>
          <a:off x="614246" y="457745"/>
          <a:ext cx="1116812" cy="1116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5795AD-EC66-46AE-8A56-4F18ADC0223C}">
      <dsp:nvSpPr>
        <dsp:cNvPr id="0" name=""/>
        <dsp:cNvSpPr/>
      </dsp:nvSpPr>
      <dsp:spPr>
        <a:xfrm>
          <a:off x="2345305" y="867"/>
          <a:ext cx="9481824" cy="20305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4902" tIns="214902" rIns="214902" bIns="214902" numCol="1" spcCol="1270" anchor="ctr" anchorCtr="0">
          <a:noAutofit/>
        </a:bodyPr>
        <a:lstStyle/>
        <a:p>
          <a:pPr marL="0" lvl="0" indent="0" algn="l" defTabSz="889000">
            <a:lnSpc>
              <a:spcPct val="100000"/>
            </a:lnSpc>
            <a:spcBef>
              <a:spcPct val="0"/>
            </a:spcBef>
            <a:spcAft>
              <a:spcPct val="35000"/>
            </a:spcAft>
            <a:buNone/>
          </a:pPr>
          <a:r>
            <a:rPr lang="es-GT" sz="2000" b="1" kern="1200"/>
            <a:t>Objetivo y Uso</a:t>
          </a:r>
          <a:r>
            <a:rPr lang="es-GT" sz="2000" kern="1200"/>
            <a:t>: DAX es un lenguaje más reciente, desarrollado originalmente para PowerPivot en Excel. Ha sido extendido para usarse en Power BI y SSAS, pero en el modo tabular. DAX es ideal para modelos de datos relacionales extendidos, conocidos como modelos tabulares, donde los datos se almacenan en tablas en lugar de en estructuras multidimensionales tradicionales.</a:t>
          </a:r>
          <a:endParaRPr lang="en-US" sz="2000" kern="1200"/>
        </a:p>
      </dsp:txBody>
      <dsp:txXfrm>
        <a:off x="2345305" y="867"/>
        <a:ext cx="9481824" cy="2030567"/>
      </dsp:txXfrm>
    </dsp:sp>
    <dsp:sp modelId="{5A521DCB-D472-4EF1-943F-8287CCF0E66E}">
      <dsp:nvSpPr>
        <dsp:cNvPr id="0" name=""/>
        <dsp:cNvSpPr/>
      </dsp:nvSpPr>
      <dsp:spPr>
        <a:xfrm>
          <a:off x="0" y="2539077"/>
          <a:ext cx="11827130" cy="20305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75C0B7-CD01-468C-8DE9-3EF7CEB757DB}">
      <dsp:nvSpPr>
        <dsp:cNvPr id="0" name=""/>
        <dsp:cNvSpPr/>
      </dsp:nvSpPr>
      <dsp:spPr>
        <a:xfrm>
          <a:off x="614246" y="2995955"/>
          <a:ext cx="1116812" cy="1116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D4DB6B-D8FE-431E-B17B-D941029A5234}">
      <dsp:nvSpPr>
        <dsp:cNvPr id="0" name=""/>
        <dsp:cNvSpPr/>
      </dsp:nvSpPr>
      <dsp:spPr>
        <a:xfrm>
          <a:off x="2345305" y="2539077"/>
          <a:ext cx="9481824" cy="20305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4902" tIns="214902" rIns="214902" bIns="214902" numCol="1" spcCol="1270" anchor="ctr" anchorCtr="0">
          <a:noAutofit/>
        </a:bodyPr>
        <a:lstStyle/>
        <a:p>
          <a:pPr marL="0" lvl="0" indent="0" algn="l" defTabSz="889000">
            <a:lnSpc>
              <a:spcPct val="100000"/>
            </a:lnSpc>
            <a:spcBef>
              <a:spcPct val="0"/>
            </a:spcBef>
            <a:spcAft>
              <a:spcPct val="35000"/>
            </a:spcAft>
            <a:buNone/>
          </a:pPr>
          <a:r>
            <a:rPr lang="es-GT" sz="2000" b="1" kern="1200"/>
            <a:t>Características</a:t>
          </a:r>
          <a:r>
            <a:rPr lang="es-GT" sz="2000" kern="1200"/>
            <a:t>: DAX es generalmente más sencillo de entender y usar que MDX, especialmente para aquellos que ya están familiarizados con fórmulas de Excel. DAX trabaja muy bien con cálculos y agregaciones rápidas sobre grandes volúmenes de datos en modelos tabulares.</a:t>
          </a:r>
          <a:endParaRPr lang="en-US" sz="2000" kern="1200"/>
        </a:p>
      </dsp:txBody>
      <dsp:txXfrm>
        <a:off x="2345305" y="2539077"/>
        <a:ext cx="9481824" cy="2030567"/>
      </dsp:txXfrm>
    </dsp:sp>
    <dsp:sp modelId="{3CCC358D-BFB6-459E-B0A6-7610BE3E08D6}">
      <dsp:nvSpPr>
        <dsp:cNvPr id="0" name=""/>
        <dsp:cNvSpPr/>
      </dsp:nvSpPr>
      <dsp:spPr>
        <a:xfrm>
          <a:off x="0" y="5077287"/>
          <a:ext cx="11827130" cy="20305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F8BEC0-4086-4601-856B-A2598B9E1240}">
      <dsp:nvSpPr>
        <dsp:cNvPr id="0" name=""/>
        <dsp:cNvSpPr/>
      </dsp:nvSpPr>
      <dsp:spPr>
        <a:xfrm>
          <a:off x="614246" y="5534165"/>
          <a:ext cx="1116812" cy="1116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7CEE27-D277-43C5-96F0-C86FEF27DE27}">
      <dsp:nvSpPr>
        <dsp:cNvPr id="0" name=""/>
        <dsp:cNvSpPr/>
      </dsp:nvSpPr>
      <dsp:spPr>
        <a:xfrm>
          <a:off x="2345305" y="5077287"/>
          <a:ext cx="9481824" cy="20305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4902" tIns="214902" rIns="214902" bIns="214902" numCol="1" spcCol="1270" anchor="ctr" anchorCtr="0">
          <a:noAutofit/>
        </a:bodyPr>
        <a:lstStyle/>
        <a:p>
          <a:pPr marL="0" lvl="0" indent="0" algn="l" defTabSz="889000">
            <a:lnSpc>
              <a:spcPct val="100000"/>
            </a:lnSpc>
            <a:spcBef>
              <a:spcPct val="0"/>
            </a:spcBef>
            <a:spcAft>
              <a:spcPct val="35000"/>
            </a:spcAft>
            <a:buNone/>
          </a:pPr>
          <a:r>
            <a:rPr lang="es-GT" sz="2000" b="1" kern="1200"/>
            <a:t>Compatibilidad</a:t>
          </a:r>
          <a:r>
            <a:rPr lang="es-GT" sz="2000" kern="1200"/>
            <a:t>: DAX es ampliamente usado en Power BI y SSAS en el modo tabular. No es usado en cubos OLAP tradicionales (multidimensionales).</a:t>
          </a:r>
          <a:endParaRPr lang="en-US" sz="2000" kern="1200"/>
        </a:p>
      </dsp:txBody>
      <dsp:txXfrm>
        <a:off x="2345305" y="5077287"/>
        <a:ext cx="9481824" cy="20305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4671D-11C2-4D72-8616-84D439519467}">
      <dsp:nvSpPr>
        <dsp:cNvPr id="0" name=""/>
        <dsp:cNvSpPr/>
      </dsp:nvSpPr>
      <dsp:spPr>
        <a:xfrm>
          <a:off x="0" y="774292"/>
          <a:ext cx="9739312" cy="1899348"/>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s-GT" sz="1300" kern="1200" dirty="0">
              <a:latin typeface="Open Sans"/>
              <a:ea typeface="Open Sans"/>
              <a:cs typeface="Open Sans"/>
              <a:sym typeface="Open Sans"/>
            </a:rPr>
            <a:t>Un KPI, sigla que proviene de la frase en inglés </a:t>
          </a:r>
          <a:r>
            <a:rPr lang="es-GT" sz="1300" b="1" kern="1200" dirty="0" err="1">
              <a:latin typeface="Open Sans"/>
              <a:ea typeface="Open Sans"/>
              <a:cs typeface="Open Sans"/>
              <a:sym typeface="Open Sans"/>
            </a:rPr>
            <a:t>key</a:t>
          </a:r>
          <a:r>
            <a:rPr lang="es-GT" sz="1300" b="1" kern="1200" dirty="0">
              <a:latin typeface="Open Sans"/>
              <a:ea typeface="Open Sans"/>
              <a:cs typeface="Open Sans"/>
              <a:sym typeface="Open Sans"/>
            </a:rPr>
            <a:t> performance </a:t>
          </a:r>
          <a:r>
            <a:rPr lang="es-GT" sz="1300" b="1" kern="1200" dirty="0" err="1">
              <a:latin typeface="Open Sans"/>
              <a:ea typeface="Open Sans"/>
              <a:cs typeface="Open Sans"/>
              <a:sym typeface="Open Sans"/>
            </a:rPr>
            <a:t>indicator</a:t>
          </a:r>
          <a:r>
            <a:rPr lang="es-GT" sz="1300" b="1" kern="1200" dirty="0">
              <a:latin typeface="Open Sans"/>
              <a:ea typeface="Open Sans"/>
              <a:cs typeface="Open Sans"/>
              <a:sym typeface="Open Sans"/>
            </a:rPr>
            <a:t> </a:t>
          </a:r>
          <a:r>
            <a:rPr lang="es-GT" sz="1300" kern="1200" dirty="0">
              <a:latin typeface="Open Sans"/>
              <a:ea typeface="Open Sans"/>
              <a:cs typeface="Open Sans"/>
              <a:sym typeface="Open Sans"/>
            </a:rPr>
            <a:t>(indicador clave de rendimiento), es una métrica cuantitativa que muestra cómo tu equipo o empresa progresa hacia tus objetivos empresariales más importantes.</a:t>
          </a:r>
          <a:endParaRPr lang="en-US" sz="1300" kern="1200" dirty="0"/>
        </a:p>
      </dsp:txBody>
      <dsp:txXfrm>
        <a:off x="92719" y="867011"/>
        <a:ext cx="9553874" cy="1713910"/>
      </dsp:txXfrm>
    </dsp:sp>
    <dsp:sp modelId="{9B1E6435-131A-449D-B453-8C6337480167}">
      <dsp:nvSpPr>
        <dsp:cNvPr id="0" name=""/>
        <dsp:cNvSpPr/>
      </dsp:nvSpPr>
      <dsp:spPr>
        <a:xfrm>
          <a:off x="0" y="2711081"/>
          <a:ext cx="9739312" cy="1899348"/>
        </a:xfrm>
        <a:prstGeom prst="roundRect">
          <a:avLst/>
        </a:prstGeom>
        <a:solidFill>
          <a:schemeClr val="accent2">
            <a:hueOff val="-1197987"/>
            <a:satOff val="8241"/>
            <a:lumOff val="91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s-GT" sz="1300" kern="1200" dirty="0">
              <a:latin typeface="Open Sans"/>
              <a:ea typeface="Open Sans"/>
              <a:cs typeface="Open Sans"/>
              <a:sym typeface="Open Sans"/>
            </a:rPr>
            <a:t>Ayuda a lograr los objetivos estratégicos</a:t>
          </a:r>
        </a:p>
        <a:p>
          <a:pPr marL="0" lvl="0" indent="0" algn="l" defTabSz="577850">
            <a:lnSpc>
              <a:spcPct val="90000"/>
            </a:lnSpc>
            <a:spcBef>
              <a:spcPct val="0"/>
            </a:spcBef>
            <a:spcAft>
              <a:spcPct val="35000"/>
            </a:spcAft>
            <a:buNone/>
          </a:pPr>
          <a:r>
            <a:rPr lang="es-GT" sz="1300" kern="1200" dirty="0">
              <a:latin typeface="Open Sans"/>
              <a:ea typeface="Open Sans"/>
              <a:cs typeface="Open Sans"/>
              <a:sym typeface="Open Sans"/>
            </a:rPr>
            <a:t>Informa sobre la planificación de los recursos</a:t>
          </a:r>
        </a:p>
        <a:p>
          <a:pPr marL="0" lvl="0" indent="0" algn="l" defTabSz="577850">
            <a:lnSpc>
              <a:spcPct val="90000"/>
            </a:lnSpc>
            <a:spcBef>
              <a:spcPct val="0"/>
            </a:spcBef>
            <a:spcAft>
              <a:spcPct val="35000"/>
            </a:spcAft>
            <a:buNone/>
          </a:pPr>
          <a:r>
            <a:rPr lang="es-GT" sz="1300" kern="1200" dirty="0">
              <a:latin typeface="Open Sans"/>
              <a:ea typeface="Open Sans"/>
              <a:cs typeface="Open Sans"/>
              <a:sym typeface="Open Sans"/>
            </a:rPr>
            <a:t>Puede medirse</a:t>
          </a:r>
        </a:p>
        <a:p>
          <a:pPr marL="0" lvl="0" indent="0" algn="l" defTabSz="577850">
            <a:lnSpc>
              <a:spcPct val="90000"/>
            </a:lnSpc>
            <a:spcBef>
              <a:spcPct val="0"/>
            </a:spcBef>
            <a:spcAft>
              <a:spcPct val="35000"/>
            </a:spcAft>
            <a:buNone/>
          </a:pPr>
          <a:r>
            <a:rPr lang="es-GT" sz="1300" kern="1200" dirty="0">
              <a:latin typeface="Open Sans"/>
              <a:ea typeface="Open Sans"/>
              <a:cs typeface="Open Sans"/>
              <a:sym typeface="Open Sans"/>
            </a:rPr>
            <a:t>Hace un seguimiento de lo que se puede controlar e influir</a:t>
          </a:r>
        </a:p>
        <a:p>
          <a:pPr marL="0" lvl="0" indent="0" algn="l" defTabSz="577850">
            <a:lnSpc>
              <a:spcPct val="90000"/>
            </a:lnSpc>
            <a:spcBef>
              <a:spcPct val="0"/>
            </a:spcBef>
            <a:spcAft>
              <a:spcPct val="35000"/>
            </a:spcAft>
            <a:buNone/>
          </a:pPr>
          <a:r>
            <a:rPr lang="es-GT" sz="1300" kern="1200" dirty="0">
              <a:latin typeface="Open Sans"/>
              <a:ea typeface="Open Sans"/>
              <a:cs typeface="Open Sans"/>
              <a:sym typeface="Open Sans"/>
            </a:rPr>
            <a:t>Conecta métricas con objetivos estratégicos </a:t>
          </a:r>
        </a:p>
        <a:p>
          <a:pPr marL="0" lvl="0" indent="0" algn="l" defTabSz="577850">
            <a:lnSpc>
              <a:spcPct val="90000"/>
            </a:lnSpc>
            <a:spcBef>
              <a:spcPct val="0"/>
            </a:spcBef>
            <a:spcAft>
              <a:spcPct val="35000"/>
            </a:spcAft>
            <a:buNone/>
          </a:pPr>
          <a:r>
            <a:rPr lang="es-GT" sz="1300" kern="1200" dirty="0">
              <a:latin typeface="Open Sans"/>
              <a:ea typeface="Open Sans"/>
              <a:cs typeface="Open Sans"/>
              <a:sym typeface="Open Sans"/>
            </a:rPr>
            <a:t>Brinda a los miembros del equipo una idea clara de cómo sus proyectos contribuyen a los objetivos de la empresa</a:t>
          </a:r>
          <a:endParaRPr lang="en-US" sz="1300" kern="1200" dirty="0"/>
        </a:p>
      </dsp:txBody>
      <dsp:txXfrm>
        <a:off x="92719" y="2803800"/>
        <a:ext cx="9553874" cy="1713910"/>
      </dsp:txXfrm>
    </dsp:sp>
    <dsp:sp modelId="{294B8CE6-5AA9-468F-A174-4BBC79C6F5EA}">
      <dsp:nvSpPr>
        <dsp:cNvPr id="0" name=""/>
        <dsp:cNvSpPr/>
      </dsp:nvSpPr>
      <dsp:spPr>
        <a:xfrm>
          <a:off x="0" y="4647870"/>
          <a:ext cx="9739312" cy="1899348"/>
        </a:xfrm>
        <a:prstGeom prst="roundRect">
          <a:avLst/>
        </a:prstGeom>
        <a:solidFill>
          <a:schemeClr val="accent2">
            <a:hueOff val="-2395974"/>
            <a:satOff val="16481"/>
            <a:lumOff val="1829"/>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s-GT" sz="1300" kern="1200" dirty="0">
              <a:latin typeface="Open Sans"/>
              <a:ea typeface="Open Sans"/>
              <a:cs typeface="Open Sans"/>
              <a:sym typeface="Open Sans"/>
            </a:rPr>
            <a:t>Los cubos OLAP representan un avance significativo en el análisis de datos empresariales. Estas estructuras permiten organizar y examinar información compleja desde múltiples dimensiones, ofreciendo una visión más completa que los sistemas tradicionales de reportes. Su capacidad para procesar grandes volúmenes de datos los hace particularmente útiles para el seguimiento y análisis de </a:t>
          </a:r>
          <a:r>
            <a:rPr lang="es-GT" sz="1300" kern="1200" dirty="0" err="1">
              <a:latin typeface="Open Sans"/>
              <a:ea typeface="Open Sans"/>
              <a:cs typeface="Open Sans"/>
              <a:sym typeface="Open Sans"/>
            </a:rPr>
            <a:t>KPIs</a:t>
          </a:r>
          <a:r>
            <a:rPr lang="es-GT" sz="1300" kern="1200" dirty="0">
              <a:latin typeface="Open Sans"/>
              <a:ea typeface="Open Sans"/>
              <a:cs typeface="Open Sans"/>
              <a:sym typeface="Open Sans"/>
            </a:rPr>
            <a:t>.</a:t>
          </a:r>
          <a:endParaRPr lang="en-US" sz="1300" kern="1200" dirty="0"/>
        </a:p>
      </dsp:txBody>
      <dsp:txXfrm>
        <a:off x="92719" y="4740589"/>
        <a:ext cx="9553874" cy="1713910"/>
      </dsp:txXfrm>
    </dsp:sp>
    <dsp:sp modelId="{DF04A933-C89F-4F93-8EFF-95669D904078}">
      <dsp:nvSpPr>
        <dsp:cNvPr id="0" name=""/>
        <dsp:cNvSpPr/>
      </dsp:nvSpPr>
      <dsp:spPr>
        <a:xfrm>
          <a:off x="0" y="6584659"/>
          <a:ext cx="9739312" cy="1899348"/>
        </a:xfrm>
        <a:prstGeom prst="roundRect">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s-GT" sz="1300" kern="1200" dirty="0">
              <a:latin typeface="Open Sans"/>
              <a:ea typeface="Open Sans"/>
              <a:cs typeface="Open Sans"/>
              <a:sym typeface="Open Sans"/>
            </a:rPr>
            <a:t>Los modelos tabulares son un tipo de base de datos que organiza la información en filas y columnas, similar a una tabla de Excel o una hoja de cálculo. Estos modelos son eficientes para consultas basadas en columnas y ofrecen una forma más sencilla de desarrollo y administración comparados con los modelos multidimensionales. Se utilizan en sistemas de análisis de datos como </a:t>
          </a:r>
          <a:r>
            <a:rPr lang="es-GT" sz="1300" kern="1200" dirty="0" err="1">
              <a:latin typeface="Open Sans"/>
              <a:ea typeface="Open Sans"/>
              <a:cs typeface="Open Sans"/>
              <a:sym typeface="Open Sans"/>
            </a:rPr>
            <a:t>Analysis</a:t>
          </a:r>
          <a:r>
            <a:rPr lang="es-GT" sz="1300" kern="1200" dirty="0">
              <a:latin typeface="Open Sans"/>
              <a:ea typeface="Open Sans"/>
              <a:cs typeface="Open Sans"/>
              <a:sym typeface="Open Sans"/>
            </a:rPr>
            <a:t> Services y Power BI. </a:t>
          </a:r>
          <a:endParaRPr lang="en-US" sz="1300" kern="1200" dirty="0"/>
        </a:p>
      </dsp:txBody>
      <dsp:txXfrm>
        <a:off x="92719" y="6677378"/>
        <a:ext cx="9553874" cy="17139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28119E-E0F0-4A00-BD96-9500976E428C}">
      <dsp:nvSpPr>
        <dsp:cNvPr id="0" name=""/>
        <dsp:cNvSpPr/>
      </dsp:nvSpPr>
      <dsp:spPr>
        <a:xfrm>
          <a:off x="0" y="422549"/>
          <a:ext cx="9739312" cy="1417500"/>
        </a:xfrm>
        <a:prstGeom prst="rect">
          <a:avLst/>
        </a:prstGeom>
        <a:solidFill>
          <a:schemeClr val="lt1">
            <a:alpha val="90000"/>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79" tIns="520700" rIns="755879" bIns="177800" numCol="1" spcCol="1270" anchor="t" anchorCtr="0">
          <a:noAutofit/>
        </a:bodyPr>
        <a:lstStyle/>
        <a:p>
          <a:pPr marL="228600" lvl="1" indent="-228600" algn="l" defTabSz="1111250">
            <a:lnSpc>
              <a:spcPct val="90000"/>
            </a:lnSpc>
            <a:spcBef>
              <a:spcPct val="0"/>
            </a:spcBef>
            <a:spcAft>
              <a:spcPct val="15000"/>
            </a:spcAft>
            <a:buChar char="•"/>
          </a:pPr>
          <a:r>
            <a:rPr lang="es-GT" sz="2500" kern="1200" dirty="0"/>
            <a:t>Se desarrolla al definir </a:t>
          </a:r>
          <a:r>
            <a:rPr lang="es-GT" sz="2500" kern="1200" dirty="0" err="1"/>
            <a:t>KPIs</a:t>
          </a:r>
          <a:r>
            <a:rPr lang="es-GT" sz="2500" kern="1200" dirty="0"/>
            <a:t> y estructuras de </a:t>
          </a:r>
          <a:r>
            <a:rPr lang="es-GT" sz="2500" kern="1200" dirty="0" err="1"/>
            <a:t>Scorecard</a:t>
          </a:r>
          <a:r>
            <a:rPr lang="es-GT" sz="2500" kern="1200" dirty="0"/>
            <a:t> que alinean los datos con objetivos de negocio.</a:t>
          </a:r>
          <a:endParaRPr lang="en-US" sz="2500" kern="1200" dirty="0"/>
        </a:p>
      </dsp:txBody>
      <dsp:txXfrm>
        <a:off x="0" y="422549"/>
        <a:ext cx="9739312" cy="1417500"/>
      </dsp:txXfrm>
    </dsp:sp>
    <dsp:sp modelId="{80B9DF85-48C6-42E7-80D3-AA555544C198}">
      <dsp:nvSpPr>
        <dsp:cNvPr id="0" name=""/>
        <dsp:cNvSpPr/>
      </dsp:nvSpPr>
      <dsp:spPr>
        <a:xfrm>
          <a:off x="486965" y="53549"/>
          <a:ext cx="6817518" cy="73800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686" tIns="0" rIns="257686" bIns="0" numCol="1" spcCol="1270" anchor="ctr" anchorCtr="0">
          <a:noAutofit/>
        </a:bodyPr>
        <a:lstStyle/>
        <a:p>
          <a:pPr marL="0" lvl="0" indent="0" algn="l" defTabSz="1111250">
            <a:lnSpc>
              <a:spcPct val="90000"/>
            </a:lnSpc>
            <a:spcBef>
              <a:spcPct val="0"/>
            </a:spcBef>
            <a:spcAft>
              <a:spcPct val="35000"/>
            </a:spcAft>
            <a:buNone/>
          </a:pPr>
          <a:r>
            <a:rPr lang="es-GT" sz="2500" kern="1200" dirty="0"/>
            <a:t>Pensamiento </a:t>
          </a:r>
          <a:r>
            <a:rPr lang="es-GT" sz="2500" kern="1200" dirty="0" err="1"/>
            <a:t>estratégicol</a:t>
          </a:r>
          <a:endParaRPr lang="en-US" sz="2500" kern="1200" dirty="0"/>
        </a:p>
      </dsp:txBody>
      <dsp:txXfrm>
        <a:off x="522991" y="89575"/>
        <a:ext cx="6745466" cy="665948"/>
      </dsp:txXfrm>
    </dsp:sp>
    <dsp:sp modelId="{FE353E8B-8CBC-43E5-8194-85BE7CE1A78A}">
      <dsp:nvSpPr>
        <dsp:cNvPr id="0" name=""/>
        <dsp:cNvSpPr/>
      </dsp:nvSpPr>
      <dsp:spPr>
        <a:xfrm>
          <a:off x="0" y="2344050"/>
          <a:ext cx="9739312" cy="1417500"/>
        </a:xfrm>
        <a:prstGeom prst="rect">
          <a:avLst/>
        </a:prstGeom>
        <a:solidFill>
          <a:schemeClr val="lt1">
            <a:alpha val="90000"/>
            <a:hueOff val="0"/>
            <a:satOff val="0"/>
            <a:lumOff val="0"/>
            <a:alphaOff val="0"/>
          </a:schemeClr>
        </a:solidFill>
        <a:ln w="15875" cap="rnd" cmpd="sng" algn="ctr">
          <a:solidFill>
            <a:schemeClr val="accent2">
              <a:hueOff val="-1197987"/>
              <a:satOff val="8241"/>
              <a:lumOff val="9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79" tIns="520700" rIns="755879" bIns="177800" numCol="1" spcCol="1270" anchor="t" anchorCtr="0">
          <a:noAutofit/>
        </a:bodyPr>
        <a:lstStyle/>
        <a:p>
          <a:pPr marL="228600" lvl="1" indent="-228600" algn="l" defTabSz="1111250">
            <a:lnSpc>
              <a:spcPct val="90000"/>
            </a:lnSpc>
            <a:spcBef>
              <a:spcPct val="0"/>
            </a:spcBef>
            <a:spcAft>
              <a:spcPct val="15000"/>
            </a:spcAft>
            <a:buChar char="•"/>
          </a:pPr>
          <a:r>
            <a:rPr lang="es-GT" sz="2500" kern="1200" dirty="0"/>
            <a:t>Se refuerza al crear reportes con DAX y MDX, donde cada fórmula debe ser lógica y precisa.</a:t>
          </a:r>
          <a:endParaRPr lang="en-US" sz="2500" kern="1200" dirty="0"/>
        </a:p>
      </dsp:txBody>
      <dsp:txXfrm>
        <a:off x="0" y="2344050"/>
        <a:ext cx="9739312" cy="1417500"/>
      </dsp:txXfrm>
    </dsp:sp>
    <dsp:sp modelId="{BD295BE4-EC1E-4F37-908B-8220FB3552ED}">
      <dsp:nvSpPr>
        <dsp:cNvPr id="0" name=""/>
        <dsp:cNvSpPr/>
      </dsp:nvSpPr>
      <dsp:spPr>
        <a:xfrm>
          <a:off x="486965" y="1975050"/>
          <a:ext cx="6817518" cy="738000"/>
        </a:xfrm>
        <a:prstGeom prst="roundRect">
          <a:avLst/>
        </a:prstGeom>
        <a:solidFill>
          <a:schemeClr val="accent2">
            <a:hueOff val="-1197987"/>
            <a:satOff val="8241"/>
            <a:lumOff val="91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686" tIns="0" rIns="257686" bIns="0" numCol="1" spcCol="1270" anchor="ctr" anchorCtr="0">
          <a:noAutofit/>
        </a:bodyPr>
        <a:lstStyle/>
        <a:p>
          <a:pPr marL="0" lvl="0" indent="0" algn="l" defTabSz="1111250">
            <a:lnSpc>
              <a:spcPct val="90000"/>
            </a:lnSpc>
            <a:spcBef>
              <a:spcPct val="0"/>
            </a:spcBef>
            <a:spcAft>
              <a:spcPct val="35000"/>
            </a:spcAft>
            <a:buNone/>
          </a:pPr>
          <a:r>
            <a:rPr lang="es-GT" sz="2500" kern="1200" dirty="0"/>
            <a:t>Rigor analítico</a:t>
          </a:r>
          <a:endParaRPr lang="en-US" sz="2500" kern="1200" dirty="0"/>
        </a:p>
      </dsp:txBody>
      <dsp:txXfrm>
        <a:off x="522991" y="2011076"/>
        <a:ext cx="6745466" cy="665948"/>
      </dsp:txXfrm>
    </dsp:sp>
    <dsp:sp modelId="{66168490-724A-4187-BF83-2A60B0E1FE19}">
      <dsp:nvSpPr>
        <dsp:cNvPr id="0" name=""/>
        <dsp:cNvSpPr/>
      </dsp:nvSpPr>
      <dsp:spPr>
        <a:xfrm>
          <a:off x="0" y="4265550"/>
          <a:ext cx="9739312" cy="1417500"/>
        </a:xfrm>
        <a:prstGeom prst="rect">
          <a:avLst/>
        </a:prstGeom>
        <a:solidFill>
          <a:schemeClr val="lt1">
            <a:alpha val="90000"/>
            <a:hueOff val="0"/>
            <a:satOff val="0"/>
            <a:lumOff val="0"/>
            <a:alphaOff val="0"/>
          </a:schemeClr>
        </a:solidFill>
        <a:ln w="15875" cap="rnd" cmpd="sng" algn="ctr">
          <a:solidFill>
            <a:schemeClr val="accent2">
              <a:hueOff val="-2395974"/>
              <a:satOff val="16481"/>
              <a:lumOff val="182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79" tIns="520700" rIns="755879" bIns="177800" numCol="1" spcCol="1270" anchor="t" anchorCtr="0">
          <a:noAutofit/>
        </a:bodyPr>
        <a:lstStyle/>
        <a:p>
          <a:pPr marL="228600" lvl="1" indent="-228600" algn="l" defTabSz="1111250">
            <a:lnSpc>
              <a:spcPct val="90000"/>
            </a:lnSpc>
            <a:spcBef>
              <a:spcPct val="0"/>
            </a:spcBef>
            <a:spcAft>
              <a:spcPct val="15000"/>
            </a:spcAft>
            <a:buChar char="•"/>
          </a:pPr>
          <a:r>
            <a:rPr lang="es-GT" sz="2500" kern="1200" dirty="0"/>
            <a:t>Se promueve al trabajar con información crítica como presupuestos, proyecciones y desempeño organizacional.</a:t>
          </a:r>
          <a:endParaRPr lang="en-US" sz="2500" kern="1200" dirty="0"/>
        </a:p>
      </dsp:txBody>
      <dsp:txXfrm>
        <a:off x="0" y="4265550"/>
        <a:ext cx="9739312" cy="1417500"/>
      </dsp:txXfrm>
    </dsp:sp>
    <dsp:sp modelId="{7614D5BD-D81D-42DF-A89A-E4D956D1BDE7}">
      <dsp:nvSpPr>
        <dsp:cNvPr id="0" name=""/>
        <dsp:cNvSpPr/>
      </dsp:nvSpPr>
      <dsp:spPr>
        <a:xfrm>
          <a:off x="486965" y="3896550"/>
          <a:ext cx="6817518" cy="738000"/>
        </a:xfrm>
        <a:prstGeom prst="roundRect">
          <a:avLst/>
        </a:prstGeom>
        <a:solidFill>
          <a:schemeClr val="accent2">
            <a:hueOff val="-2395974"/>
            <a:satOff val="16481"/>
            <a:lumOff val="1829"/>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686" tIns="0" rIns="257686" bIns="0" numCol="1" spcCol="1270" anchor="ctr" anchorCtr="0">
          <a:noAutofit/>
        </a:bodyPr>
        <a:lstStyle/>
        <a:p>
          <a:pPr marL="0" lvl="0" indent="0" algn="l" defTabSz="1111250">
            <a:lnSpc>
              <a:spcPct val="90000"/>
            </a:lnSpc>
            <a:spcBef>
              <a:spcPct val="0"/>
            </a:spcBef>
            <a:spcAft>
              <a:spcPct val="35000"/>
            </a:spcAft>
            <a:buNone/>
          </a:pPr>
          <a:r>
            <a:rPr lang="es-GT" sz="2500" kern="1200" dirty="0"/>
            <a:t>Responsabilidad</a:t>
          </a:r>
          <a:endParaRPr lang="en-US" sz="2500" kern="1200" dirty="0"/>
        </a:p>
      </dsp:txBody>
      <dsp:txXfrm>
        <a:off x="522991" y="3932576"/>
        <a:ext cx="6745466" cy="665948"/>
      </dsp:txXfrm>
    </dsp:sp>
    <dsp:sp modelId="{C6BC8093-DA78-4D3D-9881-0B491884E014}">
      <dsp:nvSpPr>
        <dsp:cNvPr id="0" name=""/>
        <dsp:cNvSpPr/>
      </dsp:nvSpPr>
      <dsp:spPr>
        <a:xfrm>
          <a:off x="0" y="6187050"/>
          <a:ext cx="9739312" cy="1417500"/>
        </a:xfrm>
        <a:prstGeom prst="rect">
          <a:avLst/>
        </a:prstGeom>
        <a:solidFill>
          <a:schemeClr val="lt1">
            <a:alpha val="90000"/>
            <a:hueOff val="0"/>
            <a:satOff val="0"/>
            <a:lumOff val="0"/>
            <a:alphaOff val="0"/>
          </a:schemeClr>
        </a:solidFill>
        <a:ln w="15875" cap="rnd" cmpd="sng" algn="ctr">
          <a:solidFill>
            <a:schemeClr val="accent2">
              <a:hueOff val="-3593961"/>
              <a:satOff val="24722"/>
              <a:lumOff val="274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79" tIns="520700" rIns="755879" bIns="177800" numCol="1" spcCol="1270" anchor="t" anchorCtr="0">
          <a:noAutofit/>
        </a:bodyPr>
        <a:lstStyle/>
        <a:p>
          <a:pPr marL="228600" lvl="1" indent="-228600" algn="l" defTabSz="1111250">
            <a:lnSpc>
              <a:spcPct val="90000"/>
            </a:lnSpc>
            <a:spcBef>
              <a:spcPct val="0"/>
            </a:spcBef>
            <a:spcAft>
              <a:spcPct val="15000"/>
            </a:spcAft>
            <a:buChar char="•"/>
          </a:pPr>
          <a:r>
            <a:rPr lang="es-GT" sz="2500" kern="1200" dirty="0"/>
            <a:t>Se fomenta al automatizar reportes y visualizaciones, mostrando cómo optimizar el flujo de información ejecutiva.</a:t>
          </a:r>
          <a:endParaRPr lang="en-US" sz="2500" kern="1200" dirty="0"/>
        </a:p>
      </dsp:txBody>
      <dsp:txXfrm>
        <a:off x="0" y="6187050"/>
        <a:ext cx="9739312" cy="1417500"/>
      </dsp:txXfrm>
    </dsp:sp>
    <dsp:sp modelId="{B57D5E1D-D7CA-4126-B318-A59C929EBD4E}">
      <dsp:nvSpPr>
        <dsp:cNvPr id="0" name=""/>
        <dsp:cNvSpPr/>
      </dsp:nvSpPr>
      <dsp:spPr>
        <a:xfrm>
          <a:off x="486965" y="5818050"/>
          <a:ext cx="6817518" cy="738000"/>
        </a:xfrm>
        <a:prstGeom prst="roundRect">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686" tIns="0" rIns="257686" bIns="0" numCol="1" spcCol="1270" anchor="ctr" anchorCtr="0">
          <a:noAutofit/>
        </a:bodyPr>
        <a:lstStyle/>
        <a:p>
          <a:pPr marL="0" lvl="0" indent="0" algn="l" defTabSz="1111250">
            <a:lnSpc>
              <a:spcPct val="90000"/>
            </a:lnSpc>
            <a:spcBef>
              <a:spcPct val="0"/>
            </a:spcBef>
            <a:spcAft>
              <a:spcPct val="35000"/>
            </a:spcAft>
            <a:buNone/>
          </a:pPr>
          <a:r>
            <a:rPr lang="es-GT" sz="2500" kern="1200" dirty="0"/>
            <a:t>Innovación aplicada</a:t>
          </a:r>
          <a:endParaRPr lang="en-US" sz="2500" kern="1200" dirty="0"/>
        </a:p>
      </dsp:txBody>
      <dsp:txXfrm>
        <a:off x="522991" y="5854076"/>
        <a:ext cx="6745466" cy="6659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7A7C38-CF7E-4715-89FF-E6CF3B67723A}">
      <dsp:nvSpPr>
        <dsp:cNvPr id="0" name=""/>
        <dsp:cNvSpPr/>
      </dsp:nvSpPr>
      <dsp:spPr>
        <a:xfrm>
          <a:off x="0" y="2638"/>
          <a:ext cx="15028070" cy="13372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FF6A92-F409-4D63-AB7E-E40B3EE38F5D}">
      <dsp:nvSpPr>
        <dsp:cNvPr id="0" name=""/>
        <dsp:cNvSpPr/>
      </dsp:nvSpPr>
      <dsp:spPr>
        <a:xfrm>
          <a:off x="404520" y="303521"/>
          <a:ext cx="735492" cy="7354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208C83-BA37-4DFB-B1AB-D7E0FBC8DEF5}">
      <dsp:nvSpPr>
        <dsp:cNvPr id="0" name=""/>
        <dsp:cNvSpPr/>
      </dsp:nvSpPr>
      <dsp:spPr>
        <a:xfrm>
          <a:off x="1544534" y="2638"/>
          <a:ext cx="13483535" cy="1337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27" tIns="141527" rIns="141527" bIns="141527" numCol="1" spcCol="1270" anchor="ctr" anchorCtr="0">
          <a:noAutofit/>
        </a:bodyPr>
        <a:lstStyle/>
        <a:p>
          <a:pPr marL="0" lvl="0" indent="0" algn="l" defTabSz="889000">
            <a:lnSpc>
              <a:spcPct val="100000"/>
            </a:lnSpc>
            <a:spcBef>
              <a:spcPct val="0"/>
            </a:spcBef>
            <a:spcAft>
              <a:spcPct val="35000"/>
            </a:spcAft>
            <a:buNone/>
          </a:pPr>
          <a:r>
            <a:rPr lang="en-US" sz="2000" i="1" kern="1200"/>
            <a:t>IBM SPSS Modeler Subscription</a:t>
          </a:r>
          <a:r>
            <a:rPr lang="en-US" sz="2000" kern="1200"/>
            <a:t>. (s. f.). https://www.ibm.com/docs/es/spss-modeler/saas?topic=rules-tabular-versus-transactional-data</a:t>
          </a:r>
          <a:endParaRPr lang="en-US" sz="2000" kern="1200" dirty="0"/>
        </a:p>
      </dsp:txBody>
      <dsp:txXfrm>
        <a:off x="1544534" y="2638"/>
        <a:ext cx="13483535" cy="1337258"/>
      </dsp:txXfrm>
    </dsp:sp>
    <dsp:sp modelId="{F04B6D6B-BD3A-40E7-8B34-7AADDD37077C}">
      <dsp:nvSpPr>
        <dsp:cNvPr id="0" name=""/>
        <dsp:cNvSpPr/>
      </dsp:nvSpPr>
      <dsp:spPr>
        <a:xfrm>
          <a:off x="0" y="1674212"/>
          <a:ext cx="15028070" cy="13372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CE6EE9-C2FF-4F5B-A31C-09E840790181}">
      <dsp:nvSpPr>
        <dsp:cNvPr id="0" name=""/>
        <dsp:cNvSpPr/>
      </dsp:nvSpPr>
      <dsp:spPr>
        <a:xfrm>
          <a:off x="404520" y="1975095"/>
          <a:ext cx="735492" cy="7354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3FD102-A2BC-4871-A2EB-0AF9BE490EAB}">
      <dsp:nvSpPr>
        <dsp:cNvPr id="0" name=""/>
        <dsp:cNvSpPr/>
      </dsp:nvSpPr>
      <dsp:spPr>
        <a:xfrm>
          <a:off x="1544534" y="1674212"/>
          <a:ext cx="13483535" cy="1337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27" tIns="141527" rIns="141527" bIns="141527" numCol="1" spcCol="1270" anchor="ctr" anchorCtr="0">
          <a:noAutofit/>
        </a:bodyPr>
        <a:lstStyle/>
        <a:p>
          <a:pPr marL="0" lvl="0" indent="0" algn="l" defTabSz="889000">
            <a:lnSpc>
              <a:spcPct val="100000"/>
            </a:lnSpc>
            <a:spcBef>
              <a:spcPct val="0"/>
            </a:spcBef>
            <a:spcAft>
              <a:spcPct val="35000"/>
            </a:spcAft>
            <a:buNone/>
          </a:pPr>
          <a:r>
            <a:rPr lang="es-GT" sz="2000" kern="1200"/>
            <a:t>Lovera, K. I. (2025, 11 abril). </a:t>
          </a:r>
          <a:r>
            <a:rPr lang="es-GT" sz="2000" i="1" kern="1200"/>
            <a:t>Cubos OLAP y los KPI</a:t>
          </a:r>
          <a:r>
            <a:rPr lang="es-GT" sz="2000" kern="1200"/>
            <a:t>. https://es.linkedin.com/pulse/cubos-olap-y-los-kpi-keny-isaac-lovera-gf07e</a:t>
          </a:r>
          <a:endParaRPr lang="en-US" sz="2000" kern="1200" dirty="0"/>
        </a:p>
      </dsp:txBody>
      <dsp:txXfrm>
        <a:off x="1544534" y="1674212"/>
        <a:ext cx="13483535" cy="1337258"/>
      </dsp:txXfrm>
    </dsp:sp>
    <dsp:sp modelId="{E73AAFE4-2F95-4282-9D30-CCCC843B66C5}">
      <dsp:nvSpPr>
        <dsp:cNvPr id="0" name=""/>
        <dsp:cNvSpPr/>
      </dsp:nvSpPr>
      <dsp:spPr>
        <a:xfrm>
          <a:off x="0" y="3345785"/>
          <a:ext cx="15028070" cy="13372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FFA92-0134-43A7-BE61-6099E3139D10}">
      <dsp:nvSpPr>
        <dsp:cNvPr id="0" name=""/>
        <dsp:cNvSpPr/>
      </dsp:nvSpPr>
      <dsp:spPr>
        <a:xfrm>
          <a:off x="404520" y="3646669"/>
          <a:ext cx="735492" cy="73549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2FB99B-A4F0-47C8-B0D3-71F6AAF34585}">
      <dsp:nvSpPr>
        <dsp:cNvPr id="0" name=""/>
        <dsp:cNvSpPr/>
      </dsp:nvSpPr>
      <dsp:spPr>
        <a:xfrm>
          <a:off x="1544534" y="3345785"/>
          <a:ext cx="13483535" cy="1337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27" tIns="141527" rIns="141527" bIns="141527" numCol="1" spcCol="1270" anchor="ctr" anchorCtr="0">
          <a:noAutofit/>
        </a:bodyPr>
        <a:lstStyle/>
        <a:p>
          <a:pPr marL="0" lvl="0" indent="0" algn="l" defTabSz="889000">
            <a:lnSpc>
              <a:spcPct val="100000"/>
            </a:lnSpc>
            <a:spcBef>
              <a:spcPct val="0"/>
            </a:spcBef>
            <a:spcAft>
              <a:spcPct val="35000"/>
            </a:spcAft>
            <a:buNone/>
          </a:pPr>
          <a:r>
            <a:rPr lang="es-GT" sz="2000" kern="1200"/>
            <a:t>Martins, J. (2024, 16 agosto). Qué es un KPI, para qué sirve y cómo utilizarlo en tu proyecto [2024] • Asana. </a:t>
          </a:r>
          <a:r>
            <a:rPr lang="es-GT" sz="2000" i="1" kern="1200"/>
            <a:t>Asana</a:t>
          </a:r>
          <a:r>
            <a:rPr lang="es-GT" sz="2000" kern="1200"/>
            <a:t>. https://asana.com/es/resources/key-performance-indicator-kpi</a:t>
          </a:r>
          <a:endParaRPr lang="en-US" sz="2000" kern="1200" dirty="0"/>
        </a:p>
      </dsp:txBody>
      <dsp:txXfrm>
        <a:off x="1544534" y="3345785"/>
        <a:ext cx="13483535" cy="1337258"/>
      </dsp:txXfrm>
    </dsp:sp>
    <dsp:sp modelId="{DBA5BB43-7509-453B-BA0C-23F378A1E300}">
      <dsp:nvSpPr>
        <dsp:cNvPr id="0" name=""/>
        <dsp:cNvSpPr/>
      </dsp:nvSpPr>
      <dsp:spPr>
        <a:xfrm>
          <a:off x="0" y="5017359"/>
          <a:ext cx="15028070" cy="13372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38DC38-E526-4B16-A7EE-0ACE8C80CFAE}">
      <dsp:nvSpPr>
        <dsp:cNvPr id="0" name=""/>
        <dsp:cNvSpPr/>
      </dsp:nvSpPr>
      <dsp:spPr>
        <a:xfrm>
          <a:off x="404520" y="5318242"/>
          <a:ext cx="735492" cy="735492"/>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FF9A36-59A6-46D6-96E5-AAF756EB64B2}">
      <dsp:nvSpPr>
        <dsp:cNvPr id="0" name=""/>
        <dsp:cNvSpPr/>
      </dsp:nvSpPr>
      <dsp:spPr>
        <a:xfrm>
          <a:off x="1544534" y="5017359"/>
          <a:ext cx="13483535" cy="1337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527" tIns="141527" rIns="141527" bIns="141527" numCol="1" spcCol="1270" anchor="ctr" anchorCtr="0">
          <a:noAutofit/>
        </a:bodyPr>
        <a:lstStyle/>
        <a:p>
          <a:pPr marL="0" lvl="0" indent="0" algn="l" defTabSz="889000">
            <a:lnSpc>
              <a:spcPct val="100000"/>
            </a:lnSpc>
            <a:spcBef>
              <a:spcPct val="0"/>
            </a:spcBef>
            <a:spcAft>
              <a:spcPct val="35000"/>
            </a:spcAft>
            <a:buNone/>
          </a:pPr>
          <a:r>
            <a:rPr lang="pt-BR" sz="2000" kern="1200" dirty="0"/>
            <a:t>Prada, M. A. N. (2024, 23 abril). </a:t>
          </a:r>
          <a:r>
            <a:rPr lang="pt-BR" sz="2000" i="1" kern="1200" dirty="0"/>
            <a:t>MDX vs DAX | Martin Alfonso Nieto Prada</a:t>
          </a:r>
          <a:r>
            <a:rPr lang="pt-BR" sz="2000" kern="1200" dirty="0"/>
            <a:t>. https://www.linkedin.com/posts/martin-alfonso-nieto-prada_mdx-vs-dax-activity-7188614255137501187-ciI6</a:t>
          </a:r>
          <a:endParaRPr lang="en-US" sz="2000" kern="1200" dirty="0"/>
        </a:p>
      </dsp:txBody>
      <dsp:txXfrm>
        <a:off x="1544534" y="5017359"/>
        <a:ext cx="13483535" cy="133725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819150" y="-7144"/>
            <a:ext cx="7522368" cy="10294145"/>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4392602" y="2070103"/>
            <a:ext cx="12861933" cy="3924299"/>
          </a:xfrm>
        </p:spPr>
        <p:txBody>
          <a:bodyPr anchor="b">
            <a:normAutofit/>
          </a:bodyPr>
          <a:lstStyle>
            <a:lvl1pPr algn="r">
              <a:defRPr sz="9000">
                <a:effectLst/>
              </a:defRPr>
            </a:lvl1pPr>
          </a:lstStyle>
          <a:p>
            <a:r>
              <a:rPr lang="en-US"/>
              <a:t>Click to edit Master title style</a:t>
            </a:r>
            <a:endParaRPr lang="en-US" dirty="0"/>
          </a:p>
        </p:txBody>
      </p:sp>
      <p:sp>
        <p:nvSpPr>
          <p:cNvPr id="3" name="Subtitle 2"/>
          <p:cNvSpPr>
            <a:spLocks noGrp="1"/>
          </p:cNvSpPr>
          <p:nvPr>
            <p:ph type="subTitle" idx="1"/>
          </p:nvPr>
        </p:nvSpPr>
        <p:spPr>
          <a:xfrm>
            <a:off x="6773066" y="5994401"/>
            <a:ext cx="10481468" cy="2082801"/>
          </a:xfrm>
        </p:spPr>
        <p:txBody>
          <a:bodyPr anchor="t">
            <a:normAutofit/>
          </a:bodyPr>
          <a:lstStyle>
            <a:lvl1pPr marL="0" indent="0" algn="r">
              <a:buNone/>
              <a:defRPr sz="3150">
                <a:solidFill>
                  <a:schemeClr val="tx1"/>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a:xfrm>
            <a:off x="7998618" y="8824913"/>
            <a:ext cx="6486066" cy="547688"/>
          </a:xfrm>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0988029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a:xfrm>
            <a:off x="16427785" y="8800697"/>
            <a:ext cx="826751" cy="547688"/>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8903818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8419" y="4000498"/>
            <a:ext cx="13396121" cy="3165573"/>
          </a:xfrm>
        </p:spPr>
        <p:txBody>
          <a:bodyPr anchor="b"/>
          <a:lstStyle>
            <a:lvl1pPr algn="r">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3858417" y="7166072"/>
            <a:ext cx="13396122" cy="1290600"/>
          </a:xfrm>
        </p:spPr>
        <p:txBody>
          <a:bodyPr anchor="t">
            <a:normAutofit/>
          </a:bodyPr>
          <a:lstStyle>
            <a:lvl1pPr marL="0" indent="0" algn="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080113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26467" y="1028701"/>
            <a:ext cx="15028070" cy="26288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226469" y="4000499"/>
            <a:ext cx="7342583" cy="4686302"/>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911951" y="4000500"/>
            <a:ext cx="7342584" cy="4686300"/>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5928076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2658269" y="3987800"/>
            <a:ext cx="6910782" cy="864393"/>
          </a:xfrm>
        </p:spPr>
        <p:txBody>
          <a:bodyPr anchor="b">
            <a:noAutofit/>
          </a:bodyPr>
          <a:lstStyle>
            <a:lvl1pPr marL="0" indent="0">
              <a:buNone/>
              <a:defRPr sz="4200" b="0">
                <a:solidFill>
                  <a:schemeClr val="accent1">
                    <a:lumMod val="75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2226467" y="5003006"/>
            <a:ext cx="7342584" cy="3683793"/>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320731" y="4000500"/>
            <a:ext cx="6933806" cy="864393"/>
          </a:xfrm>
        </p:spPr>
        <p:txBody>
          <a:bodyPr anchor="b">
            <a:noAutofit/>
          </a:bodyPr>
          <a:lstStyle>
            <a:lvl1pPr marL="0" indent="0">
              <a:buNone/>
              <a:defRPr sz="4200" b="0">
                <a:solidFill>
                  <a:schemeClr val="accent1">
                    <a:lumMod val="75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911951" y="5003006"/>
            <a:ext cx="7342584" cy="3683793"/>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s-GT"/>
          </a:p>
        </p:txBody>
      </p:sp>
      <p:sp>
        <p:nvSpPr>
          <p:cNvPr id="8" name="Footer Placeholder 7"/>
          <p:cNvSpPr>
            <a:spLocks noGrp="1"/>
          </p:cNvSpPr>
          <p:nvPr>
            <p:ph type="ftr" sz="quarter" idx="11"/>
          </p:nvPr>
        </p:nvSpPr>
        <p:spPr/>
        <p:txBody>
          <a:bodyPr/>
          <a:lstStyle/>
          <a:p>
            <a:endParaRPr lang="es-GT"/>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040587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s-GT"/>
          </a:p>
        </p:txBody>
      </p:sp>
      <p:sp>
        <p:nvSpPr>
          <p:cNvPr id="4" name="Footer Placeholder 3"/>
          <p:cNvSpPr>
            <a:spLocks noGrp="1"/>
          </p:cNvSpPr>
          <p:nvPr>
            <p:ph type="ftr" sz="quarter" idx="11"/>
          </p:nvPr>
        </p:nvSpPr>
        <p:spPr/>
        <p:txBody>
          <a:bodyPr/>
          <a:lstStyle/>
          <a:p>
            <a:endParaRPr lang="es-GT"/>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9301951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GT"/>
          </a:p>
        </p:txBody>
      </p:sp>
      <p:sp>
        <p:nvSpPr>
          <p:cNvPr id="3" name="Footer Placeholder 2"/>
          <p:cNvSpPr>
            <a:spLocks noGrp="1"/>
          </p:cNvSpPr>
          <p:nvPr>
            <p:ph type="ftr" sz="quarter" idx="11"/>
          </p:nvPr>
        </p:nvSpPr>
        <p:spPr/>
        <p:txBody>
          <a:bodyPr/>
          <a:lstStyle/>
          <a:p>
            <a:endParaRPr lang="es-GT"/>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2229345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2400300"/>
            <a:ext cx="5323682" cy="2057400"/>
          </a:xfrm>
        </p:spPr>
        <p:txBody>
          <a:bodyPr anchor="b">
            <a:normAutofit/>
          </a:bodyPr>
          <a:lstStyle>
            <a:lvl1pPr algn="ctr">
              <a:defRPr sz="3600" b="0"/>
            </a:lvl1pPr>
          </a:lstStyle>
          <a:p>
            <a:r>
              <a:rPr lang="en-US"/>
              <a:t>Click to edit Master title style</a:t>
            </a:r>
            <a:endParaRPr lang="en-US" dirty="0"/>
          </a:p>
        </p:txBody>
      </p:sp>
      <p:sp>
        <p:nvSpPr>
          <p:cNvPr id="3" name="Content Placeholder 2"/>
          <p:cNvSpPr>
            <a:spLocks noGrp="1"/>
          </p:cNvSpPr>
          <p:nvPr>
            <p:ph idx="1"/>
          </p:nvPr>
        </p:nvSpPr>
        <p:spPr>
          <a:xfrm>
            <a:off x="7893050" y="1028699"/>
            <a:ext cx="9361485" cy="7658102"/>
          </a:xfrm>
        </p:spPr>
        <p:txBody>
          <a:bodyPr anchor="ctr">
            <a:normAutofit/>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26469" y="4457700"/>
            <a:ext cx="5323682" cy="2743200"/>
          </a:xfrm>
        </p:spPr>
        <p:txBody>
          <a:bodyPr>
            <a:normAutofit/>
          </a:bodyPr>
          <a:lstStyle>
            <a:lvl1pPr marL="0" indent="0" algn="ctr">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984854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4086" y="2628899"/>
            <a:ext cx="8139237" cy="2057400"/>
          </a:xfrm>
        </p:spPr>
        <p:txBody>
          <a:bodyPr anchor="b">
            <a:normAutofit/>
          </a:bodyPr>
          <a:lstStyle>
            <a:lvl1pPr algn="ctr">
              <a:defRPr sz="42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11392023" y="1371600"/>
            <a:ext cx="4921461" cy="6858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2224086" y="4686299"/>
            <a:ext cx="8139237" cy="2743200"/>
          </a:xfrm>
        </p:spPr>
        <p:txBody>
          <a:bodyPr>
            <a:normAutofit/>
          </a:bodyPr>
          <a:lstStyle>
            <a:lvl1pPr marL="0" indent="0" algn="ctr">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5947782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7" y="7099298"/>
            <a:ext cx="15028067" cy="850107"/>
          </a:xfrm>
        </p:spPr>
        <p:txBody>
          <a:bodyPr anchor="b">
            <a:normAutofit/>
          </a:bodyPr>
          <a:lstStyle>
            <a:lvl1pPr algn="ctr">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9018" y="1398168"/>
            <a:ext cx="12338916" cy="4747464"/>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2226467" y="7949405"/>
            <a:ext cx="15028067" cy="740568"/>
          </a:xfrm>
        </p:spPr>
        <p:txBody>
          <a:bodyPr>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300642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1028700"/>
            <a:ext cx="15028067" cy="4572000"/>
          </a:xfrm>
        </p:spPr>
        <p:txBody>
          <a:bodyPr anchor="ctr">
            <a:normAutofit/>
          </a:bodyPr>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226469" y="6515100"/>
            <a:ext cx="15028070"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0242962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2397918" y="1294535"/>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5" name="TextBox 14"/>
          <p:cNvSpPr txBox="1"/>
          <p:nvPr/>
        </p:nvSpPr>
        <p:spPr>
          <a:xfrm>
            <a:off x="16340138" y="422909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2" name="Title 1"/>
          <p:cNvSpPr>
            <a:spLocks noGrp="1"/>
          </p:cNvSpPr>
          <p:nvPr>
            <p:ph type="title"/>
          </p:nvPr>
        </p:nvSpPr>
        <p:spPr>
          <a:xfrm>
            <a:off x="3312318" y="1028701"/>
            <a:ext cx="13485018" cy="4114799"/>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3655217" y="5143499"/>
            <a:ext cx="12799223" cy="571500"/>
          </a:xfrm>
        </p:spPr>
        <p:txBody>
          <a:bodyPr anchor="ctr">
            <a:normAutofit/>
          </a:bodyPr>
          <a:lstStyle>
            <a:lvl1pPr marL="0" indent="0">
              <a:buFontTx/>
              <a:buNone/>
              <a:defRPr sz="2700"/>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2226467" y="6515100"/>
            <a:ext cx="15028067"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2682789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226470" y="4962872"/>
            <a:ext cx="15028064" cy="2203200"/>
          </a:xfrm>
        </p:spPr>
        <p:txBody>
          <a:bodyPr anchor="b">
            <a:normAutofit/>
          </a:bodyPr>
          <a:lstStyle>
            <a:lvl1pPr algn="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226468" y="7166072"/>
            <a:ext cx="15028065" cy="1290600"/>
          </a:xfrm>
        </p:spPr>
        <p:txBody>
          <a:bodyPr anchor="t">
            <a:normAutofit/>
          </a:bodyPr>
          <a:lstStyle>
            <a:lvl1pPr marL="0" indent="0" algn="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4228902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2397918" y="1294535"/>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5" name="TextBox 14"/>
          <p:cNvSpPr txBox="1"/>
          <p:nvPr/>
        </p:nvSpPr>
        <p:spPr>
          <a:xfrm>
            <a:off x="16340138" y="422909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2" name="Title 1"/>
          <p:cNvSpPr>
            <a:spLocks noGrp="1"/>
          </p:cNvSpPr>
          <p:nvPr>
            <p:ph type="title"/>
          </p:nvPr>
        </p:nvSpPr>
        <p:spPr>
          <a:xfrm>
            <a:off x="3312318" y="1028701"/>
            <a:ext cx="13485018" cy="4114799"/>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226470" y="5829300"/>
            <a:ext cx="15028065" cy="1333500"/>
          </a:xfrm>
        </p:spPr>
        <p:txBody>
          <a:bodyPr vert="horz" lIns="91440" tIns="45720" rIns="91440" bIns="45720" rtlCol="0" anchor="b">
            <a:normAutofit/>
          </a:bodyPr>
          <a:lstStyle>
            <a:lvl1pPr algn="r">
              <a:buNone/>
              <a:defRPr lang="en-US" sz="36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2226468" y="7162800"/>
            <a:ext cx="15028065" cy="1524000"/>
          </a:xfrm>
        </p:spPr>
        <p:txBody>
          <a:bodyPr anchor="t">
            <a:normAutofit/>
          </a:bodyPr>
          <a:lstStyle>
            <a:lvl1pPr marL="0" indent="0" algn="r">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2142220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226470" y="1028701"/>
            <a:ext cx="15028068" cy="409098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2226469" y="5257800"/>
            <a:ext cx="15028070" cy="1257300"/>
          </a:xfrm>
        </p:spPr>
        <p:txBody>
          <a:bodyPr vert="horz" lIns="91440" tIns="45720" rIns="91440" bIns="45720" rtlCol="0" anchor="b">
            <a:normAutofit/>
          </a:bodyPr>
          <a:lstStyle>
            <a:lvl1pPr>
              <a:buNone/>
              <a:defRPr lang="en-US" sz="42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2226467" y="6515100"/>
            <a:ext cx="15028070" cy="2171700"/>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5107255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193955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598983" y="1028700"/>
            <a:ext cx="2655554" cy="76581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26468" y="1028700"/>
            <a:ext cx="12029613" cy="76581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0554389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226219" y="1"/>
            <a:ext cx="3655220" cy="10287002"/>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2226467" y="1028701"/>
            <a:ext cx="15028070" cy="26288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6466" y="4000499"/>
            <a:ext cx="15028070" cy="468630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598984" y="8824913"/>
            <a:ext cx="1714500" cy="547688"/>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endParaRPr lang="es-GT"/>
          </a:p>
        </p:txBody>
      </p:sp>
      <p:sp>
        <p:nvSpPr>
          <p:cNvPr id="5" name="Footer Placeholder 4"/>
          <p:cNvSpPr>
            <a:spLocks noGrp="1"/>
          </p:cNvSpPr>
          <p:nvPr>
            <p:ph type="ftr" sz="quarter" idx="3"/>
          </p:nvPr>
        </p:nvSpPr>
        <p:spPr>
          <a:xfrm>
            <a:off x="3858419" y="8824913"/>
            <a:ext cx="10626266" cy="547688"/>
          </a:xfrm>
          <a:prstGeom prst="rect">
            <a:avLst/>
          </a:prstGeom>
        </p:spPr>
        <p:txBody>
          <a:bodyPr vert="horz" lIns="91440" tIns="45720" rIns="91440" bIns="45720" rtlCol="0" anchor="ctr"/>
          <a:lstStyle>
            <a:lvl1pPr algn="l">
              <a:defRPr sz="1500" b="0" i="0">
                <a:solidFill>
                  <a:schemeClr val="tx1"/>
                </a:solidFill>
                <a:effectLst/>
                <a:latin typeface="+mn-lt"/>
              </a:defRPr>
            </a:lvl1pPr>
          </a:lstStyle>
          <a:p>
            <a:endParaRPr lang="es-GT"/>
          </a:p>
        </p:txBody>
      </p:sp>
      <p:sp>
        <p:nvSpPr>
          <p:cNvPr id="6" name="Slide Number Placeholder 5"/>
          <p:cNvSpPr>
            <a:spLocks noGrp="1"/>
          </p:cNvSpPr>
          <p:nvPr>
            <p:ph type="sldNum" sz="quarter" idx="4"/>
          </p:nvPr>
        </p:nvSpPr>
        <p:spPr>
          <a:xfrm>
            <a:off x="16427785" y="8824913"/>
            <a:ext cx="826751" cy="547688"/>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062733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txStyles>
    <p:titleStyle>
      <a:lvl1pPr algn="ctr" defTabSz="685800" rtl="0" eaLnBrk="1" latinLnBrk="0" hangingPunct="1">
        <a:spcBef>
          <a:spcPct val="0"/>
        </a:spcBef>
        <a:buNone/>
        <a:defRPr sz="6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625" indent="-428625" algn="l" defTabSz="685800" rtl="0" eaLnBrk="1" latinLnBrk="0" hangingPunct="1">
        <a:spcBef>
          <a:spcPct val="20000"/>
        </a:spcBef>
        <a:spcAft>
          <a:spcPts val="900"/>
        </a:spcAft>
        <a:buClr>
          <a:schemeClr val="accent1">
            <a:lumMod val="75000"/>
          </a:schemeClr>
        </a:buClr>
        <a:buSzPct val="145000"/>
        <a:buFont typeface="Arial"/>
        <a:buChar char="•"/>
        <a:defRPr sz="3600" kern="1200" cap="none">
          <a:solidFill>
            <a:schemeClr val="tx1"/>
          </a:solidFill>
          <a:effectLst/>
          <a:latin typeface="+mn-lt"/>
          <a:ea typeface="+mn-ea"/>
          <a:cs typeface="+mn-cs"/>
        </a:defRPr>
      </a:lvl1pPr>
      <a:lvl2pPr marL="1114425" indent="-428625" algn="l" defTabSz="685800" rtl="0" eaLnBrk="1" latinLnBrk="0" hangingPunct="1">
        <a:spcBef>
          <a:spcPct val="20000"/>
        </a:spcBef>
        <a:spcAft>
          <a:spcPts val="900"/>
        </a:spcAft>
        <a:buClr>
          <a:schemeClr val="accent1">
            <a:lumMod val="75000"/>
          </a:schemeClr>
        </a:buClr>
        <a:buSzPct val="145000"/>
        <a:buFont typeface="Arial"/>
        <a:buChar char="•"/>
        <a:defRPr sz="3000" kern="1200" cap="none">
          <a:solidFill>
            <a:schemeClr val="tx1"/>
          </a:solidFill>
          <a:effectLst/>
          <a:latin typeface="+mn-lt"/>
          <a:ea typeface="+mn-ea"/>
          <a:cs typeface="+mn-cs"/>
        </a:defRPr>
      </a:lvl2pPr>
      <a:lvl3pPr marL="1800225" indent="-428625" algn="l" defTabSz="685800" rtl="0" eaLnBrk="1" latinLnBrk="0" hangingPunct="1">
        <a:spcBef>
          <a:spcPct val="20000"/>
        </a:spcBef>
        <a:spcAft>
          <a:spcPts val="900"/>
        </a:spcAft>
        <a:buClr>
          <a:schemeClr val="accent1">
            <a:lumMod val="75000"/>
          </a:schemeClr>
        </a:buClr>
        <a:buSzPct val="145000"/>
        <a:buFont typeface="Arial"/>
        <a:buChar char="•"/>
        <a:defRPr sz="2700" kern="1200" cap="none">
          <a:solidFill>
            <a:schemeClr val="tx1"/>
          </a:solidFill>
          <a:effectLst/>
          <a:latin typeface="+mn-lt"/>
          <a:ea typeface="+mn-ea"/>
          <a:cs typeface="+mn-cs"/>
        </a:defRPr>
      </a:lvl3pPr>
      <a:lvl4pPr marL="2314575" indent="-257175" algn="l" defTabSz="685800" rtl="0" eaLnBrk="1" latinLnBrk="0" hangingPunct="1">
        <a:spcBef>
          <a:spcPct val="20000"/>
        </a:spcBef>
        <a:spcAft>
          <a:spcPts val="900"/>
        </a:spcAft>
        <a:buClr>
          <a:schemeClr val="accent1">
            <a:lumMod val="75000"/>
          </a:schemeClr>
        </a:buClr>
        <a:buSzPct val="145000"/>
        <a:buFont typeface="Arial"/>
        <a:buChar char="•"/>
        <a:defRPr sz="2400" kern="1200" cap="none">
          <a:solidFill>
            <a:schemeClr val="tx1"/>
          </a:solidFill>
          <a:effectLst/>
          <a:latin typeface="+mn-lt"/>
          <a:ea typeface="+mn-ea"/>
          <a:cs typeface="+mn-cs"/>
        </a:defRPr>
      </a:lvl4pPr>
      <a:lvl5pPr marL="3000375" indent="-257175"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5pPr>
      <a:lvl6pPr marL="37719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6pPr>
      <a:lvl7pPr marL="44577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7pPr>
      <a:lvl8pPr marL="51435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8pPr>
      <a:lvl9pPr marL="58293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7" name="Picture 6" descr="A computer and tablet with graphs and charts&#10;&#10;AI-generated content may be incorrect.">
            <a:extLst>
              <a:ext uri="{FF2B5EF4-FFF2-40B4-BE49-F238E27FC236}">
                <a16:creationId xmlns:a16="http://schemas.microsoft.com/office/drawing/2014/main" id="{0F32ACC8-9316-C735-A51C-1F8235F1B8B0}"/>
              </a:ext>
            </a:extLst>
          </p:cNvPr>
          <p:cNvPicPr>
            <a:picLocks noChangeAspect="1"/>
          </p:cNvPicPr>
          <p:nvPr/>
        </p:nvPicPr>
        <p:blipFill>
          <a:blip r:embed="rId3"/>
          <a:stretch>
            <a:fillRect/>
          </a:stretch>
        </p:blipFill>
        <p:spPr>
          <a:xfrm>
            <a:off x="10127482" y="5715865"/>
            <a:ext cx="8160517" cy="4571135"/>
          </a:xfrm>
          <a:prstGeom prst="rect">
            <a:avLst/>
          </a:prstGeom>
        </p:spPr>
      </p:pic>
      <p:sp>
        <p:nvSpPr>
          <p:cNvPr id="86" name="Google Shape;86;p1"/>
          <p:cNvSpPr txBox="1"/>
          <p:nvPr/>
        </p:nvSpPr>
        <p:spPr>
          <a:xfrm>
            <a:off x="809303" y="7107850"/>
            <a:ext cx="8588697" cy="107721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dirty="0">
                <a:solidFill>
                  <a:srgbClr val="131416"/>
                </a:solidFill>
                <a:latin typeface="Open Sans"/>
                <a:ea typeface="Open Sans"/>
                <a:cs typeface="Open Sans"/>
                <a:sym typeface="Open Sans"/>
              </a:rPr>
              <a:t>Seminario de Sistemas 2</a:t>
            </a:r>
            <a:endParaRPr sz="5000" b="1" i="0" u="none" strike="noStrike" cap="none" dirty="0">
              <a:solidFill>
                <a:srgbClr val="131416"/>
              </a:solidFill>
              <a:latin typeface="Open Sans"/>
              <a:ea typeface="Open Sans"/>
              <a:cs typeface="Open Sans"/>
              <a:sym typeface="Open Sans"/>
            </a:endParaRPr>
          </a:p>
        </p:txBody>
      </p:sp>
      <p:sp>
        <p:nvSpPr>
          <p:cNvPr id="87" name="Google Shape;87;p1"/>
          <p:cNvSpPr txBox="1"/>
          <p:nvPr/>
        </p:nvSpPr>
        <p:spPr>
          <a:xfrm>
            <a:off x="2155441" y="1512847"/>
            <a:ext cx="15214600" cy="594624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GT" sz="9200" b="1" i="0" u="none" strike="noStrike" cap="none" noProof="0" dirty="0">
                <a:solidFill>
                  <a:srgbClr val="131416"/>
                </a:solidFill>
                <a:latin typeface="Open Sans"/>
                <a:ea typeface="Open Sans"/>
                <a:cs typeface="Open Sans"/>
                <a:sym typeface="Open Sans"/>
              </a:rPr>
              <a:t>Modelado multidimensional y </a:t>
            </a:r>
            <a:r>
              <a:rPr lang="es-GT" sz="9200" b="1" i="0" u="none" strike="noStrike" cap="none" noProof="0" dirty="0" err="1">
                <a:solidFill>
                  <a:srgbClr val="131416"/>
                </a:solidFill>
                <a:latin typeface="Open Sans"/>
                <a:ea typeface="Open Sans"/>
                <a:cs typeface="Open Sans"/>
                <a:sym typeface="Open Sans"/>
              </a:rPr>
              <a:t>KPIs</a:t>
            </a:r>
            <a:r>
              <a:rPr lang="es-GT" sz="9200" b="1" i="0" u="none" strike="noStrike" cap="none" noProof="0" dirty="0">
                <a:solidFill>
                  <a:srgbClr val="131416"/>
                </a:solidFill>
                <a:latin typeface="Open Sans"/>
                <a:ea typeface="Open Sans"/>
                <a:cs typeface="Open Sans"/>
                <a:sym typeface="Open Sans"/>
              </a:rPr>
              <a:t> con SSAS</a:t>
            </a:r>
            <a:endParaRPr lang="es-GT" noProof="0" dirty="0"/>
          </a:p>
        </p:txBody>
      </p:sp>
      <p:sp>
        <p:nvSpPr>
          <p:cNvPr id="88" name="Google Shape;88;p1"/>
          <p:cNvSpPr txBox="1"/>
          <p:nvPr/>
        </p:nvSpPr>
        <p:spPr>
          <a:xfrm>
            <a:off x="3146103" y="8185068"/>
            <a:ext cx="6981379" cy="1615250"/>
          </a:xfrm>
          <a:prstGeom prst="rect">
            <a:avLst/>
          </a:prstGeom>
          <a:noFill/>
          <a:ln>
            <a:noFill/>
          </a:ln>
        </p:spPr>
        <p:txBody>
          <a:bodyPr spcFirstLastPara="1" wrap="square" lIns="0" tIns="0" rIns="0" bIns="0" anchor="t" anchorCtr="0">
            <a:spAutoFit/>
          </a:bodyPr>
          <a:lstStyle/>
          <a:p>
            <a:pPr marL="0" marR="0" lvl="0" indent="0" rtl="0">
              <a:lnSpc>
                <a:spcPct val="140016"/>
              </a:lnSpc>
              <a:spcBef>
                <a:spcPts val="0"/>
              </a:spcBef>
              <a:spcAft>
                <a:spcPts val="0"/>
              </a:spcAft>
              <a:buNone/>
            </a:pPr>
            <a:r>
              <a:rPr lang="en-US" sz="2499" b="1" i="0" u="none" strike="noStrike" cap="none" dirty="0">
                <a:solidFill>
                  <a:srgbClr val="131416"/>
                </a:solidFill>
                <a:latin typeface="Open Sans"/>
                <a:ea typeface="Open Sans"/>
                <a:cs typeface="Open Sans"/>
                <a:sym typeface="Open Sans"/>
              </a:rPr>
              <a:t>Escuela de Ingenieria de </a:t>
            </a:r>
            <a:r>
              <a:rPr lang="es-GT" sz="2499" b="1" i="0" u="none" strike="noStrike" cap="none" noProof="0" dirty="0">
                <a:solidFill>
                  <a:srgbClr val="131416"/>
                </a:solidFill>
                <a:latin typeface="Open Sans"/>
                <a:ea typeface="Open Sans"/>
                <a:cs typeface="Open Sans"/>
                <a:sym typeface="Open Sans"/>
              </a:rPr>
              <a:t>Ciencias</a:t>
            </a:r>
            <a:r>
              <a:rPr lang="en-US" sz="2499" b="1" i="0" u="none" strike="noStrike" cap="none" dirty="0">
                <a:solidFill>
                  <a:srgbClr val="131416"/>
                </a:solidFill>
                <a:latin typeface="Open Sans"/>
                <a:ea typeface="Open Sans"/>
                <a:cs typeface="Open Sans"/>
                <a:sym typeface="Open Sans"/>
              </a:rPr>
              <a:t> Y Sistemas</a:t>
            </a:r>
          </a:p>
          <a:p>
            <a:pPr>
              <a:lnSpc>
                <a:spcPct val="140016"/>
              </a:lnSpc>
            </a:pPr>
            <a:r>
              <a:rPr lang="es-GT" sz="2499" b="1" i="0" u="none" strike="noStrike" cap="none" noProof="0" dirty="0">
                <a:solidFill>
                  <a:srgbClr val="131416"/>
                </a:solidFill>
                <a:latin typeface="Open Sans"/>
                <a:ea typeface="Open Sans"/>
                <a:cs typeface="Open Sans"/>
                <a:sym typeface="Open Sans"/>
              </a:rPr>
              <a:t>Facultad</a:t>
            </a:r>
            <a:r>
              <a:rPr lang="en-US" sz="2499" b="1" i="0" u="none" strike="noStrike" cap="none" dirty="0">
                <a:solidFill>
                  <a:srgbClr val="131416"/>
                </a:solidFill>
                <a:latin typeface="Open Sans"/>
                <a:ea typeface="Open Sans"/>
                <a:cs typeface="Open Sans"/>
                <a:sym typeface="Open Sans"/>
              </a:rPr>
              <a:t> de Ingenieria</a:t>
            </a:r>
          </a:p>
          <a:p>
            <a:pPr>
              <a:lnSpc>
                <a:spcPct val="140016"/>
              </a:lnSpc>
            </a:pPr>
            <a:r>
              <a:rPr lang="es-GT" sz="2499" b="1" i="0" u="none" strike="noStrike" cap="none" dirty="0">
                <a:solidFill>
                  <a:srgbClr val="131416"/>
                </a:solidFill>
                <a:latin typeface="Open Sans"/>
                <a:ea typeface="Open Sans"/>
                <a:cs typeface="Open Sans"/>
                <a:sym typeface="Open Sans"/>
              </a:rPr>
              <a:t>Universidad de San Carlos de Guatemala</a:t>
            </a:r>
            <a:endParaRPr sz="2499" b="1" i="0" u="none" strike="noStrike" cap="none" dirty="0">
              <a:solidFill>
                <a:srgbClr val="131416"/>
              </a:solidFill>
              <a:latin typeface="Open Sans"/>
              <a:ea typeface="Open Sans"/>
              <a:cs typeface="Open Sans"/>
              <a:sym typeface="Open Sans"/>
            </a:endParaRPr>
          </a:p>
        </p:txBody>
      </p:sp>
      <p:pic>
        <p:nvPicPr>
          <p:cNvPr id="9" name="Picture 8" descr="A two logos with text&#10;&#10;AI-generated content may be incorrect.">
            <a:extLst>
              <a:ext uri="{FF2B5EF4-FFF2-40B4-BE49-F238E27FC236}">
                <a16:creationId xmlns:a16="http://schemas.microsoft.com/office/drawing/2014/main" id="{F08DB48C-BC69-8D52-604F-91598647E3B8}"/>
              </a:ext>
            </a:extLst>
          </p:cNvPr>
          <p:cNvPicPr>
            <a:picLocks noChangeAspect="1"/>
          </p:cNvPicPr>
          <p:nvPr/>
        </p:nvPicPr>
        <p:blipFill>
          <a:blip r:embed="rId4"/>
          <a:stretch>
            <a:fillRect/>
          </a:stretch>
        </p:blipFill>
        <p:spPr>
          <a:xfrm>
            <a:off x="11315699" y="0"/>
            <a:ext cx="6972300" cy="18478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grpSp>
        <p:nvGrpSpPr>
          <p:cNvPr id="96" name="Google Shape;96;p2"/>
          <p:cNvGrpSpPr/>
          <p:nvPr/>
        </p:nvGrpSpPr>
        <p:grpSpPr>
          <a:xfrm>
            <a:off x="1568376" y="5074884"/>
            <a:ext cx="6602230" cy="845385"/>
            <a:chOff x="0" y="-38655"/>
            <a:chExt cx="1964221" cy="359923"/>
          </a:xfrm>
        </p:grpSpPr>
        <p:sp>
          <p:nvSpPr>
            <p:cNvPr id="97" name="Google Shape;97;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98" name="Google Shape;98;p2"/>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Diseño de cubos OLAP con </a:t>
              </a:r>
              <a:r>
                <a:rPr lang="es-GT" sz="2799" dirty="0" err="1">
                  <a:solidFill>
                    <a:srgbClr val="000000"/>
                  </a:solidFill>
                  <a:latin typeface="Arial"/>
                  <a:cs typeface="Arial"/>
                  <a:sym typeface="Arial"/>
                </a:rPr>
                <a:t>KPI’s</a:t>
              </a:r>
              <a:endParaRPr lang="es-GT" noProof="0" dirty="0"/>
            </a:p>
          </p:txBody>
        </p:sp>
      </p:grpSp>
      <p:sp>
        <p:nvSpPr>
          <p:cNvPr id="99" name="Google Shape;99;p2"/>
          <p:cNvSpPr/>
          <p:nvPr/>
        </p:nvSpPr>
        <p:spPr>
          <a:xfrm>
            <a:off x="1684278" y="523382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00" name="Google Shape;100;p2"/>
          <p:cNvGrpSpPr/>
          <p:nvPr/>
        </p:nvGrpSpPr>
        <p:grpSpPr>
          <a:xfrm>
            <a:off x="2713402" y="3863800"/>
            <a:ext cx="4115190" cy="1267162"/>
            <a:chOff x="0" y="-36600"/>
            <a:chExt cx="1083836" cy="409938"/>
          </a:xfrm>
        </p:grpSpPr>
        <p:sp>
          <p:nvSpPr>
            <p:cNvPr id="101" name="Google Shape;101;p2"/>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noProof="0" dirty="0"/>
            </a:p>
          </p:txBody>
        </p:sp>
        <p:sp>
          <p:nvSpPr>
            <p:cNvPr id="102" name="Google Shape;102;p2"/>
            <p:cNvSpPr txBox="1"/>
            <p:nvPr/>
          </p:nvSpPr>
          <p:spPr>
            <a:xfrm>
              <a:off x="0" y="-36600"/>
              <a:ext cx="969536" cy="409938"/>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None/>
              </a:pPr>
              <a:r>
                <a:rPr lang="es-GT" sz="2799" b="0" i="0" u="none" strike="noStrike" cap="none" noProof="0" dirty="0">
                  <a:solidFill>
                    <a:srgbClr val="000000"/>
                  </a:solidFill>
                  <a:latin typeface="Arial"/>
                  <a:ea typeface="Arial"/>
                  <a:cs typeface="Arial"/>
                  <a:sym typeface="Arial"/>
                </a:rPr>
                <a:t>RECORDATORIOS</a:t>
              </a:r>
              <a:endParaRPr lang="es-GT" noProof="0" dirty="0"/>
            </a:p>
          </p:txBody>
        </p:sp>
      </p:grpSp>
      <p:sp>
        <p:nvSpPr>
          <p:cNvPr id="103" name="Google Shape;103;p2"/>
          <p:cNvSpPr/>
          <p:nvPr/>
        </p:nvSpPr>
        <p:spPr>
          <a:xfrm>
            <a:off x="1760876" y="4052276"/>
            <a:ext cx="753892" cy="872928"/>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noProof="0" dirty="0"/>
          </a:p>
        </p:txBody>
      </p:sp>
      <p:sp>
        <p:nvSpPr>
          <p:cNvPr id="104" name="Google Shape;104;p2"/>
          <p:cNvSpPr txBox="1"/>
          <p:nvPr/>
        </p:nvSpPr>
        <p:spPr>
          <a:xfrm>
            <a:off x="2216562" y="442037"/>
            <a:ext cx="7710301" cy="230895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s-GT" sz="15000" i="0" u="none" strike="noStrike" cap="none" noProof="0" dirty="0">
                <a:solidFill>
                  <a:srgbClr val="131416"/>
                </a:solidFill>
                <a:latin typeface="Pacifico"/>
                <a:ea typeface="Pacifico"/>
                <a:cs typeface="Pacifico"/>
                <a:sym typeface="Pacifico"/>
              </a:rPr>
              <a:t>Agenda</a:t>
            </a:r>
            <a:endParaRPr lang="es-GT" noProof="0" dirty="0">
              <a:latin typeface="Pacifico"/>
              <a:ea typeface="Pacifico"/>
              <a:cs typeface="Pacifico"/>
              <a:sym typeface="Pacifico"/>
            </a:endParaRPr>
          </a:p>
        </p:txBody>
      </p:sp>
      <p:sp>
        <p:nvSpPr>
          <p:cNvPr id="105" name="Google Shape;105;p2"/>
          <p:cNvSpPr txBox="1"/>
          <p:nvPr/>
        </p:nvSpPr>
        <p:spPr>
          <a:xfrm>
            <a:off x="10105990" y="390767"/>
            <a:ext cx="8416800" cy="23088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s-GT" sz="15000" i="0" u="none" strike="noStrike" cap="none" noProof="0" dirty="0">
                <a:solidFill>
                  <a:srgbClr val="131416"/>
                </a:solidFill>
                <a:latin typeface="Lobster"/>
                <a:ea typeface="Lobster"/>
                <a:cs typeface="Lobster"/>
                <a:sym typeface="Lobster"/>
              </a:rPr>
              <a:t>Recursos</a:t>
            </a:r>
            <a:endParaRPr lang="es-GT" noProof="0" dirty="0">
              <a:latin typeface="Lobster"/>
              <a:ea typeface="Lobster"/>
              <a:cs typeface="Lobster"/>
              <a:sym typeface="Lobster"/>
            </a:endParaRPr>
          </a:p>
        </p:txBody>
      </p:sp>
      <p:grpSp>
        <p:nvGrpSpPr>
          <p:cNvPr id="106" name="Google Shape;106;p2"/>
          <p:cNvGrpSpPr/>
          <p:nvPr/>
        </p:nvGrpSpPr>
        <p:grpSpPr>
          <a:xfrm>
            <a:off x="11739805" y="2798634"/>
            <a:ext cx="5353646" cy="1701145"/>
            <a:chOff x="0" y="-114300"/>
            <a:chExt cx="1410014" cy="448038"/>
          </a:xfrm>
        </p:grpSpPr>
        <p:sp>
          <p:nvSpPr>
            <p:cNvPr id="107" name="Google Shape;107;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08" name="Google Shape;108;p2"/>
            <p:cNvSpPr txBox="1"/>
            <p:nvPr/>
          </p:nvSpPr>
          <p:spPr>
            <a:xfrm>
              <a:off x="0" y="-114300"/>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None/>
              </a:pPr>
              <a:r>
                <a:rPr lang="es-GT" sz="4499" b="0" i="0" u="none" strike="noStrike" cap="none" noProof="0" dirty="0">
                  <a:solidFill>
                    <a:srgbClr val="000000"/>
                  </a:solidFill>
                  <a:latin typeface="Arial"/>
                  <a:ea typeface="Arial"/>
                  <a:cs typeface="Arial"/>
                  <a:sym typeface="Arial"/>
                </a:rPr>
                <a:t>Link del Video</a:t>
              </a:r>
              <a:endParaRPr lang="es-GT" noProof="0" dirty="0"/>
            </a:p>
          </p:txBody>
        </p:sp>
      </p:grpSp>
      <p:grpSp>
        <p:nvGrpSpPr>
          <p:cNvPr id="109" name="Google Shape;109;p2"/>
          <p:cNvGrpSpPr/>
          <p:nvPr/>
        </p:nvGrpSpPr>
        <p:grpSpPr>
          <a:xfrm>
            <a:off x="11739805" y="4598683"/>
            <a:ext cx="5353646" cy="1701145"/>
            <a:chOff x="0" y="-114300"/>
            <a:chExt cx="1410014" cy="448038"/>
          </a:xfrm>
        </p:grpSpPr>
        <p:sp>
          <p:nvSpPr>
            <p:cNvPr id="110" name="Google Shape;110;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11" name="Google Shape;111;p2"/>
            <p:cNvSpPr txBox="1"/>
            <p:nvPr/>
          </p:nvSpPr>
          <p:spPr>
            <a:xfrm>
              <a:off x="0" y="-114300"/>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None/>
              </a:pPr>
              <a:r>
                <a:rPr lang="es-GT" sz="4499" b="0" i="0" u="none" strike="noStrike" cap="none" noProof="0" dirty="0">
                  <a:solidFill>
                    <a:srgbClr val="000000"/>
                  </a:solidFill>
                  <a:latin typeface="Arial"/>
                  <a:ea typeface="Arial"/>
                  <a:cs typeface="Arial"/>
                  <a:sym typeface="Arial"/>
                </a:rPr>
                <a:t>Link de </a:t>
              </a:r>
              <a:r>
                <a:rPr lang="es-GT" sz="4499" dirty="0">
                  <a:solidFill>
                    <a:srgbClr val="000000"/>
                  </a:solidFill>
                  <a:latin typeface="Arial"/>
                  <a:ea typeface="Arial"/>
                  <a:cs typeface="Arial"/>
                  <a:sym typeface="Arial"/>
                </a:rPr>
                <a:t>Quiz</a:t>
              </a:r>
              <a:endParaRPr lang="es-GT" noProof="0" dirty="0"/>
            </a:p>
          </p:txBody>
        </p:sp>
      </p:grpSp>
      <p:grpSp>
        <p:nvGrpSpPr>
          <p:cNvPr id="10" name="Google Shape;96;p2">
            <a:extLst>
              <a:ext uri="{FF2B5EF4-FFF2-40B4-BE49-F238E27FC236}">
                <a16:creationId xmlns:a16="http://schemas.microsoft.com/office/drawing/2014/main" id="{6E8552C1-DDF1-4ABD-5F96-B60781CD6C68}"/>
              </a:ext>
            </a:extLst>
          </p:cNvPr>
          <p:cNvGrpSpPr/>
          <p:nvPr/>
        </p:nvGrpSpPr>
        <p:grpSpPr>
          <a:xfrm>
            <a:off x="1452477" y="5810834"/>
            <a:ext cx="3889563" cy="845385"/>
            <a:chOff x="0" y="-38655"/>
            <a:chExt cx="1964221" cy="359923"/>
          </a:xfrm>
        </p:grpSpPr>
        <p:sp>
          <p:nvSpPr>
            <p:cNvPr id="11" name="Google Shape;97;p2">
              <a:extLst>
                <a:ext uri="{FF2B5EF4-FFF2-40B4-BE49-F238E27FC236}">
                  <a16:creationId xmlns:a16="http://schemas.microsoft.com/office/drawing/2014/main" id="{CF5FE8FC-3BD6-2F69-30B6-6E855CD1C598}"/>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 name="Google Shape;98;p2">
              <a:extLst>
                <a:ext uri="{FF2B5EF4-FFF2-40B4-BE49-F238E27FC236}">
                  <a16:creationId xmlns:a16="http://schemas.microsoft.com/office/drawing/2014/main" id="{AD570773-E209-EAC7-F15A-27758532A607}"/>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Modelos tabulares</a:t>
              </a:r>
              <a:endParaRPr lang="es-GT" noProof="0" dirty="0"/>
            </a:p>
          </p:txBody>
        </p:sp>
      </p:grpSp>
      <p:sp>
        <p:nvSpPr>
          <p:cNvPr id="13" name="Google Shape;99;p2">
            <a:extLst>
              <a:ext uri="{FF2B5EF4-FFF2-40B4-BE49-F238E27FC236}">
                <a16:creationId xmlns:a16="http://schemas.microsoft.com/office/drawing/2014/main" id="{3BEE7767-573D-E26B-0465-AA0FEC03A20F}"/>
              </a:ext>
            </a:extLst>
          </p:cNvPr>
          <p:cNvSpPr/>
          <p:nvPr/>
        </p:nvSpPr>
        <p:spPr>
          <a:xfrm>
            <a:off x="1568377" y="596977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4" name="Google Shape;96;p2">
            <a:extLst>
              <a:ext uri="{FF2B5EF4-FFF2-40B4-BE49-F238E27FC236}">
                <a16:creationId xmlns:a16="http://schemas.microsoft.com/office/drawing/2014/main" id="{C5AA762B-A004-5E25-1690-EEB520FCCFA6}"/>
              </a:ext>
            </a:extLst>
          </p:cNvPr>
          <p:cNvGrpSpPr/>
          <p:nvPr/>
        </p:nvGrpSpPr>
        <p:grpSpPr>
          <a:xfrm>
            <a:off x="1307519" y="6520243"/>
            <a:ext cx="5285010" cy="845385"/>
            <a:chOff x="0" y="-38655"/>
            <a:chExt cx="1964221" cy="359923"/>
          </a:xfrm>
        </p:grpSpPr>
        <p:sp>
          <p:nvSpPr>
            <p:cNvPr id="15" name="Google Shape;97;p2">
              <a:extLst>
                <a:ext uri="{FF2B5EF4-FFF2-40B4-BE49-F238E27FC236}">
                  <a16:creationId xmlns:a16="http://schemas.microsoft.com/office/drawing/2014/main" id="{9D0F252B-9B26-9C75-45E9-2ECA79489F00}"/>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6" name="Google Shape;98;p2">
              <a:extLst>
                <a:ext uri="{FF2B5EF4-FFF2-40B4-BE49-F238E27FC236}">
                  <a16:creationId xmlns:a16="http://schemas.microsoft.com/office/drawing/2014/main" id="{2C72DFB1-FD3A-684B-4838-805A536F4C32}"/>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Consultas con MDX y DAX</a:t>
              </a:r>
              <a:endParaRPr lang="es-GT" noProof="0" dirty="0"/>
            </a:p>
          </p:txBody>
        </p:sp>
      </p:grpSp>
      <p:sp>
        <p:nvSpPr>
          <p:cNvPr id="17" name="Google Shape;99;p2">
            <a:extLst>
              <a:ext uri="{FF2B5EF4-FFF2-40B4-BE49-F238E27FC236}">
                <a16:creationId xmlns:a16="http://schemas.microsoft.com/office/drawing/2014/main" id="{25E92E04-0AC7-AEBF-8B4E-B63A672A86E3}"/>
              </a:ext>
            </a:extLst>
          </p:cNvPr>
          <p:cNvSpPr/>
          <p:nvPr/>
        </p:nvSpPr>
        <p:spPr>
          <a:xfrm>
            <a:off x="1423418" y="6679179"/>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22" name="Google Shape;96;p2">
            <a:extLst>
              <a:ext uri="{FF2B5EF4-FFF2-40B4-BE49-F238E27FC236}">
                <a16:creationId xmlns:a16="http://schemas.microsoft.com/office/drawing/2014/main" id="{705C6ABC-AF47-4CB0-E688-D293EA0CDF2E}"/>
              </a:ext>
            </a:extLst>
          </p:cNvPr>
          <p:cNvGrpSpPr/>
          <p:nvPr/>
        </p:nvGrpSpPr>
        <p:grpSpPr>
          <a:xfrm>
            <a:off x="1191617" y="7247487"/>
            <a:ext cx="7710301" cy="845385"/>
            <a:chOff x="0" y="-38655"/>
            <a:chExt cx="1964221" cy="359923"/>
          </a:xfrm>
        </p:grpSpPr>
        <p:sp>
          <p:nvSpPr>
            <p:cNvPr id="23" name="Google Shape;97;p2">
              <a:extLst>
                <a:ext uri="{FF2B5EF4-FFF2-40B4-BE49-F238E27FC236}">
                  <a16:creationId xmlns:a16="http://schemas.microsoft.com/office/drawing/2014/main" id="{2AEE9104-1A26-FB95-BB2F-162D3C9BB695}"/>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24" name="Google Shape;98;p2">
              <a:extLst>
                <a:ext uri="{FF2B5EF4-FFF2-40B4-BE49-F238E27FC236}">
                  <a16:creationId xmlns:a16="http://schemas.microsoft.com/office/drawing/2014/main" id="{4878B0EF-515C-9C2E-B8F1-D1ED40F111C7}"/>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Rolling </a:t>
              </a:r>
              <a:r>
                <a:rPr lang="es-GT" sz="2799" dirty="0" err="1">
                  <a:solidFill>
                    <a:srgbClr val="000000"/>
                  </a:solidFill>
                  <a:latin typeface="Arial"/>
                  <a:cs typeface="Arial"/>
                  <a:sym typeface="Arial"/>
                </a:rPr>
                <a:t>Forecast</a:t>
              </a:r>
              <a:r>
                <a:rPr lang="es-GT" sz="2799" dirty="0">
                  <a:solidFill>
                    <a:srgbClr val="000000"/>
                  </a:solidFill>
                  <a:latin typeface="Arial"/>
                  <a:cs typeface="Arial"/>
                  <a:sym typeface="Arial"/>
                </a:rPr>
                <a:t> y análisis presupuestario</a:t>
              </a:r>
              <a:endParaRPr lang="es-GT" noProof="0" dirty="0"/>
            </a:p>
          </p:txBody>
        </p:sp>
      </p:grpSp>
      <p:sp>
        <p:nvSpPr>
          <p:cNvPr id="25" name="Google Shape;99;p2">
            <a:extLst>
              <a:ext uri="{FF2B5EF4-FFF2-40B4-BE49-F238E27FC236}">
                <a16:creationId xmlns:a16="http://schemas.microsoft.com/office/drawing/2014/main" id="{F7733642-EB1F-1A22-CCAA-F2A84307320E}"/>
              </a:ext>
            </a:extLst>
          </p:cNvPr>
          <p:cNvSpPr/>
          <p:nvPr/>
        </p:nvSpPr>
        <p:spPr>
          <a:xfrm>
            <a:off x="1307518" y="740642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26" name="Google Shape;96;p2">
            <a:extLst>
              <a:ext uri="{FF2B5EF4-FFF2-40B4-BE49-F238E27FC236}">
                <a16:creationId xmlns:a16="http://schemas.microsoft.com/office/drawing/2014/main" id="{287C2518-078E-531A-BC03-5B1A4C947917}"/>
              </a:ext>
            </a:extLst>
          </p:cNvPr>
          <p:cNvGrpSpPr/>
          <p:nvPr/>
        </p:nvGrpSpPr>
        <p:grpSpPr>
          <a:xfrm>
            <a:off x="1929162" y="7962643"/>
            <a:ext cx="6524086" cy="845385"/>
            <a:chOff x="0" y="-38655"/>
            <a:chExt cx="1964221" cy="359923"/>
          </a:xfrm>
        </p:grpSpPr>
        <p:sp>
          <p:nvSpPr>
            <p:cNvPr id="27" name="Google Shape;97;p2">
              <a:extLst>
                <a:ext uri="{FF2B5EF4-FFF2-40B4-BE49-F238E27FC236}">
                  <a16:creationId xmlns:a16="http://schemas.microsoft.com/office/drawing/2014/main" id="{A50EB05D-EFF5-E5C2-E81C-E344A10FBDB0}"/>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28" name="Google Shape;98;p2">
              <a:extLst>
                <a:ext uri="{FF2B5EF4-FFF2-40B4-BE49-F238E27FC236}">
                  <a16:creationId xmlns:a16="http://schemas.microsoft.com/office/drawing/2014/main" id="{0620F0DA-4736-6652-90BC-299278A23299}"/>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Reportes con parámetros y filtros</a:t>
              </a:r>
              <a:endParaRPr lang="es-GT" noProof="0" dirty="0"/>
            </a:p>
          </p:txBody>
        </p:sp>
      </p:grpSp>
      <p:sp>
        <p:nvSpPr>
          <p:cNvPr id="29" name="Google Shape;99;p2">
            <a:extLst>
              <a:ext uri="{FF2B5EF4-FFF2-40B4-BE49-F238E27FC236}">
                <a16:creationId xmlns:a16="http://schemas.microsoft.com/office/drawing/2014/main" id="{453A8091-5A5B-9998-BFDD-94D8EBF702D4}"/>
              </a:ext>
            </a:extLst>
          </p:cNvPr>
          <p:cNvSpPr/>
          <p:nvPr/>
        </p:nvSpPr>
        <p:spPr>
          <a:xfrm>
            <a:off x="2045061" y="8121579"/>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2" name="Google Shape;96;p2">
            <a:extLst>
              <a:ext uri="{FF2B5EF4-FFF2-40B4-BE49-F238E27FC236}">
                <a16:creationId xmlns:a16="http://schemas.microsoft.com/office/drawing/2014/main" id="{A7EB64BF-AC4A-8EE2-FBE7-46DC2CC4E46F}"/>
              </a:ext>
            </a:extLst>
          </p:cNvPr>
          <p:cNvGrpSpPr/>
          <p:nvPr/>
        </p:nvGrpSpPr>
        <p:grpSpPr>
          <a:xfrm>
            <a:off x="3022946" y="8671673"/>
            <a:ext cx="7935106" cy="845385"/>
            <a:chOff x="0" y="-38655"/>
            <a:chExt cx="1964221" cy="359923"/>
          </a:xfrm>
        </p:grpSpPr>
        <p:sp>
          <p:nvSpPr>
            <p:cNvPr id="3" name="Google Shape;97;p2">
              <a:extLst>
                <a:ext uri="{FF2B5EF4-FFF2-40B4-BE49-F238E27FC236}">
                  <a16:creationId xmlns:a16="http://schemas.microsoft.com/office/drawing/2014/main" id="{B5DCDA58-DA12-0997-7BF1-7DCDF151A2CF}"/>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4" name="Google Shape;98;p2">
              <a:extLst>
                <a:ext uri="{FF2B5EF4-FFF2-40B4-BE49-F238E27FC236}">
                  <a16:creationId xmlns:a16="http://schemas.microsoft.com/office/drawing/2014/main" id="{1357A0CE-E698-C3D9-FFC1-2688BA7483DD}"/>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Semáforos y visualizaciones condicionales</a:t>
              </a:r>
              <a:endParaRPr lang="es-GT" noProof="0" dirty="0"/>
            </a:p>
          </p:txBody>
        </p:sp>
      </p:grpSp>
      <p:sp>
        <p:nvSpPr>
          <p:cNvPr id="5" name="Google Shape;99;p2">
            <a:extLst>
              <a:ext uri="{FF2B5EF4-FFF2-40B4-BE49-F238E27FC236}">
                <a16:creationId xmlns:a16="http://schemas.microsoft.com/office/drawing/2014/main" id="{B3A89AB2-B869-7542-5811-007F953998E5}"/>
              </a:ext>
            </a:extLst>
          </p:cNvPr>
          <p:cNvSpPr/>
          <p:nvPr/>
        </p:nvSpPr>
        <p:spPr>
          <a:xfrm>
            <a:off x="3138845" y="8830609"/>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6" name="Google Shape;96;p2">
            <a:extLst>
              <a:ext uri="{FF2B5EF4-FFF2-40B4-BE49-F238E27FC236}">
                <a16:creationId xmlns:a16="http://schemas.microsoft.com/office/drawing/2014/main" id="{CECCB367-32D4-9A5A-F1BC-F8081DEF43F6}"/>
              </a:ext>
            </a:extLst>
          </p:cNvPr>
          <p:cNvGrpSpPr/>
          <p:nvPr/>
        </p:nvGrpSpPr>
        <p:grpSpPr>
          <a:xfrm>
            <a:off x="3737087" y="9388077"/>
            <a:ext cx="7745492" cy="845385"/>
            <a:chOff x="0" y="-38655"/>
            <a:chExt cx="1964221" cy="359923"/>
          </a:xfrm>
        </p:grpSpPr>
        <p:sp>
          <p:nvSpPr>
            <p:cNvPr id="7" name="Google Shape;97;p2">
              <a:extLst>
                <a:ext uri="{FF2B5EF4-FFF2-40B4-BE49-F238E27FC236}">
                  <a16:creationId xmlns:a16="http://schemas.microsoft.com/office/drawing/2014/main" id="{452287A7-15F0-65E3-86C6-92A302DD0154}"/>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8" name="Google Shape;98;p2">
              <a:extLst>
                <a:ext uri="{FF2B5EF4-FFF2-40B4-BE49-F238E27FC236}">
                  <a16:creationId xmlns:a16="http://schemas.microsoft.com/office/drawing/2014/main" id="{126E6033-9739-BABF-F0DA-70A9625EDB2B}"/>
                </a:ext>
              </a:extLst>
            </p:cNvPr>
            <p:cNvSpPr txBox="1"/>
            <p:nvPr/>
          </p:nvSpPr>
          <p:spPr>
            <a:xfrm>
              <a:off x="0" y="-38655"/>
              <a:ext cx="1849921" cy="359923"/>
            </a:xfrm>
            <a:prstGeom prst="rect">
              <a:avLst/>
            </a:prstGeom>
            <a:noFill/>
            <a:ln>
              <a:noFill/>
            </a:ln>
          </p:spPr>
          <p:txBody>
            <a:bodyPr spcFirstLastPara="1" wrap="square" lIns="50800" tIns="50800" rIns="50800" bIns="50800" anchor="ctr" anchorCtr="0">
              <a:noAutofit/>
            </a:bodyPr>
            <a:lstStyle/>
            <a:p>
              <a:pPr marL="0" marR="0" lvl="0" indent="0" algn="r" rtl="0">
                <a:lnSpc>
                  <a:spcPct val="148017"/>
                </a:lnSpc>
                <a:spcBef>
                  <a:spcPts val="0"/>
                </a:spcBef>
                <a:spcAft>
                  <a:spcPts val="0"/>
                </a:spcAft>
                <a:buNone/>
              </a:pPr>
              <a:r>
                <a:rPr lang="es-GT" sz="2799" dirty="0">
                  <a:solidFill>
                    <a:srgbClr val="000000"/>
                  </a:solidFill>
                  <a:latin typeface="Arial"/>
                  <a:cs typeface="Arial"/>
                  <a:sym typeface="Arial"/>
                </a:rPr>
                <a:t>Balance </a:t>
              </a:r>
              <a:r>
                <a:rPr lang="es-GT" sz="2799" dirty="0" err="1">
                  <a:solidFill>
                    <a:srgbClr val="000000"/>
                  </a:solidFill>
                  <a:latin typeface="Arial"/>
                  <a:cs typeface="Arial"/>
                  <a:sym typeface="Arial"/>
                </a:rPr>
                <a:t>Scorecard</a:t>
              </a:r>
              <a:r>
                <a:rPr lang="es-GT" sz="2799" dirty="0">
                  <a:solidFill>
                    <a:srgbClr val="000000"/>
                  </a:solidFill>
                  <a:latin typeface="Arial"/>
                  <a:cs typeface="Arial"/>
                  <a:sym typeface="Arial"/>
                </a:rPr>
                <a:t> con SSRS o Power BI</a:t>
              </a:r>
              <a:endParaRPr lang="es-GT" noProof="0" dirty="0"/>
            </a:p>
          </p:txBody>
        </p:sp>
      </p:grpSp>
      <p:sp>
        <p:nvSpPr>
          <p:cNvPr id="9" name="Google Shape;99;p2">
            <a:extLst>
              <a:ext uri="{FF2B5EF4-FFF2-40B4-BE49-F238E27FC236}">
                <a16:creationId xmlns:a16="http://schemas.microsoft.com/office/drawing/2014/main" id="{6904CF49-8B2B-192F-A41D-79CFF9B404CF}"/>
              </a:ext>
            </a:extLst>
          </p:cNvPr>
          <p:cNvSpPr/>
          <p:nvPr/>
        </p:nvSpPr>
        <p:spPr>
          <a:xfrm>
            <a:off x="3852986" y="954701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4B8492CB-DFBA-4A82-9778-F21493DA36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789314" y="0"/>
            <a:ext cx="7522369" cy="10294145"/>
            <a:chOff x="2928938" y="-4763"/>
            <a:chExt cx="5014912" cy="6862763"/>
          </a:xfrm>
        </p:grpSpPr>
        <p:sp>
          <p:nvSpPr>
            <p:cNvPr id="30"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s-GT" dirty="0"/>
            </a:p>
          </p:txBody>
        </p:sp>
        <p:sp>
          <p:nvSpPr>
            <p:cNvPr id="31"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dirty="0"/>
            </a:p>
          </p:txBody>
        </p:sp>
        <p:sp>
          <p:nvSpPr>
            <p:cNvPr id="32"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dirty="0"/>
            </a:p>
          </p:txBody>
        </p:sp>
        <p:sp>
          <p:nvSpPr>
            <p:cNvPr id="33" name="Freeform 13">
              <a:extLst>
                <a:ext uri="{FF2B5EF4-FFF2-40B4-BE49-F238E27FC236}">
                  <a16:creationId xmlns:a16="http://schemas.microsoft.com/office/drawing/2014/main" id="{773528ED-4D37-4A77-A8CA-86B6221C5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dirty="0"/>
            </a:p>
          </p:txBody>
        </p:sp>
        <p:sp>
          <p:nvSpPr>
            <p:cNvPr id="34" name="Freeform 14">
              <a:extLst>
                <a:ext uri="{FF2B5EF4-FFF2-40B4-BE49-F238E27FC236}">
                  <a16:creationId xmlns:a16="http://schemas.microsoft.com/office/drawing/2014/main" id="{8A58A902-E944-4399-9A93-A91A6A82B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s-GT" dirty="0"/>
            </a:p>
          </p:txBody>
        </p:sp>
        <p:sp>
          <p:nvSpPr>
            <p:cNvPr id="35" name="Freeform 15">
              <a:extLst>
                <a:ext uri="{FF2B5EF4-FFF2-40B4-BE49-F238E27FC236}">
                  <a16:creationId xmlns:a16="http://schemas.microsoft.com/office/drawing/2014/main" id="{4EDB1155-2E8E-4FB8-AD42-101FE4383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dirty="0"/>
            </a:p>
          </p:txBody>
        </p:sp>
      </p:grpSp>
      <p:sp>
        <p:nvSpPr>
          <p:cNvPr id="2" name="Title 1">
            <a:extLst>
              <a:ext uri="{FF2B5EF4-FFF2-40B4-BE49-F238E27FC236}">
                <a16:creationId xmlns:a16="http://schemas.microsoft.com/office/drawing/2014/main" id="{89C2A35C-1B47-743F-6979-6CC7E733EAE6}"/>
              </a:ext>
            </a:extLst>
          </p:cNvPr>
          <p:cNvSpPr>
            <a:spLocks noGrp="1"/>
          </p:cNvSpPr>
          <p:nvPr>
            <p:ph type="title"/>
          </p:nvPr>
        </p:nvSpPr>
        <p:spPr>
          <a:xfrm>
            <a:off x="1527286" y="1028700"/>
            <a:ext cx="11117738" cy="2628898"/>
          </a:xfrm>
        </p:spPr>
        <p:txBody>
          <a:bodyPr>
            <a:normAutofit/>
          </a:bodyPr>
          <a:lstStyle/>
          <a:p>
            <a:pPr algn="l"/>
            <a:r>
              <a:rPr lang="en-US" i="0" u="none" strike="noStrike" cap="none" dirty="0">
                <a:latin typeface="Impact"/>
                <a:ea typeface="Impact"/>
                <a:cs typeface="Impact"/>
                <a:sym typeface="Impact"/>
              </a:rPr>
              <a:t>COMPETENCIA(S) QUE DESARROLLAREMOS</a:t>
            </a:r>
            <a:endParaRPr lang="es-GT" dirty="0"/>
          </a:p>
        </p:txBody>
      </p:sp>
      <p:sp>
        <p:nvSpPr>
          <p:cNvPr id="3" name="Content Placeholder 2">
            <a:extLst>
              <a:ext uri="{FF2B5EF4-FFF2-40B4-BE49-F238E27FC236}">
                <a16:creationId xmlns:a16="http://schemas.microsoft.com/office/drawing/2014/main" id="{AA521087-E5EA-C46B-DEB3-FF96351C1922}"/>
              </a:ext>
            </a:extLst>
          </p:cNvPr>
          <p:cNvSpPr>
            <a:spLocks noGrp="1"/>
          </p:cNvSpPr>
          <p:nvPr>
            <p:ph idx="1"/>
          </p:nvPr>
        </p:nvSpPr>
        <p:spPr>
          <a:xfrm>
            <a:off x="1527285" y="4000497"/>
            <a:ext cx="10865404" cy="5792431"/>
          </a:xfrm>
        </p:spPr>
        <p:txBody>
          <a:bodyPr anchor="t">
            <a:noAutofit/>
          </a:bodyPr>
          <a:lstStyle/>
          <a:p>
            <a:r>
              <a:rPr lang="es-GT" sz="4800" dirty="0">
                <a:latin typeface="Open Sans"/>
                <a:ea typeface="Open Sans"/>
                <a:cs typeface="Open Sans"/>
                <a:sym typeface="Open Sans"/>
              </a:rPr>
              <a:t>Desarrolla tableros e indicadores estratégicos mediante SSAS, SSRS y Power BI para reflejar proyecciones, </a:t>
            </a:r>
            <a:r>
              <a:rPr lang="es-GT" sz="4800" dirty="0" err="1">
                <a:latin typeface="Open Sans"/>
                <a:ea typeface="Open Sans"/>
                <a:cs typeface="Open Sans"/>
                <a:sym typeface="Open Sans"/>
              </a:rPr>
              <a:t>KPI’s</a:t>
            </a:r>
            <a:r>
              <a:rPr lang="es-GT" sz="4800" dirty="0">
                <a:latin typeface="Open Sans"/>
                <a:ea typeface="Open Sans"/>
                <a:cs typeface="Open Sans"/>
                <a:sym typeface="Open Sans"/>
              </a:rPr>
              <a:t> y análisis presupuestario conforme a un modelo de </a:t>
            </a:r>
            <a:r>
              <a:rPr lang="es-GT" sz="4800" dirty="0" err="1">
                <a:latin typeface="Open Sans"/>
                <a:ea typeface="Open Sans"/>
                <a:cs typeface="Open Sans"/>
                <a:sym typeface="Open Sans"/>
              </a:rPr>
              <a:t>Balanced</a:t>
            </a:r>
            <a:r>
              <a:rPr lang="es-GT" sz="4800" dirty="0">
                <a:latin typeface="Open Sans"/>
                <a:ea typeface="Open Sans"/>
                <a:cs typeface="Open Sans"/>
                <a:sym typeface="Open Sans"/>
              </a:rPr>
              <a:t> </a:t>
            </a:r>
            <a:r>
              <a:rPr lang="es-GT" sz="4800" dirty="0" err="1">
                <a:latin typeface="Open Sans"/>
                <a:ea typeface="Open Sans"/>
                <a:cs typeface="Open Sans"/>
                <a:sym typeface="Open Sans"/>
              </a:rPr>
              <a:t>Scorecard</a:t>
            </a:r>
            <a:r>
              <a:rPr lang="es-GT" sz="4800" dirty="0">
                <a:latin typeface="Open Sans"/>
                <a:ea typeface="Open Sans"/>
                <a:cs typeface="Open Sans"/>
                <a:sym typeface="Open Sans"/>
              </a:rPr>
              <a:t> </a:t>
            </a:r>
            <a:endParaRPr lang="es-GT" sz="4800" dirty="0"/>
          </a:p>
        </p:txBody>
      </p:sp>
    </p:spTree>
    <p:extLst>
      <p:ext uri="{BB962C8B-B14F-4D97-AF65-F5344CB8AC3E}">
        <p14:creationId xmlns:p14="http://schemas.microsoft.com/office/powerpoint/2010/main" val="6880336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4DFAAE7-061D-4086-99EC-872CB3050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0FA2D8-0262-A811-858D-1DB474094B67}"/>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¿Qué es </a:t>
            </a:r>
            <a:r>
              <a:rPr lang="es-GT" dirty="0">
                <a:latin typeface="Impact"/>
                <a:ea typeface="Impact"/>
                <a:cs typeface="Impact"/>
                <a:sym typeface="Impact"/>
              </a:rPr>
              <a:t>KPI</a:t>
            </a:r>
            <a:r>
              <a:rPr lang="es-GT" i="0" u="none" strike="noStrike" cap="none" noProof="0" dirty="0">
                <a:latin typeface="Impact"/>
                <a:ea typeface="Impact"/>
                <a:cs typeface="Impact"/>
                <a:sym typeface="Impact"/>
              </a:rPr>
              <a:t>?</a:t>
            </a:r>
            <a:endParaRPr lang="es-GT" dirty="0"/>
          </a:p>
        </p:txBody>
      </p:sp>
      <p:sp>
        <p:nvSpPr>
          <p:cNvPr id="29" name="Rectangle 28">
            <a:extLst>
              <a:ext uri="{FF2B5EF4-FFF2-40B4-BE49-F238E27FC236}">
                <a16:creationId xmlns:a16="http://schemas.microsoft.com/office/drawing/2014/main" id="{E7570099-A243-48DD-9EAE-36F4AC095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Freeform 6">
            <a:extLst>
              <a:ext uri="{FF2B5EF4-FFF2-40B4-BE49-F238E27FC236}">
                <a16:creationId xmlns:a16="http://schemas.microsoft.com/office/drawing/2014/main" id="{45E4A74B-6514-424A-ADFA-C232FA6B9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dirty="0"/>
          </a:p>
        </p:txBody>
      </p:sp>
      <p:sp>
        <p:nvSpPr>
          <p:cNvPr id="33" name="Freeform 7">
            <a:extLst>
              <a:ext uri="{FF2B5EF4-FFF2-40B4-BE49-F238E27FC236}">
                <a16:creationId xmlns:a16="http://schemas.microsoft.com/office/drawing/2014/main" id="{F61C5C86-C785-4B92-9F2D-133B8B8C2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dirty="0"/>
          </a:p>
        </p:txBody>
      </p:sp>
      <p:sp>
        <p:nvSpPr>
          <p:cNvPr id="35" name="Freeform 12">
            <a:extLst>
              <a:ext uri="{FF2B5EF4-FFF2-40B4-BE49-F238E27FC236}">
                <a16:creationId xmlns:a16="http://schemas.microsoft.com/office/drawing/2014/main" id="{954D0BF9-002C-4D3A-A222-C166094A5D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dirty="0"/>
          </a:p>
        </p:txBody>
      </p:sp>
      <p:sp>
        <p:nvSpPr>
          <p:cNvPr id="37" name="Freeform 13">
            <a:extLst>
              <a:ext uri="{FF2B5EF4-FFF2-40B4-BE49-F238E27FC236}">
                <a16:creationId xmlns:a16="http://schemas.microsoft.com/office/drawing/2014/main" id="{6080EB6E-D69F-43B1-91EC-75C303342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dirty="0"/>
          </a:p>
        </p:txBody>
      </p:sp>
      <p:sp>
        <p:nvSpPr>
          <p:cNvPr id="39" name="Freeform: Shape 38">
            <a:extLst>
              <a:ext uri="{FF2B5EF4-FFF2-40B4-BE49-F238E27FC236}">
                <a16:creationId xmlns:a16="http://schemas.microsoft.com/office/drawing/2014/main" id="{21BA816A-EE68-4A96-BA05-73303B2F4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dirty="0"/>
          </a:p>
        </p:txBody>
      </p:sp>
      <p:sp>
        <p:nvSpPr>
          <p:cNvPr id="41" name="Freeform 15">
            <a:extLst>
              <a:ext uri="{FF2B5EF4-FFF2-40B4-BE49-F238E27FC236}">
                <a16:creationId xmlns:a16="http://schemas.microsoft.com/office/drawing/2014/main" id="{22A94CDB-5D63-4C75-9CB6-6C18CDF37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dirty="0"/>
          </a:p>
        </p:txBody>
      </p:sp>
      <p:sp>
        <p:nvSpPr>
          <p:cNvPr id="3" name="Content Placeholder 2">
            <a:extLst>
              <a:ext uri="{FF2B5EF4-FFF2-40B4-BE49-F238E27FC236}">
                <a16:creationId xmlns:a16="http://schemas.microsoft.com/office/drawing/2014/main" id="{7379920C-76C9-6AC0-A586-0EB34D3858FD}"/>
              </a:ext>
            </a:extLst>
          </p:cNvPr>
          <p:cNvSpPr>
            <a:spLocks noGrp="1"/>
          </p:cNvSpPr>
          <p:nvPr>
            <p:ph idx="1"/>
          </p:nvPr>
        </p:nvSpPr>
        <p:spPr>
          <a:xfrm>
            <a:off x="5781676" y="4000498"/>
            <a:ext cx="11472858" cy="4686302"/>
          </a:xfrm>
        </p:spPr>
        <p:txBody>
          <a:bodyPr anchor="t">
            <a:normAutofit lnSpcReduction="10000"/>
          </a:bodyPr>
          <a:lstStyle/>
          <a:p>
            <a:r>
              <a:rPr lang="es-GT" sz="4400" dirty="0">
                <a:latin typeface="Open Sans"/>
                <a:ea typeface="Open Sans"/>
                <a:cs typeface="Open Sans"/>
                <a:sym typeface="Open Sans"/>
              </a:rPr>
              <a:t>Un KPI, sigla que proviene de la frase en inglés </a:t>
            </a:r>
            <a:r>
              <a:rPr lang="es-GT" sz="4400" b="1" dirty="0" err="1">
                <a:latin typeface="Open Sans"/>
                <a:ea typeface="Open Sans"/>
                <a:cs typeface="Open Sans"/>
                <a:sym typeface="Open Sans"/>
              </a:rPr>
              <a:t>key</a:t>
            </a:r>
            <a:r>
              <a:rPr lang="es-GT" sz="4400" b="1" dirty="0">
                <a:latin typeface="Open Sans"/>
                <a:ea typeface="Open Sans"/>
                <a:cs typeface="Open Sans"/>
                <a:sym typeface="Open Sans"/>
              </a:rPr>
              <a:t> performance </a:t>
            </a:r>
            <a:r>
              <a:rPr lang="es-GT" sz="4400" b="1" dirty="0" err="1">
                <a:latin typeface="Open Sans"/>
                <a:ea typeface="Open Sans"/>
                <a:cs typeface="Open Sans"/>
                <a:sym typeface="Open Sans"/>
              </a:rPr>
              <a:t>indicator</a:t>
            </a:r>
            <a:r>
              <a:rPr lang="es-GT" sz="4400" b="1" dirty="0">
                <a:latin typeface="Open Sans"/>
                <a:ea typeface="Open Sans"/>
                <a:cs typeface="Open Sans"/>
                <a:sym typeface="Open Sans"/>
              </a:rPr>
              <a:t> </a:t>
            </a:r>
            <a:r>
              <a:rPr lang="es-GT" sz="4400" dirty="0">
                <a:latin typeface="Open Sans"/>
                <a:ea typeface="Open Sans"/>
                <a:cs typeface="Open Sans"/>
                <a:sym typeface="Open Sans"/>
              </a:rPr>
              <a:t>(indicador clave de rendimiento), es una métrica cuantitativa que muestra cómo tu equipo o empresa progresa hacia tus objetivos empresariales más importantes.</a:t>
            </a:r>
          </a:p>
          <a:p>
            <a:endParaRPr lang="es-GT" sz="4400" dirty="0">
              <a:latin typeface="Open Sans"/>
              <a:ea typeface="Open Sans"/>
              <a:cs typeface="Open Sans"/>
              <a:sym typeface="Open Sans"/>
            </a:endParaRPr>
          </a:p>
        </p:txBody>
      </p:sp>
    </p:spTree>
    <p:extLst>
      <p:ext uri="{BB962C8B-B14F-4D97-AF65-F5344CB8AC3E}">
        <p14:creationId xmlns:p14="http://schemas.microsoft.com/office/powerpoint/2010/main" val="375883537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0DB0A3ED-3282-7676-574F-E2D86BE30A2D}"/>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E58E813-381D-7930-9BCB-7E04BCE1B1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3038BA3-406B-CBC7-CE3F-400D827645C7}"/>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¿Qué es </a:t>
            </a:r>
            <a:r>
              <a:rPr lang="es-GT" dirty="0">
                <a:latin typeface="Impact"/>
                <a:ea typeface="Impact"/>
                <a:cs typeface="Impact"/>
                <a:sym typeface="Impact"/>
              </a:rPr>
              <a:t>KPI</a:t>
            </a:r>
            <a:r>
              <a:rPr lang="es-GT" i="0" u="none" strike="noStrike" cap="none" noProof="0" dirty="0">
                <a:latin typeface="Impact"/>
                <a:ea typeface="Impact"/>
                <a:cs typeface="Impact"/>
                <a:sym typeface="Impact"/>
              </a:rPr>
              <a:t>?</a:t>
            </a:r>
            <a:endParaRPr lang="es-GT" dirty="0"/>
          </a:p>
        </p:txBody>
      </p:sp>
      <p:sp>
        <p:nvSpPr>
          <p:cNvPr id="29" name="Rectangle 28">
            <a:extLst>
              <a:ext uri="{FF2B5EF4-FFF2-40B4-BE49-F238E27FC236}">
                <a16:creationId xmlns:a16="http://schemas.microsoft.com/office/drawing/2014/main" id="{1BCCE2FE-02E5-7642-8D17-42C3BC32EB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Freeform 6">
            <a:extLst>
              <a:ext uri="{FF2B5EF4-FFF2-40B4-BE49-F238E27FC236}">
                <a16:creationId xmlns:a16="http://schemas.microsoft.com/office/drawing/2014/main" id="{6486F6E3-E6B5-D9A1-846B-A136AD348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dirty="0"/>
          </a:p>
        </p:txBody>
      </p:sp>
      <p:sp>
        <p:nvSpPr>
          <p:cNvPr id="33" name="Freeform 7">
            <a:extLst>
              <a:ext uri="{FF2B5EF4-FFF2-40B4-BE49-F238E27FC236}">
                <a16:creationId xmlns:a16="http://schemas.microsoft.com/office/drawing/2014/main" id="{4726BE5E-E203-480A-2065-C674EAC923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dirty="0"/>
          </a:p>
        </p:txBody>
      </p:sp>
      <p:sp>
        <p:nvSpPr>
          <p:cNvPr id="35" name="Freeform 12">
            <a:extLst>
              <a:ext uri="{FF2B5EF4-FFF2-40B4-BE49-F238E27FC236}">
                <a16:creationId xmlns:a16="http://schemas.microsoft.com/office/drawing/2014/main" id="{95B0FC91-2A71-53AC-20D2-E844A1F99D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dirty="0"/>
          </a:p>
        </p:txBody>
      </p:sp>
      <p:sp>
        <p:nvSpPr>
          <p:cNvPr id="37" name="Freeform 13">
            <a:extLst>
              <a:ext uri="{FF2B5EF4-FFF2-40B4-BE49-F238E27FC236}">
                <a16:creationId xmlns:a16="http://schemas.microsoft.com/office/drawing/2014/main" id="{CF5CBDD6-BFC2-69A0-E5D6-C7C2A93A00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dirty="0"/>
          </a:p>
        </p:txBody>
      </p:sp>
      <p:sp>
        <p:nvSpPr>
          <p:cNvPr id="39" name="Freeform: Shape 38">
            <a:extLst>
              <a:ext uri="{FF2B5EF4-FFF2-40B4-BE49-F238E27FC236}">
                <a16:creationId xmlns:a16="http://schemas.microsoft.com/office/drawing/2014/main" id="{51BC0E05-1672-BFCA-0876-290A919EE1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dirty="0"/>
          </a:p>
        </p:txBody>
      </p:sp>
      <p:sp>
        <p:nvSpPr>
          <p:cNvPr id="41" name="Freeform 15">
            <a:extLst>
              <a:ext uri="{FF2B5EF4-FFF2-40B4-BE49-F238E27FC236}">
                <a16:creationId xmlns:a16="http://schemas.microsoft.com/office/drawing/2014/main" id="{B888779D-DFFB-E118-FD91-31FF5B03CB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dirty="0"/>
          </a:p>
        </p:txBody>
      </p:sp>
      <p:sp>
        <p:nvSpPr>
          <p:cNvPr id="3" name="Content Placeholder 2">
            <a:extLst>
              <a:ext uri="{FF2B5EF4-FFF2-40B4-BE49-F238E27FC236}">
                <a16:creationId xmlns:a16="http://schemas.microsoft.com/office/drawing/2014/main" id="{8E6DC90A-8E60-BD23-C1ED-B6E03DA45913}"/>
              </a:ext>
            </a:extLst>
          </p:cNvPr>
          <p:cNvSpPr>
            <a:spLocks noGrp="1"/>
          </p:cNvSpPr>
          <p:nvPr>
            <p:ph idx="1"/>
          </p:nvPr>
        </p:nvSpPr>
        <p:spPr>
          <a:xfrm>
            <a:off x="5781676" y="4000498"/>
            <a:ext cx="11472858" cy="4686302"/>
          </a:xfrm>
        </p:spPr>
        <p:txBody>
          <a:bodyPr anchor="t">
            <a:normAutofit fontScale="92500" lnSpcReduction="20000"/>
          </a:bodyPr>
          <a:lstStyle/>
          <a:p>
            <a:r>
              <a:rPr lang="es-GT" sz="4400" dirty="0">
                <a:latin typeface="Open Sans"/>
                <a:ea typeface="Open Sans"/>
                <a:cs typeface="Open Sans"/>
                <a:sym typeface="Open Sans"/>
              </a:rPr>
              <a:t>Las empresas usan KPI en varios niveles. Se puede establecer KPI para toda la empresa, específicos del equipo o individuales, dependiendo de las métricas a las que se quiere dar seguimiento. Un buen KPI puede dar una idea de si se va por el camino correcto para alcanzar los objetivos estratégicos.</a:t>
            </a:r>
          </a:p>
          <a:p>
            <a:endParaRPr lang="es-GT" sz="4400" dirty="0">
              <a:latin typeface="Open Sans"/>
              <a:ea typeface="Open Sans"/>
              <a:cs typeface="Open Sans"/>
              <a:sym typeface="Open Sans"/>
            </a:endParaRPr>
          </a:p>
        </p:txBody>
      </p:sp>
    </p:spTree>
    <p:extLst>
      <p:ext uri="{BB962C8B-B14F-4D97-AF65-F5344CB8AC3E}">
        <p14:creationId xmlns:p14="http://schemas.microsoft.com/office/powerpoint/2010/main" val="357907128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EA3D4-4AF6-194D-3A31-0AA76DE05CC2}"/>
              </a:ext>
            </a:extLst>
          </p:cNvPr>
          <p:cNvSpPr>
            <a:spLocks noGrp="1"/>
          </p:cNvSpPr>
          <p:nvPr>
            <p:ph type="title"/>
          </p:nvPr>
        </p:nvSpPr>
        <p:spPr/>
        <p:txBody>
          <a:bodyPr/>
          <a:lstStyle/>
          <a:p>
            <a:r>
              <a:rPr lang="es-GT" i="0" u="none" strike="noStrike" cap="none" noProof="0" dirty="0">
                <a:latin typeface="Impact"/>
                <a:ea typeface="Impact"/>
                <a:cs typeface="Impact"/>
                <a:sym typeface="Impact"/>
              </a:rPr>
              <a:t>Un buen KPI</a:t>
            </a:r>
            <a:endParaRPr lang="es-GT" dirty="0"/>
          </a:p>
        </p:txBody>
      </p:sp>
      <p:sp>
        <p:nvSpPr>
          <p:cNvPr id="3" name="Content Placeholder 2">
            <a:extLst>
              <a:ext uri="{FF2B5EF4-FFF2-40B4-BE49-F238E27FC236}">
                <a16:creationId xmlns:a16="http://schemas.microsoft.com/office/drawing/2014/main" id="{30309189-9EEB-6D71-C3CE-FEB85FF99FA7}"/>
              </a:ext>
            </a:extLst>
          </p:cNvPr>
          <p:cNvSpPr>
            <a:spLocks noGrp="1"/>
          </p:cNvSpPr>
          <p:nvPr>
            <p:ph idx="1"/>
          </p:nvPr>
        </p:nvSpPr>
        <p:spPr/>
        <p:txBody>
          <a:bodyPr>
            <a:normAutofit lnSpcReduction="10000"/>
          </a:bodyPr>
          <a:lstStyle/>
          <a:p>
            <a:r>
              <a:rPr lang="es-GT" dirty="0">
                <a:latin typeface="Open Sans"/>
                <a:ea typeface="Open Sans"/>
                <a:cs typeface="Open Sans"/>
                <a:sym typeface="Open Sans"/>
              </a:rPr>
              <a:t>A</a:t>
            </a:r>
            <a:r>
              <a:rPr lang="es-GT" sz="3600" dirty="0">
                <a:latin typeface="Open Sans"/>
                <a:ea typeface="Open Sans"/>
                <a:cs typeface="Open Sans"/>
                <a:sym typeface="Open Sans"/>
              </a:rPr>
              <a:t>yuda a lograr los objetivos estratégicos</a:t>
            </a:r>
          </a:p>
          <a:p>
            <a:r>
              <a:rPr lang="es-GT" sz="3600" dirty="0">
                <a:latin typeface="Open Sans"/>
                <a:ea typeface="Open Sans"/>
                <a:cs typeface="Open Sans"/>
                <a:sym typeface="Open Sans"/>
              </a:rPr>
              <a:t>Informa sobre la planificación de los recursos</a:t>
            </a:r>
          </a:p>
          <a:p>
            <a:r>
              <a:rPr lang="es-GT" sz="3600" dirty="0">
                <a:latin typeface="Open Sans"/>
                <a:ea typeface="Open Sans"/>
                <a:cs typeface="Open Sans"/>
                <a:sym typeface="Open Sans"/>
              </a:rPr>
              <a:t>Puede medirse</a:t>
            </a:r>
          </a:p>
          <a:p>
            <a:r>
              <a:rPr lang="es-GT" sz="3600" dirty="0">
                <a:latin typeface="Open Sans"/>
                <a:ea typeface="Open Sans"/>
                <a:cs typeface="Open Sans"/>
                <a:sym typeface="Open Sans"/>
              </a:rPr>
              <a:t>Hace un seguimiento de lo que se puede controlar e influir</a:t>
            </a:r>
          </a:p>
          <a:p>
            <a:r>
              <a:rPr lang="es-GT" sz="3600" dirty="0">
                <a:latin typeface="Open Sans"/>
                <a:ea typeface="Open Sans"/>
                <a:cs typeface="Open Sans"/>
                <a:sym typeface="Open Sans"/>
              </a:rPr>
              <a:t>Conecta métricas con objetivos estratégicos </a:t>
            </a:r>
          </a:p>
          <a:p>
            <a:r>
              <a:rPr lang="es-GT" sz="3600" dirty="0">
                <a:latin typeface="Open Sans"/>
                <a:ea typeface="Open Sans"/>
                <a:cs typeface="Open Sans"/>
                <a:sym typeface="Open Sans"/>
              </a:rPr>
              <a:t>Brinda a los miembros del equipo una idea clara de cómo sus proyectos contribuyen a los objetivos de la empresa</a:t>
            </a:r>
          </a:p>
        </p:txBody>
      </p:sp>
    </p:spTree>
    <p:extLst>
      <p:ext uri="{BB962C8B-B14F-4D97-AF65-F5344CB8AC3E}">
        <p14:creationId xmlns:p14="http://schemas.microsoft.com/office/powerpoint/2010/main" val="238938904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FA87E-0683-3049-1420-FC620AFD1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343C9-6BF3-1951-C43B-217262B795CD}"/>
              </a:ext>
            </a:extLst>
          </p:cNvPr>
          <p:cNvSpPr>
            <a:spLocks noGrp="1"/>
          </p:cNvSpPr>
          <p:nvPr>
            <p:ph type="title"/>
          </p:nvPr>
        </p:nvSpPr>
        <p:spPr/>
        <p:txBody>
          <a:bodyPr/>
          <a:lstStyle/>
          <a:p>
            <a:r>
              <a:rPr lang="es-GT" i="0" u="none" strike="noStrike" cap="none" noProof="0" dirty="0">
                <a:latin typeface="Impact"/>
                <a:ea typeface="Impact"/>
                <a:cs typeface="Impact"/>
                <a:sym typeface="Impact"/>
              </a:rPr>
              <a:t>KPI vs. OKR (objetivos y resultados clave)</a:t>
            </a:r>
            <a:endParaRPr lang="es-GT" dirty="0"/>
          </a:p>
        </p:txBody>
      </p:sp>
      <p:sp>
        <p:nvSpPr>
          <p:cNvPr id="3" name="Content Placeholder 2">
            <a:extLst>
              <a:ext uri="{FF2B5EF4-FFF2-40B4-BE49-F238E27FC236}">
                <a16:creationId xmlns:a16="http://schemas.microsoft.com/office/drawing/2014/main" id="{ECECDDDE-8E6E-CA29-80D7-381501169ED3}"/>
              </a:ext>
            </a:extLst>
          </p:cNvPr>
          <p:cNvSpPr>
            <a:spLocks noGrp="1"/>
          </p:cNvSpPr>
          <p:nvPr>
            <p:ph idx="1"/>
          </p:nvPr>
        </p:nvSpPr>
        <p:spPr/>
        <p:txBody>
          <a:bodyPr>
            <a:normAutofit lnSpcReduction="10000"/>
          </a:bodyPr>
          <a:lstStyle/>
          <a:p>
            <a:r>
              <a:rPr lang="es-GT" b="1" dirty="0">
                <a:latin typeface="Open Sans"/>
                <a:ea typeface="Open Sans"/>
                <a:cs typeface="Open Sans"/>
                <a:sym typeface="Open Sans"/>
              </a:rPr>
              <a:t>Indicador clave de rendimiento (KPI): </a:t>
            </a:r>
            <a:r>
              <a:rPr lang="es-GT" dirty="0">
                <a:latin typeface="Open Sans"/>
                <a:ea typeface="Open Sans"/>
                <a:cs typeface="Open Sans"/>
                <a:sym typeface="Open Sans"/>
              </a:rPr>
              <a:t>Un KPI es una excelente manera de medir el rendimiento a lo largo de un periodo de tiempo. Un buen KPI debe dar seguimiento a un valor medible en el que la persona o el equipo puedan influir de manera oportuna. </a:t>
            </a:r>
          </a:p>
          <a:p>
            <a:r>
              <a:rPr lang="es-GT" b="1" dirty="0">
                <a:latin typeface="Open Sans"/>
                <a:ea typeface="Open Sans"/>
                <a:cs typeface="Open Sans"/>
                <a:sym typeface="Open Sans"/>
              </a:rPr>
              <a:t>Objetivos y resultados clave (OKR): </a:t>
            </a:r>
            <a:r>
              <a:rPr lang="es-GT" dirty="0">
                <a:latin typeface="Open Sans"/>
                <a:ea typeface="Open Sans"/>
                <a:cs typeface="Open Sans"/>
                <a:sym typeface="Open Sans"/>
              </a:rPr>
              <a:t>Los OKR usan la plantilla Realizar [objetivo] medido por [resultado clave]. En este caso, el objetivo representa la meta que se desea alcanzar y el resultado clave mide cómo estás progresando hacia el objetivo.</a:t>
            </a:r>
            <a:endParaRPr lang="es-GT" sz="3600" dirty="0">
              <a:latin typeface="Open Sans"/>
              <a:ea typeface="Open Sans"/>
              <a:cs typeface="Open Sans"/>
              <a:sym typeface="Open Sans"/>
            </a:endParaRPr>
          </a:p>
        </p:txBody>
      </p:sp>
    </p:spTree>
    <p:extLst>
      <p:ext uri="{BB962C8B-B14F-4D97-AF65-F5344CB8AC3E}">
        <p14:creationId xmlns:p14="http://schemas.microsoft.com/office/powerpoint/2010/main" val="841181562"/>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095AF080-DAB4-5268-5453-4273337502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DFAAE7-061D-4086-99EC-872CB3050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DB1EE7-FFFF-200A-A7CA-3C98EBE16F44}"/>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Cubos OLAP y los KPI</a:t>
            </a:r>
            <a:endParaRPr lang="es-GT" dirty="0"/>
          </a:p>
        </p:txBody>
      </p:sp>
      <p:sp>
        <p:nvSpPr>
          <p:cNvPr id="10" name="Rectangle 9">
            <a:extLst>
              <a:ext uri="{FF2B5EF4-FFF2-40B4-BE49-F238E27FC236}">
                <a16:creationId xmlns:a16="http://schemas.microsoft.com/office/drawing/2014/main" id="{E7570099-A243-48DD-9EAE-36F4AC095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Freeform 6">
            <a:extLst>
              <a:ext uri="{FF2B5EF4-FFF2-40B4-BE49-F238E27FC236}">
                <a16:creationId xmlns:a16="http://schemas.microsoft.com/office/drawing/2014/main" id="{45E4A74B-6514-424A-ADFA-C232FA6B9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a:p>
        </p:txBody>
      </p:sp>
      <p:sp>
        <p:nvSpPr>
          <p:cNvPr id="14" name="Freeform 7">
            <a:extLst>
              <a:ext uri="{FF2B5EF4-FFF2-40B4-BE49-F238E27FC236}">
                <a16:creationId xmlns:a16="http://schemas.microsoft.com/office/drawing/2014/main" id="{F61C5C86-C785-4B92-9F2D-133B8B8C2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a:p>
        </p:txBody>
      </p:sp>
      <p:sp>
        <p:nvSpPr>
          <p:cNvPr id="16" name="Freeform 12">
            <a:extLst>
              <a:ext uri="{FF2B5EF4-FFF2-40B4-BE49-F238E27FC236}">
                <a16:creationId xmlns:a16="http://schemas.microsoft.com/office/drawing/2014/main" id="{954D0BF9-002C-4D3A-A222-C166094A5D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a:p>
        </p:txBody>
      </p:sp>
      <p:sp>
        <p:nvSpPr>
          <p:cNvPr id="18" name="Freeform 13">
            <a:extLst>
              <a:ext uri="{FF2B5EF4-FFF2-40B4-BE49-F238E27FC236}">
                <a16:creationId xmlns:a16="http://schemas.microsoft.com/office/drawing/2014/main" id="{6080EB6E-D69F-43B1-91EC-75C303342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a:p>
        </p:txBody>
      </p:sp>
      <p:sp>
        <p:nvSpPr>
          <p:cNvPr id="20" name="Freeform: Shape 19">
            <a:extLst>
              <a:ext uri="{FF2B5EF4-FFF2-40B4-BE49-F238E27FC236}">
                <a16:creationId xmlns:a16="http://schemas.microsoft.com/office/drawing/2014/main" id="{21BA816A-EE68-4A96-BA05-73303B2F4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a:p>
        </p:txBody>
      </p:sp>
      <p:sp>
        <p:nvSpPr>
          <p:cNvPr id="22" name="Freeform 15">
            <a:extLst>
              <a:ext uri="{FF2B5EF4-FFF2-40B4-BE49-F238E27FC236}">
                <a16:creationId xmlns:a16="http://schemas.microsoft.com/office/drawing/2014/main" id="{22A94CDB-5D63-4C75-9CB6-6C18CDF37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a:p>
        </p:txBody>
      </p:sp>
      <p:sp>
        <p:nvSpPr>
          <p:cNvPr id="3" name="Content Placeholder 2">
            <a:extLst>
              <a:ext uri="{FF2B5EF4-FFF2-40B4-BE49-F238E27FC236}">
                <a16:creationId xmlns:a16="http://schemas.microsoft.com/office/drawing/2014/main" id="{A032E64A-3EEF-20A0-071C-F029BCF97091}"/>
              </a:ext>
            </a:extLst>
          </p:cNvPr>
          <p:cNvSpPr>
            <a:spLocks noGrp="1"/>
          </p:cNvSpPr>
          <p:nvPr>
            <p:ph idx="1"/>
          </p:nvPr>
        </p:nvSpPr>
        <p:spPr>
          <a:xfrm>
            <a:off x="5781676" y="4000498"/>
            <a:ext cx="11472858" cy="4686302"/>
          </a:xfrm>
        </p:spPr>
        <p:txBody>
          <a:bodyPr anchor="t">
            <a:noAutofit/>
          </a:bodyPr>
          <a:lstStyle/>
          <a:p>
            <a:r>
              <a:rPr lang="es-GT" dirty="0">
                <a:latin typeface="Open Sans"/>
                <a:ea typeface="Open Sans"/>
                <a:cs typeface="Open Sans"/>
                <a:sym typeface="Open Sans"/>
              </a:rPr>
              <a:t>Los cubos OLAP representan un avance significativo en el análisis de datos empresariales. Estas estructuras permiten organizar y examinar información compleja desde múltiples dimensiones, ofreciendo una visión más completa que los sistemas tradicionales de reportes. Su capacidad para procesar grandes volúmenes de datos los hace particularmente útiles para el seguimiento y análisis de </a:t>
            </a:r>
            <a:r>
              <a:rPr lang="es-GT" dirty="0" err="1">
                <a:latin typeface="Open Sans"/>
                <a:ea typeface="Open Sans"/>
                <a:cs typeface="Open Sans"/>
                <a:sym typeface="Open Sans"/>
              </a:rPr>
              <a:t>KPIs</a:t>
            </a:r>
            <a:r>
              <a:rPr lang="es-GT" dirty="0">
                <a:latin typeface="Open Sans"/>
                <a:ea typeface="Open Sans"/>
                <a:cs typeface="Open Sans"/>
                <a:sym typeface="Open Sans"/>
              </a:rPr>
              <a:t>.</a:t>
            </a:r>
          </a:p>
        </p:txBody>
      </p:sp>
    </p:spTree>
    <p:extLst>
      <p:ext uri="{BB962C8B-B14F-4D97-AF65-F5344CB8AC3E}">
        <p14:creationId xmlns:p14="http://schemas.microsoft.com/office/powerpoint/2010/main" val="323875521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48B55BB4-7CE2-8572-7B8E-D3FF69FC83D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66B110F-E2BE-674F-2857-01ABA527A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EBEFF5-9E5C-1388-B550-0F3D6AB287C4}"/>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Cubos OLAP y los KPI</a:t>
            </a:r>
            <a:endParaRPr lang="es-GT" dirty="0"/>
          </a:p>
        </p:txBody>
      </p:sp>
      <p:sp>
        <p:nvSpPr>
          <p:cNvPr id="10" name="Rectangle 9">
            <a:extLst>
              <a:ext uri="{FF2B5EF4-FFF2-40B4-BE49-F238E27FC236}">
                <a16:creationId xmlns:a16="http://schemas.microsoft.com/office/drawing/2014/main" id="{7DF4C0C1-E42A-1E63-40A0-52E2C09E6D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Freeform 6">
            <a:extLst>
              <a:ext uri="{FF2B5EF4-FFF2-40B4-BE49-F238E27FC236}">
                <a16:creationId xmlns:a16="http://schemas.microsoft.com/office/drawing/2014/main" id="{629D2931-93F9-B418-3B2F-52C9FB149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a:p>
        </p:txBody>
      </p:sp>
      <p:sp>
        <p:nvSpPr>
          <p:cNvPr id="14" name="Freeform 7">
            <a:extLst>
              <a:ext uri="{FF2B5EF4-FFF2-40B4-BE49-F238E27FC236}">
                <a16:creationId xmlns:a16="http://schemas.microsoft.com/office/drawing/2014/main" id="{87CE857B-0C13-A71C-473A-2A7B72254A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a:p>
        </p:txBody>
      </p:sp>
      <p:sp>
        <p:nvSpPr>
          <p:cNvPr id="16" name="Freeform 12">
            <a:extLst>
              <a:ext uri="{FF2B5EF4-FFF2-40B4-BE49-F238E27FC236}">
                <a16:creationId xmlns:a16="http://schemas.microsoft.com/office/drawing/2014/main" id="{F588AC93-CB55-342F-3F24-D969848AE2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a:p>
        </p:txBody>
      </p:sp>
      <p:sp>
        <p:nvSpPr>
          <p:cNvPr id="18" name="Freeform 13">
            <a:extLst>
              <a:ext uri="{FF2B5EF4-FFF2-40B4-BE49-F238E27FC236}">
                <a16:creationId xmlns:a16="http://schemas.microsoft.com/office/drawing/2014/main" id="{7479327D-009A-5907-F8C7-2515C1A815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a:p>
        </p:txBody>
      </p:sp>
      <p:sp>
        <p:nvSpPr>
          <p:cNvPr id="20" name="Freeform: Shape 19">
            <a:extLst>
              <a:ext uri="{FF2B5EF4-FFF2-40B4-BE49-F238E27FC236}">
                <a16:creationId xmlns:a16="http://schemas.microsoft.com/office/drawing/2014/main" id="{B1722A76-1EA3-8D51-0948-56501533A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a:p>
        </p:txBody>
      </p:sp>
      <p:sp>
        <p:nvSpPr>
          <p:cNvPr id="22" name="Freeform 15">
            <a:extLst>
              <a:ext uri="{FF2B5EF4-FFF2-40B4-BE49-F238E27FC236}">
                <a16:creationId xmlns:a16="http://schemas.microsoft.com/office/drawing/2014/main" id="{3D1AA638-43AC-5A0C-07EA-DE221062A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a:p>
        </p:txBody>
      </p:sp>
      <p:sp>
        <p:nvSpPr>
          <p:cNvPr id="3" name="Content Placeholder 2">
            <a:extLst>
              <a:ext uri="{FF2B5EF4-FFF2-40B4-BE49-F238E27FC236}">
                <a16:creationId xmlns:a16="http://schemas.microsoft.com/office/drawing/2014/main" id="{137407CF-78F7-5647-2C75-207FC6594B47}"/>
              </a:ext>
            </a:extLst>
          </p:cNvPr>
          <p:cNvSpPr>
            <a:spLocks noGrp="1"/>
          </p:cNvSpPr>
          <p:nvPr>
            <p:ph idx="1"/>
          </p:nvPr>
        </p:nvSpPr>
        <p:spPr>
          <a:xfrm>
            <a:off x="5781676" y="4000498"/>
            <a:ext cx="11472858" cy="4686302"/>
          </a:xfrm>
        </p:spPr>
        <p:txBody>
          <a:bodyPr anchor="t">
            <a:noAutofit/>
          </a:bodyPr>
          <a:lstStyle/>
          <a:p>
            <a:r>
              <a:rPr lang="es-GT" dirty="0">
                <a:latin typeface="Open Sans"/>
                <a:ea typeface="Open Sans"/>
                <a:cs typeface="Open Sans"/>
                <a:sym typeface="Open Sans"/>
              </a:rPr>
              <a:t>La principal ventaja de los cubos OLAP es su flexibilidad analítica. Permiten reorganizar datos al instante para examinar diferentes perspectivas. Un mismo conjunto de información puede analizarse por región geográfica, línea de producto, período temporal o cualquier otra dimensión relevante. Esta capacidad es especialmente valiosa para </a:t>
            </a:r>
            <a:r>
              <a:rPr lang="es-GT" dirty="0" err="1">
                <a:latin typeface="Open Sans"/>
                <a:ea typeface="Open Sans"/>
                <a:cs typeface="Open Sans"/>
                <a:sym typeface="Open Sans"/>
              </a:rPr>
              <a:t>KPIs</a:t>
            </a:r>
            <a:r>
              <a:rPr lang="es-GT" dirty="0">
                <a:latin typeface="Open Sans"/>
                <a:ea typeface="Open Sans"/>
                <a:cs typeface="Open Sans"/>
                <a:sym typeface="Open Sans"/>
              </a:rPr>
              <a:t> que requieren seguimiento multidimensional, como los de desempeño comercial o eficiencia operativa.</a:t>
            </a:r>
          </a:p>
        </p:txBody>
      </p:sp>
    </p:spTree>
    <p:extLst>
      <p:ext uri="{BB962C8B-B14F-4D97-AF65-F5344CB8AC3E}">
        <p14:creationId xmlns:p14="http://schemas.microsoft.com/office/powerpoint/2010/main" val="130173278"/>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C6F5D-26A6-0EFC-15F5-8615BE862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65FDE-0663-554F-706B-E8FB21F136D6}"/>
              </a:ext>
            </a:extLst>
          </p:cNvPr>
          <p:cNvSpPr>
            <a:spLocks noGrp="1"/>
          </p:cNvSpPr>
          <p:nvPr>
            <p:ph type="title"/>
          </p:nvPr>
        </p:nvSpPr>
        <p:spPr/>
        <p:txBody>
          <a:bodyPr/>
          <a:lstStyle/>
          <a:p>
            <a:r>
              <a:rPr lang="es-GT" i="0" u="none" strike="noStrike" cap="none" noProof="0" dirty="0">
                <a:latin typeface="Impact"/>
                <a:ea typeface="Impact"/>
                <a:cs typeface="Impact"/>
                <a:sym typeface="Impact"/>
              </a:rPr>
              <a:t>Modelos Tabulares</a:t>
            </a:r>
            <a:endParaRPr lang="es-GT" dirty="0"/>
          </a:p>
        </p:txBody>
      </p:sp>
      <p:sp>
        <p:nvSpPr>
          <p:cNvPr id="3" name="Content Placeholder 2">
            <a:extLst>
              <a:ext uri="{FF2B5EF4-FFF2-40B4-BE49-F238E27FC236}">
                <a16:creationId xmlns:a16="http://schemas.microsoft.com/office/drawing/2014/main" id="{C4DDD2F2-C951-D98A-EB30-AB4AE50968F1}"/>
              </a:ext>
            </a:extLst>
          </p:cNvPr>
          <p:cNvSpPr>
            <a:spLocks noGrp="1"/>
          </p:cNvSpPr>
          <p:nvPr>
            <p:ph idx="1"/>
          </p:nvPr>
        </p:nvSpPr>
        <p:spPr/>
        <p:txBody>
          <a:bodyPr>
            <a:normAutofit/>
          </a:bodyPr>
          <a:lstStyle/>
          <a:p>
            <a:r>
              <a:rPr lang="es-GT" dirty="0">
                <a:latin typeface="Open Sans"/>
                <a:ea typeface="Open Sans"/>
                <a:cs typeface="Open Sans"/>
                <a:sym typeface="Open Sans"/>
              </a:rPr>
              <a:t>Los modelos tabulares son un tipo de base de datos que organiza la información en filas y columnas, similar a una tabla de Excel o una hoja de cálculo. Estos modelos son eficientes para consultas basadas en columnas y ofrecen una forma más sencilla de desarrollo y administración comparados con los modelos multidimensionales. Se utilizan en sistemas de análisis de datos como </a:t>
            </a:r>
            <a:r>
              <a:rPr lang="es-GT" dirty="0" err="1">
                <a:latin typeface="Open Sans"/>
                <a:ea typeface="Open Sans"/>
                <a:cs typeface="Open Sans"/>
                <a:sym typeface="Open Sans"/>
              </a:rPr>
              <a:t>Analysis</a:t>
            </a:r>
            <a:r>
              <a:rPr lang="es-GT" dirty="0">
                <a:latin typeface="Open Sans"/>
                <a:ea typeface="Open Sans"/>
                <a:cs typeface="Open Sans"/>
                <a:sym typeface="Open Sans"/>
              </a:rPr>
              <a:t> Services y Power BI. </a:t>
            </a:r>
            <a:endParaRPr lang="es-GT" sz="3600" dirty="0">
              <a:latin typeface="Open Sans"/>
              <a:ea typeface="Open Sans"/>
              <a:cs typeface="Open Sans"/>
              <a:sym typeface="Open Sans"/>
            </a:endParaRPr>
          </a:p>
        </p:txBody>
      </p:sp>
    </p:spTree>
    <p:extLst>
      <p:ext uri="{BB962C8B-B14F-4D97-AF65-F5344CB8AC3E}">
        <p14:creationId xmlns:p14="http://schemas.microsoft.com/office/powerpoint/2010/main" val="392570402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E2DBE-D1FB-9ECF-3797-F75399851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194CC1-EE73-86B2-39B4-06F96DC01D72}"/>
              </a:ext>
            </a:extLst>
          </p:cNvPr>
          <p:cNvSpPr>
            <a:spLocks noGrp="1"/>
          </p:cNvSpPr>
          <p:nvPr>
            <p:ph type="title"/>
          </p:nvPr>
        </p:nvSpPr>
        <p:spPr/>
        <p:txBody>
          <a:bodyPr/>
          <a:lstStyle/>
          <a:p>
            <a:r>
              <a:rPr lang="es-GT" i="0" u="none" strike="noStrike" cap="none" noProof="0" dirty="0">
                <a:latin typeface="Impact"/>
                <a:ea typeface="Impact"/>
                <a:cs typeface="Impact"/>
                <a:sym typeface="Impact"/>
              </a:rPr>
              <a:t>Características Modelos Tabulares</a:t>
            </a:r>
            <a:endParaRPr lang="es-GT" dirty="0"/>
          </a:p>
        </p:txBody>
      </p:sp>
      <p:sp>
        <p:nvSpPr>
          <p:cNvPr id="3" name="Content Placeholder 2">
            <a:extLst>
              <a:ext uri="{FF2B5EF4-FFF2-40B4-BE49-F238E27FC236}">
                <a16:creationId xmlns:a16="http://schemas.microsoft.com/office/drawing/2014/main" id="{0B6B4C46-3F71-8FF1-31DB-FA0AD036A662}"/>
              </a:ext>
            </a:extLst>
          </p:cNvPr>
          <p:cNvSpPr>
            <a:spLocks noGrp="1"/>
          </p:cNvSpPr>
          <p:nvPr>
            <p:ph idx="1"/>
          </p:nvPr>
        </p:nvSpPr>
        <p:spPr/>
        <p:txBody>
          <a:bodyPr>
            <a:normAutofit/>
          </a:bodyPr>
          <a:lstStyle/>
          <a:p>
            <a:r>
              <a:rPr lang="es-GT" b="1" dirty="0">
                <a:latin typeface="Open Sans"/>
                <a:ea typeface="Open Sans"/>
                <a:cs typeface="Open Sans"/>
                <a:sym typeface="Open Sans"/>
              </a:rPr>
              <a:t>Organización en tablas</a:t>
            </a:r>
            <a:r>
              <a:rPr lang="es-GT" dirty="0">
                <a:latin typeface="Open Sans"/>
                <a:ea typeface="Open Sans"/>
                <a:cs typeface="Open Sans"/>
                <a:sym typeface="Open Sans"/>
              </a:rPr>
              <a:t>:</a:t>
            </a:r>
          </a:p>
          <a:p>
            <a:pPr lvl="1"/>
            <a:r>
              <a:rPr lang="es-GT" dirty="0">
                <a:latin typeface="Open Sans"/>
                <a:ea typeface="Open Sans"/>
                <a:cs typeface="Open Sans"/>
                <a:sym typeface="Open Sans"/>
              </a:rPr>
              <a:t>Los datos se organizan en tablas con filas y columnas, donde las columnas pueden representar medidas o dimensiones, y las filas pueden almacenar registros o hechos individuales. </a:t>
            </a:r>
          </a:p>
          <a:p>
            <a:r>
              <a:rPr lang="es-GT" b="1" dirty="0">
                <a:latin typeface="Open Sans"/>
                <a:ea typeface="Open Sans"/>
                <a:cs typeface="Open Sans"/>
                <a:sym typeface="Open Sans"/>
              </a:rPr>
              <a:t>Relaciones entre tablas</a:t>
            </a:r>
            <a:r>
              <a:rPr lang="es-GT" dirty="0">
                <a:latin typeface="Open Sans"/>
                <a:ea typeface="Open Sans"/>
                <a:cs typeface="Open Sans"/>
                <a:sym typeface="Open Sans"/>
              </a:rPr>
              <a:t>:</a:t>
            </a:r>
          </a:p>
          <a:p>
            <a:pPr lvl="1"/>
            <a:r>
              <a:rPr lang="es-GT" dirty="0">
                <a:latin typeface="Open Sans"/>
                <a:ea typeface="Open Sans"/>
                <a:cs typeface="Open Sans"/>
                <a:sym typeface="Open Sans"/>
              </a:rPr>
              <a:t>Las tablas pueden estar relacionadas mediante claves o relaciones, lo que permite la consulta de datos de diferentes tablas de forma conjunta. </a:t>
            </a:r>
          </a:p>
        </p:txBody>
      </p:sp>
    </p:spTree>
    <p:extLst>
      <p:ext uri="{BB962C8B-B14F-4D97-AF65-F5344CB8AC3E}">
        <p14:creationId xmlns:p14="http://schemas.microsoft.com/office/powerpoint/2010/main" val="160492925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1AE53-953C-28CC-4AEE-2EAD04993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6F7BF-013A-FB6B-95B3-07BBFBFE3803}"/>
              </a:ext>
            </a:extLst>
          </p:cNvPr>
          <p:cNvSpPr>
            <a:spLocks noGrp="1"/>
          </p:cNvSpPr>
          <p:nvPr>
            <p:ph type="title"/>
          </p:nvPr>
        </p:nvSpPr>
        <p:spPr/>
        <p:txBody>
          <a:bodyPr/>
          <a:lstStyle/>
          <a:p>
            <a:r>
              <a:rPr lang="es-GT" i="0" u="none" strike="noStrike" cap="none" noProof="0" dirty="0">
                <a:latin typeface="Impact"/>
                <a:ea typeface="Impact"/>
                <a:cs typeface="Impact"/>
                <a:sym typeface="Impact"/>
              </a:rPr>
              <a:t>Características Modelos Tabulares</a:t>
            </a:r>
            <a:endParaRPr lang="es-GT" dirty="0"/>
          </a:p>
        </p:txBody>
      </p:sp>
      <p:sp>
        <p:nvSpPr>
          <p:cNvPr id="3" name="Content Placeholder 2">
            <a:extLst>
              <a:ext uri="{FF2B5EF4-FFF2-40B4-BE49-F238E27FC236}">
                <a16:creationId xmlns:a16="http://schemas.microsoft.com/office/drawing/2014/main" id="{A07389CF-9565-7390-F38E-B633EE8E0456}"/>
              </a:ext>
            </a:extLst>
          </p:cNvPr>
          <p:cNvSpPr>
            <a:spLocks noGrp="1"/>
          </p:cNvSpPr>
          <p:nvPr>
            <p:ph idx="1"/>
          </p:nvPr>
        </p:nvSpPr>
        <p:spPr/>
        <p:txBody>
          <a:bodyPr>
            <a:normAutofit/>
          </a:bodyPr>
          <a:lstStyle/>
          <a:p>
            <a:r>
              <a:rPr lang="es-GT" b="1" dirty="0">
                <a:latin typeface="Open Sans"/>
                <a:ea typeface="Open Sans"/>
                <a:cs typeface="Open Sans"/>
                <a:sym typeface="Open Sans"/>
              </a:rPr>
              <a:t>Almacenamiento en memoria o modo </a:t>
            </a:r>
            <a:r>
              <a:rPr lang="es-GT" b="1" dirty="0" err="1">
                <a:latin typeface="Open Sans"/>
                <a:ea typeface="Open Sans"/>
                <a:cs typeface="Open Sans"/>
                <a:sym typeface="Open Sans"/>
              </a:rPr>
              <a:t>DirectQuery</a:t>
            </a:r>
            <a:r>
              <a:rPr lang="es-GT" dirty="0">
                <a:latin typeface="Open Sans"/>
                <a:ea typeface="Open Sans"/>
                <a:cs typeface="Open Sans"/>
                <a:sym typeface="Open Sans"/>
              </a:rPr>
              <a:t>:</a:t>
            </a:r>
          </a:p>
          <a:p>
            <a:pPr lvl="1"/>
            <a:r>
              <a:rPr lang="es-GT" dirty="0">
                <a:latin typeface="Open Sans"/>
                <a:ea typeface="Open Sans"/>
                <a:cs typeface="Open Sans"/>
                <a:sym typeface="Open Sans"/>
              </a:rPr>
              <a:t>Los modelos tabulares de </a:t>
            </a:r>
            <a:r>
              <a:rPr lang="es-GT" dirty="0" err="1">
                <a:latin typeface="Open Sans"/>
                <a:ea typeface="Open Sans"/>
                <a:cs typeface="Open Sans"/>
                <a:sym typeface="Open Sans"/>
              </a:rPr>
              <a:t>Analysis</a:t>
            </a:r>
            <a:r>
              <a:rPr lang="es-GT" dirty="0">
                <a:latin typeface="Open Sans"/>
                <a:ea typeface="Open Sans"/>
                <a:cs typeface="Open Sans"/>
                <a:sym typeface="Open Sans"/>
              </a:rPr>
              <a:t> Services pueden almacenar los datos en memoria RAM para un acceso más rápido o conectarse a bases de datos relacionales en back-end a través de </a:t>
            </a:r>
            <a:r>
              <a:rPr lang="es-GT" dirty="0" err="1">
                <a:latin typeface="Open Sans"/>
                <a:ea typeface="Open Sans"/>
                <a:cs typeface="Open Sans"/>
                <a:sym typeface="Open Sans"/>
              </a:rPr>
              <a:t>DirectQuery</a:t>
            </a:r>
            <a:r>
              <a:rPr lang="es-GT" dirty="0">
                <a:latin typeface="Open Sans"/>
                <a:ea typeface="Open Sans"/>
                <a:cs typeface="Open Sans"/>
                <a:sym typeface="Open Sans"/>
              </a:rPr>
              <a:t>. </a:t>
            </a:r>
          </a:p>
          <a:p>
            <a:r>
              <a:rPr lang="es-GT" b="1" dirty="0">
                <a:latin typeface="Open Sans"/>
                <a:ea typeface="Open Sans"/>
                <a:cs typeface="Open Sans"/>
                <a:sym typeface="Open Sans"/>
              </a:rPr>
              <a:t>Aprovechamiento del motor </a:t>
            </a:r>
            <a:r>
              <a:rPr lang="es-GT" b="1" dirty="0" err="1">
                <a:latin typeface="Open Sans"/>
                <a:ea typeface="Open Sans"/>
                <a:cs typeface="Open Sans"/>
                <a:sym typeface="Open Sans"/>
              </a:rPr>
              <a:t>VertiPaq</a:t>
            </a:r>
            <a:r>
              <a:rPr lang="es-GT" dirty="0">
                <a:latin typeface="Open Sans"/>
                <a:ea typeface="Open Sans"/>
                <a:cs typeface="Open Sans"/>
                <a:sym typeface="Open Sans"/>
              </a:rPr>
              <a:t>:</a:t>
            </a:r>
          </a:p>
          <a:p>
            <a:pPr lvl="1"/>
            <a:r>
              <a:rPr lang="es-GT" dirty="0">
                <a:latin typeface="Open Sans"/>
                <a:ea typeface="Open Sans"/>
                <a:cs typeface="Open Sans"/>
                <a:sym typeface="Open Sans"/>
              </a:rPr>
              <a:t>Este motor, utilizado en los modelos tabulares, permite una compresión y procesamiento paralelo de datos, lo que facilita el acceso rápido a los datos incluso con grandes volúmenes. </a:t>
            </a:r>
          </a:p>
        </p:txBody>
      </p:sp>
    </p:spTree>
    <p:extLst>
      <p:ext uri="{BB962C8B-B14F-4D97-AF65-F5344CB8AC3E}">
        <p14:creationId xmlns:p14="http://schemas.microsoft.com/office/powerpoint/2010/main" val="3994745282"/>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50ABB-9114-68F0-5E3B-449EF24F4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833531-B2FD-1278-1723-3AB0DBAFB158}"/>
              </a:ext>
            </a:extLst>
          </p:cNvPr>
          <p:cNvSpPr>
            <a:spLocks noGrp="1"/>
          </p:cNvSpPr>
          <p:nvPr>
            <p:ph type="title"/>
          </p:nvPr>
        </p:nvSpPr>
        <p:spPr/>
        <p:txBody>
          <a:bodyPr/>
          <a:lstStyle/>
          <a:p>
            <a:r>
              <a:rPr lang="es-GT" i="0" u="none" strike="noStrike" cap="none" noProof="0" dirty="0">
                <a:latin typeface="Impact"/>
                <a:ea typeface="Impact"/>
                <a:cs typeface="Impact"/>
                <a:sym typeface="Impact"/>
              </a:rPr>
              <a:t>Características Modelos Tabulares</a:t>
            </a:r>
            <a:endParaRPr lang="es-GT" dirty="0"/>
          </a:p>
        </p:txBody>
      </p:sp>
      <p:sp>
        <p:nvSpPr>
          <p:cNvPr id="3" name="Content Placeholder 2">
            <a:extLst>
              <a:ext uri="{FF2B5EF4-FFF2-40B4-BE49-F238E27FC236}">
                <a16:creationId xmlns:a16="http://schemas.microsoft.com/office/drawing/2014/main" id="{CB904D5F-D27B-E5C1-D980-0D04290110E2}"/>
              </a:ext>
            </a:extLst>
          </p:cNvPr>
          <p:cNvSpPr>
            <a:spLocks noGrp="1"/>
          </p:cNvSpPr>
          <p:nvPr>
            <p:ph idx="1"/>
          </p:nvPr>
        </p:nvSpPr>
        <p:spPr/>
        <p:txBody>
          <a:bodyPr>
            <a:normAutofit/>
          </a:bodyPr>
          <a:lstStyle/>
          <a:p>
            <a:r>
              <a:rPr lang="es-GT" b="1" dirty="0">
                <a:latin typeface="Open Sans"/>
                <a:ea typeface="Open Sans"/>
                <a:cs typeface="Open Sans"/>
                <a:sym typeface="Open Sans"/>
              </a:rPr>
              <a:t>Lenguaje de definición de modelos tabulares (TMDL):</a:t>
            </a:r>
          </a:p>
          <a:p>
            <a:pPr lvl="1"/>
            <a:r>
              <a:rPr lang="es-GT" dirty="0">
                <a:latin typeface="Open Sans"/>
                <a:ea typeface="Open Sans"/>
                <a:cs typeface="Open Sans"/>
                <a:sym typeface="Open Sans"/>
              </a:rPr>
              <a:t>Este lenguaje se utiliza para definir la estructura de los modelos tabulares de manera textual, facilitando la edición, la colaboración y la gestión de código fuente. </a:t>
            </a:r>
          </a:p>
          <a:p>
            <a:r>
              <a:rPr lang="es-GT" b="1" dirty="0">
                <a:latin typeface="Open Sans"/>
                <a:ea typeface="Open Sans"/>
                <a:cs typeface="Open Sans"/>
                <a:sym typeface="Open Sans"/>
              </a:rPr>
              <a:t>Medidas</a:t>
            </a:r>
            <a:r>
              <a:rPr lang="es-GT" dirty="0">
                <a:latin typeface="Open Sans"/>
                <a:ea typeface="Open Sans"/>
                <a:cs typeface="Open Sans"/>
                <a:sym typeface="Open Sans"/>
              </a:rPr>
              <a:t>:</a:t>
            </a:r>
          </a:p>
          <a:p>
            <a:pPr lvl="1"/>
            <a:r>
              <a:rPr lang="es-GT" dirty="0">
                <a:latin typeface="Open Sans"/>
                <a:ea typeface="Open Sans"/>
                <a:cs typeface="Open Sans"/>
                <a:sym typeface="Open Sans"/>
              </a:rPr>
              <a:t>Los modelos tabulares permiten definir medidas, que son cálculos basados en fórmulas DAX, para ser utilizadas en informes. </a:t>
            </a:r>
          </a:p>
        </p:txBody>
      </p:sp>
    </p:spTree>
    <p:extLst>
      <p:ext uri="{BB962C8B-B14F-4D97-AF65-F5344CB8AC3E}">
        <p14:creationId xmlns:p14="http://schemas.microsoft.com/office/powerpoint/2010/main" val="30640834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B6859-E5F2-C190-278E-F78AF396F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81121-D648-1D44-7F43-503772B0AEBE}"/>
              </a:ext>
            </a:extLst>
          </p:cNvPr>
          <p:cNvSpPr>
            <a:spLocks noGrp="1"/>
          </p:cNvSpPr>
          <p:nvPr>
            <p:ph type="title"/>
          </p:nvPr>
        </p:nvSpPr>
        <p:spPr/>
        <p:txBody>
          <a:bodyPr/>
          <a:lstStyle/>
          <a:p>
            <a:r>
              <a:rPr lang="es-GT" i="0" u="none" strike="noStrike" cap="none" noProof="0" dirty="0">
                <a:latin typeface="Impact"/>
                <a:ea typeface="Impact"/>
                <a:cs typeface="Impact"/>
                <a:sym typeface="Impact"/>
              </a:rPr>
              <a:t>Características Modelos Tabulares</a:t>
            </a:r>
            <a:endParaRPr lang="es-GT" dirty="0"/>
          </a:p>
        </p:txBody>
      </p:sp>
      <p:sp>
        <p:nvSpPr>
          <p:cNvPr id="3" name="Content Placeholder 2">
            <a:extLst>
              <a:ext uri="{FF2B5EF4-FFF2-40B4-BE49-F238E27FC236}">
                <a16:creationId xmlns:a16="http://schemas.microsoft.com/office/drawing/2014/main" id="{64938C0E-8ED4-8295-BB28-236B48561EAC}"/>
              </a:ext>
            </a:extLst>
          </p:cNvPr>
          <p:cNvSpPr>
            <a:spLocks noGrp="1"/>
          </p:cNvSpPr>
          <p:nvPr>
            <p:ph idx="1"/>
          </p:nvPr>
        </p:nvSpPr>
        <p:spPr/>
        <p:txBody>
          <a:bodyPr>
            <a:normAutofit/>
          </a:bodyPr>
          <a:lstStyle/>
          <a:p>
            <a:r>
              <a:rPr lang="es-GT" b="1" dirty="0">
                <a:latin typeface="Open Sans"/>
                <a:ea typeface="Open Sans"/>
                <a:cs typeface="Open Sans"/>
                <a:sym typeface="Open Sans"/>
              </a:rPr>
              <a:t>Roles y seguridad de nivel de fila</a:t>
            </a:r>
            <a:r>
              <a:rPr lang="es-GT" dirty="0">
                <a:latin typeface="Open Sans"/>
                <a:ea typeface="Open Sans"/>
                <a:cs typeface="Open Sans"/>
                <a:sym typeface="Open Sans"/>
              </a:rPr>
              <a:t>:</a:t>
            </a:r>
          </a:p>
          <a:p>
            <a:pPr lvl="1"/>
            <a:r>
              <a:rPr lang="es-GT" dirty="0">
                <a:latin typeface="Open Sans"/>
                <a:ea typeface="Open Sans"/>
                <a:cs typeface="Open Sans"/>
                <a:sym typeface="Open Sans"/>
              </a:rPr>
              <a:t>Se pueden definir roles y filtros de fila (seguridad de nivel de fila) para controlar el acceso a los datos en los modelos tabulares. </a:t>
            </a:r>
          </a:p>
          <a:p>
            <a:r>
              <a:rPr lang="es-GT" b="1" dirty="0">
                <a:latin typeface="Open Sans"/>
                <a:ea typeface="Open Sans"/>
                <a:cs typeface="Open Sans"/>
                <a:sym typeface="Open Sans"/>
              </a:rPr>
              <a:t>Particiones</a:t>
            </a:r>
            <a:r>
              <a:rPr lang="es-GT" dirty="0">
                <a:latin typeface="Open Sans"/>
                <a:ea typeface="Open Sans"/>
                <a:cs typeface="Open Sans"/>
                <a:sym typeface="Open Sans"/>
              </a:rPr>
              <a:t>:</a:t>
            </a:r>
          </a:p>
          <a:p>
            <a:pPr lvl="1"/>
            <a:r>
              <a:rPr lang="es-GT" dirty="0">
                <a:latin typeface="Open Sans"/>
                <a:ea typeface="Open Sans"/>
                <a:cs typeface="Open Sans"/>
                <a:sym typeface="Open Sans"/>
              </a:rPr>
              <a:t>Los modelos tabulares se pueden dividir en particiones para mejorar el rendimiento y la eficiencia en el almacenamiento y procesamiento de datos. </a:t>
            </a:r>
          </a:p>
        </p:txBody>
      </p:sp>
    </p:spTree>
    <p:extLst>
      <p:ext uri="{BB962C8B-B14F-4D97-AF65-F5344CB8AC3E}">
        <p14:creationId xmlns:p14="http://schemas.microsoft.com/office/powerpoint/2010/main" val="415334550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236393B1-9809-6C15-FBA2-AFCEE546D8E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94A1B0F-AB40-6DC4-214A-621305ACB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F5FDAE-E40C-B9AC-FFE7-B7BAE1DA8BC4}"/>
              </a:ext>
            </a:extLst>
          </p:cNvPr>
          <p:cNvSpPr>
            <a:spLocks noGrp="1"/>
          </p:cNvSpPr>
          <p:nvPr>
            <p:ph type="title"/>
          </p:nvPr>
        </p:nvSpPr>
        <p:spPr>
          <a:xfrm>
            <a:off x="5781676" y="1028700"/>
            <a:ext cx="11472860" cy="2628898"/>
          </a:xfrm>
        </p:spPr>
        <p:txBody>
          <a:bodyPr>
            <a:normAutofit/>
          </a:bodyPr>
          <a:lstStyle/>
          <a:p>
            <a:r>
              <a:rPr lang="es-GT" i="0" u="none" strike="noStrike" cap="none" noProof="0" dirty="0">
                <a:latin typeface="Impact"/>
                <a:ea typeface="Impact"/>
                <a:cs typeface="Impact"/>
                <a:sym typeface="Impact"/>
              </a:rPr>
              <a:t>MDX y DAX</a:t>
            </a:r>
            <a:endParaRPr lang="es-GT" dirty="0"/>
          </a:p>
        </p:txBody>
      </p:sp>
      <p:sp>
        <p:nvSpPr>
          <p:cNvPr id="10" name="Rectangle 9">
            <a:extLst>
              <a:ext uri="{FF2B5EF4-FFF2-40B4-BE49-F238E27FC236}">
                <a16:creationId xmlns:a16="http://schemas.microsoft.com/office/drawing/2014/main" id="{9D824729-EF5A-07FE-C69F-5A82C0CF69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Freeform 6">
            <a:extLst>
              <a:ext uri="{FF2B5EF4-FFF2-40B4-BE49-F238E27FC236}">
                <a16:creationId xmlns:a16="http://schemas.microsoft.com/office/drawing/2014/main" id="{DAF870DE-DFD8-81F9-DB50-71C693E46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a:p>
        </p:txBody>
      </p:sp>
      <p:sp>
        <p:nvSpPr>
          <p:cNvPr id="14" name="Freeform 7">
            <a:extLst>
              <a:ext uri="{FF2B5EF4-FFF2-40B4-BE49-F238E27FC236}">
                <a16:creationId xmlns:a16="http://schemas.microsoft.com/office/drawing/2014/main" id="{56C3A034-8619-2F80-7141-F1DE1219F9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a:p>
        </p:txBody>
      </p:sp>
      <p:sp>
        <p:nvSpPr>
          <p:cNvPr id="16" name="Freeform 12">
            <a:extLst>
              <a:ext uri="{FF2B5EF4-FFF2-40B4-BE49-F238E27FC236}">
                <a16:creationId xmlns:a16="http://schemas.microsoft.com/office/drawing/2014/main" id="{4D8749CE-0440-A0E4-F83C-088FB58A8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a:p>
        </p:txBody>
      </p:sp>
      <p:sp>
        <p:nvSpPr>
          <p:cNvPr id="18" name="Freeform 13">
            <a:extLst>
              <a:ext uri="{FF2B5EF4-FFF2-40B4-BE49-F238E27FC236}">
                <a16:creationId xmlns:a16="http://schemas.microsoft.com/office/drawing/2014/main" id="{A3B3337B-123A-3F72-C1B6-C9EEBEA6C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a:p>
        </p:txBody>
      </p:sp>
      <p:sp>
        <p:nvSpPr>
          <p:cNvPr id="20" name="Freeform: Shape 19">
            <a:extLst>
              <a:ext uri="{FF2B5EF4-FFF2-40B4-BE49-F238E27FC236}">
                <a16:creationId xmlns:a16="http://schemas.microsoft.com/office/drawing/2014/main" id="{720A8A28-5ABC-FA4D-5516-61D0AA1F6A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a:p>
        </p:txBody>
      </p:sp>
      <p:sp>
        <p:nvSpPr>
          <p:cNvPr id="22" name="Freeform 15">
            <a:extLst>
              <a:ext uri="{FF2B5EF4-FFF2-40B4-BE49-F238E27FC236}">
                <a16:creationId xmlns:a16="http://schemas.microsoft.com/office/drawing/2014/main" id="{A0932097-5335-7C40-BF46-A14F865537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a:p>
        </p:txBody>
      </p:sp>
      <p:sp>
        <p:nvSpPr>
          <p:cNvPr id="3" name="Content Placeholder 2">
            <a:extLst>
              <a:ext uri="{FF2B5EF4-FFF2-40B4-BE49-F238E27FC236}">
                <a16:creationId xmlns:a16="http://schemas.microsoft.com/office/drawing/2014/main" id="{B3EA3578-A34A-6730-F312-68A95C271FDF}"/>
              </a:ext>
            </a:extLst>
          </p:cNvPr>
          <p:cNvSpPr>
            <a:spLocks noGrp="1"/>
          </p:cNvSpPr>
          <p:nvPr>
            <p:ph idx="1"/>
          </p:nvPr>
        </p:nvSpPr>
        <p:spPr>
          <a:xfrm>
            <a:off x="5781676" y="4000498"/>
            <a:ext cx="11472858" cy="4686302"/>
          </a:xfrm>
        </p:spPr>
        <p:txBody>
          <a:bodyPr anchor="t">
            <a:noAutofit/>
          </a:bodyPr>
          <a:lstStyle/>
          <a:p>
            <a:r>
              <a:rPr lang="es-GT" dirty="0">
                <a:latin typeface="Open Sans"/>
                <a:ea typeface="Open Sans"/>
                <a:cs typeface="Open Sans"/>
                <a:sym typeface="Open Sans"/>
              </a:rPr>
              <a:t>La elección entre MDX (</a:t>
            </a:r>
            <a:r>
              <a:rPr lang="es-GT" dirty="0" err="1">
                <a:latin typeface="Open Sans"/>
                <a:ea typeface="Open Sans"/>
                <a:cs typeface="Open Sans"/>
                <a:sym typeface="Open Sans"/>
              </a:rPr>
              <a:t>MultiDimensional</a:t>
            </a:r>
            <a:r>
              <a:rPr lang="es-GT" dirty="0">
                <a:latin typeface="Open Sans"/>
                <a:ea typeface="Open Sans"/>
                <a:cs typeface="Open Sans"/>
                <a:sym typeface="Open Sans"/>
              </a:rPr>
              <a:t> </a:t>
            </a:r>
            <a:r>
              <a:rPr lang="es-GT" dirty="0" err="1">
                <a:latin typeface="Open Sans"/>
                <a:ea typeface="Open Sans"/>
                <a:cs typeface="Open Sans"/>
                <a:sym typeface="Open Sans"/>
              </a:rPr>
              <a:t>eXpressions</a:t>
            </a:r>
            <a:r>
              <a:rPr lang="es-GT" dirty="0">
                <a:latin typeface="Open Sans"/>
                <a:ea typeface="Open Sans"/>
                <a:cs typeface="Open Sans"/>
                <a:sym typeface="Open Sans"/>
              </a:rPr>
              <a:t>) y DAX (Data </a:t>
            </a:r>
            <a:r>
              <a:rPr lang="es-GT" dirty="0" err="1">
                <a:latin typeface="Open Sans"/>
                <a:ea typeface="Open Sans"/>
                <a:cs typeface="Open Sans"/>
                <a:sym typeface="Open Sans"/>
              </a:rPr>
              <a:t>Analysis</a:t>
            </a:r>
            <a:r>
              <a:rPr lang="es-GT" dirty="0">
                <a:latin typeface="Open Sans"/>
                <a:ea typeface="Open Sans"/>
                <a:cs typeface="Open Sans"/>
                <a:sym typeface="Open Sans"/>
              </a:rPr>
              <a:t> </a:t>
            </a:r>
            <a:r>
              <a:rPr lang="es-GT" dirty="0" err="1">
                <a:latin typeface="Open Sans"/>
                <a:ea typeface="Open Sans"/>
                <a:cs typeface="Open Sans"/>
                <a:sym typeface="Open Sans"/>
              </a:rPr>
              <a:t>Expressions</a:t>
            </a:r>
            <a:r>
              <a:rPr lang="es-GT" dirty="0">
                <a:latin typeface="Open Sans"/>
                <a:ea typeface="Open Sans"/>
                <a:cs typeface="Open Sans"/>
                <a:sym typeface="Open Sans"/>
              </a:rPr>
              <a:t>) en el contexto de un cubo OLAP depende de la tecnología específica y los objetivos de análisis que se están persiguiendo.</a:t>
            </a:r>
          </a:p>
        </p:txBody>
      </p:sp>
    </p:spTree>
    <p:extLst>
      <p:ext uri="{BB962C8B-B14F-4D97-AF65-F5344CB8AC3E}">
        <p14:creationId xmlns:p14="http://schemas.microsoft.com/office/powerpoint/2010/main" val="15592881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302CEBF2-E991-77F7-A83A-06EA555E3D40}"/>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FFEF7F81-51EE-94F5-33C8-FC66BF2CF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F542E0-CCC4-4263-E269-9469580FDE33}"/>
              </a:ext>
            </a:extLst>
          </p:cNvPr>
          <p:cNvSpPr>
            <a:spLocks noGrp="1"/>
          </p:cNvSpPr>
          <p:nvPr>
            <p:ph type="title"/>
          </p:nvPr>
        </p:nvSpPr>
        <p:spPr>
          <a:xfrm>
            <a:off x="5781676" y="1028700"/>
            <a:ext cx="11472860" cy="2628898"/>
          </a:xfrm>
        </p:spPr>
        <p:txBody>
          <a:bodyPr>
            <a:normAutofit/>
          </a:bodyPr>
          <a:lstStyle/>
          <a:p>
            <a:r>
              <a:rPr lang="es-GT" i="0" u="none" strike="noStrike" cap="none" noProof="0">
                <a:latin typeface="Impact"/>
                <a:ea typeface="Impact"/>
                <a:cs typeface="Impact"/>
                <a:sym typeface="Impact"/>
              </a:rPr>
              <a:t>MDX</a:t>
            </a:r>
            <a:endParaRPr lang="es-GT" dirty="0"/>
          </a:p>
        </p:txBody>
      </p:sp>
      <p:sp>
        <p:nvSpPr>
          <p:cNvPr id="41" name="Rectangle 40">
            <a:extLst>
              <a:ext uri="{FF2B5EF4-FFF2-40B4-BE49-F238E27FC236}">
                <a16:creationId xmlns:a16="http://schemas.microsoft.com/office/drawing/2014/main" id="{5C3B21E9-F341-3108-6708-918892F719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2" name="Freeform 6">
            <a:extLst>
              <a:ext uri="{FF2B5EF4-FFF2-40B4-BE49-F238E27FC236}">
                <a16:creationId xmlns:a16="http://schemas.microsoft.com/office/drawing/2014/main" id="{39417336-A707-AB43-A3A6-6EB797340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a:p>
        </p:txBody>
      </p:sp>
      <p:sp>
        <p:nvSpPr>
          <p:cNvPr id="43" name="Freeform 7">
            <a:extLst>
              <a:ext uri="{FF2B5EF4-FFF2-40B4-BE49-F238E27FC236}">
                <a16:creationId xmlns:a16="http://schemas.microsoft.com/office/drawing/2014/main" id="{E2E7F7B2-A050-80FE-88D0-E3924B3A2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a:p>
        </p:txBody>
      </p:sp>
      <p:sp>
        <p:nvSpPr>
          <p:cNvPr id="44" name="Freeform 12">
            <a:extLst>
              <a:ext uri="{FF2B5EF4-FFF2-40B4-BE49-F238E27FC236}">
                <a16:creationId xmlns:a16="http://schemas.microsoft.com/office/drawing/2014/main" id="{F2C17F0D-F886-05E2-A918-C2D988C4AC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a:p>
        </p:txBody>
      </p:sp>
      <p:sp>
        <p:nvSpPr>
          <p:cNvPr id="45" name="Freeform 13">
            <a:extLst>
              <a:ext uri="{FF2B5EF4-FFF2-40B4-BE49-F238E27FC236}">
                <a16:creationId xmlns:a16="http://schemas.microsoft.com/office/drawing/2014/main" id="{E5195502-1D89-5DED-4033-E4121A61D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a:p>
        </p:txBody>
      </p:sp>
      <p:sp>
        <p:nvSpPr>
          <p:cNvPr id="46" name="Freeform: Shape 45">
            <a:extLst>
              <a:ext uri="{FF2B5EF4-FFF2-40B4-BE49-F238E27FC236}">
                <a16:creationId xmlns:a16="http://schemas.microsoft.com/office/drawing/2014/main" id="{A28BEF50-0819-733A-A0E1-AE3AC9917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a:p>
        </p:txBody>
      </p:sp>
      <p:sp>
        <p:nvSpPr>
          <p:cNvPr id="47" name="Freeform 15">
            <a:extLst>
              <a:ext uri="{FF2B5EF4-FFF2-40B4-BE49-F238E27FC236}">
                <a16:creationId xmlns:a16="http://schemas.microsoft.com/office/drawing/2014/main" id="{C0AD3C51-795D-69F5-6F6A-277AD2F8A0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a:p>
        </p:txBody>
      </p:sp>
      <p:graphicFrame>
        <p:nvGraphicFramePr>
          <p:cNvPr id="48" name="Content Placeholder 2">
            <a:extLst>
              <a:ext uri="{FF2B5EF4-FFF2-40B4-BE49-F238E27FC236}">
                <a16:creationId xmlns:a16="http://schemas.microsoft.com/office/drawing/2014/main" id="{3AA5CA53-F249-F718-2785-C6AA50E4B9B2}"/>
              </a:ext>
            </a:extLst>
          </p:cNvPr>
          <p:cNvGraphicFramePr>
            <a:graphicFrameLocks noGrp="1"/>
          </p:cNvGraphicFramePr>
          <p:nvPr>
            <p:ph idx="1"/>
          </p:nvPr>
        </p:nvGraphicFramePr>
        <p:xfrm>
          <a:off x="5781676" y="2802193"/>
          <a:ext cx="11472858" cy="73594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66138668"/>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E86600FE-83E9-68BC-459E-E03C896DAAE8}"/>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792FF307-7C4D-31E9-8903-64F961A6A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59FFCB-DB17-A756-A19F-C343E2F5701B}"/>
              </a:ext>
            </a:extLst>
          </p:cNvPr>
          <p:cNvSpPr>
            <a:spLocks noGrp="1"/>
          </p:cNvSpPr>
          <p:nvPr>
            <p:ph type="title"/>
          </p:nvPr>
        </p:nvSpPr>
        <p:spPr>
          <a:xfrm>
            <a:off x="5781676" y="1028700"/>
            <a:ext cx="11472860" cy="2628898"/>
          </a:xfrm>
        </p:spPr>
        <p:txBody>
          <a:bodyPr>
            <a:normAutofit/>
          </a:bodyPr>
          <a:lstStyle/>
          <a:p>
            <a:r>
              <a:rPr lang="es-GT" i="0" u="none" strike="noStrike" cap="none" noProof="0">
                <a:latin typeface="Impact"/>
                <a:ea typeface="Impact"/>
                <a:cs typeface="Impact"/>
                <a:sym typeface="Impact"/>
              </a:rPr>
              <a:t>DAX</a:t>
            </a:r>
            <a:endParaRPr lang="es-GT" dirty="0"/>
          </a:p>
        </p:txBody>
      </p:sp>
      <p:sp>
        <p:nvSpPr>
          <p:cNvPr id="41" name="Rectangle 40">
            <a:extLst>
              <a:ext uri="{FF2B5EF4-FFF2-40B4-BE49-F238E27FC236}">
                <a16:creationId xmlns:a16="http://schemas.microsoft.com/office/drawing/2014/main" id="{53008B6C-E8EA-1CE3-0DCF-3F5B6B8221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09589" cy="10287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2" name="Freeform 6">
            <a:extLst>
              <a:ext uri="{FF2B5EF4-FFF2-40B4-BE49-F238E27FC236}">
                <a16:creationId xmlns:a16="http://schemas.microsoft.com/office/drawing/2014/main" id="{8CCC8777-1F86-AC5B-67D4-0AD4B12C52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1"/>
            <a:ext cx="1288326" cy="4171436"/>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txBody>
          <a:bodyPr/>
          <a:lstStyle/>
          <a:p>
            <a:endParaRPr lang="es-GT"/>
          </a:p>
        </p:txBody>
      </p:sp>
      <p:sp>
        <p:nvSpPr>
          <p:cNvPr id="43" name="Freeform 7">
            <a:extLst>
              <a:ext uri="{FF2B5EF4-FFF2-40B4-BE49-F238E27FC236}">
                <a16:creationId xmlns:a16="http://schemas.microsoft.com/office/drawing/2014/main" id="{41D16B0A-EE90-DDA8-0BD1-F862AE67E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1"/>
            <a:ext cx="1253715" cy="4007243"/>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GT"/>
          </a:p>
        </p:txBody>
      </p:sp>
      <p:sp>
        <p:nvSpPr>
          <p:cNvPr id="44" name="Freeform 12">
            <a:extLst>
              <a:ext uri="{FF2B5EF4-FFF2-40B4-BE49-F238E27FC236}">
                <a16:creationId xmlns:a16="http://schemas.microsoft.com/office/drawing/2014/main" id="{1876EE18-965D-A993-274F-14A482C23C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8745"/>
            <a:ext cx="3263119" cy="6408256"/>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GT"/>
          </a:p>
        </p:txBody>
      </p:sp>
      <p:sp>
        <p:nvSpPr>
          <p:cNvPr id="45" name="Freeform 13">
            <a:extLst>
              <a:ext uri="{FF2B5EF4-FFF2-40B4-BE49-F238E27FC236}">
                <a16:creationId xmlns:a16="http://schemas.microsoft.com/office/drawing/2014/main" id="{4B581539-BCCF-8122-ACA7-83D8BE54BE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8617" y="4042938"/>
            <a:ext cx="4036114" cy="6244063"/>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GT"/>
          </a:p>
        </p:txBody>
      </p:sp>
      <p:sp>
        <p:nvSpPr>
          <p:cNvPr id="46" name="Freeform: Shape 45">
            <a:extLst>
              <a:ext uri="{FF2B5EF4-FFF2-40B4-BE49-F238E27FC236}">
                <a16:creationId xmlns:a16="http://schemas.microsoft.com/office/drawing/2014/main" id="{7DFB5F0E-CA04-33BF-D091-6BD059B3A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42849" y="4035798"/>
            <a:ext cx="4356480" cy="6251203"/>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txBody>
          <a:bodyPr/>
          <a:lstStyle/>
          <a:p>
            <a:endParaRPr lang="es-GT"/>
          </a:p>
        </p:txBody>
      </p:sp>
      <p:sp>
        <p:nvSpPr>
          <p:cNvPr id="47" name="Freeform 15">
            <a:extLst>
              <a:ext uri="{FF2B5EF4-FFF2-40B4-BE49-F238E27FC236}">
                <a16:creationId xmlns:a16="http://schemas.microsoft.com/office/drawing/2014/main" id="{91FF198C-4377-DD03-240D-9A2FC2A43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12136" y="3871606"/>
            <a:ext cx="4341852" cy="6415395"/>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GT"/>
          </a:p>
        </p:txBody>
      </p:sp>
      <p:graphicFrame>
        <p:nvGraphicFramePr>
          <p:cNvPr id="50" name="Content Placeholder 3">
            <a:extLst>
              <a:ext uri="{FF2B5EF4-FFF2-40B4-BE49-F238E27FC236}">
                <a16:creationId xmlns:a16="http://schemas.microsoft.com/office/drawing/2014/main" id="{FB95DE7A-DC9B-8C42-BE1F-49D7DD1EE199}"/>
              </a:ext>
            </a:extLst>
          </p:cNvPr>
          <p:cNvGraphicFramePr>
            <a:graphicFrameLocks noGrp="1"/>
          </p:cNvGraphicFramePr>
          <p:nvPr>
            <p:ph idx="1"/>
            <p:extLst>
              <p:ext uri="{D42A27DB-BD31-4B8C-83A1-F6EECF244321}">
                <p14:modId xmlns:p14="http://schemas.microsoft.com/office/powerpoint/2010/main" val="4165841421"/>
              </p:ext>
            </p:extLst>
          </p:nvPr>
        </p:nvGraphicFramePr>
        <p:xfrm>
          <a:off x="5427406" y="2743200"/>
          <a:ext cx="11827130" cy="71087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918201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AC6F5-D850-7686-D2F7-DEDF2EA73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56F3D-4C67-036E-847B-0FBE70722287}"/>
              </a:ext>
            </a:extLst>
          </p:cNvPr>
          <p:cNvSpPr>
            <a:spLocks noGrp="1"/>
          </p:cNvSpPr>
          <p:nvPr>
            <p:ph type="title"/>
          </p:nvPr>
        </p:nvSpPr>
        <p:spPr/>
        <p:txBody>
          <a:bodyPr/>
          <a:lstStyle/>
          <a:p>
            <a:r>
              <a:rPr lang="es-GT" i="0" u="none" strike="noStrike" cap="none" noProof="0" dirty="0">
                <a:latin typeface="Impact"/>
                <a:ea typeface="Impact"/>
                <a:cs typeface="Impact"/>
                <a:sym typeface="Impact"/>
              </a:rPr>
              <a:t>Características Modelos Tabulares</a:t>
            </a:r>
            <a:endParaRPr lang="es-GT" dirty="0"/>
          </a:p>
        </p:txBody>
      </p:sp>
      <p:sp>
        <p:nvSpPr>
          <p:cNvPr id="3" name="Content Placeholder 2">
            <a:extLst>
              <a:ext uri="{FF2B5EF4-FFF2-40B4-BE49-F238E27FC236}">
                <a16:creationId xmlns:a16="http://schemas.microsoft.com/office/drawing/2014/main" id="{24871A3A-9B72-A023-6487-887DEB143BEA}"/>
              </a:ext>
            </a:extLst>
          </p:cNvPr>
          <p:cNvSpPr>
            <a:spLocks noGrp="1"/>
          </p:cNvSpPr>
          <p:nvPr>
            <p:ph idx="1"/>
          </p:nvPr>
        </p:nvSpPr>
        <p:spPr/>
        <p:txBody>
          <a:bodyPr>
            <a:normAutofit/>
          </a:bodyPr>
          <a:lstStyle/>
          <a:p>
            <a:r>
              <a:rPr lang="es-GT" b="1" dirty="0">
                <a:latin typeface="Open Sans"/>
                <a:ea typeface="Open Sans"/>
                <a:cs typeface="Open Sans"/>
                <a:sym typeface="Open Sans"/>
              </a:rPr>
              <a:t>Roles y seguridad de nivel de fila</a:t>
            </a:r>
            <a:r>
              <a:rPr lang="es-GT" dirty="0">
                <a:latin typeface="Open Sans"/>
                <a:ea typeface="Open Sans"/>
                <a:cs typeface="Open Sans"/>
                <a:sym typeface="Open Sans"/>
              </a:rPr>
              <a:t>:</a:t>
            </a:r>
          </a:p>
          <a:p>
            <a:pPr lvl="1"/>
            <a:r>
              <a:rPr lang="es-GT" dirty="0">
                <a:latin typeface="Open Sans"/>
                <a:ea typeface="Open Sans"/>
                <a:cs typeface="Open Sans"/>
                <a:sym typeface="Open Sans"/>
              </a:rPr>
              <a:t>Se pueden definir roles y filtros de fila (seguridad de nivel de fila) para controlar el acceso a los datos en los modelos tabulares. </a:t>
            </a:r>
          </a:p>
          <a:p>
            <a:r>
              <a:rPr lang="es-GT" b="1" dirty="0">
                <a:latin typeface="Open Sans"/>
                <a:ea typeface="Open Sans"/>
                <a:cs typeface="Open Sans"/>
                <a:sym typeface="Open Sans"/>
              </a:rPr>
              <a:t>Particiones</a:t>
            </a:r>
            <a:r>
              <a:rPr lang="es-GT" dirty="0">
                <a:latin typeface="Open Sans"/>
                <a:ea typeface="Open Sans"/>
                <a:cs typeface="Open Sans"/>
                <a:sym typeface="Open Sans"/>
              </a:rPr>
              <a:t>:</a:t>
            </a:r>
          </a:p>
          <a:p>
            <a:pPr lvl="1"/>
            <a:r>
              <a:rPr lang="es-GT" dirty="0">
                <a:latin typeface="Open Sans"/>
                <a:ea typeface="Open Sans"/>
                <a:cs typeface="Open Sans"/>
                <a:sym typeface="Open Sans"/>
              </a:rPr>
              <a:t>Los modelos tabulares se pueden dividir en particiones para mejorar el rendimiento y la eficiencia en el almacenamiento y procesamiento de datos. </a:t>
            </a:r>
          </a:p>
        </p:txBody>
      </p:sp>
    </p:spTree>
    <p:extLst>
      <p:ext uri="{BB962C8B-B14F-4D97-AF65-F5344CB8AC3E}">
        <p14:creationId xmlns:p14="http://schemas.microsoft.com/office/powerpoint/2010/main" val="163253825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6605563" cy="10287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306536D9-58BE-FE9E-2A5A-1C614EEF9134}"/>
              </a:ext>
            </a:extLst>
          </p:cNvPr>
          <p:cNvSpPr>
            <a:spLocks noGrp="1"/>
          </p:cNvSpPr>
          <p:nvPr>
            <p:ph type="title"/>
          </p:nvPr>
        </p:nvSpPr>
        <p:spPr>
          <a:xfrm>
            <a:off x="802531" y="1028700"/>
            <a:ext cx="3959943" cy="7658100"/>
          </a:xfrm>
        </p:spPr>
        <p:txBody>
          <a:bodyPr>
            <a:normAutofit/>
          </a:bodyPr>
          <a:lstStyle/>
          <a:p>
            <a:r>
              <a:rPr lang="en-US" sz="5600" i="0" u="none" strike="noStrike" cap="none" dirty="0">
                <a:solidFill>
                  <a:srgbClr val="FFFFFF"/>
                </a:solidFill>
                <a:latin typeface="Impact"/>
                <a:ea typeface="Impact"/>
                <a:cs typeface="Impact"/>
                <a:sym typeface="Impact"/>
              </a:rPr>
              <a:t>CONCEPTOS CLAVE APRENDIDOS </a:t>
            </a:r>
            <a:endParaRPr lang="es-GT" sz="5600" dirty="0">
              <a:solidFill>
                <a:srgbClr val="FFFFFF"/>
              </a:solidFill>
            </a:endParaRP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72938" y="0"/>
            <a:ext cx="3655219" cy="10287002"/>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s-GT" dirty="0"/>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s-GT" dirty="0"/>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s-GT" dirty="0"/>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s-GT" dirty="0"/>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s-GT" dirty="0"/>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s-GT" dirty="0"/>
            </a:p>
          </p:txBody>
        </p:sp>
      </p:grpSp>
      <p:graphicFrame>
        <p:nvGraphicFramePr>
          <p:cNvPr id="5" name="Content Placeholder 2">
            <a:extLst>
              <a:ext uri="{FF2B5EF4-FFF2-40B4-BE49-F238E27FC236}">
                <a16:creationId xmlns:a16="http://schemas.microsoft.com/office/drawing/2014/main" id="{A53FC35C-237C-AFF6-21EF-4265D50B7A87}"/>
              </a:ext>
            </a:extLst>
          </p:cNvPr>
          <p:cNvGraphicFramePr>
            <a:graphicFrameLocks noGrp="1"/>
          </p:cNvGraphicFramePr>
          <p:nvPr>
            <p:ph idx="1"/>
            <p:extLst>
              <p:ext uri="{D42A27DB-BD31-4B8C-83A1-F6EECF244321}">
                <p14:modId xmlns:p14="http://schemas.microsoft.com/office/powerpoint/2010/main" val="3422503505"/>
              </p:ext>
            </p:extLst>
          </p:nvPr>
        </p:nvGraphicFramePr>
        <p:xfrm>
          <a:off x="7515225" y="1028699"/>
          <a:ext cx="9739312" cy="9258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535252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6605563" cy="10287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5D525AD2-AB70-952A-CBA2-67D26616DDCD}"/>
              </a:ext>
            </a:extLst>
          </p:cNvPr>
          <p:cNvSpPr>
            <a:spLocks noGrp="1"/>
          </p:cNvSpPr>
          <p:nvPr>
            <p:ph type="title"/>
          </p:nvPr>
        </p:nvSpPr>
        <p:spPr>
          <a:xfrm>
            <a:off x="802531" y="1028700"/>
            <a:ext cx="3959943" cy="7658100"/>
          </a:xfrm>
        </p:spPr>
        <p:txBody>
          <a:bodyPr>
            <a:normAutofit/>
          </a:bodyPr>
          <a:lstStyle/>
          <a:p>
            <a:r>
              <a:rPr lang="es-GT" i="0" u="none" strike="noStrike" cap="none" dirty="0">
                <a:solidFill>
                  <a:srgbClr val="FFFFFF"/>
                </a:solidFill>
                <a:latin typeface="Impact"/>
                <a:ea typeface="Impact"/>
                <a:cs typeface="Impact"/>
                <a:sym typeface="Impact"/>
              </a:rPr>
              <a:t>VALOR y ACTITUD</a:t>
            </a:r>
            <a:endParaRPr lang="es-GT" dirty="0">
              <a:solidFill>
                <a:srgbClr val="FFFFFF"/>
              </a:solidFill>
            </a:endParaRP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72938" y="0"/>
            <a:ext cx="3655219" cy="10287002"/>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s-GT" dirty="0"/>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s-GT" dirty="0"/>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s-GT" dirty="0"/>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s-GT" dirty="0"/>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s-GT" dirty="0"/>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s-GT" dirty="0"/>
            </a:p>
          </p:txBody>
        </p:sp>
      </p:grpSp>
      <p:graphicFrame>
        <p:nvGraphicFramePr>
          <p:cNvPr id="5" name="Content Placeholder 2">
            <a:extLst>
              <a:ext uri="{FF2B5EF4-FFF2-40B4-BE49-F238E27FC236}">
                <a16:creationId xmlns:a16="http://schemas.microsoft.com/office/drawing/2014/main" id="{95AEEF6B-008C-49C0-DB75-C00443894168}"/>
              </a:ext>
            </a:extLst>
          </p:cNvPr>
          <p:cNvGraphicFramePr>
            <a:graphicFrameLocks noGrp="1"/>
          </p:cNvGraphicFramePr>
          <p:nvPr>
            <p:ph idx="1"/>
            <p:extLst>
              <p:ext uri="{D42A27DB-BD31-4B8C-83A1-F6EECF244321}">
                <p14:modId xmlns:p14="http://schemas.microsoft.com/office/powerpoint/2010/main" val="3383579849"/>
              </p:ext>
            </p:extLst>
          </p:nvPr>
        </p:nvGraphicFramePr>
        <p:xfrm>
          <a:off x="7515225" y="1028700"/>
          <a:ext cx="9739312" cy="7658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5530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D9C4C-9A6D-0563-2ECB-205B8916AA89}"/>
              </a:ext>
            </a:extLst>
          </p:cNvPr>
          <p:cNvSpPr>
            <a:spLocks noGrp="1"/>
          </p:cNvSpPr>
          <p:nvPr>
            <p:ph type="title"/>
          </p:nvPr>
        </p:nvSpPr>
        <p:spPr/>
        <p:txBody>
          <a:bodyPr/>
          <a:lstStyle/>
          <a:p>
            <a:r>
              <a:rPr lang="en-US" sz="6000" i="0" u="none" strike="noStrike" cap="none">
                <a:solidFill>
                  <a:srgbClr val="131416"/>
                </a:solidFill>
                <a:latin typeface="Impact"/>
                <a:ea typeface="Impact"/>
                <a:cs typeface="Impact"/>
                <a:sym typeface="Impact"/>
              </a:rPr>
              <a:t>REFERENCIAS</a:t>
            </a:r>
            <a:endParaRPr lang="es-GT" dirty="0"/>
          </a:p>
        </p:txBody>
      </p:sp>
      <p:graphicFrame>
        <p:nvGraphicFramePr>
          <p:cNvPr id="10" name="Content Placeholder 3">
            <a:extLst>
              <a:ext uri="{FF2B5EF4-FFF2-40B4-BE49-F238E27FC236}">
                <a16:creationId xmlns:a16="http://schemas.microsoft.com/office/drawing/2014/main" id="{1B65AD3B-8239-540A-4E07-C741D4B6A94E}"/>
              </a:ext>
            </a:extLst>
          </p:cNvPr>
          <p:cNvGraphicFramePr>
            <a:graphicFrameLocks noGrp="1"/>
          </p:cNvGraphicFramePr>
          <p:nvPr>
            <p:ph idx="1"/>
            <p:extLst>
              <p:ext uri="{D42A27DB-BD31-4B8C-83A1-F6EECF244321}">
                <p14:modId xmlns:p14="http://schemas.microsoft.com/office/powerpoint/2010/main" val="3539889473"/>
              </p:ext>
            </p:extLst>
          </p:nvPr>
        </p:nvGraphicFramePr>
        <p:xfrm>
          <a:off x="2226466" y="3048000"/>
          <a:ext cx="15028070" cy="63572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015637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9"/>
          <p:cNvSpPr txBox="1"/>
          <p:nvPr/>
        </p:nvSpPr>
        <p:spPr>
          <a:xfrm>
            <a:off x="4437795" y="3389104"/>
            <a:ext cx="8658900" cy="2928494"/>
          </a:xfrm>
          <a:prstGeom prst="rect">
            <a:avLst/>
          </a:prstGeom>
          <a:noFill/>
          <a:ln>
            <a:noFill/>
          </a:ln>
        </p:spPr>
        <p:txBody>
          <a:bodyPr spcFirstLastPara="1" wrap="square" lIns="0" tIns="0" rIns="0" bIns="0" anchor="t" anchorCtr="0">
            <a:spAutoFit/>
          </a:bodyPr>
          <a:lstStyle/>
          <a:p>
            <a:pPr marL="0" marR="0" lvl="0" indent="0" algn="ctr" rtl="0">
              <a:lnSpc>
                <a:spcPct val="104000"/>
              </a:lnSpc>
              <a:spcBef>
                <a:spcPts val="0"/>
              </a:spcBef>
              <a:spcAft>
                <a:spcPts val="0"/>
              </a:spcAft>
              <a:buNone/>
            </a:pPr>
            <a:r>
              <a:rPr lang="en-US" sz="6099" i="0" u="none" strike="noStrike" cap="none" dirty="0">
                <a:solidFill>
                  <a:srgbClr val="131416"/>
                </a:solidFill>
                <a:latin typeface="Impact"/>
                <a:ea typeface="Impact"/>
                <a:cs typeface="Impact"/>
                <a:sym typeface="Impact"/>
              </a:rPr>
              <a:t>¡GRACIAS POR SU  ATENCIÓN!</a:t>
            </a:r>
            <a:endParaRPr dirty="0">
              <a:latin typeface="Impact"/>
              <a:ea typeface="Impact"/>
              <a:cs typeface="Impact"/>
              <a:sym typeface="Impact"/>
            </a:endParaRPr>
          </a:p>
          <a:p>
            <a:pPr marL="0" marR="0" lvl="0" indent="0" algn="just" rtl="0">
              <a:lnSpc>
                <a:spcPct val="104000"/>
              </a:lnSpc>
              <a:spcBef>
                <a:spcPts val="0"/>
              </a:spcBef>
              <a:spcAft>
                <a:spcPts val="0"/>
              </a:spcAft>
              <a:buNone/>
            </a:pPr>
            <a:endParaRPr sz="6099" i="0" u="none" strike="noStrike" cap="none" dirty="0">
              <a:solidFill>
                <a:srgbClr val="131416"/>
              </a:solidFill>
              <a:latin typeface="Impact"/>
              <a:ea typeface="Impact"/>
              <a:cs typeface="Impact"/>
              <a:sym typeface="Impact"/>
            </a:endParaRPr>
          </a:p>
        </p:txBody>
      </p:sp>
      <p:sp>
        <p:nvSpPr>
          <p:cNvPr id="185" name="Google Shape;185;p9"/>
          <p:cNvSpPr txBox="1"/>
          <p:nvPr/>
        </p:nvSpPr>
        <p:spPr>
          <a:xfrm>
            <a:off x="5414714" y="5958103"/>
            <a:ext cx="6704991" cy="89852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None/>
            </a:pPr>
            <a:r>
              <a:rPr lang="en-US" sz="5000" b="0" i="0" u="none" strike="noStrike" cap="none" dirty="0">
                <a:solidFill>
                  <a:srgbClr val="131416"/>
                </a:solidFill>
                <a:latin typeface="Arial"/>
                <a:ea typeface="Arial"/>
                <a:cs typeface="Arial"/>
                <a:sym typeface="Arial"/>
              </a:rPr>
              <a:t>DUDAS</a:t>
            </a:r>
            <a:endParaRPr dirty="0"/>
          </a:p>
        </p:txBody>
      </p:sp>
      <p:sp>
        <p:nvSpPr>
          <p:cNvPr id="186" name="Google Shape;186;p9"/>
          <p:cNvSpPr/>
          <p:nvPr/>
        </p:nvSpPr>
        <p:spPr>
          <a:xfrm>
            <a:off x="13963751" y="1028700"/>
            <a:ext cx="2757268" cy="377097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a:p>
        </p:txBody>
      </p:sp>
      <p:sp>
        <p:nvSpPr>
          <p:cNvPr id="187" name="Google Shape;187;p9"/>
          <p:cNvSpPr txBox="1"/>
          <p:nvPr/>
        </p:nvSpPr>
        <p:spPr>
          <a:xfrm>
            <a:off x="2411098" y="7899735"/>
            <a:ext cx="13465804" cy="71945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None/>
            </a:pPr>
            <a:r>
              <a:rPr lang="en-US" sz="2000" b="0" i="0" u="none" strike="noStrike" cap="non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663</TotalTime>
  <Words>1654</Words>
  <Application>Microsoft Office PowerPoint</Application>
  <PresentationFormat>Custom</PresentationFormat>
  <Paragraphs>101</Paragraphs>
  <Slides>22</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Pacifico</vt:lpstr>
      <vt:lpstr>Arial</vt:lpstr>
      <vt:lpstr>Impact</vt:lpstr>
      <vt:lpstr>Open Sans</vt:lpstr>
      <vt:lpstr>Corbel</vt:lpstr>
      <vt:lpstr>Century Gothic</vt:lpstr>
      <vt:lpstr>Lobster</vt:lpstr>
      <vt:lpstr>Parallax</vt:lpstr>
      <vt:lpstr>PowerPoint Presentation</vt:lpstr>
      <vt:lpstr>PowerPoint Presentation</vt:lpstr>
      <vt:lpstr>COMPETENCIA(S) QUE DESARROLLAREMOS</vt:lpstr>
      <vt:lpstr>¿Qué es KPI?</vt:lpstr>
      <vt:lpstr>¿Qué es KPI?</vt:lpstr>
      <vt:lpstr>Un buen KPI</vt:lpstr>
      <vt:lpstr>KPI vs. OKR (objetivos y resultados clave)</vt:lpstr>
      <vt:lpstr>Cubos OLAP y los KPI</vt:lpstr>
      <vt:lpstr>Cubos OLAP y los KPI</vt:lpstr>
      <vt:lpstr>Modelos Tabulares</vt:lpstr>
      <vt:lpstr>Características Modelos Tabulares</vt:lpstr>
      <vt:lpstr>Características Modelos Tabulares</vt:lpstr>
      <vt:lpstr>Características Modelos Tabulares</vt:lpstr>
      <vt:lpstr>Características Modelos Tabulares</vt:lpstr>
      <vt:lpstr>MDX y DAX</vt:lpstr>
      <vt:lpstr>MDX</vt:lpstr>
      <vt:lpstr>DAX</vt:lpstr>
      <vt:lpstr>Características Modelos Tabulares</vt:lpstr>
      <vt:lpstr>CONCEPTOS CLAVE APRENDIDOS </vt:lpstr>
      <vt:lpstr>VALOR y ACTITUD</vt:lpstr>
      <vt:lpstr>REFERENCIAS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José Alejandro Lorenty Herrera</cp:lastModifiedBy>
  <cp:revision>1</cp:revision>
  <dcterms:created xsi:type="dcterms:W3CDTF">2006-08-16T00:00:00Z</dcterms:created>
  <dcterms:modified xsi:type="dcterms:W3CDTF">2025-05-31T13:49:50Z</dcterms:modified>
</cp:coreProperties>
</file>