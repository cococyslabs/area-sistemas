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90" r:id="rId6"/>
    <p:sldId id="297" r:id="rId7"/>
    <p:sldId id="298" r:id="rId8"/>
    <p:sldId id="336" r:id="rId9"/>
    <p:sldId id="346" r:id="rId10"/>
    <p:sldId id="311" r:id="rId11"/>
    <p:sldId id="309" r:id="rId12"/>
    <p:sldId id="364" r:id="rId13"/>
    <p:sldId id="338" r:id="rId14"/>
    <p:sldId id="347" r:id="rId15"/>
    <p:sldId id="363" r:id="rId16"/>
    <p:sldId id="327" r:id="rId17"/>
    <p:sldId id="365" r:id="rId18"/>
    <p:sldId id="351" r:id="rId19"/>
    <p:sldId id="352" r:id="rId20"/>
    <p:sldId id="366" r:id="rId21"/>
    <p:sldId id="335" r:id="rId22"/>
    <p:sldId id="348" r:id="rId23"/>
    <p:sldId id="301" r:id="rId2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5602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70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9CB4F3C-75A8-4BB8-A18E-B730DDD68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AE10D8-98A5-4E68-A41F-7AA79FF696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7022EB2-72D7-451B-AEA0-CC69EE5C4891}" type="datetime1">
              <a:rPr lang="es-ES" smtClean="0"/>
              <a:t>16/08/2024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EF411-0DAB-4BCE-94A8-E903E20549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A11237F-7CCA-4423-B624-29C06FF2E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5A8CD4AB-B9A2-4248-B31F-8EBC71546D8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77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8661170-17F7-49AF-B705-E8F2CF2052F2}" type="datetime1">
              <a:rPr lang="es-ES" smtClean="0"/>
              <a:t>16/08/2024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ABE9C73-6CDE-45E2-97F8-E3C5308FA232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3496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ABE9C73-6CDE-45E2-97F8-E3C5308FA23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747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s-E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s-ES"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lang="es-ES" sz="1600"/>
            </a:lvl2pPr>
            <a:lvl3pPr marL="914400" indent="0" algn="ctr">
              <a:buNone/>
              <a:defRPr lang="es-ES" sz="16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lang="es-ES"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BEB4F5C9-88B7-447F-BE3E-E1414EC76429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21" name="Marcador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8201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13B000A-243B-4CA4-8C44-C6A6C08C8650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85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s-E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lang="es-E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s-E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ADEEDB7D-CC81-4931-9AAA-0077BE628FD4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703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E7F46B3-842E-4E89-8BDF-E361735C01BC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555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F2F0876-DA34-44C2-B05E-66533803F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3400" y="246600"/>
            <a:ext cx="11725200" cy="6364800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E352C7E-BCE1-47CD-872E-2935DD89FC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488" y="2103438"/>
            <a:ext cx="5243512" cy="3748087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lang="es-E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4C7856E-8481-4380-87B1-968A6434EDCE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23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>
                <a:solidFill>
                  <a:schemeClr val="tx1"/>
                </a:solidFill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FFA1CE0-D520-4AE6-8983-BF7F35BD3F6A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235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D2744B2-8AFF-4854-8EB2-6AEDB3208B71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877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C7B5EDD-7914-41F5-AC1A-03040CA5E9C6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6595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CC3E2A5-012A-4BBA-9BD6-129DEB004F28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966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1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FFF39E-7815-46BC-A7EE-7F1F6D4908E7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6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CD7A40E7-331A-409D-8385-D6893D1EA86A}"/>
              </a:ext>
            </a:extLst>
          </p:cNvPr>
          <p:cNvSpPr/>
          <p:nvPr userDrawn="1"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75561E95-1FD2-4358-9E4C-3D2E929E4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48394 w 12192000"/>
              <a:gd name="connsiteY0" fmla="*/ 941695 h 6858000"/>
              <a:gd name="connsiteX1" fmla="*/ 948394 w 12192000"/>
              <a:gd name="connsiteY1" fmla="*/ 5916305 h 6858000"/>
              <a:gd name="connsiteX2" fmla="*/ 6400920 w 12192000"/>
              <a:gd name="connsiteY2" fmla="*/ 5916305 h 6858000"/>
              <a:gd name="connsiteX3" fmla="*/ 6400920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48394" y="941695"/>
                </a:moveTo>
                <a:lnTo>
                  <a:pt x="948394" y="5916305"/>
                </a:lnTo>
                <a:lnTo>
                  <a:pt x="6400920" y="5916305"/>
                </a:lnTo>
                <a:lnTo>
                  <a:pt x="6400920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1ACFE4-7A0B-4C5F-B126-3E7852FCEB08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6E7077FF-6FAE-4A98-862F-3A2F931B95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357950" y="2852792"/>
            <a:ext cx="4633415" cy="257219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1E07B6-8D69-4F8A-9729-400511B37F8B}"/>
              </a:ext>
            </a:extLst>
          </p:cNvPr>
          <p:cNvSpPr/>
          <p:nvPr userDrawn="1"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57950" y="1352804"/>
            <a:ext cx="4633415" cy="1333641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111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lang="es-ES"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7BC489D-2B38-4086-A7AC-7DA6DCFEF9A7}" type="datetime1">
              <a:rPr lang="es-ES" noProof="0" smtClean="0"/>
              <a:t>16/08/2024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s-E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lang="es-ES"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0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703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D81C884-65B5-4077-A415-CB6AF9CEFAD3}" type="datetime1">
              <a:rPr lang="es-ES" noProof="0" smtClean="0"/>
              <a:t>16/08/2024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6042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9" r:id="rId5"/>
    <p:sldLayoutId id="2147483730" r:id="rId6"/>
    <p:sldLayoutId id="2147483736" r:id="rId7"/>
    <p:sldLayoutId id="2147483737" r:id="rId8"/>
    <p:sldLayoutId id="2147483727" r:id="rId9"/>
    <p:sldLayoutId id="2147483741" r:id="rId10"/>
    <p:sldLayoutId id="2147483740" r:id="rId11"/>
    <p:sldLayoutId id="2147483728" r:id="rId12"/>
    <p:sldLayoutId id="214748374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s/photo/5778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-144431" y="-15939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4038053001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Viernes, 16/08/2024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07:10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dirty="0"/>
              <a:t>Seminario de Sistemas 1 [B]</a:t>
            </a:r>
            <a:endParaRPr sz="3333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Luis Enrique Rivera Najera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04C7C-FE8B-4C2F-BF2E-CBD501A02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53F3E-E6E8-4DEE-A6F6-D6A88FD3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LAB. SEMINARIO DE SISTEMAS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54176-1A2D-47B9-B195-FB2140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r>
              <a:rPr lang="es-ES" sz="2400" dirty="0">
                <a:solidFill>
                  <a:schemeClr val="tx2">
                    <a:lumMod val="90000"/>
                  </a:schemeClr>
                </a:solidFill>
              </a:rPr>
              <a:t>Laboratorio #5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735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9689F-1FC0-B631-77FE-D08756E76662}"/>
              </a:ext>
            </a:extLst>
          </p:cNvPr>
          <p:cNvSpPr txBox="1"/>
          <p:nvPr/>
        </p:nvSpPr>
        <p:spPr>
          <a:xfrm>
            <a:off x="2357307" y="3059668"/>
            <a:ext cx="1946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Agenda</a:t>
            </a:r>
            <a:endParaRPr lang="es-GT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8C306-4CB0-E16F-2A8F-1F689FD33D9F}"/>
              </a:ext>
            </a:extLst>
          </p:cNvPr>
          <p:cNvSpPr txBox="1"/>
          <p:nvPr/>
        </p:nvSpPr>
        <p:spPr>
          <a:xfrm>
            <a:off x="6409189" y="1582340"/>
            <a:ext cx="38337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Dudas</a:t>
            </a:r>
            <a:r>
              <a:rPr lang="en-US" dirty="0"/>
              <a:t> y </a:t>
            </a:r>
            <a:r>
              <a:rPr lang="en-US" dirty="0" err="1"/>
              <a:t>comentarios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anterior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Practico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Anterior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s-GT" dirty="0"/>
              <a:t>Dudas Practica #1</a:t>
            </a:r>
          </a:p>
          <a:p>
            <a:r>
              <a:rPr lang="es-GT" dirty="0"/>
              <a:t>---------------------------------------------</a:t>
            </a:r>
          </a:p>
          <a:p>
            <a:r>
              <a:rPr lang="en-US" dirty="0"/>
              <a:t>AWS S3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Practico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Tarea</a:t>
            </a:r>
            <a:r>
              <a:rPr lang="en-US" dirty="0"/>
              <a:t> #2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Exposiciones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Dudas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4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041E-59DC-35E3-A8FF-DE178D68EE79}"/>
              </a:ext>
            </a:extLst>
          </p:cNvPr>
          <p:cNvSpPr txBox="1"/>
          <p:nvPr/>
        </p:nvSpPr>
        <p:spPr>
          <a:xfrm>
            <a:off x="2539068" y="2705725"/>
            <a:ext cx="7113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/>
              <a:t>Dudas</a:t>
            </a:r>
            <a:r>
              <a:rPr lang="en-US" sz="4400" dirty="0"/>
              <a:t> o </a:t>
            </a:r>
            <a:r>
              <a:rPr lang="en-US" sz="4400" dirty="0" err="1"/>
              <a:t>comentarios</a:t>
            </a:r>
            <a:r>
              <a:rPr lang="en-US" sz="4400" dirty="0"/>
              <a:t> de la </a:t>
            </a:r>
            <a:r>
              <a:rPr lang="en-US" sz="4400" dirty="0" err="1"/>
              <a:t>clase</a:t>
            </a:r>
            <a:r>
              <a:rPr lang="en-US" sz="4400" dirty="0"/>
              <a:t> anterior?</a:t>
            </a:r>
            <a:endParaRPr lang="es-GT" sz="4400" dirty="0"/>
          </a:p>
        </p:txBody>
      </p:sp>
    </p:spTree>
    <p:extLst>
      <p:ext uri="{BB962C8B-B14F-4D97-AF65-F5344CB8AC3E}">
        <p14:creationId xmlns:p14="http://schemas.microsoft.com/office/powerpoint/2010/main" val="70753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506083" y="343395"/>
            <a:ext cx="111798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r>
              <a:rPr lang="en-US" sz="7200" dirty="0"/>
              <a:t> </a:t>
            </a:r>
            <a:r>
              <a:rPr lang="en-US" sz="7200" dirty="0" err="1"/>
              <a:t>Clase</a:t>
            </a:r>
            <a:r>
              <a:rPr lang="en-US" sz="7200" dirty="0"/>
              <a:t> Anterior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341605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7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9144-72EC-EC21-2E49-C79C2EF0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30519-DDCB-6D8B-7C0A-340A459CD0C3}"/>
              </a:ext>
            </a:extLst>
          </p:cNvPr>
          <p:cNvSpPr txBox="1"/>
          <p:nvPr/>
        </p:nvSpPr>
        <p:spPr>
          <a:xfrm>
            <a:off x="2539068" y="2789615"/>
            <a:ext cx="7113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4400" dirty="0"/>
              <a:t>Dudas Practica #1?</a:t>
            </a:r>
          </a:p>
        </p:txBody>
      </p:sp>
    </p:spTree>
    <p:extLst>
      <p:ext uri="{BB962C8B-B14F-4D97-AF65-F5344CB8AC3E}">
        <p14:creationId xmlns:p14="http://schemas.microsoft.com/office/powerpoint/2010/main" val="3288252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921717" y="3044279"/>
            <a:ext cx="4195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Almacenamiento</a:t>
            </a:r>
            <a:endParaRPr lang="en-US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028" name="Picture 4" descr="Almacenamiento en la nube ¿qué plataforma elegir en 2017? | Lifestyle |  Cinco Días">
            <a:extLst>
              <a:ext uri="{FF2B5EF4-FFF2-40B4-BE49-F238E27FC236}">
                <a16:creationId xmlns:a16="http://schemas.microsoft.com/office/drawing/2014/main" id="{FC9BB202-685B-B987-E94D-22B9579D1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30" y="1604961"/>
            <a:ext cx="63246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98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4243732" y="2726215"/>
            <a:ext cx="5476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El almacenamiento en la nube, del inglés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cloud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storage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, es un modelo de almacenamiento de datos basado en redes de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computadoras, ideado en los años 1960, donde los datos están alojados en espacios de almacenamiento virtualizados, por lo general aportados por terceros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3871246" y="559860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 que se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refiere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el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almacenamiento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nube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42CFF9-8A8D-FD29-33AE-89305FE1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68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2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F77DF0-C951-0DC3-DE28-5AF07ABE233B}"/>
              </a:ext>
            </a:extLst>
          </p:cNvPr>
          <p:cNvSpPr txBox="1"/>
          <p:nvPr/>
        </p:nvSpPr>
        <p:spPr>
          <a:xfrm>
            <a:off x="527357" y="2042435"/>
            <a:ext cx="54763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Las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compañiás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alojamiento operan enormes centros de procesamiento de datos. Los usuarios que requieren estos servicios compran, alquilan o contratan la capacidad de almacenamiento necesaria.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 los servicios de almacenamiento en nube, se puede acceder por diferentes medios, como un servicio web, interfaz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programacion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aplicaciones (API), interfaz de usuario o alguna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otr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seelccionada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por el cliente.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-125338" y="706914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Como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funciona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A85D88-A6FD-E1FA-308C-A78350B3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352" y="2042435"/>
            <a:ext cx="2898046" cy="27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8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979050" y="509706"/>
            <a:ext cx="8233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Almacenamiento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los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distintos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proveedores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Cloud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BFA64C-9C54-8E92-7AB6-F4B9089A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2413713"/>
            <a:ext cx="39243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24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CD0F0-A081-83C1-585F-FA4C4034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00FAF55-B2A5-EA61-FF90-938825CB5E7B}"/>
              </a:ext>
            </a:extLst>
          </p:cNvPr>
          <p:cNvSpPr txBox="1"/>
          <p:nvPr/>
        </p:nvSpPr>
        <p:spPr>
          <a:xfrm>
            <a:off x="1740758" y="3044279"/>
            <a:ext cx="21066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AWS S3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050" name="Picture 2" descr="Pros and Cons of Amazon S3 2024">
            <a:extLst>
              <a:ext uri="{FF2B5EF4-FFF2-40B4-BE49-F238E27FC236}">
                <a16:creationId xmlns:a16="http://schemas.microsoft.com/office/drawing/2014/main" id="{5AD407CE-A951-56CF-C98D-1406995D3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2" r="26906"/>
          <a:stretch/>
        </p:blipFill>
        <p:spPr bwMode="auto">
          <a:xfrm>
            <a:off x="6352491" y="1113064"/>
            <a:ext cx="3984171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5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841C4-8D54-2909-A48F-8D624286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46EB25-EBDD-936B-BA90-0B305DAD6730}"/>
              </a:ext>
            </a:extLst>
          </p:cNvPr>
          <p:cNvSpPr txBox="1"/>
          <p:nvPr/>
        </p:nvSpPr>
        <p:spPr>
          <a:xfrm>
            <a:off x="976462" y="2576071"/>
            <a:ext cx="47313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Simple Storage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Service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(Amazon S3) es un servicio de almacenamiento de objetos que ofrece escalabilidad, disponibilidad de datos, seguridad y rendimiento lideres en el sector. Los objetos son almacenados en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bucket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y este tiene un nombre globalmente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unico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3E9419-F668-F34E-2E18-87E2D3D1B92C}"/>
              </a:ext>
            </a:extLst>
          </p:cNvPr>
          <p:cNvSpPr txBox="1"/>
          <p:nvPr/>
        </p:nvSpPr>
        <p:spPr>
          <a:xfrm>
            <a:off x="1669539" y="1132531"/>
            <a:ext cx="29418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S3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2E007FE2-5512-901C-7C2B-E66F56F4E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953" y="1035698"/>
            <a:ext cx="3999917" cy="478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03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5928220" y="1720840"/>
            <a:ext cx="5914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Rendimiento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escalabilidad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durabilidad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Gran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variedad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clases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almacenamiento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rentables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Capacidades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seguridad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conformidad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auditoria.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Administre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datos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accede 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los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controles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facilmente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Servicios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consulta “in situ” para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los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analisis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El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servicio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almacenamiento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nube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con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el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mayor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nivel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soporte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666532" y="3044279"/>
            <a:ext cx="42066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S3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04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B0174-55C5-DEFD-2B98-257B51E1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0C25276-7A51-5FE3-2CE1-BBDC0D2ECB8F}"/>
              </a:ext>
            </a:extLst>
          </p:cNvPr>
          <p:cNvSpPr txBox="1"/>
          <p:nvPr/>
        </p:nvSpPr>
        <p:spPr>
          <a:xfrm>
            <a:off x="6096000" y="1720839"/>
            <a:ext cx="5914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Copia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seguridad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restauracion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Recuperacion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desastres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Archivo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Lagos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datos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analisis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big data</a:t>
            </a: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Almacenamiento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hibrido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nube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Datos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aplicaciones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nativas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nube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7CC0B4-2972-8697-947D-FCD708F8D25C}"/>
              </a:ext>
            </a:extLst>
          </p:cNvPr>
          <p:cNvSpPr txBox="1"/>
          <p:nvPr/>
        </p:nvSpPr>
        <p:spPr>
          <a:xfrm>
            <a:off x="682284" y="3044279"/>
            <a:ext cx="49728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Casos de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uso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S3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598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908AC-0DF6-7B85-ECA4-A6EAD6C0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D7CC464-B2C2-56FC-6782-092218D1C880}"/>
              </a:ext>
            </a:extLst>
          </p:cNvPr>
          <p:cNvSpPr txBox="1"/>
          <p:nvPr/>
        </p:nvSpPr>
        <p:spPr>
          <a:xfrm>
            <a:off x="1979049" y="400649"/>
            <a:ext cx="823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Quienes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usan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este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servicio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558DB5-CA78-4D4C-0BFA-CFA2DD79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7" y="1577746"/>
            <a:ext cx="3086100" cy="17430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520728-C631-E1EF-4A58-E898D9BBA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3064815"/>
            <a:ext cx="2552700" cy="8191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7ADB25-6012-EDB2-BC85-D5544BEEB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119" y="1820634"/>
            <a:ext cx="3114675" cy="6286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7106012-566F-CCA6-34FB-79B777515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711" y="4753584"/>
            <a:ext cx="3076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5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30B2-EAB7-9832-957F-09F82222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5A3A31E-FC95-CCA9-0C13-2563F5914C55}"/>
              </a:ext>
            </a:extLst>
          </p:cNvPr>
          <p:cNvSpPr txBox="1"/>
          <p:nvPr/>
        </p:nvSpPr>
        <p:spPr>
          <a:xfrm>
            <a:off x="1273205" y="3044279"/>
            <a:ext cx="34579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Capa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Gratuita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47C847-1951-92A0-7DE6-4F92DCB4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255" y="1624011"/>
            <a:ext cx="26193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26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973123"/>
            <a:ext cx="643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341605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127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4C2EC48-00C6-F438-F1A4-AB70BD39BEFB}"/>
              </a:ext>
            </a:extLst>
          </p:cNvPr>
          <p:cNvSpPr txBox="1"/>
          <p:nvPr/>
        </p:nvSpPr>
        <p:spPr>
          <a:xfrm>
            <a:off x="5091558" y="736195"/>
            <a:ext cx="23855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Tarea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#2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7D122F-0265-EEAA-B792-53FBF25F2235}"/>
              </a:ext>
            </a:extLst>
          </p:cNvPr>
          <p:cNvSpPr txBox="1"/>
          <p:nvPr/>
        </p:nvSpPr>
        <p:spPr>
          <a:xfrm>
            <a:off x="1901504" y="2221324"/>
            <a:ext cx="83889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Crear un sitio web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estatico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. (no importa con que lo hagan, puro HTML,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php,angular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react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etc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Este sitio contendrá una pantalla que muestre el video de la webcam de la computadora , incluir nombre y carnet que sea visible.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Alojar este sitio en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bucket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 de S3 con el nombre: tarea2_2s2024_&lt;Carnet&gt;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Configurarlo para que este pueda ser visitado por cualquier persona.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Entregable: URL DEL SITIO ,puede ser el </a:t>
            </a:r>
            <a:r>
              <a:rPr lang="es-MX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url</a:t>
            </a: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 del objeto o el proporcionado para el alojamiento de sitio web estático.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  <a:latin typeface="Abadi" panose="020B0604020104020204" pitchFamily="34" charset="0"/>
              </a:rPr>
              <a:t>Fecha de entrega: 23 de Agosto</a:t>
            </a:r>
            <a:endParaRPr lang="es-GT" sz="2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12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10249-07DA-972E-89E8-5004A778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72D0B9F-C2A6-22D0-F9E8-ABC70C670AB6}"/>
              </a:ext>
            </a:extLst>
          </p:cNvPr>
          <p:cNvSpPr txBox="1"/>
          <p:nvPr/>
        </p:nvSpPr>
        <p:spPr>
          <a:xfrm>
            <a:off x="4265961" y="2705725"/>
            <a:ext cx="34419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Exposiciones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Grupo 1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0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Dudas</a:t>
            </a:r>
            <a:r>
              <a:rPr lang="en-US" sz="7200" dirty="0"/>
              <a:t> o </a:t>
            </a:r>
            <a:r>
              <a:rPr lang="en-US" sz="7200" dirty="0" err="1"/>
              <a:t>comentarios</a:t>
            </a:r>
            <a:endParaRPr lang="es-GT" sz="7200" dirty="0"/>
          </a:p>
        </p:txBody>
      </p:sp>
    </p:spTree>
    <p:extLst>
      <p:ext uri="{BB962C8B-B14F-4D97-AF65-F5344CB8AC3E}">
        <p14:creationId xmlns:p14="http://schemas.microsoft.com/office/powerpoint/2010/main" val="2114775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02519_TF89747358_Win32" id="{B609F969-5D32-4B95-9F78-8698CAA0F86F}" vid="{861FB8E8-60C1-4B53-B06A-67A7A082AC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243E30-12F4-4BE3-B27D-23AB115E9D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96A612-58F4-4E9A-9665-3987CC3AC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5E4A76-0180-4CD0-B081-82F74A33613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para enseñar un curso</Template>
  <TotalTime>1989</TotalTime>
  <Words>491</Words>
  <Application>Microsoft Office PowerPoint</Application>
  <PresentationFormat>Widescreen</PresentationFormat>
  <Paragraphs>77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Abadi</vt:lpstr>
      <vt:lpstr>Arial</vt:lpstr>
      <vt:lpstr>Calibri</vt:lpstr>
      <vt:lpstr>Garamond</vt:lpstr>
      <vt:lpstr>SavonVTI</vt:lpstr>
      <vt:lpstr>PowerPoint Presentation</vt:lpstr>
      <vt:lpstr>LAB. SEMINARIO DE SISTEMAS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Enrique Rivera Najera</dc:creator>
  <cp:lastModifiedBy>Luis Enrique Rivera Najera</cp:lastModifiedBy>
  <cp:revision>71</cp:revision>
  <dcterms:created xsi:type="dcterms:W3CDTF">2024-01-19T00:28:28Z</dcterms:created>
  <dcterms:modified xsi:type="dcterms:W3CDTF">2024-08-16T14:55:45Z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