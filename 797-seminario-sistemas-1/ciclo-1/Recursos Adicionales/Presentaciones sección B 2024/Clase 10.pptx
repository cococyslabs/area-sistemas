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y="6858000" cx="12192000"/>
  <p:notesSz cx="6858000" cy="9144000"/>
  <p:embeddedFontLst>
    <p:embeddedFont>
      <p:font typeface="Garamond"/>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58" roundtripDataSignature="AMtx7mhX8youGaFZ9Ks76GqnlKSndNjM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50CA89-DD0E-4833-851F-BB9A3FD40A40}">
  <a:tblStyle styleId="{9950CA89-DD0E-4833-851F-BB9A3FD40A4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font" Target="fonts/Garamond-bold.fntdata"/><Relationship Id="rId10" Type="http://schemas.openxmlformats.org/officeDocument/2006/relationships/slide" Target="slides/slide3.xml"/><Relationship Id="rId54" Type="http://schemas.openxmlformats.org/officeDocument/2006/relationships/font" Target="fonts/Garamond-regular.fntdata"/><Relationship Id="rId13" Type="http://schemas.openxmlformats.org/officeDocument/2006/relationships/slide" Target="slides/slide6.xml"/><Relationship Id="rId57" Type="http://schemas.openxmlformats.org/officeDocument/2006/relationships/font" Target="fonts/Garamond-boldItalic.fntdata"/><Relationship Id="rId12" Type="http://schemas.openxmlformats.org/officeDocument/2006/relationships/slide" Target="slides/slide5.xml"/><Relationship Id="rId56" Type="http://schemas.openxmlformats.org/officeDocument/2006/relationships/font" Target="fonts/Garamond-italic.fntdata"/><Relationship Id="rId15" Type="http://schemas.openxmlformats.org/officeDocument/2006/relationships/slide" Target="slides/slide8.xml"/><Relationship Id="rId14" Type="http://schemas.openxmlformats.org/officeDocument/2006/relationships/slide" Target="slides/slide7.xml"/><Relationship Id="rId58" Type="http://customschemas.google.com/relationships/presentationmetadata" Target="meta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159" name="Google Shape;15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s-MX" sz="1200">
                <a:solidFill>
                  <a:schemeClr val="lt1"/>
                </a:solidFill>
                <a:latin typeface="Calibri"/>
                <a:ea typeface="Calibri"/>
                <a:cs typeface="Calibri"/>
                <a:sym typeface="Calibri"/>
              </a:rPr>
              <a:t>‹#›</a:t>
            </a:fld>
            <a:endParaRPr sz="1200">
              <a:solidFill>
                <a:schemeClr val="lt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8"/>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rgbClr val="262626"/>
              </a:buClr>
              <a:buSzPts val="2800"/>
              <a:buFont typeface="Garamond"/>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8"/>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00000"/>
              </a:lnSpc>
              <a:spcBef>
                <a:spcPts val="0"/>
              </a:spcBef>
              <a:spcAft>
                <a:spcPts val="0"/>
              </a:spcAft>
              <a:buSzPts val="18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21" name="Google Shape;21;p4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rgbClr val="3F3F3F"/>
              </a:buClr>
              <a:buSzPts val="1000"/>
              <a:buFont typeface="Garamond"/>
              <a:buNone/>
              <a:defRPr b="0" i="0" sz="1000" u="none" cap="none" strike="noStrike">
                <a:solidFill>
                  <a:srgbClr val="3F3F3F"/>
                </a:solidFill>
                <a:latin typeface="Garamond"/>
                <a:ea typeface="Garamond"/>
                <a:cs typeface="Garamond"/>
                <a:sym typeface="Garamond"/>
              </a:defRPr>
            </a:lvl1pPr>
            <a:lvl2pPr indent="0" lvl="1" marL="0" algn="r">
              <a:buClr>
                <a:srgbClr val="3F3F3F"/>
              </a:buClr>
              <a:buSzPts val="1000"/>
              <a:buFont typeface="Garamond"/>
              <a:buNone/>
              <a:defRPr b="0" i="0" sz="1000" u="none" cap="none" strike="noStrike">
                <a:solidFill>
                  <a:srgbClr val="3F3F3F"/>
                </a:solidFill>
                <a:latin typeface="Garamond"/>
                <a:ea typeface="Garamond"/>
                <a:cs typeface="Garamond"/>
                <a:sym typeface="Garamond"/>
              </a:defRPr>
            </a:lvl2pPr>
            <a:lvl3pPr indent="0" lvl="2" marL="0" algn="r">
              <a:buClr>
                <a:srgbClr val="3F3F3F"/>
              </a:buClr>
              <a:buSzPts val="1000"/>
              <a:buFont typeface="Garamond"/>
              <a:buNone/>
              <a:defRPr b="0" i="0" sz="1000" u="none" cap="none" strike="noStrike">
                <a:solidFill>
                  <a:srgbClr val="3F3F3F"/>
                </a:solidFill>
                <a:latin typeface="Garamond"/>
                <a:ea typeface="Garamond"/>
                <a:cs typeface="Garamond"/>
                <a:sym typeface="Garamond"/>
              </a:defRPr>
            </a:lvl3pPr>
            <a:lvl4pPr indent="0" lvl="3" marL="0" algn="r">
              <a:buClr>
                <a:srgbClr val="3F3F3F"/>
              </a:buClr>
              <a:buSzPts val="1000"/>
              <a:buFont typeface="Garamond"/>
              <a:buNone/>
              <a:defRPr b="0" i="0" sz="1000" u="none" cap="none" strike="noStrike">
                <a:solidFill>
                  <a:srgbClr val="3F3F3F"/>
                </a:solidFill>
                <a:latin typeface="Garamond"/>
                <a:ea typeface="Garamond"/>
                <a:cs typeface="Garamond"/>
                <a:sym typeface="Garamond"/>
              </a:defRPr>
            </a:lvl4pPr>
            <a:lvl5pPr indent="0" lvl="4" marL="0" algn="r">
              <a:buClr>
                <a:srgbClr val="3F3F3F"/>
              </a:buClr>
              <a:buSzPts val="1000"/>
              <a:buFont typeface="Garamond"/>
              <a:buNone/>
              <a:defRPr b="0" i="0" sz="1000" u="none" cap="none" strike="noStrike">
                <a:solidFill>
                  <a:srgbClr val="3F3F3F"/>
                </a:solidFill>
                <a:latin typeface="Garamond"/>
                <a:ea typeface="Garamond"/>
                <a:cs typeface="Garamond"/>
                <a:sym typeface="Garamond"/>
              </a:defRPr>
            </a:lvl5pPr>
            <a:lvl6pPr indent="0" lvl="5" marL="0" algn="r">
              <a:buClr>
                <a:srgbClr val="3F3F3F"/>
              </a:buClr>
              <a:buSzPts val="1000"/>
              <a:buFont typeface="Garamond"/>
              <a:buNone/>
              <a:defRPr b="0" i="0" sz="1000" u="none" cap="none" strike="noStrike">
                <a:solidFill>
                  <a:srgbClr val="3F3F3F"/>
                </a:solidFill>
                <a:latin typeface="Garamond"/>
                <a:ea typeface="Garamond"/>
                <a:cs typeface="Garamond"/>
                <a:sym typeface="Garamond"/>
              </a:defRPr>
            </a:lvl6pPr>
            <a:lvl7pPr indent="0" lvl="6" marL="0" algn="r">
              <a:buClr>
                <a:srgbClr val="3F3F3F"/>
              </a:buClr>
              <a:buSzPts val="1000"/>
              <a:buFont typeface="Garamond"/>
              <a:buNone/>
              <a:defRPr b="0" i="0" sz="1000" u="none" cap="none" strike="noStrike">
                <a:solidFill>
                  <a:srgbClr val="3F3F3F"/>
                </a:solidFill>
                <a:latin typeface="Garamond"/>
                <a:ea typeface="Garamond"/>
                <a:cs typeface="Garamond"/>
                <a:sym typeface="Garamond"/>
              </a:defRPr>
            </a:lvl7pPr>
            <a:lvl8pPr indent="0" lvl="7" marL="0" algn="r">
              <a:buClr>
                <a:srgbClr val="3F3F3F"/>
              </a:buClr>
              <a:buSzPts val="1000"/>
              <a:buFont typeface="Garamond"/>
              <a:buNone/>
              <a:defRPr b="0" i="0" sz="1000" u="none" cap="none" strike="noStrike">
                <a:solidFill>
                  <a:srgbClr val="3F3F3F"/>
                </a:solidFill>
                <a:latin typeface="Garamond"/>
                <a:ea typeface="Garamond"/>
                <a:cs typeface="Garamond"/>
                <a:sym typeface="Garamond"/>
              </a:defRPr>
            </a:lvl8pPr>
            <a:lvl9pPr indent="0" lvl="8" marL="0" algn="r">
              <a:buClr>
                <a:srgbClr val="3F3F3F"/>
              </a:buClr>
              <a:buSzPts val="1000"/>
              <a:buFont typeface="Garamond"/>
              <a:buNone/>
              <a:defRPr b="0" i="0" sz="1000" u="none" cap="none" strike="noStrike">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2" name="Shape 22"/>
        <p:cNvGrpSpPr/>
        <p:nvPr/>
      </p:nvGrpSpPr>
      <p:grpSpPr>
        <a:xfrm>
          <a:off x="0" y="0"/>
          <a:ext cx="0" cy="0"/>
          <a:chOff x="0" y="0"/>
          <a:chExt cx="0" cy="0"/>
        </a:xfrm>
      </p:grpSpPr>
      <p:sp>
        <p:nvSpPr>
          <p:cNvPr id="23" name="Google Shape;23;p52"/>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2"/>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2"/>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3F3F3F"/>
                </a:solidFill>
                <a:latin typeface="Garamond"/>
                <a:ea typeface="Garamond"/>
                <a:cs typeface="Garamond"/>
                <a:sym typeface="Garamond"/>
              </a:defRPr>
            </a:lvl1pPr>
            <a:lvl2pPr indent="0" lvl="1" marL="0" marR="0" algn="r">
              <a:spcBef>
                <a:spcPts val="0"/>
              </a:spcBef>
              <a:buNone/>
              <a:defRPr sz="1000">
                <a:solidFill>
                  <a:srgbClr val="3F3F3F"/>
                </a:solidFill>
                <a:latin typeface="Garamond"/>
                <a:ea typeface="Garamond"/>
                <a:cs typeface="Garamond"/>
                <a:sym typeface="Garamond"/>
              </a:defRPr>
            </a:lvl2pPr>
            <a:lvl3pPr indent="0" lvl="2" marL="0" marR="0" algn="r">
              <a:spcBef>
                <a:spcPts val="0"/>
              </a:spcBef>
              <a:buNone/>
              <a:defRPr sz="1000">
                <a:solidFill>
                  <a:srgbClr val="3F3F3F"/>
                </a:solidFill>
                <a:latin typeface="Garamond"/>
                <a:ea typeface="Garamond"/>
                <a:cs typeface="Garamond"/>
                <a:sym typeface="Garamond"/>
              </a:defRPr>
            </a:lvl3pPr>
            <a:lvl4pPr indent="0" lvl="3" marL="0" marR="0" algn="r">
              <a:spcBef>
                <a:spcPts val="0"/>
              </a:spcBef>
              <a:buNone/>
              <a:defRPr sz="1000">
                <a:solidFill>
                  <a:srgbClr val="3F3F3F"/>
                </a:solidFill>
                <a:latin typeface="Garamond"/>
                <a:ea typeface="Garamond"/>
                <a:cs typeface="Garamond"/>
                <a:sym typeface="Garamond"/>
              </a:defRPr>
            </a:lvl4pPr>
            <a:lvl5pPr indent="0" lvl="4" marL="0" marR="0" algn="r">
              <a:spcBef>
                <a:spcPts val="0"/>
              </a:spcBef>
              <a:buNone/>
              <a:defRPr sz="1000">
                <a:solidFill>
                  <a:srgbClr val="3F3F3F"/>
                </a:solidFill>
                <a:latin typeface="Garamond"/>
                <a:ea typeface="Garamond"/>
                <a:cs typeface="Garamond"/>
                <a:sym typeface="Garamond"/>
              </a:defRPr>
            </a:lvl5pPr>
            <a:lvl6pPr indent="0" lvl="5" marL="0" marR="0" algn="r">
              <a:spcBef>
                <a:spcPts val="0"/>
              </a:spcBef>
              <a:buNone/>
              <a:defRPr sz="1000">
                <a:solidFill>
                  <a:srgbClr val="3F3F3F"/>
                </a:solidFill>
                <a:latin typeface="Garamond"/>
                <a:ea typeface="Garamond"/>
                <a:cs typeface="Garamond"/>
                <a:sym typeface="Garamond"/>
              </a:defRPr>
            </a:lvl6pPr>
            <a:lvl7pPr indent="0" lvl="6" marL="0" marR="0" algn="r">
              <a:spcBef>
                <a:spcPts val="0"/>
              </a:spcBef>
              <a:buNone/>
              <a:defRPr sz="1000">
                <a:solidFill>
                  <a:srgbClr val="3F3F3F"/>
                </a:solidFill>
                <a:latin typeface="Garamond"/>
                <a:ea typeface="Garamond"/>
                <a:cs typeface="Garamond"/>
                <a:sym typeface="Garamond"/>
              </a:defRPr>
            </a:lvl7pPr>
            <a:lvl8pPr indent="0" lvl="7" marL="0" marR="0" algn="r">
              <a:spcBef>
                <a:spcPts val="0"/>
              </a:spcBef>
              <a:buNone/>
              <a:defRPr sz="1000">
                <a:solidFill>
                  <a:srgbClr val="3F3F3F"/>
                </a:solidFill>
                <a:latin typeface="Garamond"/>
                <a:ea typeface="Garamond"/>
                <a:cs typeface="Garamond"/>
                <a:sym typeface="Garamond"/>
              </a:defRPr>
            </a:lvl8pPr>
            <a:lvl9pPr indent="0" lvl="8" marL="0" marR="0" algn="r">
              <a:spcBef>
                <a:spcPts val="0"/>
              </a:spcBef>
              <a:buNone/>
              <a:defRPr sz="1000">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26" name="Shape 26"/>
        <p:cNvGrpSpPr/>
        <p:nvPr/>
      </p:nvGrpSpPr>
      <p:grpSpPr>
        <a:xfrm>
          <a:off x="0" y="0"/>
          <a:ext cx="0" cy="0"/>
          <a:chOff x="0" y="0"/>
          <a:chExt cx="0" cy="0"/>
        </a:xfrm>
      </p:grpSpPr>
      <p:sp>
        <p:nvSpPr>
          <p:cNvPr id="27" name="Google Shape;27;p50"/>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28" name="Google Shape;28;p50"/>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0"/>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0"/>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 name="Google Shape;31;p50"/>
          <p:cNvGrpSpPr/>
          <p:nvPr/>
        </p:nvGrpSpPr>
        <p:grpSpPr>
          <a:xfrm>
            <a:off x="5250180" y="1267730"/>
            <a:ext cx="1691640" cy="615934"/>
            <a:chOff x="5250180" y="1267730"/>
            <a:chExt cx="1691640" cy="615934"/>
          </a:xfrm>
        </p:grpSpPr>
        <p:cxnSp>
          <p:nvCxnSpPr>
            <p:cNvPr id="32" name="Google Shape;32;p50"/>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33" name="Google Shape;33;p50"/>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34" name="Google Shape;34;p50"/>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35" name="Google Shape;35;p50"/>
          <p:cNvSpPr txBox="1"/>
          <p:nvPr>
            <p:ph type="ctrTitle"/>
          </p:nvPr>
        </p:nvSpPr>
        <p:spPr>
          <a:xfrm>
            <a:off x="1629103" y="2244830"/>
            <a:ext cx="8933796" cy="2437232"/>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Garamond"/>
              <a:buNone/>
              <a:defRPr b="0" sz="6800" cap="none">
                <a:solidFill>
                  <a:srgbClr val="262626"/>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0"/>
          <p:cNvSpPr txBox="1"/>
          <p:nvPr>
            <p:ph idx="1" type="subTitle"/>
          </p:nvPr>
        </p:nvSpPr>
        <p:spPr>
          <a:xfrm>
            <a:off x="1629101" y="4682062"/>
            <a:ext cx="8936846" cy="45720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1800"/>
              <a:buNone/>
              <a:defRPr sz="1800">
                <a:solidFill>
                  <a:srgbClr val="0C0C0C"/>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37" name="Google Shape;37;p50"/>
          <p:cNvSpPr txBox="1"/>
          <p:nvPr>
            <p:ph idx="10" type="dt"/>
          </p:nvPr>
        </p:nvSpPr>
        <p:spPr>
          <a:xfrm>
            <a:off x="5318760" y="1341256"/>
            <a:ext cx="1554480" cy="48554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0"/>
          <p:cNvSpPr txBox="1"/>
          <p:nvPr>
            <p:ph idx="11" type="ftr"/>
          </p:nvPr>
        </p:nvSpPr>
        <p:spPr>
          <a:xfrm>
            <a:off x="1629100" y="5177408"/>
            <a:ext cx="5730295"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0"/>
          <p:cNvSpPr txBox="1"/>
          <p:nvPr>
            <p:ph idx="12" type="sldNum"/>
          </p:nvPr>
        </p:nvSpPr>
        <p:spPr>
          <a:xfrm>
            <a:off x="8606920" y="5177408"/>
            <a:ext cx="1955980" cy="22860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262626"/>
                </a:solidFill>
                <a:latin typeface="Garamond"/>
                <a:ea typeface="Garamond"/>
                <a:cs typeface="Garamond"/>
                <a:sym typeface="Garamond"/>
              </a:defRPr>
            </a:lvl1pPr>
            <a:lvl2pPr indent="0" lvl="1" marL="0" marR="0" algn="r">
              <a:spcBef>
                <a:spcPts val="0"/>
              </a:spcBef>
              <a:buNone/>
              <a:defRPr sz="1000">
                <a:solidFill>
                  <a:srgbClr val="262626"/>
                </a:solidFill>
                <a:latin typeface="Garamond"/>
                <a:ea typeface="Garamond"/>
                <a:cs typeface="Garamond"/>
                <a:sym typeface="Garamond"/>
              </a:defRPr>
            </a:lvl2pPr>
            <a:lvl3pPr indent="0" lvl="2" marL="0" marR="0" algn="r">
              <a:spcBef>
                <a:spcPts val="0"/>
              </a:spcBef>
              <a:buNone/>
              <a:defRPr sz="1000">
                <a:solidFill>
                  <a:srgbClr val="262626"/>
                </a:solidFill>
                <a:latin typeface="Garamond"/>
                <a:ea typeface="Garamond"/>
                <a:cs typeface="Garamond"/>
                <a:sym typeface="Garamond"/>
              </a:defRPr>
            </a:lvl3pPr>
            <a:lvl4pPr indent="0" lvl="3" marL="0" marR="0" algn="r">
              <a:spcBef>
                <a:spcPts val="0"/>
              </a:spcBef>
              <a:buNone/>
              <a:defRPr sz="1000">
                <a:solidFill>
                  <a:srgbClr val="262626"/>
                </a:solidFill>
                <a:latin typeface="Garamond"/>
                <a:ea typeface="Garamond"/>
                <a:cs typeface="Garamond"/>
                <a:sym typeface="Garamond"/>
              </a:defRPr>
            </a:lvl4pPr>
            <a:lvl5pPr indent="0" lvl="4" marL="0" marR="0" algn="r">
              <a:spcBef>
                <a:spcPts val="0"/>
              </a:spcBef>
              <a:buNone/>
              <a:defRPr sz="1000">
                <a:solidFill>
                  <a:srgbClr val="262626"/>
                </a:solidFill>
                <a:latin typeface="Garamond"/>
                <a:ea typeface="Garamond"/>
                <a:cs typeface="Garamond"/>
                <a:sym typeface="Garamond"/>
              </a:defRPr>
            </a:lvl5pPr>
            <a:lvl6pPr indent="0" lvl="5" marL="0" marR="0" algn="r">
              <a:spcBef>
                <a:spcPts val="0"/>
              </a:spcBef>
              <a:buNone/>
              <a:defRPr sz="1000">
                <a:solidFill>
                  <a:srgbClr val="262626"/>
                </a:solidFill>
                <a:latin typeface="Garamond"/>
                <a:ea typeface="Garamond"/>
                <a:cs typeface="Garamond"/>
                <a:sym typeface="Garamond"/>
              </a:defRPr>
            </a:lvl6pPr>
            <a:lvl7pPr indent="0" lvl="6" marL="0" marR="0" algn="r">
              <a:spcBef>
                <a:spcPts val="0"/>
              </a:spcBef>
              <a:buNone/>
              <a:defRPr sz="1000">
                <a:solidFill>
                  <a:srgbClr val="262626"/>
                </a:solidFill>
                <a:latin typeface="Garamond"/>
                <a:ea typeface="Garamond"/>
                <a:cs typeface="Garamond"/>
                <a:sym typeface="Garamond"/>
              </a:defRPr>
            </a:lvl7pPr>
            <a:lvl8pPr indent="0" lvl="7" marL="0" marR="0" algn="r">
              <a:spcBef>
                <a:spcPts val="0"/>
              </a:spcBef>
              <a:buNone/>
              <a:defRPr sz="1000">
                <a:solidFill>
                  <a:srgbClr val="262626"/>
                </a:solidFill>
                <a:latin typeface="Garamond"/>
                <a:ea typeface="Garamond"/>
                <a:cs typeface="Garamond"/>
                <a:sym typeface="Garamond"/>
              </a:defRPr>
            </a:lvl8pPr>
            <a:lvl9pPr indent="0" lvl="8" marL="0" marR="0" algn="r">
              <a:spcBef>
                <a:spcPts val="0"/>
              </a:spcBef>
              <a:buNone/>
              <a:defRPr sz="1000">
                <a:solidFill>
                  <a:srgbClr val="262626"/>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type="obj">
  <p:cSld name="OBJECT">
    <p:spTree>
      <p:nvGrpSpPr>
        <p:cNvPr id="40" name="Shape 40"/>
        <p:cNvGrpSpPr/>
        <p:nvPr/>
      </p:nvGrpSpPr>
      <p:grpSpPr>
        <a:xfrm>
          <a:off x="0" y="0"/>
          <a:ext cx="0" cy="0"/>
          <a:chOff x="0" y="0"/>
          <a:chExt cx="0" cy="0"/>
        </a:xfrm>
      </p:grpSpPr>
      <p:sp>
        <p:nvSpPr>
          <p:cNvPr id="41" name="Google Shape;41;p5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43" name="Google Shape;43;p53"/>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3"/>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3"/>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3F3F3F"/>
                </a:solidFill>
                <a:latin typeface="Garamond"/>
                <a:ea typeface="Garamond"/>
                <a:cs typeface="Garamond"/>
                <a:sym typeface="Garamond"/>
              </a:defRPr>
            </a:lvl1pPr>
            <a:lvl2pPr indent="0" lvl="1" marL="0" marR="0" algn="r">
              <a:spcBef>
                <a:spcPts val="0"/>
              </a:spcBef>
              <a:buNone/>
              <a:defRPr sz="1000">
                <a:solidFill>
                  <a:srgbClr val="3F3F3F"/>
                </a:solidFill>
                <a:latin typeface="Garamond"/>
                <a:ea typeface="Garamond"/>
                <a:cs typeface="Garamond"/>
                <a:sym typeface="Garamond"/>
              </a:defRPr>
            </a:lvl2pPr>
            <a:lvl3pPr indent="0" lvl="2" marL="0" marR="0" algn="r">
              <a:spcBef>
                <a:spcPts val="0"/>
              </a:spcBef>
              <a:buNone/>
              <a:defRPr sz="1000">
                <a:solidFill>
                  <a:srgbClr val="3F3F3F"/>
                </a:solidFill>
                <a:latin typeface="Garamond"/>
                <a:ea typeface="Garamond"/>
                <a:cs typeface="Garamond"/>
                <a:sym typeface="Garamond"/>
              </a:defRPr>
            </a:lvl3pPr>
            <a:lvl4pPr indent="0" lvl="3" marL="0" marR="0" algn="r">
              <a:spcBef>
                <a:spcPts val="0"/>
              </a:spcBef>
              <a:buNone/>
              <a:defRPr sz="1000">
                <a:solidFill>
                  <a:srgbClr val="3F3F3F"/>
                </a:solidFill>
                <a:latin typeface="Garamond"/>
                <a:ea typeface="Garamond"/>
                <a:cs typeface="Garamond"/>
                <a:sym typeface="Garamond"/>
              </a:defRPr>
            </a:lvl4pPr>
            <a:lvl5pPr indent="0" lvl="4" marL="0" marR="0" algn="r">
              <a:spcBef>
                <a:spcPts val="0"/>
              </a:spcBef>
              <a:buNone/>
              <a:defRPr sz="1000">
                <a:solidFill>
                  <a:srgbClr val="3F3F3F"/>
                </a:solidFill>
                <a:latin typeface="Garamond"/>
                <a:ea typeface="Garamond"/>
                <a:cs typeface="Garamond"/>
                <a:sym typeface="Garamond"/>
              </a:defRPr>
            </a:lvl5pPr>
            <a:lvl6pPr indent="0" lvl="5" marL="0" marR="0" algn="r">
              <a:spcBef>
                <a:spcPts val="0"/>
              </a:spcBef>
              <a:buNone/>
              <a:defRPr sz="1000">
                <a:solidFill>
                  <a:srgbClr val="3F3F3F"/>
                </a:solidFill>
                <a:latin typeface="Garamond"/>
                <a:ea typeface="Garamond"/>
                <a:cs typeface="Garamond"/>
                <a:sym typeface="Garamond"/>
              </a:defRPr>
            </a:lvl6pPr>
            <a:lvl7pPr indent="0" lvl="6" marL="0" marR="0" algn="r">
              <a:spcBef>
                <a:spcPts val="0"/>
              </a:spcBef>
              <a:buNone/>
              <a:defRPr sz="1000">
                <a:solidFill>
                  <a:srgbClr val="3F3F3F"/>
                </a:solidFill>
                <a:latin typeface="Garamond"/>
                <a:ea typeface="Garamond"/>
                <a:cs typeface="Garamond"/>
                <a:sym typeface="Garamond"/>
              </a:defRPr>
            </a:lvl7pPr>
            <a:lvl8pPr indent="0" lvl="7" marL="0" marR="0" algn="r">
              <a:spcBef>
                <a:spcPts val="0"/>
              </a:spcBef>
              <a:buNone/>
              <a:defRPr sz="1000">
                <a:solidFill>
                  <a:srgbClr val="3F3F3F"/>
                </a:solidFill>
                <a:latin typeface="Garamond"/>
                <a:ea typeface="Garamond"/>
                <a:cs typeface="Garamond"/>
                <a:sym typeface="Garamond"/>
              </a:defRPr>
            </a:lvl8pPr>
            <a:lvl9pPr indent="0" lvl="8" marL="0" marR="0" algn="r">
              <a:spcBef>
                <a:spcPts val="0"/>
              </a:spcBef>
              <a:buNone/>
              <a:defRPr sz="1000">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la sección" showMasterSp="0" type="secHead">
  <p:cSld name="SECTION_HEADER">
    <p:spTree>
      <p:nvGrpSpPr>
        <p:cNvPr id="46" name="Shape 46"/>
        <p:cNvGrpSpPr/>
        <p:nvPr/>
      </p:nvGrpSpPr>
      <p:grpSpPr>
        <a:xfrm>
          <a:off x="0" y="0"/>
          <a:ext cx="0" cy="0"/>
          <a:chOff x="0" y="0"/>
          <a:chExt cx="0" cy="0"/>
        </a:xfrm>
      </p:grpSpPr>
      <p:sp>
        <p:nvSpPr>
          <p:cNvPr id="47" name="Google Shape;47;p54"/>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48" name="Google Shape;48;p54"/>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4"/>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4"/>
          <p:cNvSpPr/>
          <p:nvPr/>
        </p:nvSpPr>
        <p:spPr>
          <a:xfrm>
            <a:off x="5135880" y="1267730"/>
            <a:ext cx="1920240" cy="73152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4"/>
          <p:cNvSpPr txBox="1"/>
          <p:nvPr>
            <p:ph type="title"/>
          </p:nvPr>
        </p:nvSpPr>
        <p:spPr>
          <a:xfrm>
            <a:off x="1629156" y="2275165"/>
            <a:ext cx="8933688" cy="2406895"/>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Garamond"/>
              <a:buNone/>
              <a:defRPr sz="6800" cap="none">
                <a:solidFill>
                  <a:srgbClr val="262626"/>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52" name="Google Shape;52;p54"/>
          <p:cNvGrpSpPr/>
          <p:nvPr/>
        </p:nvGrpSpPr>
        <p:grpSpPr>
          <a:xfrm>
            <a:off x="5250180" y="1267730"/>
            <a:ext cx="1691640" cy="615934"/>
            <a:chOff x="5250180" y="1267730"/>
            <a:chExt cx="1691640" cy="615934"/>
          </a:xfrm>
        </p:grpSpPr>
        <p:cxnSp>
          <p:nvCxnSpPr>
            <p:cNvPr id="53" name="Google Shape;53;p54"/>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54" name="Google Shape;54;p54"/>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55" name="Google Shape;55;p54"/>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56" name="Google Shape;56;p54"/>
          <p:cNvSpPr txBox="1"/>
          <p:nvPr>
            <p:ph idx="1" type="body"/>
          </p:nvPr>
        </p:nvSpPr>
        <p:spPr>
          <a:xfrm>
            <a:off x="1629156" y="4682062"/>
            <a:ext cx="8939784" cy="457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800"/>
              <a:buNone/>
              <a:defRPr sz="1800">
                <a:solidFill>
                  <a:srgbClr val="0C0C0C"/>
                </a:solidFill>
              </a:defRPr>
            </a:lvl1pPr>
            <a:lvl2pPr indent="-228600" lvl="1" marL="914400" algn="l">
              <a:lnSpc>
                <a:spcPct val="100000"/>
              </a:lnSpc>
              <a:spcBef>
                <a:spcPts val="500"/>
              </a:spcBef>
              <a:spcAft>
                <a:spcPts val="0"/>
              </a:spcAft>
              <a:buSzPts val="1600"/>
              <a:buNone/>
              <a:defRPr sz="1600">
                <a:solidFill>
                  <a:srgbClr val="888888"/>
                </a:solidFill>
              </a:defRPr>
            </a:lvl2pPr>
            <a:lvl3pPr indent="-228600" lvl="2" marL="1371600" algn="l">
              <a:lnSpc>
                <a:spcPct val="100000"/>
              </a:lnSpc>
              <a:spcBef>
                <a:spcPts val="500"/>
              </a:spcBef>
              <a:spcAft>
                <a:spcPts val="0"/>
              </a:spcAft>
              <a:buSzPts val="1600"/>
              <a:buNone/>
              <a:defRPr sz="1600">
                <a:solidFill>
                  <a:srgbClr val="888888"/>
                </a:solidFill>
              </a:defRPr>
            </a:lvl3pPr>
            <a:lvl4pPr indent="-228600" lvl="3" marL="1828800" algn="l">
              <a:lnSpc>
                <a:spcPct val="100000"/>
              </a:lnSpc>
              <a:spcBef>
                <a:spcPts val="500"/>
              </a:spcBef>
              <a:spcAft>
                <a:spcPts val="0"/>
              </a:spcAft>
              <a:buSzPts val="1400"/>
              <a:buNone/>
              <a:defRPr sz="1400">
                <a:solidFill>
                  <a:srgbClr val="888888"/>
                </a:solidFill>
              </a:defRPr>
            </a:lvl4pPr>
            <a:lvl5pPr indent="-228600" lvl="4" marL="2286000" algn="l">
              <a:lnSpc>
                <a:spcPct val="100000"/>
              </a:lnSpc>
              <a:spcBef>
                <a:spcPts val="500"/>
              </a:spcBef>
              <a:spcAft>
                <a:spcPts val="0"/>
              </a:spcAft>
              <a:buSzPts val="1400"/>
              <a:buNone/>
              <a:defRPr sz="1400">
                <a:solidFill>
                  <a:srgbClr val="888888"/>
                </a:solidFill>
              </a:defRPr>
            </a:lvl5pPr>
            <a:lvl6pPr indent="-228600" lvl="5" marL="2743200" algn="l">
              <a:lnSpc>
                <a:spcPct val="100000"/>
              </a:lnSpc>
              <a:spcBef>
                <a:spcPts val="500"/>
              </a:spcBef>
              <a:spcAft>
                <a:spcPts val="0"/>
              </a:spcAft>
              <a:buSzPts val="1400"/>
              <a:buNone/>
              <a:defRPr sz="1400">
                <a:solidFill>
                  <a:srgbClr val="888888"/>
                </a:solidFill>
              </a:defRPr>
            </a:lvl6pPr>
            <a:lvl7pPr indent="-228600" lvl="6" marL="3200400" algn="l">
              <a:lnSpc>
                <a:spcPct val="100000"/>
              </a:lnSpc>
              <a:spcBef>
                <a:spcPts val="500"/>
              </a:spcBef>
              <a:spcAft>
                <a:spcPts val="0"/>
              </a:spcAft>
              <a:buSzPts val="1400"/>
              <a:buNone/>
              <a:defRPr sz="1400">
                <a:solidFill>
                  <a:srgbClr val="888888"/>
                </a:solidFill>
              </a:defRPr>
            </a:lvl7pPr>
            <a:lvl8pPr indent="-228600" lvl="7" marL="3657600" algn="l">
              <a:lnSpc>
                <a:spcPct val="100000"/>
              </a:lnSpc>
              <a:spcBef>
                <a:spcPts val="500"/>
              </a:spcBef>
              <a:spcAft>
                <a:spcPts val="0"/>
              </a:spcAft>
              <a:buSzPts val="1400"/>
              <a:buNone/>
              <a:defRPr sz="1400">
                <a:solidFill>
                  <a:srgbClr val="888888"/>
                </a:solidFill>
              </a:defRPr>
            </a:lvl8pPr>
            <a:lvl9pPr indent="-228600" lvl="8" marL="4114800" algn="l">
              <a:lnSpc>
                <a:spcPct val="100000"/>
              </a:lnSpc>
              <a:spcBef>
                <a:spcPts val="500"/>
              </a:spcBef>
              <a:spcAft>
                <a:spcPts val="0"/>
              </a:spcAft>
              <a:buSzPts val="1400"/>
              <a:buNone/>
              <a:defRPr sz="1400">
                <a:solidFill>
                  <a:srgbClr val="888888"/>
                </a:solidFill>
              </a:defRPr>
            </a:lvl9pPr>
          </a:lstStyle>
          <a:p/>
        </p:txBody>
      </p:sp>
      <p:sp>
        <p:nvSpPr>
          <p:cNvPr id="57" name="Google Shape;57;p54"/>
          <p:cNvSpPr txBox="1"/>
          <p:nvPr>
            <p:ph idx="10" type="dt"/>
          </p:nvPr>
        </p:nvSpPr>
        <p:spPr>
          <a:xfrm>
            <a:off x="5318760" y="1344502"/>
            <a:ext cx="1554480" cy="498781"/>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4"/>
          <p:cNvSpPr txBox="1"/>
          <p:nvPr>
            <p:ph idx="11" type="ftr"/>
          </p:nvPr>
        </p:nvSpPr>
        <p:spPr>
          <a:xfrm>
            <a:off x="1629157" y="5177408"/>
            <a:ext cx="5660134"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4"/>
          <p:cNvSpPr txBox="1"/>
          <p:nvPr>
            <p:ph idx="12" type="sldNum"/>
          </p:nvPr>
        </p:nvSpPr>
        <p:spPr>
          <a:xfrm>
            <a:off x="8604504" y="5177408"/>
            <a:ext cx="1958339" cy="22860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262626"/>
                </a:solidFill>
                <a:latin typeface="Garamond"/>
                <a:ea typeface="Garamond"/>
                <a:cs typeface="Garamond"/>
                <a:sym typeface="Garamond"/>
              </a:defRPr>
            </a:lvl1pPr>
            <a:lvl2pPr indent="0" lvl="1" marL="0" marR="0" algn="r">
              <a:spcBef>
                <a:spcPts val="0"/>
              </a:spcBef>
              <a:buNone/>
              <a:defRPr sz="1000">
                <a:solidFill>
                  <a:srgbClr val="262626"/>
                </a:solidFill>
                <a:latin typeface="Garamond"/>
                <a:ea typeface="Garamond"/>
                <a:cs typeface="Garamond"/>
                <a:sym typeface="Garamond"/>
              </a:defRPr>
            </a:lvl2pPr>
            <a:lvl3pPr indent="0" lvl="2" marL="0" marR="0" algn="r">
              <a:spcBef>
                <a:spcPts val="0"/>
              </a:spcBef>
              <a:buNone/>
              <a:defRPr sz="1000">
                <a:solidFill>
                  <a:srgbClr val="262626"/>
                </a:solidFill>
                <a:latin typeface="Garamond"/>
                <a:ea typeface="Garamond"/>
                <a:cs typeface="Garamond"/>
                <a:sym typeface="Garamond"/>
              </a:defRPr>
            </a:lvl3pPr>
            <a:lvl4pPr indent="0" lvl="3" marL="0" marR="0" algn="r">
              <a:spcBef>
                <a:spcPts val="0"/>
              </a:spcBef>
              <a:buNone/>
              <a:defRPr sz="1000">
                <a:solidFill>
                  <a:srgbClr val="262626"/>
                </a:solidFill>
                <a:latin typeface="Garamond"/>
                <a:ea typeface="Garamond"/>
                <a:cs typeface="Garamond"/>
                <a:sym typeface="Garamond"/>
              </a:defRPr>
            </a:lvl4pPr>
            <a:lvl5pPr indent="0" lvl="4" marL="0" marR="0" algn="r">
              <a:spcBef>
                <a:spcPts val="0"/>
              </a:spcBef>
              <a:buNone/>
              <a:defRPr sz="1000">
                <a:solidFill>
                  <a:srgbClr val="262626"/>
                </a:solidFill>
                <a:latin typeface="Garamond"/>
                <a:ea typeface="Garamond"/>
                <a:cs typeface="Garamond"/>
                <a:sym typeface="Garamond"/>
              </a:defRPr>
            </a:lvl5pPr>
            <a:lvl6pPr indent="0" lvl="5" marL="0" marR="0" algn="r">
              <a:spcBef>
                <a:spcPts val="0"/>
              </a:spcBef>
              <a:buNone/>
              <a:defRPr sz="1000">
                <a:solidFill>
                  <a:srgbClr val="262626"/>
                </a:solidFill>
                <a:latin typeface="Garamond"/>
                <a:ea typeface="Garamond"/>
                <a:cs typeface="Garamond"/>
                <a:sym typeface="Garamond"/>
              </a:defRPr>
            </a:lvl6pPr>
            <a:lvl7pPr indent="0" lvl="6" marL="0" marR="0" algn="r">
              <a:spcBef>
                <a:spcPts val="0"/>
              </a:spcBef>
              <a:buNone/>
              <a:defRPr sz="1000">
                <a:solidFill>
                  <a:srgbClr val="262626"/>
                </a:solidFill>
                <a:latin typeface="Garamond"/>
                <a:ea typeface="Garamond"/>
                <a:cs typeface="Garamond"/>
                <a:sym typeface="Garamond"/>
              </a:defRPr>
            </a:lvl7pPr>
            <a:lvl8pPr indent="0" lvl="7" marL="0" marR="0" algn="r">
              <a:spcBef>
                <a:spcPts val="0"/>
              </a:spcBef>
              <a:buNone/>
              <a:defRPr sz="1000">
                <a:solidFill>
                  <a:srgbClr val="262626"/>
                </a:solidFill>
                <a:latin typeface="Garamond"/>
                <a:ea typeface="Garamond"/>
                <a:cs typeface="Garamond"/>
                <a:sym typeface="Garamond"/>
              </a:defRPr>
            </a:lvl8pPr>
            <a:lvl9pPr indent="0" lvl="8" marL="0" marR="0" algn="r">
              <a:spcBef>
                <a:spcPts val="0"/>
              </a:spcBef>
              <a:buNone/>
              <a:defRPr sz="1000">
                <a:solidFill>
                  <a:srgbClr val="262626"/>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ntenido" type="twoObj">
  <p:cSld name="TWO_OBJECTS">
    <p:spTree>
      <p:nvGrpSpPr>
        <p:cNvPr id="60" name="Shape 60"/>
        <p:cNvGrpSpPr/>
        <p:nvPr/>
      </p:nvGrpSpPr>
      <p:grpSpPr>
        <a:xfrm>
          <a:off x="0" y="0"/>
          <a:ext cx="0" cy="0"/>
          <a:chOff x="0" y="0"/>
          <a:chExt cx="0" cy="0"/>
        </a:xfrm>
      </p:grpSpPr>
      <p:sp>
        <p:nvSpPr>
          <p:cNvPr id="61" name="Google Shape;61;p55"/>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55"/>
          <p:cNvSpPr txBox="1"/>
          <p:nvPr>
            <p:ph idx="1" type="body"/>
          </p:nvPr>
        </p:nvSpPr>
        <p:spPr>
          <a:xfrm>
            <a:off x="106680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63" name="Google Shape;63;p55"/>
          <p:cNvSpPr txBox="1"/>
          <p:nvPr>
            <p:ph idx="2" type="body"/>
          </p:nvPr>
        </p:nvSpPr>
        <p:spPr>
          <a:xfrm>
            <a:off x="646176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64" name="Google Shape;64;p55"/>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5"/>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5"/>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3F3F3F"/>
                </a:solidFill>
                <a:latin typeface="Garamond"/>
                <a:ea typeface="Garamond"/>
                <a:cs typeface="Garamond"/>
                <a:sym typeface="Garamond"/>
              </a:defRPr>
            </a:lvl1pPr>
            <a:lvl2pPr indent="0" lvl="1" marL="0" marR="0" algn="r">
              <a:spcBef>
                <a:spcPts val="0"/>
              </a:spcBef>
              <a:buNone/>
              <a:defRPr sz="1000">
                <a:solidFill>
                  <a:srgbClr val="3F3F3F"/>
                </a:solidFill>
                <a:latin typeface="Garamond"/>
                <a:ea typeface="Garamond"/>
                <a:cs typeface="Garamond"/>
                <a:sym typeface="Garamond"/>
              </a:defRPr>
            </a:lvl2pPr>
            <a:lvl3pPr indent="0" lvl="2" marL="0" marR="0" algn="r">
              <a:spcBef>
                <a:spcPts val="0"/>
              </a:spcBef>
              <a:buNone/>
              <a:defRPr sz="1000">
                <a:solidFill>
                  <a:srgbClr val="3F3F3F"/>
                </a:solidFill>
                <a:latin typeface="Garamond"/>
                <a:ea typeface="Garamond"/>
                <a:cs typeface="Garamond"/>
                <a:sym typeface="Garamond"/>
              </a:defRPr>
            </a:lvl3pPr>
            <a:lvl4pPr indent="0" lvl="3" marL="0" marR="0" algn="r">
              <a:spcBef>
                <a:spcPts val="0"/>
              </a:spcBef>
              <a:buNone/>
              <a:defRPr sz="1000">
                <a:solidFill>
                  <a:srgbClr val="3F3F3F"/>
                </a:solidFill>
                <a:latin typeface="Garamond"/>
                <a:ea typeface="Garamond"/>
                <a:cs typeface="Garamond"/>
                <a:sym typeface="Garamond"/>
              </a:defRPr>
            </a:lvl4pPr>
            <a:lvl5pPr indent="0" lvl="4" marL="0" marR="0" algn="r">
              <a:spcBef>
                <a:spcPts val="0"/>
              </a:spcBef>
              <a:buNone/>
              <a:defRPr sz="1000">
                <a:solidFill>
                  <a:srgbClr val="3F3F3F"/>
                </a:solidFill>
                <a:latin typeface="Garamond"/>
                <a:ea typeface="Garamond"/>
                <a:cs typeface="Garamond"/>
                <a:sym typeface="Garamond"/>
              </a:defRPr>
            </a:lvl5pPr>
            <a:lvl6pPr indent="0" lvl="5" marL="0" marR="0" algn="r">
              <a:spcBef>
                <a:spcPts val="0"/>
              </a:spcBef>
              <a:buNone/>
              <a:defRPr sz="1000">
                <a:solidFill>
                  <a:srgbClr val="3F3F3F"/>
                </a:solidFill>
                <a:latin typeface="Garamond"/>
                <a:ea typeface="Garamond"/>
                <a:cs typeface="Garamond"/>
                <a:sym typeface="Garamond"/>
              </a:defRPr>
            </a:lvl6pPr>
            <a:lvl7pPr indent="0" lvl="6" marL="0" marR="0" algn="r">
              <a:spcBef>
                <a:spcPts val="0"/>
              </a:spcBef>
              <a:buNone/>
              <a:defRPr sz="1000">
                <a:solidFill>
                  <a:srgbClr val="3F3F3F"/>
                </a:solidFill>
                <a:latin typeface="Garamond"/>
                <a:ea typeface="Garamond"/>
                <a:cs typeface="Garamond"/>
                <a:sym typeface="Garamond"/>
              </a:defRPr>
            </a:lvl7pPr>
            <a:lvl8pPr indent="0" lvl="7" marL="0" marR="0" algn="r">
              <a:spcBef>
                <a:spcPts val="0"/>
              </a:spcBef>
              <a:buNone/>
              <a:defRPr sz="1000">
                <a:solidFill>
                  <a:srgbClr val="3F3F3F"/>
                </a:solidFill>
                <a:latin typeface="Garamond"/>
                <a:ea typeface="Garamond"/>
                <a:cs typeface="Garamond"/>
                <a:sym typeface="Garamond"/>
              </a:defRPr>
            </a:lvl8pPr>
            <a:lvl9pPr indent="0" lvl="8" marL="0" marR="0" algn="r">
              <a:spcBef>
                <a:spcPts val="0"/>
              </a:spcBef>
              <a:buNone/>
              <a:defRPr sz="1000">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es contenidos">
  <p:cSld name="Tres contenidos">
    <p:spTree>
      <p:nvGrpSpPr>
        <p:cNvPr id="67" name="Shape 67"/>
        <p:cNvGrpSpPr/>
        <p:nvPr/>
      </p:nvGrpSpPr>
      <p:grpSpPr>
        <a:xfrm>
          <a:off x="0" y="0"/>
          <a:ext cx="0" cy="0"/>
          <a:chOff x="0" y="0"/>
          <a:chExt cx="0" cy="0"/>
        </a:xfrm>
      </p:grpSpPr>
      <p:sp>
        <p:nvSpPr>
          <p:cNvPr id="68" name="Google Shape;68;p56"/>
          <p:cNvSpPr/>
          <p:nvPr>
            <p:ph idx="2" type="pic"/>
          </p:nvPr>
        </p:nvSpPr>
        <p:spPr>
          <a:xfrm>
            <a:off x="233400" y="246600"/>
            <a:ext cx="11725200" cy="6364800"/>
          </a:xfrm>
          <a:prstGeom prst="rect">
            <a:avLst/>
          </a:prstGeom>
          <a:noFill/>
          <a:ln>
            <a:noFill/>
          </a:ln>
        </p:spPr>
      </p:sp>
      <p:sp>
        <p:nvSpPr>
          <p:cNvPr id="69" name="Google Shape;69;p56"/>
          <p:cNvSpPr/>
          <p:nvPr>
            <p:ph idx="3" type="pic"/>
          </p:nvPr>
        </p:nvSpPr>
        <p:spPr>
          <a:xfrm>
            <a:off x="852488" y="2103438"/>
            <a:ext cx="5243512" cy="3748087"/>
          </a:xfrm>
          <a:prstGeom prst="rect">
            <a:avLst/>
          </a:prstGeom>
          <a:noFill/>
          <a:ln>
            <a:noFill/>
          </a:ln>
        </p:spPr>
      </p:sp>
      <p:sp>
        <p:nvSpPr>
          <p:cNvPr id="70" name="Google Shape;70;p5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5657F"/>
              </a:buClr>
              <a:buSzPts val="4800"/>
              <a:buFont typeface="Garamond"/>
              <a:buNone/>
              <a:defRPr>
                <a:solidFill>
                  <a:srgbClr val="65657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56"/>
          <p:cNvSpPr txBox="1"/>
          <p:nvPr>
            <p:ph idx="1" type="body"/>
          </p:nvPr>
        </p:nvSpPr>
        <p:spPr>
          <a:xfrm>
            <a:off x="646176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72" name="Google Shape;72;p56"/>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6"/>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6"/>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3F3F3F"/>
                </a:solidFill>
                <a:latin typeface="Garamond"/>
                <a:ea typeface="Garamond"/>
                <a:cs typeface="Garamond"/>
                <a:sym typeface="Garamond"/>
              </a:defRPr>
            </a:lvl1pPr>
            <a:lvl2pPr indent="0" lvl="1" marL="0" marR="0" algn="r">
              <a:spcBef>
                <a:spcPts val="0"/>
              </a:spcBef>
              <a:buNone/>
              <a:defRPr sz="1000">
                <a:solidFill>
                  <a:srgbClr val="3F3F3F"/>
                </a:solidFill>
                <a:latin typeface="Garamond"/>
                <a:ea typeface="Garamond"/>
                <a:cs typeface="Garamond"/>
                <a:sym typeface="Garamond"/>
              </a:defRPr>
            </a:lvl2pPr>
            <a:lvl3pPr indent="0" lvl="2" marL="0" marR="0" algn="r">
              <a:spcBef>
                <a:spcPts val="0"/>
              </a:spcBef>
              <a:buNone/>
              <a:defRPr sz="1000">
                <a:solidFill>
                  <a:srgbClr val="3F3F3F"/>
                </a:solidFill>
                <a:latin typeface="Garamond"/>
                <a:ea typeface="Garamond"/>
                <a:cs typeface="Garamond"/>
                <a:sym typeface="Garamond"/>
              </a:defRPr>
            </a:lvl3pPr>
            <a:lvl4pPr indent="0" lvl="3" marL="0" marR="0" algn="r">
              <a:spcBef>
                <a:spcPts val="0"/>
              </a:spcBef>
              <a:buNone/>
              <a:defRPr sz="1000">
                <a:solidFill>
                  <a:srgbClr val="3F3F3F"/>
                </a:solidFill>
                <a:latin typeface="Garamond"/>
                <a:ea typeface="Garamond"/>
                <a:cs typeface="Garamond"/>
                <a:sym typeface="Garamond"/>
              </a:defRPr>
            </a:lvl4pPr>
            <a:lvl5pPr indent="0" lvl="4" marL="0" marR="0" algn="r">
              <a:spcBef>
                <a:spcPts val="0"/>
              </a:spcBef>
              <a:buNone/>
              <a:defRPr sz="1000">
                <a:solidFill>
                  <a:srgbClr val="3F3F3F"/>
                </a:solidFill>
                <a:latin typeface="Garamond"/>
                <a:ea typeface="Garamond"/>
                <a:cs typeface="Garamond"/>
                <a:sym typeface="Garamond"/>
              </a:defRPr>
            </a:lvl5pPr>
            <a:lvl6pPr indent="0" lvl="5" marL="0" marR="0" algn="r">
              <a:spcBef>
                <a:spcPts val="0"/>
              </a:spcBef>
              <a:buNone/>
              <a:defRPr sz="1000">
                <a:solidFill>
                  <a:srgbClr val="3F3F3F"/>
                </a:solidFill>
                <a:latin typeface="Garamond"/>
                <a:ea typeface="Garamond"/>
                <a:cs typeface="Garamond"/>
                <a:sym typeface="Garamond"/>
              </a:defRPr>
            </a:lvl6pPr>
            <a:lvl7pPr indent="0" lvl="6" marL="0" marR="0" algn="r">
              <a:spcBef>
                <a:spcPts val="0"/>
              </a:spcBef>
              <a:buNone/>
              <a:defRPr sz="1000">
                <a:solidFill>
                  <a:srgbClr val="3F3F3F"/>
                </a:solidFill>
                <a:latin typeface="Garamond"/>
                <a:ea typeface="Garamond"/>
                <a:cs typeface="Garamond"/>
                <a:sym typeface="Garamond"/>
              </a:defRPr>
            </a:lvl7pPr>
            <a:lvl8pPr indent="0" lvl="7" marL="0" marR="0" algn="r">
              <a:spcBef>
                <a:spcPts val="0"/>
              </a:spcBef>
              <a:buNone/>
              <a:defRPr sz="1000">
                <a:solidFill>
                  <a:srgbClr val="3F3F3F"/>
                </a:solidFill>
                <a:latin typeface="Garamond"/>
                <a:ea typeface="Garamond"/>
                <a:cs typeface="Garamond"/>
                <a:sym typeface="Garamond"/>
              </a:defRPr>
            </a:lvl8pPr>
            <a:lvl9pPr indent="0" lvl="8" marL="0" marR="0" algn="r">
              <a:spcBef>
                <a:spcPts val="0"/>
              </a:spcBef>
              <a:buNone/>
              <a:defRPr sz="1000">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75" name="Shape 75"/>
        <p:cNvGrpSpPr/>
        <p:nvPr/>
      </p:nvGrpSpPr>
      <p:grpSpPr>
        <a:xfrm>
          <a:off x="0" y="0"/>
          <a:ext cx="0" cy="0"/>
          <a:chOff x="0" y="0"/>
          <a:chExt cx="0" cy="0"/>
        </a:xfrm>
      </p:grpSpPr>
      <p:sp>
        <p:nvSpPr>
          <p:cNvPr id="76" name="Google Shape;76;p5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57"/>
          <p:cNvSpPr txBox="1"/>
          <p:nvPr>
            <p:ph idx="1" type="body"/>
          </p:nvPr>
        </p:nvSpPr>
        <p:spPr>
          <a:xfrm>
            <a:off x="1069848"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900"/>
              <a:buNone/>
              <a:defRPr b="1" i="0" sz="1900">
                <a:solidFill>
                  <a:schemeClr val="dk1"/>
                </a:solidFill>
                <a:latin typeface="Garamond"/>
                <a:ea typeface="Garamond"/>
                <a:cs typeface="Garamond"/>
                <a:sym typeface="Garamond"/>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78" name="Google Shape;78;p57"/>
          <p:cNvSpPr txBox="1"/>
          <p:nvPr>
            <p:ph idx="2" type="body"/>
          </p:nvPr>
        </p:nvSpPr>
        <p:spPr>
          <a:xfrm>
            <a:off x="1069848" y="2792472"/>
            <a:ext cx="4663440" cy="31638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79" name="Google Shape;79;p57"/>
          <p:cNvSpPr txBox="1"/>
          <p:nvPr>
            <p:ph idx="3" type="body"/>
          </p:nvPr>
        </p:nvSpPr>
        <p:spPr>
          <a:xfrm>
            <a:off x="6458712"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900"/>
              <a:buNone/>
              <a:defRPr b="1" sz="1900">
                <a:solidFill>
                  <a:schemeClr val="dk1"/>
                </a:solidFill>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80" name="Google Shape;80;p57"/>
          <p:cNvSpPr txBox="1"/>
          <p:nvPr>
            <p:ph idx="4" type="body"/>
          </p:nvPr>
        </p:nvSpPr>
        <p:spPr>
          <a:xfrm>
            <a:off x="6458712" y="2792471"/>
            <a:ext cx="4663440" cy="316450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81" name="Google Shape;81;p57"/>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7"/>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7"/>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3F3F3F"/>
                </a:solidFill>
                <a:latin typeface="Garamond"/>
                <a:ea typeface="Garamond"/>
                <a:cs typeface="Garamond"/>
                <a:sym typeface="Garamond"/>
              </a:defRPr>
            </a:lvl1pPr>
            <a:lvl2pPr indent="0" lvl="1" marL="0" marR="0" algn="r">
              <a:spcBef>
                <a:spcPts val="0"/>
              </a:spcBef>
              <a:buNone/>
              <a:defRPr sz="1000">
                <a:solidFill>
                  <a:srgbClr val="3F3F3F"/>
                </a:solidFill>
                <a:latin typeface="Garamond"/>
                <a:ea typeface="Garamond"/>
                <a:cs typeface="Garamond"/>
                <a:sym typeface="Garamond"/>
              </a:defRPr>
            </a:lvl2pPr>
            <a:lvl3pPr indent="0" lvl="2" marL="0" marR="0" algn="r">
              <a:spcBef>
                <a:spcPts val="0"/>
              </a:spcBef>
              <a:buNone/>
              <a:defRPr sz="1000">
                <a:solidFill>
                  <a:srgbClr val="3F3F3F"/>
                </a:solidFill>
                <a:latin typeface="Garamond"/>
                <a:ea typeface="Garamond"/>
                <a:cs typeface="Garamond"/>
                <a:sym typeface="Garamond"/>
              </a:defRPr>
            </a:lvl3pPr>
            <a:lvl4pPr indent="0" lvl="3" marL="0" marR="0" algn="r">
              <a:spcBef>
                <a:spcPts val="0"/>
              </a:spcBef>
              <a:buNone/>
              <a:defRPr sz="1000">
                <a:solidFill>
                  <a:srgbClr val="3F3F3F"/>
                </a:solidFill>
                <a:latin typeface="Garamond"/>
                <a:ea typeface="Garamond"/>
                <a:cs typeface="Garamond"/>
                <a:sym typeface="Garamond"/>
              </a:defRPr>
            </a:lvl4pPr>
            <a:lvl5pPr indent="0" lvl="4" marL="0" marR="0" algn="r">
              <a:spcBef>
                <a:spcPts val="0"/>
              </a:spcBef>
              <a:buNone/>
              <a:defRPr sz="1000">
                <a:solidFill>
                  <a:srgbClr val="3F3F3F"/>
                </a:solidFill>
                <a:latin typeface="Garamond"/>
                <a:ea typeface="Garamond"/>
                <a:cs typeface="Garamond"/>
                <a:sym typeface="Garamond"/>
              </a:defRPr>
            </a:lvl5pPr>
            <a:lvl6pPr indent="0" lvl="5" marL="0" marR="0" algn="r">
              <a:spcBef>
                <a:spcPts val="0"/>
              </a:spcBef>
              <a:buNone/>
              <a:defRPr sz="1000">
                <a:solidFill>
                  <a:srgbClr val="3F3F3F"/>
                </a:solidFill>
                <a:latin typeface="Garamond"/>
                <a:ea typeface="Garamond"/>
                <a:cs typeface="Garamond"/>
                <a:sym typeface="Garamond"/>
              </a:defRPr>
            </a:lvl6pPr>
            <a:lvl7pPr indent="0" lvl="6" marL="0" marR="0" algn="r">
              <a:spcBef>
                <a:spcPts val="0"/>
              </a:spcBef>
              <a:buNone/>
              <a:defRPr sz="1000">
                <a:solidFill>
                  <a:srgbClr val="3F3F3F"/>
                </a:solidFill>
                <a:latin typeface="Garamond"/>
                <a:ea typeface="Garamond"/>
                <a:cs typeface="Garamond"/>
                <a:sym typeface="Garamond"/>
              </a:defRPr>
            </a:lvl7pPr>
            <a:lvl8pPr indent="0" lvl="7" marL="0" marR="0" algn="r">
              <a:spcBef>
                <a:spcPts val="0"/>
              </a:spcBef>
              <a:buNone/>
              <a:defRPr sz="1000">
                <a:solidFill>
                  <a:srgbClr val="3F3F3F"/>
                </a:solidFill>
                <a:latin typeface="Garamond"/>
                <a:ea typeface="Garamond"/>
                <a:cs typeface="Garamond"/>
                <a:sym typeface="Garamond"/>
              </a:defRPr>
            </a:lvl8pPr>
            <a:lvl9pPr indent="0" lvl="8" marL="0" marR="0" algn="r">
              <a:spcBef>
                <a:spcPts val="0"/>
              </a:spcBef>
              <a:buNone/>
              <a:defRPr sz="1000">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84" name="Shape 84"/>
        <p:cNvGrpSpPr/>
        <p:nvPr/>
      </p:nvGrpSpPr>
      <p:grpSpPr>
        <a:xfrm>
          <a:off x="0" y="0"/>
          <a:ext cx="0" cy="0"/>
          <a:chOff x="0" y="0"/>
          <a:chExt cx="0" cy="0"/>
        </a:xfrm>
      </p:grpSpPr>
      <p:sp>
        <p:nvSpPr>
          <p:cNvPr id="85" name="Google Shape;85;p5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58"/>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8"/>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8"/>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3F3F3F"/>
                </a:solidFill>
                <a:latin typeface="Garamond"/>
                <a:ea typeface="Garamond"/>
                <a:cs typeface="Garamond"/>
                <a:sym typeface="Garamond"/>
              </a:defRPr>
            </a:lvl1pPr>
            <a:lvl2pPr indent="0" lvl="1" marL="0" marR="0" algn="r">
              <a:spcBef>
                <a:spcPts val="0"/>
              </a:spcBef>
              <a:buNone/>
              <a:defRPr sz="1000">
                <a:solidFill>
                  <a:srgbClr val="3F3F3F"/>
                </a:solidFill>
                <a:latin typeface="Garamond"/>
                <a:ea typeface="Garamond"/>
                <a:cs typeface="Garamond"/>
                <a:sym typeface="Garamond"/>
              </a:defRPr>
            </a:lvl2pPr>
            <a:lvl3pPr indent="0" lvl="2" marL="0" marR="0" algn="r">
              <a:spcBef>
                <a:spcPts val="0"/>
              </a:spcBef>
              <a:buNone/>
              <a:defRPr sz="1000">
                <a:solidFill>
                  <a:srgbClr val="3F3F3F"/>
                </a:solidFill>
                <a:latin typeface="Garamond"/>
                <a:ea typeface="Garamond"/>
                <a:cs typeface="Garamond"/>
                <a:sym typeface="Garamond"/>
              </a:defRPr>
            </a:lvl3pPr>
            <a:lvl4pPr indent="0" lvl="3" marL="0" marR="0" algn="r">
              <a:spcBef>
                <a:spcPts val="0"/>
              </a:spcBef>
              <a:buNone/>
              <a:defRPr sz="1000">
                <a:solidFill>
                  <a:srgbClr val="3F3F3F"/>
                </a:solidFill>
                <a:latin typeface="Garamond"/>
                <a:ea typeface="Garamond"/>
                <a:cs typeface="Garamond"/>
                <a:sym typeface="Garamond"/>
              </a:defRPr>
            </a:lvl4pPr>
            <a:lvl5pPr indent="0" lvl="4" marL="0" marR="0" algn="r">
              <a:spcBef>
                <a:spcPts val="0"/>
              </a:spcBef>
              <a:buNone/>
              <a:defRPr sz="1000">
                <a:solidFill>
                  <a:srgbClr val="3F3F3F"/>
                </a:solidFill>
                <a:latin typeface="Garamond"/>
                <a:ea typeface="Garamond"/>
                <a:cs typeface="Garamond"/>
                <a:sym typeface="Garamond"/>
              </a:defRPr>
            </a:lvl5pPr>
            <a:lvl6pPr indent="0" lvl="5" marL="0" marR="0" algn="r">
              <a:spcBef>
                <a:spcPts val="0"/>
              </a:spcBef>
              <a:buNone/>
              <a:defRPr sz="1000">
                <a:solidFill>
                  <a:srgbClr val="3F3F3F"/>
                </a:solidFill>
                <a:latin typeface="Garamond"/>
                <a:ea typeface="Garamond"/>
                <a:cs typeface="Garamond"/>
                <a:sym typeface="Garamond"/>
              </a:defRPr>
            </a:lvl6pPr>
            <a:lvl7pPr indent="0" lvl="6" marL="0" marR="0" algn="r">
              <a:spcBef>
                <a:spcPts val="0"/>
              </a:spcBef>
              <a:buNone/>
              <a:defRPr sz="1000">
                <a:solidFill>
                  <a:srgbClr val="3F3F3F"/>
                </a:solidFill>
                <a:latin typeface="Garamond"/>
                <a:ea typeface="Garamond"/>
                <a:cs typeface="Garamond"/>
                <a:sym typeface="Garamond"/>
              </a:defRPr>
            </a:lvl7pPr>
            <a:lvl8pPr indent="0" lvl="7" marL="0" marR="0" algn="r">
              <a:spcBef>
                <a:spcPts val="0"/>
              </a:spcBef>
              <a:buNone/>
              <a:defRPr sz="1000">
                <a:solidFill>
                  <a:srgbClr val="3F3F3F"/>
                </a:solidFill>
                <a:latin typeface="Garamond"/>
                <a:ea typeface="Garamond"/>
                <a:cs typeface="Garamond"/>
                <a:sym typeface="Garamond"/>
              </a:defRPr>
            </a:lvl8pPr>
            <a:lvl9pPr indent="0" lvl="8" marL="0" marR="0" algn="r">
              <a:spcBef>
                <a:spcPts val="0"/>
              </a:spcBef>
              <a:buNone/>
              <a:defRPr sz="1000">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89" name="Shape 89"/>
        <p:cNvGrpSpPr/>
        <p:nvPr/>
      </p:nvGrpSpPr>
      <p:grpSpPr>
        <a:xfrm>
          <a:off x="0" y="0"/>
          <a:ext cx="0" cy="0"/>
          <a:chOff x="0" y="0"/>
          <a:chExt cx="0" cy="0"/>
        </a:xfrm>
      </p:grpSpPr>
      <p:sp>
        <p:nvSpPr>
          <p:cNvPr id="90" name="Google Shape;90;p59"/>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9"/>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9"/>
          <p:cNvSpPr txBox="1"/>
          <p:nvPr>
            <p:ph type="title"/>
          </p:nvPr>
        </p:nvSpPr>
        <p:spPr>
          <a:xfrm>
            <a:off x="8458200" y="607392"/>
            <a:ext cx="3161963" cy="16459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Garamond"/>
              <a:buNone/>
              <a:defRPr b="0" sz="3200" cap="none">
                <a:solidFill>
                  <a:schemeClr val="dk1"/>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59"/>
          <p:cNvSpPr txBox="1"/>
          <p:nvPr>
            <p:ph idx="1" type="body"/>
          </p:nvPr>
        </p:nvSpPr>
        <p:spPr>
          <a:xfrm>
            <a:off x="685800" y="609600"/>
            <a:ext cx="6858000" cy="5334000"/>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900"/>
              </a:spcBef>
              <a:spcAft>
                <a:spcPts val="0"/>
              </a:spcAft>
              <a:buSzPts val="1900"/>
              <a:buChar char="◦"/>
              <a:defRPr sz="19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94" name="Google Shape;94;p59"/>
          <p:cNvSpPr txBox="1"/>
          <p:nvPr>
            <p:ph idx="2" type="body"/>
          </p:nvPr>
        </p:nvSpPr>
        <p:spPr>
          <a:xfrm>
            <a:off x="8458200" y="2336800"/>
            <a:ext cx="3161963" cy="36068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95" name="Google Shape;95;p59"/>
          <p:cNvSpPr txBox="1"/>
          <p:nvPr>
            <p:ph idx="10" type="dt"/>
          </p:nvPr>
        </p:nvSpPr>
        <p:spPr>
          <a:xfrm>
            <a:off x="5588000" y="6035040"/>
            <a:ext cx="1955800"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9"/>
          <p:cNvSpPr txBox="1"/>
          <p:nvPr>
            <p:ph idx="11" type="ftr"/>
          </p:nvPr>
        </p:nvSpPr>
        <p:spPr>
          <a:xfrm>
            <a:off x="685801" y="6035040"/>
            <a:ext cx="45847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9"/>
          <p:cNvSpPr txBox="1"/>
          <p:nvPr>
            <p:ph idx="12" type="sldNum"/>
          </p:nvPr>
        </p:nvSpPr>
        <p:spPr>
          <a:xfrm>
            <a:off x="10396728" y="6035040"/>
            <a:ext cx="1223435"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262626"/>
                </a:solidFill>
                <a:latin typeface="Garamond"/>
                <a:ea typeface="Garamond"/>
                <a:cs typeface="Garamond"/>
                <a:sym typeface="Garamond"/>
              </a:defRPr>
            </a:lvl1pPr>
            <a:lvl2pPr indent="0" lvl="1" marL="0" marR="0" algn="r">
              <a:spcBef>
                <a:spcPts val="0"/>
              </a:spcBef>
              <a:buNone/>
              <a:defRPr sz="1000">
                <a:solidFill>
                  <a:srgbClr val="262626"/>
                </a:solidFill>
                <a:latin typeface="Garamond"/>
                <a:ea typeface="Garamond"/>
                <a:cs typeface="Garamond"/>
                <a:sym typeface="Garamond"/>
              </a:defRPr>
            </a:lvl2pPr>
            <a:lvl3pPr indent="0" lvl="2" marL="0" marR="0" algn="r">
              <a:spcBef>
                <a:spcPts val="0"/>
              </a:spcBef>
              <a:buNone/>
              <a:defRPr sz="1000">
                <a:solidFill>
                  <a:srgbClr val="262626"/>
                </a:solidFill>
                <a:latin typeface="Garamond"/>
                <a:ea typeface="Garamond"/>
                <a:cs typeface="Garamond"/>
                <a:sym typeface="Garamond"/>
              </a:defRPr>
            </a:lvl3pPr>
            <a:lvl4pPr indent="0" lvl="3" marL="0" marR="0" algn="r">
              <a:spcBef>
                <a:spcPts val="0"/>
              </a:spcBef>
              <a:buNone/>
              <a:defRPr sz="1000">
                <a:solidFill>
                  <a:srgbClr val="262626"/>
                </a:solidFill>
                <a:latin typeface="Garamond"/>
                <a:ea typeface="Garamond"/>
                <a:cs typeface="Garamond"/>
                <a:sym typeface="Garamond"/>
              </a:defRPr>
            </a:lvl4pPr>
            <a:lvl5pPr indent="0" lvl="4" marL="0" marR="0" algn="r">
              <a:spcBef>
                <a:spcPts val="0"/>
              </a:spcBef>
              <a:buNone/>
              <a:defRPr sz="1000">
                <a:solidFill>
                  <a:srgbClr val="262626"/>
                </a:solidFill>
                <a:latin typeface="Garamond"/>
                <a:ea typeface="Garamond"/>
                <a:cs typeface="Garamond"/>
                <a:sym typeface="Garamond"/>
              </a:defRPr>
            </a:lvl5pPr>
            <a:lvl6pPr indent="0" lvl="5" marL="0" marR="0" algn="r">
              <a:spcBef>
                <a:spcPts val="0"/>
              </a:spcBef>
              <a:buNone/>
              <a:defRPr sz="1000">
                <a:solidFill>
                  <a:srgbClr val="262626"/>
                </a:solidFill>
                <a:latin typeface="Garamond"/>
                <a:ea typeface="Garamond"/>
                <a:cs typeface="Garamond"/>
                <a:sym typeface="Garamond"/>
              </a:defRPr>
            </a:lvl6pPr>
            <a:lvl7pPr indent="0" lvl="6" marL="0" marR="0" algn="r">
              <a:spcBef>
                <a:spcPts val="0"/>
              </a:spcBef>
              <a:buNone/>
              <a:defRPr sz="1000">
                <a:solidFill>
                  <a:srgbClr val="262626"/>
                </a:solidFill>
                <a:latin typeface="Garamond"/>
                <a:ea typeface="Garamond"/>
                <a:cs typeface="Garamond"/>
                <a:sym typeface="Garamond"/>
              </a:defRPr>
            </a:lvl7pPr>
            <a:lvl8pPr indent="0" lvl="7" marL="0" marR="0" algn="r">
              <a:spcBef>
                <a:spcPts val="0"/>
              </a:spcBef>
              <a:buNone/>
              <a:defRPr sz="1000">
                <a:solidFill>
                  <a:srgbClr val="262626"/>
                </a:solidFill>
                <a:latin typeface="Garamond"/>
                <a:ea typeface="Garamond"/>
                <a:cs typeface="Garamond"/>
                <a:sym typeface="Garamond"/>
              </a:defRPr>
            </a:lvl8pPr>
            <a:lvl9pPr indent="0" lvl="8" marL="0" marR="0" algn="r">
              <a:spcBef>
                <a:spcPts val="0"/>
              </a:spcBef>
              <a:buNone/>
              <a:defRPr sz="1000">
                <a:solidFill>
                  <a:srgbClr val="262626"/>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ido con título" showMasterSp="0">
  <p:cSld name="1_Contenido con título">
    <p:spTree>
      <p:nvGrpSpPr>
        <p:cNvPr id="98" name="Shape 98"/>
        <p:cNvGrpSpPr/>
        <p:nvPr/>
      </p:nvGrpSpPr>
      <p:grpSpPr>
        <a:xfrm>
          <a:off x="0" y="0"/>
          <a:ext cx="0" cy="0"/>
          <a:chOff x="0" y="0"/>
          <a:chExt cx="0" cy="0"/>
        </a:xfrm>
      </p:grpSpPr>
      <p:sp>
        <p:nvSpPr>
          <p:cNvPr id="99" name="Google Shape;99;p60"/>
          <p:cNvSpPr/>
          <p:nvPr/>
        </p:nvSpPr>
        <p:spPr>
          <a:xfrm>
            <a:off x="8119870" y="237744"/>
            <a:ext cx="3826596" cy="6382512"/>
          </a:xfrm>
          <a:prstGeom prst="rect">
            <a:avLst/>
          </a:pr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0"/>
          <p:cNvSpPr/>
          <p:nvPr/>
        </p:nvSpPr>
        <p:spPr>
          <a:xfrm>
            <a:off x="8254660" y="374904"/>
            <a:ext cx="3557016" cy="6108192"/>
          </a:xfrm>
          <a:prstGeom prst="rect">
            <a:avLst/>
          </a:prstGeom>
          <a:noFill/>
          <a:ln cap="sq" cmpd="sng" w="9525">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0"/>
          <p:cNvSpPr txBox="1"/>
          <p:nvPr>
            <p:ph type="title"/>
          </p:nvPr>
        </p:nvSpPr>
        <p:spPr>
          <a:xfrm>
            <a:off x="8458200" y="607392"/>
            <a:ext cx="3161963" cy="164592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1"/>
              </a:buClr>
              <a:buSzPts val="4100"/>
              <a:buFont typeface="Garamond"/>
              <a:buNone/>
              <a:defRPr b="0" sz="4100" cap="none">
                <a:solidFill>
                  <a:schemeClr val="lt1"/>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60"/>
          <p:cNvSpPr txBox="1"/>
          <p:nvPr>
            <p:ph idx="1" type="body"/>
          </p:nvPr>
        </p:nvSpPr>
        <p:spPr>
          <a:xfrm>
            <a:off x="685800" y="609600"/>
            <a:ext cx="6858000" cy="5334000"/>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900"/>
              </a:spcBef>
              <a:spcAft>
                <a:spcPts val="0"/>
              </a:spcAft>
              <a:buSzPts val="1900"/>
              <a:buChar char="◦"/>
              <a:defRPr sz="19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03" name="Google Shape;103;p60"/>
          <p:cNvSpPr txBox="1"/>
          <p:nvPr>
            <p:ph idx="2" type="body"/>
          </p:nvPr>
        </p:nvSpPr>
        <p:spPr>
          <a:xfrm>
            <a:off x="8458200" y="2336800"/>
            <a:ext cx="3161963" cy="36068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rgbClr val="F2F2F2"/>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104" name="Google Shape;104;p60"/>
          <p:cNvSpPr txBox="1"/>
          <p:nvPr>
            <p:ph idx="10" type="dt"/>
          </p:nvPr>
        </p:nvSpPr>
        <p:spPr>
          <a:xfrm>
            <a:off x="5588000" y="6035040"/>
            <a:ext cx="1955800"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60"/>
          <p:cNvSpPr txBox="1"/>
          <p:nvPr>
            <p:ph idx="11" type="ftr"/>
          </p:nvPr>
        </p:nvSpPr>
        <p:spPr>
          <a:xfrm>
            <a:off x="685801" y="6035040"/>
            <a:ext cx="45847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60"/>
          <p:cNvSpPr txBox="1"/>
          <p:nvPr>
            <p:ph idx="12" type="sldNum"/>
          </p:nvPr>
        </p:nvSpPr>
        <p:spPr>
          <a:xfrm>
            <a:off x="10396728" y="6035040"/>
            <a:ext cx="1223435"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262626"/>
                </a:solidFill>
                <a:latin typeface="Garamond"/>
                <a:ea typeface="Garamond"/>
                <a:cs typeface="Garamond"/>
                <a:sym typeface="Garamond"/>
              </a:defRPr>
            </a:lvl1pPr>
            <a:lvl2pPr indent="0" lvl="1" marL="0" marR="0" algn="r">
              <a:spcBef>
                <a:spcPts val="0"/>
              </a:spcBef>
              <a:buNone/>
              <a:defRPr sz="1000">
                <a:solidFill>
                  <a:srgbClr val="262626"/>
                </a:solidFill>
                <a:latin typeface="Garamond"/>
                <a:ea typeface="Garamond"/>
                <a:cs typeface="Garamond"/>
                <a:sym typeface="Garamond"/>
              </a:defRPr>
            </a:lvl2pPr>
            <a:lvl3pPr indent="0" lvl="2" marL="0" marR="0" algn="r">
              <a:spcBef>
                <a:spcPts val="0"/>
              </a:spcBef>
              <a:buNone/>
              <a:defRPr sz="1000">
                <a:solidFill>
                  <a:srgbClr val="262626"/>
                </a:solidFill>
                <a:latin typeface="Garamond"/>
                <a:ea typeface="Garamond"/>
                <a:cs typeface="Garamond"/>
                <a:sym typeface="Garamond"/>
              </a:defRPr>
            </a:lvl3pPr>
            <a:lvl4pPr indent="0" lvl="3" marL="0" marR="0" algn="r">
              <a:spcBef>
                <a:spcPts val="0"/>
              </a:spcBef>
              <a:buNone/>
              <a:defRPr sz="1000">
                <a:solidFill>
                  <a:srgbClr val="262626"/>
                </a:solidFill>
                <a:latin typeface="Garamond"/>
                <a:ea typeface="Garamond"/>
                <a:cs typeface="Garamond"/>
                <a:sym typeface="Garamond"/>
              </a:defRPr>
            </a:lvl4pPr>
            <a:lvl5pPr indent="0" lvl="4" marL="0" marR="0" algn="r">
              <a:spcBef>
                <a:spcPts val="0"/>
              </a:spcBef>
              <a:buNone/>
              <a:defRPr sz="1000">
                <a:solidFill>
                  <a:srgbClr val="262626"/>
                </a:solidFill>
                <a:latin typeface="Garamond"/>
                <a:ea typeface="Garamond"/>
                <a:cs typeface="Garamond"/>
                <a:sym typeface="Garamond"/>
              </a:defRPr>
            </a:lvl5pPr>
            <a:lvl6pPr indent="0" lvl="5" marL="0" marR="0" algn="r">
              <a:spcBef>
                <a:spcPts val="0"/>
              </a:spcBef>
              <a:buNone/>
              <a:defRPr sz="1000">
                <a:solidFill>
                  <a:srgbClr val="262626"/>
                </a:solidFill>
                <a:latin typeface="Garamond"/>
                <a:ea typeface="Garamond"/>
                <a:cs typeface="Garamond"/>
                <a:sym typeface="Garamond"/>
              </a:defRPr>
            </a:lvl6pPr>
            <a:lvl7pPr indent="0" lvl="6" marL="0" marR="0" algn="r">
              <a:spcBef>
                <a:spcPts val="0"/>
              </a:spcBef>
              <a:buNone/>
              <a:defRPr sz="1000">
                <a:solidFill>
                  <a:srgbClr val="262626"/>
                </a:solidFill>
                <a:latin typeface="Garamond"/>
                <a:ea typeface="Garamond"/>
                <a:cs typeface="Garamond"/>
                <a:sym typeface="Garamond"/>
              </a:defRPr>
            </a:lvl7pPr>
            <a:lvl8pPr indent="0" lvl="7" marL="0" marR="0" algn="r">
              <a:spcBef>
                <a:spcPts val="0"/>
              </a:spcBef>
              <a:buNone/>
              <a:defRPr sz="1000">
                <a:solidFill>
                  <a:srgbClr val="262626"/>
                </a:solidFill>
                <a:latin typeface="Garamond"/>
                <a:ea typeface="Garamond"/>
                <a:cs typeface="Garamond"/>
                <a:sym typeface="Garamond"/>
              </a:defRPr>
            </a:lvl8pPr>
            <a:lvl9pPr indent="0" lvl="8" marL="0" marR="0" algn="r">
              <a:spcBef>
                <a:spcPts val="0"/>
              </a:spcBef>
              <a:buNone/>
              <a:defRPr sz="1000">
                <a:solidFill>
                  <a:srgbClr val="262626"/>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n con leyenda" showMasterSp="0">
  <p:cSld name="1_Imagen con leyenda">
    <p:spTree>
      <p:nvGrpSpPr>
        <p:cNvPr id="107" name="Shape 107"/>
        <p:cNvGrpSpPr/>
        <p:nvPr/>
      </p:nvGrpSpPr>
      <p:grpSpPr>
        <a:xfrm>
          <a:off x="0" y="0"/>
          <a:ext cx="0" cy="0"/>
          <a:chOff x="0" y="0"/>
          <a:chExt cx="0" cy="0"/>
        </a:xfrm>
      </p:grpSpPr>
      <p:sp>
        <p:nvSpPr>
          <p:cNvPr id="108" name="Google Shape;108;p61"/>
          <p:cNvSpPr/>
          <p:nvPr/>
        </p:nvSpPr>
        <p:spPr>
          <a:xfrm>
            <a:off x="948394" y="941695"/>
            <a:ext cx="5452526" cy="4974610"/>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09" name="Google Shape;109;p61"/>
          <p:cNvSpPr/>
          <p:nvPr>
            <p:ph idx="2" type="pic"/>
          </p:nvPr>
        </p:nvSpPr>
        <p:spPr>
          <a:xfrm>
            <a:off x="0" y="0"/>
            <a:ext cx="12192000" cy="6858000"/>
          </a:xfrm>
          <a:prstGeom prst="rect">
            <a:avLst/>
          </a:prstGeom>
          <a:solidFill>
            <a:srgbClr val="C8C6B0"/>
          </a:solidFill>
          <a:ln>
            <a:noFill/>
          </a:ln>
        </p:spPr>
      </p:sp>
      <p:sp>
        <p:nvSpPr>
          <p:cNvPr id="110" name="Google Shape;110;p61"/>
          <p:cNvSpPr txBox="1"/>
          <p:nvPr>
            <p:ph idx="10" type="dt"/>
          </p:nvPr>
        </p:nvSpPr>
        <p:spPr>
          <a:xfrm>
            <a:off x="5588000" y="6035040"/>
            <a:ext cx="1955800"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61"/>
          <p:cNvSpPr txBox="1"/>
          <p:nvPr>
            <p:ph idx="11" type="ftr"/>
          </p:nvPr>
        </p:nvSpPr>
        <p:spPr>
          <a:xfrm>
            <a:off x="685801" y="6035040"/>
            <a:ext cx="45847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61"/>
          <p:cNvSpPr txBox="1"/>
          <p:nvPr>
            <p:ph idx="12" type="sldNum"/>
          </p:nvPr>
        </p:nvSpPr>
        <p:spPr>
          <a:xfrm>
            <a:off x="10396728" y="6035040"/>
            <a:ext cx="1223435"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262626"/>
                </a:solidFill>
                <a:latin typeface="Garamond"/>
                <a:ea typeface="Garamond"/>
                <a:cs typeface="Garamond"/>
                <a:sym typeface="Garamond"/>
              </a:defRPr>
            </a:lvl1pPr>
            <a:lvl2pPr indent="0" lvl="1" marL="0" marR="0" algn="r">
              <a:spcBef>
                <a:spcPts val="0"/>
              </a:spcBef>
              <a:buNone/>
              <a:defRPr sz="1000">
                <a:solidFill>
                  <a:srgbClr val="262626"/>
                </a:solidFill>
                <a:latin typeface="Garamond"/>
                <a:ea typeface="Garamond"/>
                <a:cs typeface="Garamond"/>
                <a:sym typeface="Garamond"/>
              </a:defRPr>
            </a:lvl2pPr>
            <a:lvl3pPr indent="0" lvl="2" marL="0" marR="0" algn="r">
              <a:spcBef>
                <a:spcPts val="0"/>
              </a:spcBef>
              <a:buNone/>
              <a:defRPr sz="1000">
                <a:solidFill>
                  <a:srgbClr val="262626"/>
                </a:solidFill>
                <a:latin typeface="Garamond"/>
                <a:ea typeface="Garamond"/>
                <a:cs typeface="Garamond"/>
                <a:sym typeface="Garamond"/>
              </a:defRPr>
            </a:lvl3pPr>
            <a:lvl4pPr indent="0" lvl="3" marL="0" marR="0" algn="r">
              <a:spcBef>
                <a:spcPts val="0"/>
              </a:spcBef>
              <a:buNone/>
              <a:defRPr sz="1000">
                <a:solidFill>
                  <a:srgbClr val="262626"/>
                </a:solidFill>
                <a:latin typeface="Garamond"/>
                <a:ea typeface="Garamond"/>
                <a:cs typeface="Garamond"/>
                <a:sym typeface="Garamond"/>
              </a:defRPr>
            </a:lvl4pPr>
            <a:lvl5pPr indent="0" lvl="4" marL="0" marR="0" algn="r">
              <a:spcBef>
                <a:spcPts val="0"/>
              </a:spcBef>
              <a:buNone/>
              <a:defRPr sz="1000">
                <a:solidFill>
                  <a:srgbClr val="262626"/>
                </a:solidFill>
                <a:latin typeface="Garamond"/>
                <a:ea typeface="Garamond"/>
                <a:cs typeface="Garamond"/>
                <a:sym typeface="Garamond"/>
              </a:defRPr>
            </a:lvl5pPr>
            <a:lvl6pPr indent="0" lvl="5" marL="0" marR="0" algn="r">
              <a:spcBef>
                <a:spcPts val="0"/>
              </a:spcBef>
              <a:buNone/>
              <a:defRPr sz="1000">
                <a:solidFill>
                  <a:srgbClr val="262626"/>
                </a:solidFill>
                <a:latin typeface="Garamond"/>
                <a:ea typeface="Garamond"/>
                <a:cs typeface="Garamond"/>
                <a:sym typeface="Garamond"/>
              </a:defRPr>
            </a:lvl6pPr>
            <a:lvl7pPr indent="0" lvl="6" marL="0" marR="0" algn="r">
              <a:spcBef>
                <a:spcPts val="0"/>
              </a:spcBef>
              <a:buNone/>
              <a:defRPr sz="1000">
                <a:solidFill>
                  <a:srgbClr val="262626"/>
                </a:solidFill>
                <a:latin typeface="Garamond"/>
                <a:ea typeface="Garamond"/>
                <a:cs typeface="Garamond"/>
                <a:sym typeface="Garamond"/>
              </a:defRPr>
            </a:lvl7pPr>
            <a:lvl8pPr indent="0" lvl="7" marL="0" marR="0" algn="r">
              <a:spcBef>
                <a:spcPts val="0"/>
              </a:spcBef>
              <a:buNone/>
              <a:defRPr sz="1000">
                <a:solidFill>
                  <a:srgbClr val="262626"/>
                </a:solidFill>
                <a:latin typeface="Garamond"/>
                <a:ea typeface="Garamond"/>
                <a:cs typeface="Garamond"/>
                <a:sym typeface="Garamond"/>
              </a:defRPr>
            </a:lvl8pPr>
            <a:lvl9pPr indent="0" lvl="8" marL="0" marR="0" algn="r">
              <a:spcBef>
                <a:spcPts val="0"/>
              </a:spcBef>
              <a:buNone/>
              <a:defRPr sz="1000">
                <a:solidFill>
                  <a:srgbClr val="262626"/>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
        <p:nvSpPr>
          <p:cNvPr id="113" name="Google Shape;113;p61"/>
          <p:cNvSpPr txBox="1"/>
          <p:nvPr>
            <p:ph idx="1" type="body"/>
          </p:nvPr>
        </p:nvSpPr>
        <p:spPr>
          <a:xfrm>
            <a:off x="1357950" y="2852792"/>
            <a:ext cx="4633415" cy="25721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900"/>
              </a:spcBef>
              <a:spcAft>
                <a:spcPts val="0"/>
              </a:spcAft>
              <a:buSzPts val="1800"/>
              <a:buNone/>
              <a:defRPr>
                <a:solidFill>
                  <a:schemeClr val="lt1"/>
                </a:solidFill>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14" name="Google Shape;114;p61"/>
          <p:cNvSpPr/>
          <p:nvPr/>
        </p:nvSpPr>
        <p:spPr>
          <a:xfrm>
            <a:off x="1101715" y="1106424"/>
            <a:ext cx="5120640" cy="4645152"/>
          </a:xfrm>
          <a:prstGeom prst="rect">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aramond"/>
              <a:ea typeface="Garamond"/>
              <a:cs typeface="Garamond"/>
              <a:sym typeface="Garamond"/>
            </a:endParaRPr>
          </a:p>
        </p:txBody>
      </p:sp>
      <p:sp>
        <p:nvSpPr>
          <p:cNvPr id="115" name="Google Shape;115;p61"/>
          <p:cNvSpPr txBox="1"/>
          <p:nvPr>
            <p:ph type="title"/>
          </p:nvPr>
        </p:nvSpPr>
        <p:spPr>
          <a:xfrm>
            <a:off x="1357950" y="1352804"/>
            <a:ext cx="4633415" cy="133364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800"/>
              <a:buFont typeface="Garamond"/>
              <a:buNone/>
              <a:defRPr b="0" sz="4800" cap="none">
                <a:solidFill>
                  <a:schemeClr val="lt1"/>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leyenda" showMasterSp="0" type="picTx">
  <p:cSld name="PICTURE_WITH_CAPTION_TEXT">
    <p:spTree>
      <p:nvGrpSpPr>
        <p:cNvPr id="116" name="Shape 116"/>
        <p:cNvGrpSpPr/>
        <p:nvPr/>
      </p:nvGrpSpPr>
      <p:grpSpPr>
        <a:xfrm>
          <a:off x="0" y="0"/>
          <a:ext cx="0" cy="0"/>
          <a:chOff x="0" y="0"/>
          <a:chExt cx="0" cy="0"/>
        </a:xfrm>
      </p:grpSpPr>
      <p:sp>
        <p:nvSpPr>
          <p:cNvPr id="117" name="Google Shape;117;p62"/>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2"/>
          <p:cNvSpPr/>
          <p:nvPr>
            <p:ph idx="2" type="pic"/>
          </p:nvPr>
        </p:nvSpPr>
        <p:spPr>
          <a:xfrm>
            <a:off x="228599" y="237744"/>
            <a:ext cx="7696201" cy="6382512"/>
          </a:xfrm>
          <a:prstGeom prst="rect">
            <a:avLst/>
          </a:prstGeom>
          <a:solidFill>
            <a:srgbClr val="C8C6B0"/>
          </a:solidFill>
          <a:ln>
            <a:noFill/>
          </a:ln>
        </p:spPr>
      </p:sp>
      <p:sp>
        <p:nvSpPr>
          <p:cNvPr id="119" name="Google Shape;119;p62"/>
          <p:cNvSpPr txBox="1"/>
          <p:nvPr>
            <p:ph idx="10" type="dt"/>
          </p:nvPr>
        </p:nvSpPr>
        <p:spPr>
          <a:xfrm>
            <a:off x="5662337" y="6035040"/>
            <a:ext cx="2071963"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62"/>
          <p:cNvSpPr txBox="1"/>
          <p:nvPr>
            <p:ph idx="11" type="ftr"/>
          </p:nvPr>
        </p:nvSpPr>
        <p:spPr>
          <a:xfrm>
            <a:off x="612648" y="6035040"/>
            <a:ext cx="4588002"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sz="1000">
                <a:solidFill>
                  <a:srgbClr val="FFFFFF"/>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62"/>
          <p:cNvSpPr txBox="1"/>
          <p:nvPr>
            <p:ph idx="12" type="sldNum"/>
          </p:nvPr>
        </p:nvSpPr>
        <p:spPr>
          <a:xfrm>
            <a:off x="10396728" y="6035040"/>
            <a:ext cx="1225296"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3F3F3F"/>
                </a:solidFill>
                <a:latin typeface="Garamond"/>
                <a:ea typeface="Garamond"/>
                <a:cs typeface="Garamond"/>
                <a:sym typeface="Garamond"/>
              </a:defRPr>
            </a:lvl1pPr>
            <a:lvl2pPr indent="0" lvl="1" marL="0" marR="0" algn="r">
              <a:spcBef>
                <a:spcPts val="0"/>
              </a:spcBef>
              <a:buNone/>
              <a:defRPr sz="1000">
                <a:solidFill>
                  <a:srgbClr val="3F3F3F"/>
                </a:solidFill>
                <a:latin typeface="Garamond"/>
                <a:ea typeface="Garamond"/>
                <a:cs typeface="Garamond"/>
                <a:sym typeface="Garamond"/>
              </a:defRPr>
            </a:lvl2pPr>
            <a:lvl3pPr indent="0" lvl="2" marL="0" marR="0" algn="r">
              <a:spcBef>
                <a:spcPts val="0"/>
              </a:spcBef>
              <a:buNone/>
              <a:defRPr sz="1000">
                <a:solidFill>
                  <a:srgbClr val="3F3F3F"/>
                </a:solidFill>
                <a:latin typeface="Garamond"/>
                <a:ea typeface="Garamond"/>
                <a:cs typeface="Garamond"/>
                <a:sym typeface="Garamond"/>
              </a:defRPr>
            </a:lvl3pPr>
            <a:lvl4pPr indent="0" lvl="3" marL="0" marR="0" algn="r">
              <a:spcBef>
                <a:spcPts val="0"/>
              </a:spcBef>
              <a:buNone/>
              <a:defRPr sz="1000">
                <a:solidFill>
                  <a:srgbClr val="3F3F3F"/>
                </a:solidFill>
                <a:latin typeface="Garamond"/>
                <a:ea typeface="Garamond"/>
                <a:cs typeface="Garamond"/>
                <a:sym typeface="Garamond"/>
              </a:defRPr>
            </a:lvl4pPr>
            <a:lvl5pPr indent="0" lvl="4" marL="0" marR="0" algn="r">
              <a:spcBef>
                <a:spcPts val="0"/>
              </a:spcBef>
              <a:buNone/>
              <a:defRPr sz="1000">
                <a:solidFill>
                  <a:srgbClr val="3F3F3F"/>
                </a:solidFill>
                <a:latin typeface="Garamond"/>
                <a:ea typeface="Garamond"/>
                <a:cs typeface="Garamond"/>
                <a:sym typeface="Garamond"/>
              </a:defRPr>
            </a:lvl5pPr>
            <a:lvl6pPr indent="0" lvl="5" marL="0" marR="0" algn="r">
              <a:spcBef>
                <a:spcPts val="0"/>
              </a:spcBef>
              <a:buNone/>
              <a:defRPr sz="1000">
                <a:solidFill>
                  <a:srgbClr val="3F3F3F"/>
                </a:solidFill>
                <a:latin typeface="Garamond"/>
                <a:ea typeface="Garamond"/>
                <a:cs typeface="Garamond"/>
                <a:sym typeface="Garamond"/>
              </a:defRPr>
            </a:lvl6pPr>
            <a:lvl7pPr indent="0" lvl="6" marL="0" marR="0" algn="r">
              <a:spcBef>
                <a:spcPts val="0"/>
              </a:spcBef>
              <a:buNone/>
              <a:defRPr sz="1000">
                <a:solidFill>
                  <a:srgbClr val="3F3F3F"/>
                </a:solidFill>
                <a:latin typeface="Garamond"/>
                <a:ea typeface="Garamond"/>
                <a:cs typeface="Garamond"/>
                <a:sym typeface="Garamond"/>
              </a:defRPr>
            </a:lvl7pPr>
            <a:lvl8pPr indent="0" lvl="7" marL="0" marR="0" algn="r">
              <a:spcBef>
                <a:spcPts val="0"/>
              </a:spcBef>
              <a:buNone/>
              <a:defRPr sz="1000">
                <a:solidFill>
                  <a:srgbClr val="3F3F3F"/>
                </a:solidFill>
                <a:latin typeface="Garamond"/>
                <a:ea typeface="Garamond"/>
                <a:cs typeface="Garamond"/>
                <a:sym typeface="Garamond"/>
              </a:defRPr>
            </a:lvl8pPr>
            <a:lvl9pPr indent="0" lvl="8" marL="0" marR="0" algn="r">
              <a:spcBef>
                <a:spcPts val="0"/>
              </a:spcBef>
              <a:buNone/>
              <a:defRPr sz="1000">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
        <p:nvSpPr>
          <p:cNvPr id="122" name="Google Shape;122;p62"/>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2"/>
          <p:cNvSpPr txBox="1"/>
          <p:nvPr>
            <p:ph type="title"/>
          </p:nvPr>
        </p:nvSpPr>
        <p:spPr>
          <a:xfrm>
            <a:off x="8477250" y="603504"/>
            <a:ext cx="3144774" cy="164592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3200"/>
              <a:buFont typeface="Garamond"/>
              <a:buNone/>
              <a:defRPr b="0" sz="3200">
                <a:solidFill>
                  <a:schemeClr val="dk1"/>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62"/>
          <p:cNvSpPr txBox="1"/>
          <p:nvPr>
            <p:ph idx="1" type="body"/>
          </p:nvPr>
        </p:nvSpPr>
        <p:spPr>
          <a:xfrm>
            <a:off x="8477250" y="2386584"/>
            <a:ext cx="3144774" cy="351129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134" name="Shape 134"/>
        <p:cNvGrpSpPr/>
        <p:nvPr/>
      </p:nvGrpSpPr>
      <p:grpSpPr>
        <a:xfrm>
          <a:off x="0" y="0"/>
          <a:ext cx="0" cy="0"/>
          <a:chOff x="0" y="0"/>
          <a:chExt cx="0" cy="0"/>
        </a:xfrm>
      </p:grpSpPr>
      <p:sp>
        <p:nvSpPr>
          <p:cNvPr id="135" name="Google Shape;135;p51"/>
          <p:cNvSpPr/>
          <p:nvPr/>
        </p:nvSpPr>
        <p:spPr>
          <a:xfrm>
            <a:off x="0" y="0"/>
            <a:ext cx="12192000" cy="6858000"/>
          </a:xfrm>
          <a:prstGeom prst="rect">
            <a:avLst/>
          </a:prstGeom>
          <a:solidFill>
            <a:srgbClr val="FEFE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36" name="Google Shape;136;p51"/>
          <p:cNvSpPr/>
          <p:nvPr/>
        </p:nvSpPr>
        <p:spPr>
          <a:xfrm>
            <a:off x="1307870" y="1267730"/>
            <a:ext cx="9576262" cy="4307950"/>
          </a:xfrm>
          <a:prstGeom prst="rect">
            <a:avLst/>
          </a:prstGeom>
          <a:solidFill>
            <a:schemeClr val="dk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1"/>
          <p:cNvSpPr/>
          <p:nvPr/>
        </p:nvSpPr>
        <p:spPr>
          <a:xfrm>
            <a:off x="1447801" y="1411615"/>
            <a:ext cx="9296400" cy="4034770"/>
          </a:xfrm>
          <a:prstGeom prst="rect">
            <a:avLst/>
          </a:prstGeom>
          <a:noFill/>
          <a:ln cap="sq" cmpd="sng" w="9525">
            <a:solidFill>
              <a:srgbClr val="FEFEF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1"/>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 name="Google Shape;139;p51"/>
          <p:cNvGrpSpPr/>
          <p:nvPr/>
        </p:nvGrpSpPr>
        <p:grpSpPr>
          <a:xfrm>
            <a:off x="5250180" y="1267730"/>
            <a:ext cx="1691640" cy="615934"/>
            <a:chOff x="5250180" y="1267730"/>
            <a:chExt cx="1691640" cy="615934"/>
          </a:xfrm>
        </p:grpSpPr>
        <p:cxnSp>
          <p:nvCxnSpPr>
            <p:cNvPr id="140" name="Google Shape;140;p51"/>
            <p:cNvCxnSpPr/>
            <p:nvPr/>
          </p:nvCxnSpPr>
          <p:spPr>
            <a:xfrm>
              <a:off x="5250180" y="1267730"/>
              <a:ext cx="0" cy="612648"/>
            </a:xfrm>
            <a:prstGeom prst="straightConnector1">
              <a:avLst/>
            </a:prstGeom>
            <a:solidFill>
              <a:srgbClr val="FEFEFE"/>
            </a:solidFill>
            <a:ln cap="flat" cmpd="sng" w="9525">
              <a:solidFill>
                <a:srgbClr val="FFFFFF"/>
              </a:solidFill>
              <a:prstDash val="solid"/>
              <a:miter lim="800000"/>
              <a:headEnd len="sm" w="sm" type="none"/>
              <a:tailEnd len="sm" w="sm" type="none"/>
            </a:ln>
          </p:spPr>
        </p:cxnSp>
        <p:cxnSp>
          <p:nvCxnSpPr>
            <p:cNvPr id="141" name="Google Shape;141;p51"/>
            <p:cNvCxnSpPr/>
            <p:nvPr/>
          </p:nvCxnSpPr>
          <p:spPr>
            <a:xfrm>
              <a:off x="6941820" y="1267730"/>
              <a:ext cx="0" cy="612648"/>
            </a:xfrm>
            <a:prstGeom prst="straightConnector1">
              <a:avLst/>
            </a:prstGeom>
            <a:solidFill>
              <a:srgbClr val="FEFEFE"/>
            </a:solidFill>
            <a:ln cap="flat" cmpd="sng" w="9525">
              <a:solidFill>
                <a:srgbClr val="FFFFFF"/>
              </a:solidFill>
              <a:prstDash val="solid"/>
              <a:miter lim="800000"/>
              <a:headEnd len="sm" w="sm" type="none"/>
              <a:tailEnd len="sm" w="sm" type="none"/>
            </a:ln>
          </p:spPr>
        </p:cxnSp>
        <p:cxnSp>
          <p:nvCxnSpPr>
            <p:cNvPr id="142" name="Google Shape;142;p51"/>
            <p:cNvCxnSpPr/>
            <p:nvPr/>
          </p:nvCxnSpPr>
          <p:spPr>
            <a:xfrm>
              <a:off x="5250180" y="1883664"/>
              <a:ext cx="1691640" cy="0"/>
            </a:xfrm>
            <a:prstGeom prst="straightConnector1">
              <a:avLst/>
            </a:prstGeom>
            <a:solidFill>
              <a:srgbClr val="FEFEFE"/>
            </a:solidFill>
            <a:ln cap="flat" cmpd="sng" w="9525">
              <a:solidFill>
                <a:srgbClr val="FFFFFF"/>
              </a:solidFill>
              <a:prstDash val="solid"/>
              <a:miter lim="800000"/>
              <a:headEnd len="sm" w="sm" type="none"/>
              <a:tailEnd len="sm" w="sm" type="none"/>
            </a:ln>
          </p:spPr>
        </p:cxnSp>
      </p:grpSp>
      <p:sp>
        <p:nvSpPr>
          <p:cNvPr id="143" name="Google Shape;143;p51"/>
          <p:cNvSpPr txBox="1"/>
          <p:nvPr>
            <p:ph type="ctrTitle"/>
          </p:nvPr>
        </p:nvSpPr>
        <p:spPr>
          <a:xfrm>
            <a:off x="1629103" y="2244830"/>
            <a:ext cx="8933796" cy="2437232"/>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FEFEFE"/>
              </a:buClr>
              <a:buSzPts val="6800"/>
              <a:buFont typeface="Garamond"/>
              <a:buNone/>
              <a:defRPr b="0" sz="6800" cap="none">
                <a:solidFill>
                  <a:srgbClr val="FEFEFE"/>
                </a:solidFill>
                <a:latin typeface="Garamond"/>
                <a:ea typeface="Garamond"/>
                <a:cs typeface="Garamond"/>
                <a:sym typeface="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51"/>
          <p:cNvSpPr txBox="1"/>
          <p:nvPr>
            <p:ph idx="1" type="subTitle"/>
          </p:nvPr>
        </p:nvSpPr>
        <p:spPr>
          <a:xfrm>
            <a:off x="1629101" y="4682062"/>
            <a:ext cx="8936846" cy="45720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1800"/>
              <a:buNone/>
              <a:defRPr sz="1800">
                <a:solidFill>
                  <a:srgbClr val="FEFEFE"/>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145" name="Google Shape;145;p51"/>
          <p:cNvSpPr txBox="1"/>
          <p:nvPr>
            <p:ph idx="10" type="dt"/>
          </p:nvPr>
        </p:nvSpPr>
        <p:spPr>
          <a:xfrm>
            <a:off x="5318760" y="1341256"/>
            <a:ext cx="1554480" cy="48554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Garamond"/>
                <a:ea typeface="Garamond"/>
                <a:cs typeface="Garamond"/>
                <a:sym typeface="Garamon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51"/>
          <p:cNvSpPr txBox="1"/>
          <p:nvPr>
            <p:ph idx="11" type="ftr"/>
          </p:nvPr>
        </p:nvSpPr>
        <p:spPr>
          <a:xfrm>
            <a:off x="1629100" y="5177408"/>
            <a:ext cx="5730295"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FEFEFE"/>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51"/>
          <p:cNvSpPr txBox="1"/>
          <p:nvPr>
            <p:ph idx="12" type="sldNum"/>
          </p:nvPr>
        </p:nvSpPr>
        <p:spPr>
          <a:xfrm>
            <a:off x="8606920" y="5177408"/>
            <a:ext cx="1955980" cy="22860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sz="1000">
                <a:solidFill>
                  <a:srgbClr val="FEFEFE"/>
                </a:solidFill>
                <a:latin typeface="Garamond"/>
                <a:ea typeface="Garamond"/>
                <a:cs typeface="Garamond"/>
                <a:sym typeface="Garamond"/>
              </a:defRPr>
            </a:lvl1pPr>
            <a:lvl2pPr indent="0" lvl="1" marL="0" marR="0" algn="r">
              <a:spcBef>
                <a:spcPts val="0"/>
              </a:spcBef>
              <a:buNone/>
              <a:defRPr sz="1000">
                <a:solidFill>
                  <a:srgbClr val="FEFEFE"/>
                </a:solidFill>
                <a:latin typeface="Garamond"/>
                <a:ea typeface="Garamond"/>
                <a:cs typeface="Garamond"/>
                <a:sym typeface="Garamond"/>
              </a:defRPr>
            </a:lvl2pPr>
            <a:lvl3pPr indent="0" lvl="2" marL="0" marR="0" algn="r">
              <a:spcBef>
                <a:spcPts val="0"/>
              </a:spcBef>
              <a:buNone/>
              <a:defRPr sz="1000">
                <a:solidFill>
                  <a:srgbClr val="FEFEFE"/>
                </a:solidFill>
                <a:latin typeface="Garamond"/>
                <a:ea typeface="Garamond"/>
                <a:cs typeface="Garamond"/>
                <a:sym typeface="Garamond"/>
              </a:defRPr>
            </a:lvl3pPr>
            <a:lvl4pPr indent="0" lvl="3" marL="0" marR="0" algn="r">
              <a:spcBef>
                <a:spcPts val="0"/>
              </a:spcBef>
              <a:buNone/>
              <a:defRPr sz="1000">
                <a:solidFill>
                  <a:srgbClr val="FEFEFE"/>
                </a:solidFill>
                <a:latin typeface="Garamond"/>
                <a:ea typeface="Garamond"/>
                <a:cs typeface="Garamond"/>
                <a:sym typeface="Garamond"/>
              </a:defRPr>
            </a:lvl4pPr>
            <a:lvl5pPr indent="0" lvl="4" marL="0" marR="0" algn="r">
              <a:spcBef>
                <a:spcPts val="0"/>
              </a:spcBef>
              <a:buNone/>
              <a:defRPr sz="1000">
                <a:solidFill>
                  <a:srgbClr val="FEFEFE"/>
                </a:solidFill>
                <a:latin typeface="Garamond"/>
                <a:ea typeface="Garamond"/>
                <a:cs typeface="Garamond"/>
                <a:sym typeface="Garamond"/>
              </a:defRPr>
            </a:lvl5pPr>
            <a:lvl6pPr indent="0" lvl="5" marL="0" marR="0" algn="r">
              <a:spcBef>
                <a:spcPts val="0"/>
              </a:spcBef>
              <a:buNone/>
              <a:defRPr sz="1000">
                <a:solidFill>
                  <a:srgbClr val="FEFEFE"/>
                </a:solidFill>
                <a:latin typeface="Garamond"/>
                <a:ea typeface="Garamond"/>
                <a:cs typeface="Garamond"/>
                <a:sym typeface="Garamond"/>
              </a:defRPr>
            </a:lvl6pPr>
            <a:lvl7pPr indent="0" lvl="6" marL="0" marR="0" algn="r">
              <a:spcBef>
                <a:spcPts val="0"/>
              </a:spcBef>
              <a:buNone/>
              <a:defRPr sz="1000">
                <a:solidFill>
                  <a:srgbClr val="FEFEFE"/>
                </a:solidFill>
                <a:latin typeface="Garamond"/>
                <a:ea typeface="Garamond"/>
                <a:cs typeface="Garamond"/>
                <a:sym typeface="Garamond"/>
              </a:defRPr>
            </a:lvl7pPr>
            <a:lvl8pPr indent="0" lvl="7" marL="0" marR="0" algn="r">
              <a:spcBef>
                <a:spcPts val="0"/>
              </a:spcBef>
              <a:buNone/>
              <a:defRPr sz="1000">
                <a:solidFill>
                  <a:srgbClr val="FEFEFE"/>
                </a:solidFill>
                <a:latin typeface="Garamond"/>
                <a:ea typeface="Garamond"/>
                <a:cs typeface="Garamond"/>
                <a:sym typeface="Garamond"/>
              </a:defRPr>
            </a:lvl8pPr>
            <a:lvl9pPr indent="0" lvl="8" marL="0" marR="0" algn="r">
              <a:spcBef>
                <a:spcPts val="0"/>
              </a:spcBef>
              <a:buNone/>
              <a:defRPr sz="1000">
                <a:solidFill>
                  <a:srgbClr val="FEFEFE"/>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aramond"/>
              <a:ea typeface="Garamond"/>
              <a:cs typeface="Garamond"/>
              <a:sym typeface="Garamond"/>
            </a:endParaRPr>
          </a:p>
        </p:txBody>
      </p:sp>
      <p:sp>
        <p:nvSpPr>
          <p:cNvPr id="11" name="Google Shape;11;p47"/>
          <p:cNvSpPr/>
          <p:nvPr/>
        </p:nvSpPr>
        <p:spPr>
          <a:xfrm>
            <a:off x="234696" y="237744"/>
            <a:ext cx="11722608" cy="6382512"/>
          </a:xfrm>
          <a:prstGeom prst="rect">
            <a:avLst/>
          </a:prstGeom>
          <a:solidFill>
            <a:srgbClr val="BFBFB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47"/>
          <p:cNvSpPr/>
          <p:nvPr/>
        </p:nvSpPr>
        <p:spPr>
          <a:xfrm>
            <a:off x="371856" y="374904"/>
            <a:ext cx="11448288" cy="6108192"/>
          </a:xfrm>
          <a:prstGeom prst="rect">
            <a:avLst/>
          </a:prstGeom>
          <a:noFill/>
          <a:ln cap="sq" cmpd="sng" w="9525">
            <a:solidFill>
              <a:srgbClr val="26262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4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800"/>
              <a:buFont typeface="Garamond"/>
              <a:buNone/>
              <a:defRPr b="0" i="0" sz="4800" u="none" cap="none" strike="noStrike">
                <a:solidFill>
                  <a:srgbClr val="262626"/>
                </a:solidFill>
                <a:latin typeface="Garamond"/>
                <a:ea typeface="Garamond"/>
                <a:cs typeface="Garamond"/>
                <a:sym typeface="Garamo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47"/>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900"/>
              </a:spcBef>
              <a:spcAft>
                <a:spcPts val="0"/>
              </a:spcAft>
              <a:buClr>
                <a:srgbClr val="262626"/>
              </a:buClr>
              <a:buSzPts val="1800"/>
              <a:buFont typeface="Garamond"/>
              <a:buChar char="◦"/>
              <a:defRPr b="0" i="0" sz="1800" u="none" cap="none" strike="noStrike">
                <a:solidFill>
                  <a:schemeClr val="dk1"/>
                </a:solidFill>
                <a:latin typeface="Garamond"/>
                <a:ea typeface="Garamond"/>
                <a:cs typeface="Garamond"/>
                <a:sym typeface="Garamond"/>
              </a:defRPr>
            </a:lvl1pPr>
            <a:lvl2pPr indent="-330200" lvl="1" marL="914400" marR="0" rtl="0" algn="l">
              <a:lnSpc>
                <a:spcPct val="100000"/>
              </a:lnSpc>
              <a:spcBef>
                <a:spcPts val="500"/>
              </a:spcBef>
              <a:spcAft>
                <a:spcPts val="0"/>
              </a:spcAft>
              <a:buClr>
                <a:srgbClr val="262626"/>
              </a:buClr>
              <a:buSzPts val="1600"/>
              <a:buFont typeface="Garamond"/>
              <a:buChar char="◦"/>
              <a:defRPr b="0" i="0" sz="1600" u="none" cap="none" strike="noStrike">
                <a:solidFill>
                  <a:schemeClr val="dk1"/>
                </a:solidFill>
                <a:latin typeface="Garamond"/>
                <a:ea typeface="Garamond"/>
                <a:cs typeface="Garamond"/>
                <a:sym typeface="Garamond"/>
              </a:defRPr>
            </a:lvl2pPr>
            <a:lvl3pPr indent="-317500" lvl="2" marL="1371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3pPr>
            <a:lvl4pPr indent="-317500" lvl="3" marL="1828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4pPr>
            <a:lvl5pPr indent="-317500" lvl="4" marL="22860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aramond"/>
                <a:ea typeface="Garamond"/>
                <a:cs typeface="Garamond"/>
                <a:sym typeface="Garamond"/>
              </a:defRPr>
            </a:lvl9pPr>
          </a:lstStyle>
          <a:p/>
        </p:txBody>
      </p:sp>
      <p:sp>
        <p:nvSpPr>
          <p:cNvPr id="15" name="Google Shape;15;p47"/>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3F3F3F"/>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6" name="Google Shape;16;p47"/>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7" name="Google Shape;17;p47"/>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000" u="none" cap="none" strike="noStrike">
                <a:solidFill>
                  <a:srgbClr val="3F3F3F"/>
                </a:solidFill>
                <a:latin typeface="Garamond"/>
                <a:ea typeface="Garamond"/>
                <a:cs typeface="Garamond"/>
                <a:sym typeface="Garamond"/>
              </a:defRPr>
            </a:lvl1pPr>
            <a:lvl2pPr indent="0" lvl="1" marL="0" marR="0" rtl="0" algn="r">
              <a:spcBef>
                <a:spcPts val="0"/>
              </a:spcBef>
              <a:buNone/>
              <a:defRPr b="0" i="0" sz="1000" u="none" cap="none" strike="noStrike">
                <a:solidFill>
                  <a:srgbClr val="3F3F3F"/>
                </a:solidFill>
                <a:latin typeface="Garamond"/>
                <a:ea typeface="Garamond"/>
                <a:cs typeface="Garamond"/>
                <a:sym typeface="Garamond"/>
              </a:defRPr>
            </a:lvl2pPr>
            <a:lvl3pPr indent="0" lvl="2" marL="0" marR="0" rtl="0" algn="r">
              <a:spcBef>
                <a:spcPts val="0"/>
              </a:spcBef>
              <a:buNone/>
              <a:defRPr b="0" i="0" sz="1000" u="none" cap="none" strike="noStrike">
                <a:solidFill>
                  <a:srgbClr val="3F3F3F"/>
                </a:solidFill>
                <a:latin typeface="Garamond"/>
                <a:ea typeface="Garamond"/>
                <a:cs typeface="Garamond"/>
                <a:sym typeface="Garamond"/>
              </a:defRPr>
            </a:lvl3pPr>
            <a:lvl4pPr indent="0" lvl="3" marL="0" marR="0" rtl="0" algn="r">
              <a:spcBef>
                <a:spcPts val="0"/>
              </a:spcBef>
              <a:buNone/>
              <a:defRPr b="0" i="0" sz="1000" u="none" cap="none" strike="noStrike">
                <a:solidFill>
                  <a:srgbClr val="3F3F3F"/>
                </a:solidFill>
                <a:latin typeface="Garamond"/>
                <a:ea typeface="Garamond"/>
                <a:cs typeface="Garamond"/>
                <a:sym typeface="Garamond"/>
              </a:defRPr>
            </a:lvl4pPr>
            <a:lvl5pPr indent="0" lvl="4" marL="0" marR="0" rtl="0" algn="r">
              <a:spcBef>
                <a:spcPts val="0"/>
              </a:spcBef>
              <a:buNone/>
              <a:defRPr b="0" i="0" sz="1000" u="none" cap="none" strike="noStrike">
                <a:solidFill>
                  <a:srgbClr val="3F3F3F"/>
                </a:solidFill>
                <a:latin typeface="Garamond"/>
                <a:ea typeface="Garamond"/>
                <a:cs typeface="Garamond"/>
                <a:sym typeface="Garamond"/>
              </a:defRPr>
            </a:lvl5pPr>
            <a:lvl6pPr indent="0" lvl="5" marL="0" marR="0" rtl="0" algn="r">
              <a:spcBef>
                <a:spcPts val="0"/>
              </a:spcBef>
              <a:buNone/>
              <a:defRPr b="0" i="0" sz="1000" u="none" cap="none" strike="noStrike">
                <a:solidFill>
                  <a:srgbClr val="3F3F3F"/>
                </a:solidFill>
                <a:latin typeface="Garamond"/>
                <a:ea typeface="Garamond"/>
                <a:cs typeface="Garamond"/>
                <a:sym typeface="Garamond"/>
              </a:defRPr>
            </a:lvl6pPr>
            <a:lvl7pPr indent="0" lvl="6" marL="0" marR="0" rtl="0" algn="r">
              <a:spcBef>
                <a:spcPts val="0"/>
              </a:spcBef>
              <a:buNone/>
              <a:defRPr b="0" i="0" sz="1000" u="none" cap="none" strike="noStrike">
                <a:solidFill>
                  <a:srgbClr val="3F3F3F"/>
                </a:solidFill>
                <a:latin typeface="Garamond"/>
                <a:ea typeface="Garamond"/>
                <a:cs typeface="Garamond"/>
                <a:sym typeface="Garamond"/>
              </a:defRPr>
            </a:lvl7pPr>
            <a:lvl8pPr indent="0" lvl="7" marL="0" marR="0" rtl="0" algn="r">
              <a:spcBef>
                <a:spcPts val="0"/>
              </a:spcBef>
              <a:buNone/>
              <a:defRPr b="0" i="0" sz="1000" u="none" cap="none" strike="noStrike">
                <a:solidFill>
                  <a:srgbClr val="3F3F3F"/>
                </a:solidFill>
                <a:latin typeface="Garamond"/>
                <a:ea typeface="Garamond"/>
                <a:cs typeface="Garamond"/>
                <a:sym typeface="Garamond"/>
              </a:defRPr>
            </a:lvl8pPr>
            <a:lvl9pPr indent="0" lvl="8" marL="0" marR="0" rtl="0" algn="r">
              <a:spcBef>
                <a:spcPts val="0"/>
              </a:spcBef>
              <a:buNone/>
              <a:defRPr b="0" i="0" sz="1000" u="none" cap="none" strike="noStrike">
                <a:solidFill>
                  <a:srgbClr val="3F3F3F"/>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5" name="Shape 125"/>
        <p:cNvGrpSpPr/>
        <p:nvPr/>
      </p:nvGrpSpPr>
      <p:grpSpPr>
        <a:xfrm>
          <a:off x="0" y="0"/>
          <a:ext cx="0" cy="0"/>
          <a:chOff x="0" y="0"/>
          <a:chExt cx="0" cy="0"/>
        </a:xfrm>
      </p:grpSpPr>
      <p:sp>
        <p:nvSpPr>
          <p:cNvPr id="126" name="Google Shape;126;p49"/>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800" u="none">
              <a:solidFill>
                <a:schemeClr val="lt1"/>
              </a:solidFill>
              <a:latin typeface="Garamond"/>
              <a:ea typeface="Garamond"/>
              <a:cs typeface="Garamond"/>
              <a:sym typeface="Garamond"/>
            </a:endParaRPr>
          </a:p>
        </p:txBody>
      </p:sp>
      <p:sp>
        <p:nvSpPr>
          <p:cNvPr id="127" name="Google Shape;127;p49"/>
          <p:cNvSpPr/>
          <p:nvPr/>
        </p:nvSpPr>
        <p:spPr>
          <a:xfrm>
            <a:off x="234696" y="237744"/>
            <a:ext cx="11722608" cy="6382512"/>
          </a:xfrm>
          <a:prstGeom prst="rect">
            <a:avLst/>
          </a:prstGeom>
          <a:solidFill>
            <a:schemeClr val="dk1">
              <a:alpha val="6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9"/>
          <p:cNvSpPr/>
          <p:nvPr/>
        </p:nvSpPr>
        <p:spPr>
          <a:xfrm>
            <a:off x="371856" y="374904"/>
            <a:ext cx="11448288" cy="6108192"/>
          </a:xfrm>
          <a:prstGeom prst="rect">
            <a:avLst/>
          </a:prstGeom>
          <a:noFill/>
          <a:ln cap="sq" cmpd="sng" w="9525">
            <a:solidFill>
              <a:srgbClr val="FEFEF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EFEFE"/>
              </a:buClr>
              <a:buSzPts val="4800"/>
              <a:buFont typeface="Garamond"/>
              <a:buNone/>
              <a:defRPr b="0" i="0" sz="4800" u="none" cap="none" strike="noStrike">
                <a:solidFill>
                  <a:srgbClr val="FEFEFE"/>
                </a:solidFill>
                <a:latin typeface="Garamond"/>
                <a:ea typeface="Garamond"/>
                <a:cs typeface="Garamond"/>
                <a:sym typeface="Garamo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0" name="Google Shape;130;p49"/>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900"/>
              </a:spcBef>
              <a:spcAft>
                <a:spcPts val="0"/>
              </a:spcAft>
              <a:buClr>
                <a:srgbClr val="FEFEFE"/>
              </a:buClr>
              <a:buSzPts val="1800"/>
              <a:buFont typeface="Garamond"/>
              <a:buChar char="◦"/>
              <a:defRPr b="0" i="0" sz="1800" u="none" cap="none" strike="noStrike">
                <a:solidFill>
                  <a:schemeClr val="lt1"/>
                </a:solidFill>
                <a:latin typeface="Garamond"/>
                <a:ea typeface="Garamond"/>
                <a:cs typeface="Garamond"/>
                <a:sym typeface="Garamond"/>
              </a:defRPr>
            </a:lvl1pPr>
            <a:lvl2pPr indent="-330200" lvl="1" marL="914400" marR="0" rtl="0" algn="l">
              <a:lnSpc>
                <a:spcPct val="100000"/>
              </a:lnSpc>
              <a:spcBef>
                <a:spcPts val="500"/>
              </a:spcBef>
              <a:spcAft>
                <a:spcPts val="0"/>
              </a:spcAft>
              <a:buClr>
                <a:srgbClr val="FEFEFE"/>
              </a:buClr>
              <a:buSzPts val="1600"/>
              <a:buFont typeface="Garamond"/>
              <a:buChar char="◦"/>
              <a:defRPr b="0" i="0" sz="1600" u="none" cap="none" strike="noStrike">
                <a:solidFill>
                  <a:schemeClr val="lt1"/>
                </a:solidFill>
                <a:latin typeface="Garamond"/>
                <a:ea typeface="Garamond"/>
                <a:cs typeface="Garamond"/>
                <a:sym typeface="Garamond"/>
              </a:defRPr>
            </a:lvl2pPr>
            <a:lvl3pPr indent="-317500" lvl="2" marL="13716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Garamond"/>
                <a:ea typeface="Garamond"/>
                <a:cs typeface="Garamond"/>
                <a:sym typeface="Garamond"/>
              </a:defRPr>
            </a:lvl3pPr>
            <a:lvl4pPr indent="-317500" lvl="3" marL="18288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Garamond"/>
                <a:ea typeface="Garamond"/>
                <a:cs typeface="Garamond"/>
                <a:sym typeface="Garamond"/>
              </a:defRPr>
            </a:lvl4pPr>
            <a:lvl5pPr indent="-317500" lvl="4" marL="22860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Garamond"/>
                <a:ea typeface="Garamond"/>
                <a:cs typeface="Garamond"/>
                <a:sym typeface="Garamond"/>
              </a:defRPr>
            </a:lvl5pPr>
            <a:lvl6pPr indent="-317500" lvl="5" marL="27432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Garamond"/>
                <a:ea typeface="Garamond"/>
                <a:cs typeface="Garamond"/>
                <a:sym typeface="Garamond"/>
              </a:defRPr>
            </a:lvl6pPr>
            <a:lvl7pPr indent="-317500" lvl="6" marL="32004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Garamond"/>
                <a:ea typeface="Garamond"/>
                <a:cs typeface="Garamond"/>
                <a:sym typeface="Garamond"/>
              </a:defRPr>
            </a:lvl7pPr>
            <a:lvl8pPr indent="-317500" lvl="7" marL="36576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Garamond"/>
                <a:ea typeface="Garamond"/>
                <a:cs typeface="Garamond"/>
                <a:sym typeface="Garamond"/>
              </a:defRPr>
            </a:lvl8pPr>
            <a:lvl9pPr indent="-317500" lvl="8" marL="41148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Garamond"/>
                <a:ea typeface="Garamond"/>
                <a:cs typeface="Garamond"/>
                <a:sym typeface="Garamond"/>
              </a:defRPr>
            </a:lvl9pPr>
          </a:lstStyle>
          <a:p/>
        </p:txBody>
      </p:sp>
      <p:sp>
        <p:nvSpPr>
          <p:cNvPr id="131" name="Google Shape;131;p49"/>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000">
                <a:solidFill>
                  <a:srgbClr val="FEFEFE"/>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9pPr>
          </a:lstStyle>
          <a:p/>
        </p:txBody>
      </p:sp>
      <p:sp>
        <p:nvSpPr>
          <p:cNvPr id="132" name="Google Shape;132;p49"/>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000">
                <a:solidFill>
                  <a:srgbClr val="FEFEFE"/>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lt1"/>
                </a:solidFill>
                <a:latin typeface="Garamond"/>
                <a:ea typeface="Garamond"/>
                <a:cs typeface="Garamond"/>
                <a:sym typeface="Garamond"/>
              </a:defRPr>
            </a:lvl9pPr>
          </a:lstStyle>
          <a:p/>
        </p:txBody>
      </p:sp>
      <p:sp>
        <p:nvSpPr>
          <p:cNvPr id="133" name="Google Shape;133;p49"/>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sz="1000" u="none">
                <a:solidFill>
                  <a:srgbClr val="FEFEFE"/>
                </a:solidFill>
                <a:latin typeface="Garamond"/>
                <a:ea typeface="Garamond"/>
                <a:cs typeface="Garamond"/>
                <a:sym typeface="Garamond"/>
              </a:defRPr>
            </a:lvl1pPr>
            <a:lvl2pPr indent="0" lvl="1" marL="0" marR="0" rtl="0" algn="r">
              <a:spcBef>
                <a:spcPts val="0"/>
              </a:spcBef>
              <a:buNone/>
              <a:defRPr b="0" sz="1000" u="none">
                <a:solidFill>
                  <a:srgbClr val="FEFEFE"/>
                </a:solidFill>
                <a:latin typeface="Garamond"/>
                <a:ea typeface="Garamond"/>
                <a:cs typeface="Garamond"/>
                <a:sym typeface="Garamond"/>
              </a:defRPr>
            </a:lvl2pPr>
            <a:lvl3pPr indent="0" lvl="2" marL="0" marR="0" rtl="0" algn="r">
              <a:spcBef>
                <a:spcPts val="0"/>
              </a:spcBef>
              <a:buNone/>
              <a:defRPr b="0" sz="1000" u="none">
                <a:solidFill>
                  <a:srgbClr val="FEFEFE"/>
                </a:solidFill>
                <a:latin typeface="Garamond"/>
                <a:ea typeface="Garamond"/>
                <a:cs typeface="Garamond"/>
                <a:sym typeface="Garamond"/>
              </a:defRPr>
            </a:lvl3pPr>
            <a:lvl4pPr indent="0" lvl="3" marL="0" marR="0" rtl="0" algn="r">
              <a:spcBef>
                <a:spcPts val="0"/>
              </a:spcBef>
              <a:buNone/>
              <a:defRPr b="0" sz="1000" u="none">
                <a:solidFill>
                  <a:srgbClr val="FEFEFE"/>
                </a:solidFill>
                <a:latin typeface="Garamond"/>
                <a:ea typeface="Garamond"/>
                <a:cs typeface="Garamond"/>
                <a:sym typeface="Garamond"/>
              </a:defRPr>
            </a:lvl4pPr>
            <a:lvl5pPr indent="0" lvl="4" marL="0" marR="0" rtl="0" algn="r">
              <a:spcBef>
                <a:spcPts val="0"/>
              </a:spcBef>
              <a:buNone/>
              <a:defRPr b="0" sz="1000" u="none">
                <a:solidFill>
                  <a:srgbClr val="FEFEFE"/>
                </a:solidFill>
                <a:latin typeface="Garamond"/>
                <a:ea typeface="Garamond"/>
                <a:cs typeface="Garamond"/>
                <a:sym typeface="Garamond"/>
              </a:defRPr>
            </a:lvl5pPr>
            <a:lvl6pPr indent="0" lvl="5" marL="0" marR="0" rtl="0" algn="r">
              <a:spcBef>
                <a:spcPts val="0"/>
              </a:spcBef>
              <a:buNone/>
              <a:defRPr b="0" sz="1000" u="none">
                <a:solidFill>
                  <a:srgbClr val="FEFEFE"/>
                </a:solidFill>
                <a:latin typeface="Garamond"/>
                <a:ea typeface="Garamond"/>
                <a:cs typeface="Garamond"/>
                <a:sym typeface="Garamond"/>
              </a:defRPr>
            </a:lvl6pPr>
            <a:lvl7pPr indent="0" lvl="6" marL="0" marR="0" rtl="0" algn="r">
              <a:spcBef>
                <a:spcPts val="0"/>
              </a:spcBef>
              <a:buNone/>
              <a:defRPr b="0" sz="1000" u="none">
                <a:solidFill>
                  <a:srgbClr val="FEFEFE"/>
                </a:solidFill>
                <a:latin typeface="Garamond"/>
                <a:ea typeface="Garamond"/>
                <a:cs typeface="Garamond"/>
                <a:sym typeface="Garamond"/>
              </a:defRPr>
            </a:lvl7pPr>
            <a:lvl8pPr indent="0" lvl="7" marL="0" marR="0" rtl="0" algn="r">
              <a:spcBef>
                <a:spcPts val="0"/>
              </a:spcBef>
              <a:buNone/>
              <a:defRPr b="0" sz="1000" u="none">
                <a:solidFill>
                  <a:srgbClr val="FEFEFE"/>
                </a:solidFill>
                <a:latin typeface="Garamond"/>
                <a:ea typeface="Garamond"/>
                <a:cs typeface="Garamond"/>
                <a:sym typeface="Garamond"/>
              </a:defRPr>
            </a:lvl8pPr>
            <a:lvl9pPr indent="0" lvl="8" marL="0" marR="0" rtl="0" algn="r">
              <a:spcBef>
                <a:spcPts val="0"/>
              </a:spcBef>
              <a:buNone/>
              <a:defRPr b="0" sz="1000" u="none">
                <a:solidFill>
                  <a:srgbClr val="FEFEFE"/>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
          <p:cNvPicPr preferRelativeResize="0"/>
          <p:nvPr/>
        </p:nvPicPr>
        <p:blipFill rotWithShape="1">
          <a:blip r:embed="rId3">
            <a:alphaModFix amt="62000"/>
          </a:blip>
          <a:srcRect b="0" l="0" r="0" t="0"/>
          <a:stretch/>
        </p:blipFill>
        <p:spPr>
          <a:xfrm>
            <a:off x="-144431" y="-159390"/>
            <a:ext cx="12169465" cy="6858001"/>
          </a:xfrm>
          <a:prstGeom prst="rect">
            <a:avLst/>
          </a:prstGeom>
          <a:noFill/>
          <a:ln>
            <a:noFill/>
          </a:ln>
        </p:spPr>
      </p:pic>
      <p:graphicFrame>
        <p:nvGraphicFramePr>
          <p:cNvPr id="153" name="Google Shape;153;p1"/>
          <p:cNvGraphicFramePr/>
          <p:nvPr/>
        </p:nvGraphicFramePr>
        <p:xfrm>
          <a:off x="7104267" y="1293367"/>
          <a:ext cx="3000000" cy="3000000"/>
        </p:xfrm>
        <a:graphic>
          <a:graphicData uri="http://schemas.openxmlformats.org/drawingml/2006/table">
            <a:tbl>
              <a:tblPr>
                <a:noFill/>
                <a:tableStyleId>{9950CA89-DD0E-4833-851F-BB9A3FD40A40}</a:tableStyleId>
              </a:tblPr>
              <a:tblGrid>
                <a:gridCol w="2024275"/>
                <a:gridCol w="2896500"/>
              </a:tblGrid>
              <a:tr h="609550">
                <a:tc>
                  <a:txBody>
                    <a:bodyPr/>
                    <a:lstStyle/>
                    <a:p>
                      <a:pPr indent="0" lvl="0" marL="0" marR="0" rtl="0" algn="l">
                        <a:spcBef>
                          <a:spcPts val="0"/>
                        </a:spcBef>
                        <a:spcAft>
                          <a:spcPts val="0"/>
                        </a:spcAft>
                        <a:buClr>
                          <a:schemeClr val="dk1"/>
                        </a:buClr>
                        <a:buSzPts val="1900"/>
                        <a:buFont typeface="Garamond"/>
                        <a:buNone/>
                      </a:pPr>
                      <a:r>
                        <a:rPr b="1" lang="es-MX" sz="1900" u="none" cap="none" strike="noStrike">
                          <a:solidFill>
                            <a:schemeClr val="dk1"/>
                          </a:solidFill>
                        </a:rPr>
                        <a:t>Día, Fecha:</a:t>
                      </a:r>
                      <a:endParaRPr b="1" sz="1900" u="none" cap="none" strike="noStrike">
                        <a:solidFill>
                          <a:schemeClr val="dk1"/>
                        </a:solidFill>
                      </a:endParaRPr>
                    </a:p>
                  </a:txBody>
                  <a:tcPr marT="121900" marB="121900" marR="121900" marL="121900"/>
                </a:tc>
                <a:tc>
                  <a:txBody>
                    <a:bodyPr/>
                    <a:lstStyle/>
                    <a:p>
                      <a:pPr indent="0" lvl="0" marL="0" marR="0" rtl="0" algn="l">
                        <a:spcBef>
                          <a:spcPts val="0"/>
                        </a:spcBef>
                        <a:spcAft>
                          <a:spcPts val="0"/>
                        </a:spcAft>
                        <a:buClr>
                          <a:schemeClr val="dk1"/>
                        </a:buClr>
                        <a:buSzPts val="2400"/>
                        <a:buFont typeface="Garamond"/>
                        <a:buNone/>
                      </a:pPr>
                      <a:r>
                        <a:rPr lang="es-MX" sz="2400" u="none" cap="none" strike="noStrike"/>
                        <a:t>Viernes, 11/10/2024</a:t>
                      </a:r>
                      <a:endParaRPr/>
                    </a:p>
                  </a:txBody>
                  <a:tcPr marT="121900" marB="121900" marR="121900" marL="121900"/>
                </a:tc>
              </a:tr>
              <a:tr h="609550">
                <a:tc>
                  <a:txBody>
                    <a:bodyPr/>
                    <a:lstStyle/>
                    <a:p>
                      <a:pPr indent="0" lvl="0" marL="0" marR="0" rtl="0" algn="l">
                        <a:spcBef>
                          <a:spcPts val="0"/>
                        </a:spcBef>
                        <a:spcAft>
                          <a:spcPts val="0"/>
                        </a:spcAft>
                        <a:buClr>
                          <a:schemeClr val="dk1"/>
                        </a:buClr>
                        <a:buSzPts val="1900"/>
                        <a:buFont typeface="Garamond"/>
                        <a:buNone/>
                      </a:pPr>
                      <a:r>
                        <a:rPr b="1" lang="es-MX" sz="1900" u="none" cap="none" strike="noStrike">
                          <a:solidFill>
                            <a:schemeClr val="dk1"/>
                          </a:solidFill>
                        </a:rPr>
                        <a:t>Hora de inicio:</a:t>
                      </a:r>
                      <a:endParaRPr b="1" sz="1900" u="none" cap="none" strike="noStrike">
                        <a:solidFill>
                          <a:schemeClr val="dk1"/>
                        </a:solidFill>
                      </a:endParaRPr>
                    </a:p>
                  </a:txBody>
                  <a:tcPr marT="121900" marB="121900" marR="121900" marL="121900"/>
                </a:tc>
                <a:tc>
                  <a:txBody>
                    <a:bodyPr/>
                    <a:lstStyle/>
                    <a:p>
                      <a:pPr indent="0" lvl="0" marL="0" marR="0" rtl="0" algn="l">
                        <a:spcBef>
                          <a:spcPts val="0"/>
                        </a:spcBef>
                        <a:spcAft>
                          <a:spcPts val="0"/>
                        </a:spcAft>
                        <a:buClr>
                          <a:schemeClr val="dk1"/>
                        </a:buClr>
                        <a:buSzPts val="2400"/>
                        <a:buFont typeface="Garamond"/>
                        <a:buNone/>
                      </a:pPr>
                      <a:r>
                        <a:rPr lang="es-MX" sz="2400" u="none" cap="none" strike="noStrike"/>
                        <a:t>07:10</a:t>
                      </a:r>
                      <a:endParaRPr/>
                    </a:p>
                  </a:txBody>
                  <a:tcPr marT="121900" marB="121900" marR="121900" marL="121900"/>
                </a:tc>
              </a:tr>
            </a:tbl>
          </a:graphicData>
        </a:graphic>
      </p:graphicFrame>
      <p:sp>
        <p:nvSpPr>
          <p:cNvPr id="154" name="Google Shape;154;p1"/>
          <p:cNvSpPr txBox="1"/>
          <p:nvPr/>
        </p:nvSpPr>
        <p:spPr>
          <a:xfrm>
            <a:off x="1920233" y="3011068"/>
            <a:ext cx="9056000" cy="759078"/>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MX" sz="3333" u="none" cap="none" strike="noStrike">
                <a:solidFill>
                  <a:schemeClr val="dk1"/>
                </a:solidFill>
                <a:latin typeface="Garamond"/>
                <a:ea typeface="Garamond"/>
                <a:cs typeface="Garamond"/>
                <a:sym typeface="Garamond"/>
              </a:rPr>
              <a:t>Seminario de Sistemas 1 [B]</a:t>
            </a:r>
            <a:endParaRPr sz="3333">
              <a:solidFill>
                <a:schemeClr val="dk1"/>
              </a:solidFill>
              <a:latin typeface="Garamond"/>
              <a:ea typeface="Garamond"/>
              <a:cs typeface="Garamond"/>
              <a:sym typeface="Garamond"/>
            </a:endParaRPr>
          </a:p>
        </p:txBody>
      </p:sp>
      <p:sp>
        <p:nvSpPr>
          <p:cNvPr id="155" name="Google Shape;155;p1"/>
          <p:cNvSpPr txBox="1"/>
          <p:nvPr/>
        </p:nvSpPr>
        <p:spPr>
          <a:xfrm>
            <a:off x="2371600" y="3867668"/>
            <a:ext cx="7448800" cy="656614"/>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lang="es-MX" sz="2667">
                <a:solidFill>
                  <a:schemeClr val="dk1"/>
                </a:solidFill>
                <a:latin typeface="Garamond"/>
                <a:ea typeface="Garamond"/>
                <a:cs typeface="Garamond"/>
                <a:sym typeface="Garamond"/>
              </a:rPr>
              <a:t>Luis Enrique Rivera Najera</a:t>
            </a:r>
            <a:endParaRPr sz="2667">
              <a:solidFill>
                <a:schemeClr val="dk1"/>
              </a:solidFill>
              <a:latin typeface="Garamond"/>
              <a:ea typeface="Garamond"/>
              <a:cs typeface="Garamond"/>
              <a:sym typeface="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0" name="Shape 160"/>
        <p:cNvGrpSpPr/>
        <p:nvPr/>
      </p:nvGrpSpPr>
      <p:grpSpPr>
        <a:xfrm>
          <a:off x="0" y="0"/>
          <a:ext cx="0" cy="0"/>
          <a:chOff x="0" y="0"/>
          <a:chExt cx="0" cy="0"/>
        </a:xfrm>
      </p:grpSpPr>
      <p:sp>
        <p:nvSpPr>
          <p:cNvPr id="161" name="Google Shape;161;p2"/>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pic>
        <p:nvPicPr>
          <p:cNvPr id="162" name="Google Shape;162;p2"/>
          <p:cNvPicPr preferRelativeResize="0"/>
          <p:nvPr/>
        </p:nvPicPr>
        <p:blipFill rotWithShape="1">
          <a:blip r:embed="rId3">
            <a:alphaModFix/>
          </a:blip>
          <a:srcRect b="0" l="0" r="0" t="0"/>
          <a:stretch/>
        </p:blipFill>
        <p:spPr>
          <a:xfrm>
            <a:off x="609610" y="0"/>
            <a:ext cx="10972780" cy="6857988"/>
          </a:xfrm>
          <a:prstGeom prst="rect">
            <a:avLst/>
          </a:prstGeom>
          <a:noFill/>
          <a:ln>
            <a:noFill/>
          </a:ln>
        </p:spPr>
      </p:pic>
      <p:sp>
        <p:nvSpPr>
          <p:cNvPr id="163" name="Google Shape;163;p2"/>
          <p:cNvSpPr/>
          <p:nvPr/>
        </p:nvSpPr>
        <p:spPr>
          <a:xfrm>
            <a:off x="1307870" y="1267730"/>
            <a:ext cx="9576262" cy="4307950"/>
          </a:xfrm>
          <a:prstGeom prst="rect">
            <a:avLst/>
          </a:prstGeom>
          <a:noFill/>
          <a:ln cap="sq" cmpd="sng" w="9525">
            <a:solidFill>
              <a:srgbClr val="FEFEF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aramond"/>
              <a:ea typeface="Garamond"/>
              <a:cs typeface="Garamond"/>
              <a:sym typeface="Garamond"/>
            </a:endParaRPr>
          </a:p>
        </p:txBody>
      </p:sp>
      <p:sp>
        <p:nvSpPr>
          <p:cNvPr id="164" name="Google Shape;164;p2"/>
          <p:cNvSpPr txBox="1"/>
          <p:nvPr>
            <p:ph type="ctrTitle"/>
          </p:nvPr>
        </p:nvSpPr>
        <p:spPr>
          <a:xfrm>
            <a:off x="1769532" y="2091263"/>
            <a:ext cx="8652938" cy="2461504"/>
          </a:xfrm>
          <a:prstGeom prst="rect">
            <a:avLst/>
          </a:prstGeom>
          <a:solidFill>
            <a:schemeClr val="dk1"/>
          </a:solidFill>
          <a:ln>
            <a:noFill/>
          </a:ln>
        </p:spPr>
        <p:txBody>
          <a:bodyPr anchorCtr="0" anchor="ctr" bIns="45700" lIns="91425" spcFirstLastPara="1" rIns="91425" wrap="square" tIns="45700">
            <a:normAutofit/>
          </a:bodyPr>
          <a:lstStyle/>
          <a:p>
            <a:pPr indent="0" lvl="0" marL="0" marR="0" rtl="0" algn="ctr">
              <a:lnSpc>
                <a:spcPct val="83000"/>
              </a:lnSpc>
              <a:spcBef>
                <a:spcPts val="0"/>
              </a:spcBef>
              <a:spcAft>
                <a:spcPts val="0"/>
              </a:spcAft>
              <a:buClr>
                <a:srgbClr val="FEFEFE"/>
              </a:buClr>
              <a:buSzPts val="6800"/>
              <a:buFont typeface="Garamond"/>
              <a:buNone/>
            </a:pPr>
            <a:r>
              <a:rPr b="0" i="0" lang="es-MX" sz="6800" u="none" cap="none" strike="noStrike">
                <a:solidFill>
                  <a:srgbClr val="FEFEFE"/>
                </a:solidFill>
                <a:latin typeface="Garamond"/>
                <a:ea typeface="Garamond"/>
                <a:cs typeface="Garamond"/>
                <a:sym typeface="Garamond"/>
              </a:rPr>
              <a:t>LAB. SEMINARIO DE SISTEMAS 1</a:t>
            </a:r>
            <a:endParaRPr/>
          </a:p>
        </p:txBody>
      </p:sp>
      <p:sp>
        <p:nvSpPr>
          <p:cNvPr id="165" name="Google Shape;165;p2"/>
          <p:cNvSpPr txBox="1"/>
          <p:nvPr>
            <p:ph idx="1" type="subTitle"/>
          </p:nvPr>
        </p:nvSpPr>
        <p:spPr>
          <a:xfrm>
            <a:off x="1767270" y="4623127"/>
            <a:ext cx="8655200" cy="457201"/>
          </a:xfrm>
          <a:prstGeom prst="rect">
            <a:avLst/>
          </a:prstGeom>
          <a:solidFill>
            <a:schemeClr val="dk1"/>
          </a:solid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FEFEFE"/>
              </a:buClr>
              <a:buSzPts val="2400"/>
              <a:buFont typeface="Garamond"/>
              <a:buNone/>
            </a:pPr>
            <a:r>
              <a:rPr b="0" i="0" lang="es-MX" sz="2400" u="none" cap="none" strike="noStrike">
                <a:solidFill>
                  <a:srgbClr val="C8C8D3"/>
                </a:solidFill>
                <a:latin typeface="Garamond"/>
                <a:ea typeface="Garamond"/>
                <a:cs typeface="Garamond"/>
                <a:sym typeface="Garamond"/>
              </a:rPr>
              <a:t>Laboratorio #10</a:t>
            </a:r>
            <a:endParaRPr/>
          </a:p>
        </p:txBody>
      </p:sp>
      <p:sp>
        <p:nvSpPr>
          <p:cNvPr id="166" name="Google Shape;166;p2"/>
          <p:cNvSpPr/>
          <p:nvPr/>
        </p:nvSpPr>
        <p:spPr>
          <a:xfrm>
            <a:off x="1447801" y="1411615"/>
            <a:ext cx="9296400" cy="4034770"/>
          </a:xfrm>
          <a:prstGeom prst="rect">
            <a:avLst/>
          </a:prstGeom>
          <a:noFill/>
          <a:ln cap="sq" cmpd="sng" w="9525">
            <a:solidFill>
              <a:srgbClr val="FEFEFE">
                <a:alpha val="80000"/>
              </a:srgb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aramond"/>
              <a:ea typeface="Garamond"/>
              <a:cs typeface="Garamond"/>
              <a:sym typeface="Garamo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
          <p:cNvSpPr txBox="1"/>
          <p:nvPr/>
        </p:nvSpPr>
        <p:spPr>
          <a:xfrm>
            <a:off x="2357307" y="3059668"/>
            <a:ext cx="1946246"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4400">
                <a:solidFill>
                  <a:schemeClr val="dk1"/>
                </a:solidFill>
                <a:latin typeface="Garamond"/>
                <a:ea typeface="Garamond"/>
                <a:cs typeface="Garamond"/>
                <a:sym typeface="Garamond"/>
              </a:rPr>
              <a:t>Agenda</a:t>
            </a:r>
            <a:endParaRPr sz="4400">
              <a:solidFill>
                <a:schemeClr val="dk1"/>
              </a:solidFill>
              <a:latin typeface="Garamond"/>
              <a:ea typeface="Garamond"/>
              <a:cs typeface="Garamond"/>
              <a:sym typeface="Garamond"/>
            </a:endParaRPr>
          </a:p>
        </p:txBody>
      </p:sp>
      <p:sp>
        <p:nvSpPr>
          <p:cNvPr id="172" name="Google Shape;172;p3"/>
          <p:cNvSpPr txBox="1"/>
          <p:nvPr/>
        </p:nvSpPr>
        <p:spPr>
          <a:xfrm>
            <a:off x="6703041" y="1582340"/>
            <a:ext cx="3833768"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Garamond"/>
                <a:ea typeface="Garamond"/>
                <a:cs typeface="Garamond"/>
                <a:sym typeface="Garamond"/>
              </a:rPr>
              <a:t>Dudas Proyecto Final</a:t>
            </a:r>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a:t>
            </a:r>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Exposiciones</a:t>
            </a:r>
            <a:endParaRPr sz="1800">
              <a:solidFill>
                <a:schemeClr val="dk1"/>
              </a:solidFill>
              <a:latin typeface="Garamond"/>
              <a:ea typeface="Garamond"/>
              <a:cs typeface="Garamond"/>
              <a:sym typeface="Garamond"/>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a:t>
            </a:r>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Azure Cognitive Services</a:t>
            </a:r>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a:t>
            </a:r>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Docker</a:t>
            </a:r>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a:t>
            </a:r>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Ejemplo Practico</a:t>
            </a:r>
            <a:endParaRPr sz="1800">
              <a:solidFill>
                <a:schemeClr val="dk1"/>
              </a:solidFill>
              <a:latin typeface="Garamond"/>
              <a:ea typeface="Garamond"/>
              <a:cs typeface="Garamond"/>
              <a:sym typeface="Garamond"/>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a:t>
            </a:r>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Dudas</a:t>
            </a:r>
            <a:endParaRPr sz="1800">
              <a:solidFill>
                <a:schemeClr val="dk1"/>
              </a:solidFill>
              <a:latin typeface="Garamond"/>
              <a:ea typeface="Garamond"/>
              <a:cs typeface="Garamond"/>
              <a:sym typeface="Garamond"/>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a:t>
            </a:r>
            <a:endParaRPr/>
          </a:p>
          <a:p>
            <a:pPr indent="0" lvl="0" marL="0" marR="0" rtl="0" algn="l">
              <a:spcBef>
                <a:spcPts val="0"/>
              </a:spcBef>
              <a:spcAft>
                <a:spcPts val="0"/>
              </a:spcAft>
              <a:buNone/>
            </a:pPr>
            <a:r>
              <a:rPr lang="es-MX" sz="1800">
                <a:solidFill>
                  <a:schemeClr val="dk1"/>
                </a:solidFill>
                <a:latin typeface="Garamond"/>
                <a:ea typeface="Garamond"/>
                <a:cs typeface="Garamond"/>
                <a:sym typeface="Garamond"/>
              </a:rPr>
              <a:t>Corto #3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
          <p:cNvSpPr txBox="1"/>
          <p:nvPr/>
        </p:nvSpPr>
        <p:spPr>
          <a:xfrm>
            <a:off x="2539068" y="2705725"/>
            <a:ext cx="7113864"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dk1"/>
                </a:solidFill>
                <a:latin typeface="Garamond"/>
                <a:ea typeface="Garamond"/>
                <a:cs typeface="Garamond"/>
                <a:sym typeface="Garamond"/>
              </a:rPr>
              <a:t>Dudas Proyecto Final?</a:t>
            </a:r>
            <a:endParaRPr sz="4400">
              <a:solidFill>
                <a:schemeClr val="dk1"/>
              </a:solidFill>
              <a:latin typeface="Garamond"/>
              <a:ea typeface="Garamond"/>
              <a:cs typeface="Garamond"/>
              <a:sym typeface="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181" name="Shape 181"/>
        <p:cNvGrpSpPr/>
        <p:nvPr/>
      </p:nvGrpSpPr>
      <p:grpSpPr>
        <a:xfrm>
          <a:off x="0" y="0"/>
          <a:ext cx="0" cy="0"/>
          <a:chOff x="0" y="0"/>
          <a:chExt cx="0" cy="0"/>
        </a:xfrm>
      </p:grpSpPr>
      <p:sp>
        <p:nvSpPr>
          <p:cNvPr id="182" name="Google Shape;182;p5"/>
          <p:cNvSpPr txBox="1"/>
          <p:nvPr/>
        </p:nvSpPr>
        <p:spPr>
          <a:xfrm>
            <a:off x="4265961" y="2705725"/>
            <a:ext cx="3441968"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Exposiciones </a:t>
            </a:r>
            <a:endParaRPr/>
          </a:p>
          <a:p>
            <a:pPr indent="0" lvl="0" marL="0" marR="0" rtl="0" algn="ctr">
              <a:spcBef>
                <a:spcPts val="0"/>
              </a:spcBef>
              <a:spcAft>
                <a:spcPts val="0"/>
              </a:spcAft>
              <a:buNone/>
            </a:pPr>
            <a:r>
              <a:rPr lang="es-MX" sz="4400">
                <a:solidFill>
                  <a:schemeClr val="lt1"/>
                </a:solidFill>
                <a:latin typeface="Arial"/>
                <a:ea typeface="Arial"/>
                <a:cs typeface="Arial"/>
                <a:sym typeface="Arial"/>
              </a:rPr>
              <a:t>Grupo 5</a:t>
            </a:r>
            <a:endParaRPr sz="4400">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186" name="Shape 186"/>
        <p:cNvGrpSpPr/>
        <p:nvPr/>
      </p:nvGrpSpPr>
      <p:grpSpPr>
        <a:xfrm>
          <a:off x="0" y="0"/>
          <a:ext cx="0" cy="0"/>
          <a:chOff x="0" y="0"/>
          <a:chExt cx="0" cy="0"/>
        </a:xfrm>
      </p:grpSpPr>
      <p:sp>
        <p:nvSpPr>
          <p:cNvPr id="187" name="Google Shape;187;p6"/>
          <p:cNvSpPr txBox="1"/>
          <p:nvPr/>
        </p:nvSpPr>
        <p:spPr>
          <a:xfrm>
            <a:off x="669791" y="2705725"/>
            <a:ext cx="4195567"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Cognitive Services</a:t>
            </a:r>
            <a:endParaRPr/>
          </a:p>
        </p:txBody>
      </p:sp>
      <p:pic>
        <p:nvPicPr>
          <p:cNvPr descr="Azure Cognitive Services API | Drupal.org" id="188" name="Google Shape;188;p6"/>
          <p:cNvPicPr preferRelativeResize="0"/>
          <p:nvPr/>
        </p:nvPicPr>
        <p:blipFill rotWithShape="1">
          <a:blip r:embed="rId3">
            <a:alphaModFix/>
          </a:blip>
          <a:srcRect b="0" l="0" r="0" t="0"/>
          <a:stretch/>
        </p:blipFill>
        <p:spPr>
          <a:xfrm>
            <a:off x="6096000" y="1553274"/>
            <a:ext cx="4238625" cy="3600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192" name="Shape 192"/>
        <p:cNvGrpSpPr/>
        <p:nvPr/>
      </p:nvGrpSpPr>
      <p:grpSpPr>
        <a:xfrm>
          <a:off x="0" y="0"/>
          <a:ext cx="0" cy="0"/>
          <a:chOff x="0" y="0"/>
          <a:chExt cx="0" cy="0"/>
        </a:xfrm>
      </p:grpSpPr>
      <p:pic>
        <p:nvPicPr>
          <p:cNvPr descr="Revolutionizing NLP with Microsoft Azure Cognitive Services" id="193" name="Google Shape;193;p7"/>
          <p:cNvPicPr preferRelativeResize="0"/>
          <p:nvPr/>
        </p:nvPicPr>
        <p:blipFill rotWithShape="1">
          <a:blip r:embed="rId3">
            <a:alphaModFix/>
          </a:blip>
          <a:srcRect b="0" l="0" r="0" t="0"/>
          <a:stretch/>
        </p:blipFill>
        <p:spPr>
          <a:xfrm>
            <a:off x="381000" y="685800"/>
            <a:ext cx="11430000" cy="548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197" name="Shape 197"/>
        <p:cNvGrpSpPr/>
        <p:nvPr/>
      </p:nvGrpSpPr>
      <p:grpSpPr>
        <a:xfrm>
          <a:off x="0" y="0"/>
          <a:ext cx="0" cy="0"/>
          <a:chOff x="0" y="0"/>
          <a:chExt cx="0" cy="0"/>
        </a:xfrm>
      </p:grpSpPr>
      <p:pic>
        <p:nvPicPr>
          <p:cNvPr id="198" name="Google Shape;198;p8"/>
          <p:cNvPicPr preferRelativeResize="0"/>
          <p:nvPr/>
        </p:nvPicPr>
        <p:blipFill rotWithShape="1">
          <a:blip r:embed="rId3">
            <a:alphaModFix/>
          </a:blip>
          <a:srcRect b="0" l="0" r="0" t="0"/>
          <a:stretch/>
        </p:blipFill>
        <p:spPr>
          <a:xfrm>
            <a:off x="509604" y="0"/>
            <a:ext cx="11172792"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02" name="Shape 202"/>
        <p:cNvGrpSpPr/>
        <p:nvPr/>
      </p:nvGrpSpPr>
      <p:grpSpPr>
        <a:xfrm>
          <a:off x="0" y="0"/>
          <a:ext cx="0" cy="0"/>
          <a:chOff x="0" y="0"/>
          <a:chExt cx="0" cy="0"/>
        </a:xfrm>
      </p:grpSpPr>
      <p:sp>
        <p:nvSpPr>
          <p:cNvPr id="203" name="Google Shape;203;p9"/>
          <p:cNvSpPr txBox="1"/>
          <p:nvPr/>
        </p:nvSpPr>
        <p:spPr>
          <a:xfrm>
            <a:off x="669791" y="2705725"/>
            <a:ext cx="4195567"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OpenAI</a:t>
            </a:r>
            <a:endParaRPr/>
          </a:p>
        </p:txBody>
      </p:sp>
      <p:pic>
        <p:nvPicPr>
          <p:cNvPr descr="Introduction to Azure OpenAI Service | by Barsha Rani Swain | Mar, 2024 |  Medium" id="204" name="Google Shape;204;p9"/>
          <p:cNvPicPr preferRelativeResize="0"/>
          <p:nvPr/>
        </p:nvPicPr>
        <p:blipFill rotWithShape="1">
          <a:blip r:embed="rId3">
            <a:alphaModFix/>
          </a:blip>
          <a:srcRect b="0" l="0" r="0" t="0"/>
          <a:stretch/>
        </p:blipFill>
        <p:spPr>
          <a:xfrm>
            <a:off x="6013000" y="970230"/>
            <a:ext cx="5190344" cy="4152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08" name="Shape 208"/>
        <p:cNvGrpSpPr/>
        <p:nvPr/>
      </p:nvGrpSpPr>
      <p:grpSpPr>
        <a:xfrm>
          <a:off x="0" y="0"/>
          <a:ext cx="0" cy="0"/>
          <a:chOff x="0" y="0"/>
          <a:chExt cx="0" cy="0"/>
        </a:xfrm>
      </p:grpSpPr>
      <p:sp>
        <p:nvSpPr>
          <p:cNvPr id="209" name="Google Shape;209;p10"/>
          <p:cNvSpPr txBox="1"/>
          <p:nvPr/>
        </p:nvSpPr>
        <p:spPr>
          <a:xfrm>
            <a:off x="2753686" y="1744468"/>
            <a:ext cx="668462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lt1"/>
                </a:solidFill>
                <a:latin typeface="Arial"/>
                <a:ea typeface="Arial"/>
                <a:cs typeface="Arial"/>
                <a:sym typeface="Arial"/>
              </a:rPr>
              <a:t>Proporciona acceso mediante la API de REST a los eficaces modelos de lenguaje de OpenAI  incluyendo las series de modelos de inserciones, además de GPT GPT-4 y GPT-3,5-turbo ya tienen disponibilidad general</a:t>
            </a:r>
            <a:endParaRPr sz="1800">
              <a:solidFill>
                <a:schemeClr val="lt1"/>
              </a:solidFill>
              <a:latin typeface="Arial"/>
              <a:ea typeface="Arial"/>
              <a:cs typeface="Arial"/>
              <a:sym typeface="Arial"/>
            </a:endParaRPr>
          </a:p>
        </p:txBody>
      </p:sp>
      <p:sp>
        <p:nvSpPr>
          <p:cNvPr id="210" name="Google Shape;210;p10"/>
          <p:cNvSpPr txBox="1"/>
          <p:nvPr/>
        </p:nvSpPr>
        <p:spPr>
          <a:xfrm>
            <a:off x="2985330" y="291412"/>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OpenAI Service</a:t>
            </a:r>
            <a:endParaRPr sz="4400">
              <a:solidFill>
                <a:schemeClr val="lt1"/>
              </a:solidFill>
              <a:latin typeface="Arial"/>
              <a:ea typeface="Arial"/>
              <a:cs typeface="Arial"/>
              <a:sym typeface="Arial"/>
            </a:endParaRPr>
          </a:p>
        </p:txBody>
      </p:sp>
      <p:pic>
        <p:nvPicPr>
          <p:cNvPr descr="OpenAI or Azure OpenAI, which option is best for you?" id="211" name="Google Shape;211;p10"/>
          <p:cNvPicPr preferRelativeResize="0"/>
          <p:nvPr/>
        </p:nvPicPr>
        <p:blipFill rotWithShape="1">
          <a:blip r:embed="rId3">
            <a:alphaModFix/>
          </a:blip>
          <a:srcRect b="0" l="0" r="0" t="0"/>
          <a:stretch/>
        </p:blipFill>
        <p:spPr>
          <a:xfrm>
            <a:off x="3457574" y="3628413"/>
            <a:ext cx="5276850" cy="2705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15" name="Shape 215"/>
        <p:cNvGrpSpPr/>
        <p:nvPr/>
      </p:nvGrpSpPr>
      <p:grpSpPr>
        <a:xfrm>
          <a:off x="0" y="0"/>
          <a:ext cx="0" cy="0"/>
          <a:chOff x="0" y="0"/>
          <a:chExt cx="0" cy="0"/>
        </a:xfrm>
      </p:grpSpPr>
      <p:sp>
        <p:nvSpPr>
          <p:cNvPr id="216" name="Google Shape;216;p11"/>
          <p:cNvSpPr txBox="1"/>
          <p:nvPr/>
        </p:nvSpPr>
        <p:spPr>
          <a:xfrm>
            <a:off x="1037439" y="1412774"/>
            <a:ext cx="9700470" cy="4801314"/>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CREACION Y DISENO DE CONTENIDO </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La creación y el diseño de contenido efectivos son cruciales para atraer e involucrar a los clientes.</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AUTOMATIZACION ACELERADA</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La automatización de las tareas de TI mejora las experiencias de los empleados, mejora las interacciones con los clientes e impulsa una mayor eficiencia dentro de la comunidad de desarrolladores de una empresa.</a:t>
            </a:r>
            <a:endParaRPr/>
          </a:p>
          <a:p>
            <a:pPr indent="0" lvl="1" marL="457200" marR="0" rtl="0" algn="just">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MARKETING PERSONALIZADO</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La personalización aumenta las posibilidades de participación y conversión del cliente y puede mejorar significativamente el retorno de la inversión en marketing.</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CHATBOTS Y ASISTENTES VIRTUALES</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Los chatbots y asistentes virtuales impulsados ​​por IA generativa brindan respuestas instantáneas y precisas a las consultas de los clientes.</a:t>
            </a:r>
            <a:endParaRPr/>
          </a:p>
          <a:p>
            <a:pPr indent="0" lvl="1" marL="457200" marR="0" rtl="0" algn="just">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7" name="Google Shape;217;p11"/>
          <p:cNvSpPr txBox="1"/>
          <p:nvPr/>
        </p:nvSpPr>
        <p:spPr>
          <a:xfrm>
            <a:off x="2985331" y="366913"/>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Casos de Uso</a:t>
            </a:r>
            <a:endParaRPr sz="4400">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21" name="Shape 221"/>
        <p:cNvGrpSpPr/>
        <p:nvPr/>
      </p:nvGrpSpPr>
      <p:grpSpPr>
        <a:xfrm>
          <a:off x="0" y="0"/>
          <a:ext cx="0" cy="0"/>
          <a:chOff x="0" y="0"/>
          <a:chExt cx="0" cy="0"/>
        </a:xfrm>
      </p:grpSpPr>
      <p:sp>
        <p:nvSpPr>
          <p:cNvPr id="222" name="Google Shape;222;p12"/>
          <p:cNvSpPr txBox="1"/>
          <p:nvPr/>
        </p:nvSpPr>
        <p:spPr>
          <a:xfrm>
            <a:off x="560734" y="2751837"/>
            <a:ext cx="4195567"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Cognitive Search</a:t>
            </a:r>
            <a:endParaRPr/>
          </a:p>
        </p:txBody>
      </p:sp>
      <p:pic>
        <p:nvPicPr>
          <p:cNvPr descr="Azure Cognitive Search – A Powerful Search Engine For The Music Industry –  Matching Engine by Spanish Point Technologies Ltd." id="223" name="Google Shape;223;p12"/>
          <p:cNvPicPr preferRelativeResize="0"/>
          <p:nvPr/>
        </p:nvPicPr>
        <p:blipFill rotWithShape="1">
          <a:blip r:embed="rId3">
            <a:alphaModFix/>
          </a:blip>
          <a:srcRect b="0" l="0" r="0" t="0"/>
          <a:stretch/>
        </p:blipFill>
        <p:spPr>
          <a:xfrm>
            <a:off x="6096000" y="1977396"/>
            <a:ext cx="4987828" cy="23773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27" name="Shape 227"/>
        <p:cNvGrpSpPr/>
        <p:nvPr/>
      </p:nvGrpSpPr>
      <p:grpSpPr>
        <a:xfrm>
          <a:off x="0" y="0"/>
          <a:ext cx="0" cy="0"/>
          <a:chOff x="0" y="0"/>
          <a:chExt cx="0" cy="0"/>
        </a:xfrm>
      </p:grpSpPr>
      <p:sp>
        <p:nvSpPr>
          <p:cNvPr id="228" name="Google Shape;228;p13"/>
          <p:cNvSpPr txBox="1"/>
          <p:nvPr/>
        </p:nvSpPr>
        <p:spPr>
          <a:xfrm>
            <a:off x="2753686" y="1744468"/>
            <a:ext cx="668462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lt1"/>
                </a:solidFill>
                <a:latin typeface="Arial"/>
                <a:ea typeface="Arial"/>
                <a:cs typeface="Arial"/>
                <a:sym typeface="Arial"/>
              </a:rPr>
              <a:t>Azure AI Search, una plataforma de recuperación de información basada en IA, ayuda a los desarrolladores a crear experiencias de búsqueda enriquecidas y aplicaciones de IA generativas que combinan grandes modelos de lenguaje con datos empresariales.</a:t>
            </a:r>
            <a:endParaRPr sz="1800">
              <a:solidFill>
                <a:schemeClr val="lt1"/>
              </a:solidFill>
              <a:latin typeface="Arial"/>
              <a:ea typeface="Arial"/>
              <a:cs typeface="Arial"/>
              <a:sym typeface="Arial"/>
            </a:endParaRPr>
          </a:p>
        </p:txBody>
      </p:sp>
      <p:sp>
        <p:nvSpPr>
          <p:cNvPr id="229" name="Google Shape;229;p13"/>
          <p:cNvSpPr txBox="1"/>
          <p:nvPr/>
        </p:nvSpPr>
        <p:spPr>
          <a:xfrm>
            <a:off x="2985330" y="291412"/>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Search</a:t>
            </a:r>
            <a:endParaRPr sz="4400">
              <a:solidFill>
                <a:schemeClr val="lt1"/>
              </a:solidFill>
              <a:latin typeface="Arial"/>
              <a:ea typeface="Arial"/>
              <a:cs typeface="Arial"/>
              <a:sym typeface="Arial"/>
            </a:endParaRPr>
          </a:p>
        </p:txBody>
      </p:sp>
      <p:pic>
        <p:nvPicPr>
          <p:cNvPr descr="Getting started with Azure Cognitive Search - DEV Community" id="230" name="Google Shape;230;p13"/>
          <p:cNvPicPr preferRelativeResize="0"/>
          <p:nvPr/>
        </p:nvPicPr>
        <p:blipFill rotWithShape="1">
          <a:blip r:embed="rId3">
            <a:alphaModFix/>
          </a:blip>
          <a:srcRect b="0" l="0" r="0" t="0"/>
          <a:stretch/>
        </p:blipFill>
        <p:spPr>
          <a:xfrm>
            <a:off x="2753686" y="3628412"/>
            <a:ext cx="6068386" cy="254872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34" name="Shape 234"/>
        <p:cNvGrpSpPr/>
        <p:nvPr/>
      </p:nvGrpSpPr>
      <p:grpSpPr>
        <a:xfrm>
          <a:off x="0" y="0"/>
          <a:ext cx="0" cy="0"/>
          <a:chOff x="0" y="0"/>
          <a:chExt cx="0" cy="0"/>
        </a:xfrm>
      </p:grpSpPr>
      <p:sp>
        <p:nvSpPr>
          <p:cNvPr id="235" name="Google Shape;235;p14"/>
          <p:cNvSpPr txBox="1"/>
          <p:nvPr/>
        </p:nvSpPr>
        <p:spPr>
          <a:xfrm>
            <a:off x="1070995" y="1303717"/>
            <a:ext cx="9700470" cy="5355312"/>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MUESTRA LOS RESULTADOS MÁS RELEVANTES PARA TUS USUARIOS </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Utilice modelos avanzados de aprendizaje profundo de Microsoft Research y Bing para proporcionar resultados contextuales y relevantes en sus aplicaciones.</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CREE APLICACIONES DE PRÓXIMA GENERACIÓN CON AZURE OPENAI SERVICE.</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Combine Azure AI Search con Azure OpenAI Service para aplicar los modelos de lenguaje de IA más avanzados a sus soluciones de búsqueda utilizando sus propios datos como base para las respuestas.</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PERSONALICE LAS CAPACIDADES DE BÚSQUEDA CON INTEGRACIONES DE IA</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Azure AI Search ofrece capacidades personalizables como extracción de frases clave, detección de idioma, reconocimiento óptico de caracteres (OCR), análisis de imágenes, traducción y control de acceso basado en roles (RBAC).</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ESCALE PARA GESTIONAR GRANDES CONJUNTOS DE DATOS Y CARGAS DE TRÁFICO ELEVADO</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Azure AI Search está diseñado para manejar grandes cantidades de datos y admitir cargas de tráfico elevado, lo que garantiza que su solución de búsqueda pueda escalar a medida que crece su organización.</a:t>
            </a:r>
            <a:endParaRPr/>
          </a:p>
        </p:txBody>
      </p:sp>
      <p:sp>
        <p:nvSpPr>
          <p:cNvPr id="236" name="Google Shape;236;p14"/>
          <p:cNvSpPr txBox="1"/>
          <p:nvPr/>
        </p:nvSpPr>
        <p:spPr>
          <a:xfrm>
            <a:off x="2985331" y="366913"/>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Casos de Uso</a:t>
            </a:r>
            <a:endParaRPr sz="4400">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40" name="Shape 240"/>
        <p:cNvGrpSpPr/>
        <p:nvPr/>
      </p:nvGrpSpPr>
      <p:grpSpPr>
        <a:xfrm>
          <a:off x="0" y="0"/>
          <a:ext cx="0" cy="0"/>
          <a:chOff x="0" y="0"/>
          <a:chExt cx="0" cy="0"/>
        </a:xfrm>
      </p:grpSpPr>
      <p:sp>
        <p:nvSpPr>
          <p:cNvPr id="241" name="Google Shape;241;p15"/>
          <p:cNvSpPr txBox="1"/>
          <p:nvPr/>
        </p:nvSpPr>
        <p:spPr>
          <a:xfrm>
            <a:off x="854349" y="2705725"/>
            <a:ext cx="4195567"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Content Safety</a:t>
            </a:r>
            <a:endParaRPr/>
          </a:p>
        </p:txBody>
      </p:sp>
      <p:pic>
        <p:nvPicPr>
          <p:cNvPr descr="Next-Gen Security: Microsoft Azure AI Content Safety Unveiled!" id="242" name="Google Shape;242;p15"/>
          <p:cNvPicPr preferRelativeResize="0"/>
          <p:nvPr/>
        </p:nvPicPr>
        <p:blipFill rotWithShape="1">
          <a:blip r:embed="rId3">
            <a:alphaModFix/>
          </a:blip>
          <a:srcRect b="0" l="0" r="0" t="0"/>
          <a:stretch/>
        </p:blipFill>
        <p:spPr>
          <a:xfrm>
            <a:off x="5849555" y="1778162"/>
            <a:ext cx="5138795" cy="33016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46" name="Shape 246"/>
        <p:cNvGrpSpPr/>
        <p:nvPr/>
      </p:nvGrpSpPr>
      <p:grpSpPr>
        <a:xfrm>
          <a:off x="0" y="0"/>
          <a:ext cx="0" cy="0"/>
          <a:chOff x="0" y="0"/>
          <a:chExt cx="0" cy="0"/>
        </a:xfrm>
      </p:grpSpPr>
      <p:sp>
        <p:nvSpPr>
          <p:cNvPr id="247" name="Google Shape;247;p16"/>
          <p:cNvSpPr txBox="1"/>
          <p:nvPr/>
        </p:nvSpPr>
        <p:spPr>
          <a:xfrm>
            <a:off x="2753685" y="1688484"/>
            <a:ext cx="668462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lt1"/>
                </a:solidFill>
                <a:latin typeface="Arial"/>
                <a:ea typeface="Arial"/>
                <a:cs typeface="Arial"/>
                <a:sym typeface="Arial"/>
              </a:rPr>
              <a:t>Azure AI Content Safety es un sistema de seguridad para monitorear el contenido generado tanto por modelos básicos como por humanos. Detectar y bloquear posibles riesgos, amenazas y problemas de calidad.</a:t>
            </a:r>
            <a:endParaRPr sz="1800">
              <a:solidFill>
                <a:schemeClr val="lt1"/>
              </a:solidFill>
              <a:latin typeface="Arial"/>
              <a:ea typeface="Arial"/>
              <a:cs typeface="Arial"/>
              <a:sym typeface="Arial"/>
            </a:endParaRPr>
          </a:p>
        </p:txBody>
      </p:sp>
      <p:sp>
        <p:nvSpPr>
          <p:cNvPr id="248" name="Google Shape;248;p16"/>
          <p:cNvSpPr txBox="1"/>
          <p:nvPr/>
        </p:nvSpPr>
        <p:spPr>
          <a:xfrm>
            <a:off x="2985330" y="291412"/>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Content Safety</a:t>
            </a:r>
            <a:endParaRPr sz="4400">
              <a:solidFill>
                <a:schemeClr val="lt1"/>
              </a:solidFill>
              <a:latin typeface="Arial"/>
              <a:ea typeface="Arial"/>
              <a:cs typeface="Arial"/>
              <a:sym typeface="Arial"/>
            </a:endParaRPr>
          </a:p>
        </p:txBody>
      </p:sp>
      <p:pic>
        <p:nvPicPr>
          <p:cNvPr descr="Azure AI Content Safety – AI Content Moderation | Microsoft Azure" id="249" name="Google Shape;249;p16"/>
          <p:cNvPicPr preferRelativeResize="0"/>
          <p:nvPr/>
        </p:nvPicPr>
        <p:blipFill rotWithShape="1">
          <a:blip r:embed="rId3">
            <a:alphaModFix/>
          </a:blip>
          <a:srcRect b="0" l="0" r="0" t="0"/>
          <a:stretch/>
        </p:blipFill>
        <p:spPr>
          <a:xfrm>
            <a:off x="3438330" y="3252302"/>
            <a:ext cx="5315339" cy="298987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53" name="Shape 253"/>
        <p:cNvGrpSpPr/>
        <p:nvPr/>
      </p:nvGrpSpPr>
      <p:grpSpPr>
        <a:xfrm>
          <a:off x="0" y="0"/>
          <a:ext cx="0" cy="0"/>
          <a:chOff x="0" y="0"/>
          <a:chExt cx="0" cy="0"/>
        </a:xfrm>
      </p:grpSpPr>
      <p:sp>
        <p:nvSpPr>
          <p:cNvPr id="254" name="Google Shape;254;p17"/>
          <p:cNvSpPr txBox="1"/>
          <p:nvPr/>
        </p:nvSpPr>
        <p:spPr>
          <a:xfrm>
            <a:off x="1070995" y="1303717"/>
            <a:ext cx="9700470" cy="4247317"/>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PROTEJA SUS APLICACIONES DE IA GENERATIVA</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Utilice Prompt Shields para detectar y bloquear ataques de inyección rápida, detección de conexión a tierra para identificar materiales alucinados o sin conexión a tierra, y detección de material protegido para identificar contenido con derechos de autor o de propiedad.</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CONFIGURE SUS FILTROS DE CONTENIDO PARA REFLEJAR ESTÁNDARES Y POLÍTICAS</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Ajuste los filtros de contenido para alinearlos con sus políticas de IA responsable, pautas de la comunidad o escenarios de aplicación únicos.</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INTEGRACIÓN E IMPLEMENTACIÓN PERFECTAS</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Cree un sistema de seguridad que funcione de manera uniforme en todos los modelos básicos de nuestro catálogo de modelos AI Studio, incluido Azure OpenAI Service, o utilice la API Azure AI Content Safety. Azure AI Content Safety proporciona flexibilidad y compatibilidad, sin comprometer nunca la seguridad.</a:t>
            </a:r>
            <a:endParaRPr/>
          </a:p>
        </p:txBody>
      </p:sp>
      <p:sp>
        <p:nvSpPr>
          <p:cNvPr id="255" name="Google Shape;255;p17"/>
          <p:cNvSpPr txBox="1"/>
          <p:nvPr/>
        </p:nvSpPr>
        <p:spPr>
          <a:xfrm>
            <a:off x="2985331" y="366913"/>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Casos de Uso</a:t>
            </a:r>
            <a:endParaRPr sz="4400">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59" name="Shape 259"/>
        <p:cNvGrpSpPr/>
        <p:nvPr/>
      </p:nvGrpSpPr>
      <p:grpSpPr>
        <a:xfrm>
          <a:off x="0" y="0"/>
          <a:ext cx="0" cy="0"/>
          <a:chOff x="0" y="0"/>
          <a:chExt cx="0" cy="0"/>
        </a:xfrm>
      </p:grpSpPr>
      <p:sp>
        <p:nvSpPr>
          <p:cNvPr id="260" name="Google Shape;260;p18"/>
          <p:cNvSpPr txBox="1"/>
          <p:nvPr/>
        </p:nvSpPr>
        <p:spPr>
          <a:xfrm>
            <a:off x="854349" y="2705725"/>
            <a:ext cx="4195567"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Translator</a:t>
            </a:r>
            <a:endParaRPr/>
          </a:p>
        </p:txBody>
      </p:sp>
      <p:pic>
        <p:nvPicPr>
          <p:cNvPr descr="Get familiar with Azure Translator | BinaryGrounds" id="261" name="Google Shape;261;p18"/>
          <p:cNvPicPr preferRelativeResize="0"/>
          <p:nvPr/>
        </p:nvPicPr>
        <p:blipFill rotWithShape="1">
          <a:blip r:embed="rId3">
            <a:alphaModFix/>
          </a:blip>
          <a:srcRect b="0" l="0" r="0" t="0"/>
          <a:stretch/>
        </p:blipFill>
        <p:spPr>
          <a:xfrm>
            <a:off x="5668162" y="2052637"/>
            <a:ext cx="6096000" cy="2752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65" name="Shape 265"/>
        <p:cNvGrpSpPr/>
        <p:nvPr/>
      </p:nvGrpSpPr>
      <p:grpSpPr>
        <a:xfrm>
          <a:off x="0" y="0"/>
          <a:ext cx="0" cy="0"/>
          <a:chOff x="0" y="0"/>
          <a:chExt cx="0" cy="0"/>
        </a:xfrm>
      </p:grpSpPr>
      <p:sp>
        <p:nvSpPr>
          <p:cNvPr id="266" name="Google Shape;266;p19"/>
          <p:cNvSpPr txBox="1"/>
          <p:nvPr/>
        </p:nvSpPr>
        <p:spPr>
          <a:xfrm>
            <a:off x="2753685" y="1688484"/>
            <a:ext cx="6684627"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lt1"/>
                </a:solidFill>
                <a:latin typeface="Arial"/>
                <a:ea typeface="Arial"/>
                <a:cs typeface="Arial"/>
                <a:sym typeface="Arial"/>
              </a:rPr>
              <a:t>Traduce texto al instante o en lotes en más de 100 idiomas , con la tecnología de las últimas innovaciones en traducción automática. Admite una amplia gama de casos de uso, como traducción para centros de llamadas, agentes conversacionales multilingües o comunicación dentro de la aplicación.</a:t>
            </a:r>
            <a:endParaRPr sz="1800">
              <a:solidFill>
                <a:schemeClr val="lt1"/>
              </a:solidFill>
              <a:latin typeface="Arial"/>
              <a:ea typeface="Arial"/>
              <a:cs typeface="Arial"/>
              <a:sym typeface="Arial"/>
            </a:endParaRPr>
          </a:p>
        </p:txBody>
      </p:sp>
      <p:sp>
        <p:nvSpPr>
          <p:cNvPr id="267" name="Google Shape;267;p19"/>
          <p:cNvSpPr txBox="1"/>
          <p:nvPr/>
        </p:nvSpPr>
        <p:spPr>
          <a:xfrm>
            <a:off x="2985330" y="291412"/>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Translator</a:t>
            </a:r>
            <a:endParaRPr sz="4400">
              <a:solidFill>
                <a:schemeClr val="lt1"/>
              </a:solidFill>
              <a:latin typeface="Arial"/>
              <a:ea typeface="Arial"/>
              <a:cs typeface="Arial"/>
              <a:sym typeface="Arial"/>
            </a:endParaRPr>
          </a:p>
        </p:txBody>
      </p:sp>
      <p:pic>
        <p:nvPicPr>
          <p:cNvPr descr="Microsoft Translator · GitHub" id="268" name="Google Shape;268;p19"/>
          <p:cNvPicPr preferRelativeResize="0"/>
          <p:nvPr/>
        </p:nvPicPr>
        <p:blipFill rotWithShape="1">
          <a:blip r:embed="rId3">
            <a:alphaModFix/>
          </a:blip>
          <a:srcRect b="0" l="0" r="0" t="0"/>
          <a:stretch/>
        </p:blipFill>
        <p:spPr>
          <a:xfrm>
            <a:off x="4762498" y="3475694"/>
            <a:ext cx="2667000" cy="2667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72" name="Shape 272"/>
        <p:cNvGrpSpPr/>
        <p:nvPr/>
      </p:nvGrpSpPr>
      <p:grpSpPr>
        <a:xfrm>
          <a:off x="0" y="0"/>
          <a:ext cx="0" cy="0"/>
          <a:chOff x="0" y="0"/>
          <a:chExt cx="0" cy="0"/>
        </a:xfrm>
      </p:grpSpPr>
      <p:sp>
        <p:nvSpPr>
          <p:cNvPr id="273" name="Google Shape;273;p20"/>
          <p:cNvSpPr txBox="1"/>
          <p:nvPr/>
        </p:nvSpPr>
        <p:spPr>
          <a:xfrm>
            <a:off x="1070995" y="1303717"/>
            <a:ext cx="9700470" cy="397031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AMPLÍE EL ALCANCE DE SU APLICACIÓN</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Aproveche nuestro servicio AI Translator para eliminar la complejidad de crear traducción instantánea en sus aplicaciones y soluciones con una sola llamada a la API REST.</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PERSONALIZA TUS TRADUCCIONES DE TEXTO</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Personalice sus traducciones de texto para reflejar la terminología específica del dominio. Defina cómo se traducen esos términos en función de documentos traducidos previamente. Cree modelos de traducción personalizados sin experiencia en aprendizaje automático</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BENEFÍCIESE DE UN MOTOR DE TRADUCCIÓN ESCALABLE Y PROBADO</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Cree sus soluciones utilizando un motor de traducción listo para producción que se ha probado a escala y que impulsa las traducciones en productos de Microsoft como Word, PowerPoint, Teams, Edge, Visual Studio y Bing.</a:t>
            </a:r>
            <a:endParaRPr/>
          </a:p>
        </p:txBody>
      </p:sp>
      <p:sp>
        <p:nvSpPr>
          <p:cNvPr id="274" name="Google Shape;274;p20"/>
          <p:cNvSpPr txBox="1"/>
          <p:nvPr/>
        </p:nvSpPr>
        <p:spPr>
          <a:xfrm>
            <a:off x="2985331" y="366913"/>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Casos de Uso</a:t>
            </a:r>
            <a:endParaRPr sz="4400">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78" name="Shape 278"/>
        <p:cNvGrpSpPr/>
        <p:nvPr/>
      </p:nvGrpSpPr>
      <p:grpSpPr>
        <a:xfrm>
          <a:off x="0" y="0"/>
          <a:ext cx="0" cy="0"/>
          <a:chOff x="0" y="0"/>
          <a:chExt cx="0" cy="0"/>
        </a:xfrm>
      </p:grpSpPr>
      <p:sp>
        <p:nvSpPr>
          <p:cNvPr id="279" name="Google Shape;279;p21"/>
          <p:cNvSpPr txBox="1"/>
          <p:nvPr/>
        </p:nvSpPr>
        <p:spPr>
          <a:xfrm>
            <a:off x="837571" y="3044278"/>
            <a:ext cx="4195567"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Speech</a:t>
            </a:r>
            <a:endParaRPr/>
          </a:p>
        </p:txBody>
      </p:sp>
      <p:pic>
        <p:nvPicPr>
          <p:cNvPr descr="Create a Simple Speech REST API with Azure AI Speech Services" id="280" name="Google Shape;280;p21"/>
          <p:cNvPicPr preferRelativeResize="0"/>
          <p:nvPr/>
        </p:nvPicPr>
        <p:blipFill rotWithShape="1">
          <a:blip r:embed="rId3">
            <a:alphaModFix/>
          </a:blip>
          <a:srcRect b="0" l="0" r="0" t="0"/>
          <a:stretch/>
        </p:blipFill>
        <p:spPr>
          <a:xfrm>
            <a:off x="6018245" y="1521664"/>
            <a:ext cx="4949283" cy="40282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84" name="Shape 284"/>
        <p:cNvGrpSpPr/>
        <p:nvPr/>
      </p:nvGrpSpPr>
      <p:grpSpPr>
        <a:xfrm>
          <a:off x="0" y="0"/>
          <a:ext cx="0" cy="0"/>
          <a:chOff x="0" y="0"/>
          <a:chExt cx="0" cy="0"/>
        </a:xfrm>
      </p:grpSpPr>
      <p:sp>
        <p:nvSpPr>
          <p:cNvPr id="285" name="Google Shape;285;p22"/>
          <p:cNvSpPr txBox="1"/>
          <p:nvPr/>
        </p:nvSpPr>
        <p:spPr>
          <a:xfrm>
            <a:off x="2753684" y="1350981"/>
            <a:ext cx="6684627"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lt1"/>
                </a:solidFill>
                <a:latin typeface="Arial"/>
                <a:ea typeface="Arial"/>
                <a:cs typeface="Arial"/>
                <a:sym typeface="Arial"/>
              </a:rPr>
              <a:t>Cree aplicaciones habilitadas para voz con confianza y rapidez con  Speech SDK. Transcriba voz a texto con alta precisión, produzca voces de texto a voz con sonido natural, traduzca audio hablado y utilice el reconocimiento del hablante durante las conversaciones. Explora con una experiencia sin código y crea modelos personalizados adaptados a tu aplicación con  Speech Studio</a:t>
            </a:r>
            <a:endParaRPr sz="1800">
              <a:solidFill>
                <a:schemeClr val="lt1"/>
              </a:solidFill>
              <a:latin typeface="Arial"/>
              <a:ea typeface="Arial"/>
              <a:cs typeface="Arial"/>
              <a:sym typeface="Arial"/>
            </a:endParaRPr>
          </a:p>
        </p:txBody>
      </p:sp>
      <p:sp>
        <p:nvSpPr>
          <p:cNvPr id="286" name="Google Shape;286;p22"/>
          <p:cNvSpPr txBox="1"/>
          <p:nvPr/>
        </p:nvSpPr>
        <p:spPr>
          <a:xfrm>
            <a:off x="2985330" y="291412"/>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Speech</a:t>
            </a:r>
            <a:endParaRPr sz="4400">
              <a:solidFill>
                <a:schemeClr val="lt1"/>
              </a:solidFill>
              <a:latin typeface="Arial"/>
              <a:ea typeface="Arial"/>
              <a:cs typeface="Arial"/>
              <a:sym typeface="Arial"/>
            </a:endParaRPr>
          </a:p>
        </p:txBody>
      </p:sp>
      <p:pic>
        <p:nvPicPr>
          <p:cNvPr descr="Qué es Speech Service? - Azure AI services | Microsoft Learn" id="287" name="Google Shape;287;p22"/>
          <p:cNvPicPr preferRelativeResize="0"/>
          <p:nvPr/>
        </p:nvPicPr>
        <p:blipFill rotWithShape="1">
          <a:blip r:embed="rId3">
            <a:alphaModFix/>
          </a:blip>
          <a:srcRect b="0" l="0" r="0" t="0"/>
          <a:stretch/>
        </p:blipFill>
        <p:spPr>
          <a:xfrm>
            <a:off x="2164359" y="3672434"/>
            <a:ext cx="8324675" cy="220257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91" name="Shape 291"/>
        <p:cNvGrpSpPr/>
        <p:nvPr/>
      </p:nvGrpSpPr>
      <p:grpSpPr>
        <a:xfrm>
          <a:off x="0" y="0"/>
          <a:ext cx="0" cy="0"/>
          <a:chOff x="0" y="0"/>
          <a:chExt cx="0" cy="0"/>
        </a:xfrm>
      </p:grpSpPr>
      <p:sp>
        <p:nvSpPr>
          <p:cNvPr id="292" name="Google Shape;292;p23"/>
          <p:cNvSpPr txBox="1"/>
          <p:nvPr/>
        </p:nvSpPr>
        <p:spPr>
          <a:xfrm>
            <a:off x="2985330" y="1029387"/>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Caracteristicas</a:t>
            </a:r>
            <a:endParaRPr sz="4400">
              <a:solidFill>
                <a:schemeClr val="lt1"/>
              </a:solidFill>
              <a:latin typeface="Arial"/>
              <a:ea typeface="Arial"/>
              <a:cs typeface="Arial"/>
              <a:sym typeface="Arial"/>
            </a:endParaRPr>
          </a:p>
        </p:txBody>
      </p:sp>
      <p:pic>
        <p:nvPicPr>
          <p:cNvPr id="293" name="Google Shape;293;p23"/>
          <p:cNvPicPr preferRelativeResize="0"/>
          <p:nvPr/>
        </p:nvPicPr>
        <p:blipFill rotWithShape="1">
          <a:blip r:embed="rId3">
            <a:alphaModFix/>
          </a:blip>
          <a:srcRect b="0" l="0" r="0" t="0"/>
          <a:stretch/>
        </p:blipFill>
        <p:spPr>
          <a:xfrm>
            <a:off x="242887" y="2462691"/>
            <a:ext cx="11706225" cy="2419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97" name="Shape 297"/>
        <p:cNvGrpSpPr/>
        <p:nvPr/>
      </p:nvGrpSpPr>
      <p:grpSpPr>
        <a:xfrm>
          <a:off x="0" y="0"/>
          <a:ext cx="0" cy="0"/>
          <a:chOff x="0" y="0"/>
          <a:chExt cx="0" cy="0"/>
        </a:xfrm>
      </p:grpSpPr>
      <p:sp>
        <p:nvSpPr>
          <p:cNvPr id="298" name="Google Shape;298;p24"/>
          <p:cNvSpPr txBox="1"/>
          <p:nvPr/>
        </p:nvSpPr>
        <p:spPr>
          <a:xfrm>
            <a:off x="1012272" y="1144326"/>
            <a:ext cx="9700470" cy="5078313"/>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CONVERTIR VOZ EN TEXTO</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Transcribe audio de forma rápida y precisa en más de 100 idiomas y variantes. Obtenga información sobre los clientes con la transcripción del centro de llamadas, mejore las experiencias con asistentes habilitados por voz, capture debates clave en reuniones y más.</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DALE VOZ A TU APLICACIÓN</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Utilice texto a voz para crear aplicaciones y servicios que hablen en forma conversacional. Cree contenido de audio con sonido natural, mejore la accesibilidad con la funcionalidad de lectura en voz alta y cree asistentes de voz personalizados.</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TRADUCIR VOZ EN TIEMPO REAL</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Traduzca audio de más de 30 idiomas y personalice las traducciones para los términos específicos de su organización, todo en su lenguaje de programación preferido.</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VERIFICAR Y RECONOCER HABLANTES</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Confirme la identidad de una persona o reconozca quién está hablando en una reunión agregando verificación e identificación del orador a su aplicación.</a:t>
            </a:r>
            <a:endParaRPr/>
          </a:p>
        </p:txBody>
      </p:sp>
      <p:sp>
        <p:nvSpPr>
          <p:cNvPr id="299" name="Google Shape;299;p24"/>
          <p:cNvSpPr txBox="1"/>
          <p:nvPr/>
        </p:nvSpPr>
        <p:spPr>
          <a:xfrm>
            <a:off x="2985331" y="257856"/>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Casos de Uso</a:t>
            </a:r>
            <a:endParaRPr sz="4400">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03" name="Shape 303"/>
        <p:cNvGrpSpPr/>
        <p:nvPr/>
      </p:nvGrpSpPr>
      <p:grpSpPr>
        <a:xfrm>
          <a:off x="0" y="0"/>
          <a:ext cx="0" cy="0"/>
          <a:chOff x="0" y="0"/>
          <a:chExt cx="0" cy="0"/>
        </a:xfrm>
      </p:grpSpPr>
      <p:sp>
        <p:nvSpPr>
          <p:cNvPr id="304" name="Google Shape;304;p25"/>
          <p:cNvSpPr txBox="1"/>
          <p:nvPr/>
        </p:nvSpPr>
        <p:spPr>
          <a:xfrm>
            <a:off x="527178" y="2705725"/>
            <a:ext cx="4195567"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Language</a:t>
            </a:r>
            <a:endParaRPr/>
          </a:p>
        </p:txBody>
      </p:sp>
      <p:pic>
        <p:nvPicPr>
          <p:cNvPr descr="Azure AI Language | Microsoft Azure" id="305" name="Google Shape;305;p25"/>
          <p:cNvPicPr preferRelativeResize="0"/>
          <p:nvPr/>
        </p:nvPicPr>
        <p:blipFill rotWithShape="1">
          <a:blip r:embed="rId3">
            <a:alphaModFix/>
          </a:blip>
          <a:srcRect b="0" l="0" r="0" t="0"/>
          <a:stretch/>
        </p:blipFill>
        <p:spPr>
          <a:xfrm>
            <a:off x="5301842" y="1426128"/>
            <a:ext cx="6554597" cy="368696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09" name="Shape 309"/>
        <p:cNvGrpSpPr/>
        <p:nvPr/>
      </p:nvGrpSpPr>
      <p:grpSpPr>
        <a:xfrm>
          <a:off x="0" y="0"/>
          <a:ext cx="0" cy="0"/>
          <a:chOff x="0" y="0"/>
          <a:chExt cx="0" cy="0"/>
        </a:xfrm>
      </p:grpSpPr>
      <p:sp>
        <p:nvSpPr>
          <p:cNvPr id="310" name="Google Shape;310;p26"/>
          <p:cNvSpPr txBox="1"/>
          <p:nvPr/>
        </p:nvSpPr>
        <p:spPr>
          <a:xfrm>
            <a:off x="2753684" y="1350981"/>
            <a:ext cx="6684627"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lt1"/>
                </a:solidFill>
                <a:latin typeface="Arial"/>
                <a:ea typeface="Arial"/>
                <a:cs typeface="Arial"/>
                <a:sym typeface="Arial"/>
              </a:rPr>
              <a:t>Azure AI Language es un servicio administrado para desarrollar aplicaciones de procesamiento de lenguaje natural. Identifique términos y frases clave, analice opiniones, resuma texto y cree interfaces conversacionales. Utilice Language para anotar, entrenar, evaluar e implementar modelos de IA personalizables con una mínima experiencia en aprendizaje automático.</a:t>
            </a:r>
            <a:endParaRPr sz="1800">
              <a:solidFill>
                <a:schemeClr val="lt1"/>
              </a:solidFill>
              <a:latin typeface="Arial"/>
              <a:ea typeface="Arial"/>
              <a:cs typeface="Arial"/>
              <a:sym typeface="Arial"/>
            </a:endParaRPr>
          </a:p>
        </p:txBody>
      </p:sp>
      <p:sp>
        <p:nvSpPr>
          <p:cNvPr id="311" name="Google Shape;311;p26"/>
          <p:cNvSpPr txBox="1"/>
          <p:nvPr/>
        </p:nvSpPr>
        <p:spPr>
          <a:xfrm>
            <a:off x="2985330" y="291412"/>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Language</a:t>
            </a:r>
            <a:endParaRPr sz="4400">
              <a:solidFill>
                <a:schemeClr val="lt1"/>
              </a:solidFill>
              <a:latin typeface="Arial"/>
              <a:ea typeface="Arial"/>
              <a:cs typeface="Arial"/>
              <a:sym typeface="Arial"/>
            </a:endParaRPr>
          </a:p>
        </p:txBody>
      </p:sp>
      <p:pic>
        <p:nvPicPr>
          <p:cNvPr descr="Cognitive Service for Language custom features generally available -  Microsoft Community Hub" id="312" name="Google Shape;312;p26"/>
          <p:cNvPicPr preferRelativeResize="0"/>
          <p:nvPr/>
        </p:nvPicPr>
        <p:blipFill rotWithShape="1">
          <a:blip r:embed="rId3">
            <a:alphaModFix/>
          </a:blip>
          <a:srcRect b="0" l="0" r="0" t="0"/>
          <a:stretch/>
        </p:blipFill>
        <p:spPr>
          <a:xfrm>
            <a:off x="3508310" y="3395435"/>
            <a:ext cx="5175380" cy="29111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16" name="Shape 316"/>
        <p:cNvGrpSpPr/>
        <p:nvPr/>
      </p:nvGrpSpPr>
      <p:grpSpPr>
        <a:xfrm>
          <a:off x="0" y="0"/>
          <a:ext cx="0" cy="0"/>
          <a:chOff x="0" y="0"/>
          <a:chExt cx="0" cy="0"/>
        </a:xfrm>
      </p:grpSpPr>
      <p:sp>
        <p:nvSpPr>
          <p:cNvPr id="317" name="Google Shape;317;p27"/>
          <p:cNvSpPr txBox="1"/>
          <p:nvPr/>
        </p:nvSpPr>
        <p:spPr>
          <a:xfrm>
            <a:off x="2985331" y="1020998"/>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Caracteristicas</a:t>
            </a:r>
            <a:endParaRPr sz="4400">
              <a:solidFill>
                <a:schemeClr val="lt1"/>
              </a:solidFill>
              <a:latin typeface="Arial"/>
              <a:ea typeface="Arial"/>
              <a:cs typeface="Arial"/>
              <a:sym typeface="Arial"/>
            </a:endParaRPr>
          </a:p>
        </p:txBody>
      </p:sp>
      <p:pic>
        <p:nvPicPr>
          <p:cNvPr id="318" name="Google Shape;318;p27"/>
          <p:cNvPicPr preferRelativeResize="0"/>
          <p:nvPr/>
        </p:nvPicPr>
        <p:blipFill rotWithShape="1">
          <a:blip r:embed="rId3">
            <a:alphaModFix/>
          </a:blip>
          <a:srcRect b="0" l="0" r="0" t="0"/>
          <a:stretch/>
        </p:blipFill>
        <p:spPr>
          <a:xfrm>
            <a:off x="414337" y="2181225"/>
            <a:ext cx="11363325" cy="2495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22" name="Shape 322"/>
        <p:cNvGrpSpPr/>
        <p:nvPr/>
      </p:nvGrpSpPr>
      <p:grpSpPr>
        <a:xfrm>
          <a:off x="0" y="0"/>
          <a:ext cx="0" cy="0"/>
          <a:chOff x="0" y="0"/>
          <a:chExt cx="0" cy="0"/>
        </a:xfrm>
      </p:grpSpPr>
      <p:sp>
        <p:nvSpPr>
          <p:cNvPr id="323" name="Google Shape;323;p28"/>
          <p:cNvSpPr txBox="1"/>
          <p:nvPr/>
        </p:nvSpPr>
        <p:spPr>
          <a:xfrm>
            <a:off x="1020661" y="1582340"/>
            <a:ext cx="9700470" cy="3693319"/>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PERSONALICE MODELOS MULTILINGÜES PARA ADAPTARLOS A SU ESCENARIO</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Proporcione algunos ejemplos etiquetados para entrenar su modelo de aprendizaje automático para su caso de uso específico. Los modelos multilingües personalizados se pueden entrenar en un idioma y usarse para varios otros idiomas.</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ETIQUETAR DATOS AL INSTANTE CON EL SERVICIO AZURE OPENAI</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Acceda a modelos de lenguaje avanzados con tecnología GPT a través de Language Studio para escanear y sugerir etiquetas rápidamente para su contenido.</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PÓNGASE EN MARCHA RÁPIDAMENTE CON CAPACIDADES PREDISEÑADAS</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Desde categorías de entidades predefinidas para cada negocio hasta análisis de texto para dominios de atención médica, las capacidades listas para usar lo ayudan a comenzar rápidamente con la capacidad de personalizar y optimizar aún más cuando sea necesario.</a:t>
            </a:r>
            <a:endParaRPr/>
          </a:p>
        </p:txBody>
      </p:sp>
      <p:sp>
        <p:nvSpPr>
          <p:cNvPr id="324" name="Google Shape;324;p28"/>
          <p:cNvSpPr txBox="1"/>
          <p:nvPr/>
        </p:nvSpPr>
        <p:spPr>
          <a:xfrm>
            <a:off x="2985331" y="257856"/>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Casos de Uso</a:t>
            </a:r>
            <a:endParaRPr sz="4400">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28" name="Shape 328"/>
        <p:cNvGrpSpPr/>
        <p:nvPr/>
      </p:nvGrpSpPr>
      <p:grpSpPr>
        <a:xfrm>
          <a:off x="0" y="0"/>
          <a:ext cx="0" cy="0"/>
          <a:chOff x="0" y="0"/>
          <a:chExt cx="0" cy="0"/>
        </a:xfrm>
      </p:grpSpPr>
      <p:sp>
        <p:nvSpPr>
          <p:cNvPr id="329" name="Google Shape;329;p29"/>
          <p:cNvSpPr txBox="1"/>
          <p:nvPr/>
        </p:nvSpPr>
        <p:spPr>
          <a:xfrm>
            <a:off x="510400" y="2207779"/>
            <a:ext cx="4195567" cy="212365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Document Intelligence</a:t>
            </a:r>
            <a:endParaRPr/>
          </a:p>
        </p:txBody>
      </p:sp>
      <p:pic>
        <p:nvPicPr>
          <p:cNvPr descr="Smart Analysis, Smarter Decisions | Azure OpenAI Document Intelligence -  YouTube" id="330" name="Google Shape;330;p29"/>
          <p:cNvPicPr preferRelativeResize="0"/>
          <p:nvPr/>
        </p:nvPicPr>
        <p:blipFill rotWithShape="1">
          <a:blip r:embed="rId3">
            <a:alphaModFix/>
          </a:blip>
          <a:srcRect b="0" l="0" r="0" t="0"/>
          <a:stretch/>
        </p:blipFill>
        <p:spPr>
          <a:xfrm>
            <a:off x="5205835" y="1518407"/>
            <a:ext cx="6793218" cy="382118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34" name="Shape 334"/>
        <p:cNvGrpSpPr/>
        <p:nvPr/>
      </p:nvGrpSpPr>
      <p:grpSpPr>
        <a:xfrm>
          <a:off x="0" y="0"/>
          <a:ext cx="0" cy="0"/>
          <a:chOff x="0" y="0"/>
          <a:chExt cx="0" cy="0"/>
        </a:xfrm>
      </p:grpSpPr>
      <p:sp>
        <p:nvSpPr>
          <p:cNvPr id="335" name="Google Shape;335;p30"/>
          <p:cNvSpPr txBox="1"/>
          <p:nvPr/>
        </p:nvSpPr>
        <p:spPr>
          <a:xfrm>
            <a:off x="2753684" y="1958294"/>
            <a:ext cx="6684627"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lt1"/>
                </a:solidFill>
                <a:latin typeface="Arial"/>
                <a:ea typeface="Arial"/>
                <a:cs typeface="Arial"/>
                <a:sym typeface="Arial"/>
              </a:rPr>
              <a:t>AI Document Intelligence es un servicio de inteligencia artificial que aplica aprendizaje automático avanzado para extraer texto, pares clave-valor, tablas y estructuras de documentos de forma automática y precisa. Convierta los documentos en datos utilizables y cambie su enfoque para actuar sobre la información en lugar de compilarla. Comience con modelos prediseñados o cree modelos personalizados adaptados a sus documentos tanto en las instalaciones como en la nube con  AI Document Intelligence Studio  o  SDK .</a:t>
            </a:r>
            <a:endParaRPr sz="1800">
              <a:solidFill>
                <a:schemeClr val="lt1"/>
              </a:solidFill>
              <a:latin typeface="Arial"/>
              <a:ea typeface="Arial"/>
              <a:cs typeface="Arial"/>
              <a:sym typeface="Arial"/>
            </a:endParaRPr>
          </a:p>
        </p:txBody>
      </p:sp>
      <p:sp>
        <p:nvSpPr>
          <p:cNvPr id="336" name="Google Shape;336;p30"/>
          <p:cNvSpPr txBox="1"/>
          <p:nvPr/>
        </p:nvSpPr>
        <p:spPr>
          <a:xfrm>
            <a:off x="2985330" y="291412"/>
            <a:ext cx="6221338"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Azure AI Document Intelligence</a:t>
            </a:r>
            <a:endParaRPr sz="4400">
              <a:solidFill>
                <a:schemeClr val="lt1"/>
              </a:solidFill>
              <a:latin typeface="Arial"/>
              <a:ea typeface="Arial"/>
              <a:cs typeface="Arial"/>
              <a:sym typeface="Arial"/>
            </a:endParaRPr>
          </a:p>
        </p:txBody>
      </p:sp>
      <p:pic>
        <p:nvPicPr>
          <p:cNvPr descr="Document Intelligence Studio - Microsoft Azure" id="337" name="Google Shape;337;p30"/>
          <p:cNvPicPr preferRelativeResize="0"/>
          <p:nvPr/>
        </p:nvPicPr>
        <p:blipFill rotWithShape="1">
          <a:blip r:embed="rId3">
            <a:alphaModFix/>
          </a:blip>
          <a:srcRect b="0" l="0" r="0" t="0"/>
          <a:stretch/>
        </p:blipFill>
        <p:spPr>
          <a:xfrm>
            <a:off x="5128033" y="4869023"/>
            <a:ext cx="2305050" cy="1314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41" name="Shape 341"/>
        <p:cNvGrpSpPr/>
        <p:nvPr/>
      </p:nvGrpSpPr>
      <p:grpSpPr>
        <a:xfrm>
          <a:off x="0" y="0"/>
          <a:ext cx="0" cy="0"/>
          <a:chOff x="0" y="0"/>
          <a:chExt cx="0" cy="0"/>
        </a:xfrm>
      </p:grpSpPr>
      <p:sp>
        <p:nvSpPr>
          <p:cNvPr id="342" name="Google Shape;342;p31"/>
          <p:cNvSpPr txBox="1"/>
          <p:nvPr/>
        </p:nvSpPr>
        <p:spPr>
          <a:xfrm>
            <a:off x="2985331" y="1020998"/>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Caracteristicas</a:t>
            </a:r>
            <a:endParaRPr sz="4400">
              <a:solidFill>
                <a:schemeClr val="lt1"/>
              </a:solidFill>
              <a:latin typeface="Arial"/>
              <a:ea typeface="Arial"/>
              <a:cs typeface="Arial"/>
              <a:sym typeface="Arial"/>
            </a:endParaRPr>
          </a:p>
        </p:txBody>
      </p:sp>
      <p:pic>
        <p:nvPicPr>
          <p:cNvPr id="343" name="Google Shape;343;p31"/>
          <p:cNvPicPr preferRelativeResize="0"/>
          <p:nvPr/>
        </p:nvPicPr>
        <p:blipFill rotWithShape="1">
          <a:blip r:embed="rId3">
            <a:alphaModFix/>
          </a:blip>
          <a:srcRect b="0" l="0" r="0" t="0"/>
          <a:stretch/>
        </p:blipFill>
        <p:spPr>
          <a:xfrm>
            <a:off x="176212" y="2324362"/>
            <a:ext cx="11839575" cy="2743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47" name="Shape 347"/>
        <p:cNvGrpSpPr/>
        <p:nvPr/>
      </p:nvGrpSpPr>
      <p:grpSpPr>
        <a:xfrm>
          <a:off x="0" y="0"/>
          <a:ext cx="0" cy="0"/>
          <a:chOff x="0" y="0"/>
          <a:chExt cx="0" cy="0"/>
        </a:xfrm>
      </p:grpSpPr>
      <p:sp>
        <p:nvSpPr>
          <p:cNvPr id="348" name="Google Shape;348;p32"/>
          <p:cNvSpPr txBox="1"/>
          <p:nvPr/>
        </p:nvSpPr>
        <p:spPr>
          <a:xfrm>
            <a:off x="1020661" y="1582340"/>
            <a:ext cx="9700470" cy="3693319"/>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ANALIZAR FORMULARIOS Y DOCUMENTOS.</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Tome decisiones basadas en datos extrayendo datos de documentos y colocándolos en su servicio de visualización de datos para su análisis.</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CREAR ÍNDICES DE BÚSQUEDA INTELIGENTES</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Encuentre fácilmente información específica en sus documentos y formularios, como el total de cuentas por pagar, integrando AI Document Intelligence con Azure Applied AI Search.</a:t>
            </a:r>
            <a:endParaRPr/>
          </a:p>
          <a:p>
            <a:pPr indent="-171450" lvl="1" marL="7429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AUTOMATIZAR LOS FLUJOS DE TRABAJO EMPRESARIALES</a:t>
            </a:r>
            <a:endParaRPr/>
          </a:p>
          <a:p>
            <a:pPr indent="-285750" lvl="1" marL="742950" marR="0" rtl="0" algn="just">
              <a:spcBef>
                <a:spcPts val="0"/>
              </a:spcBef>
              <a:spcAft>
                <a:spcPts val="0"/>
              </a:spcAft>
              <a:buClr>
                <a:schemeClr val="lt1"/>
              </a:buClr>
              <a:buSzPts val="1800"/>
              <a:buFont typeface="Arial"/>
              <a:buChar char="•"/>
            </a:pPr>
            <a:r>
              <a:rPr b="0" i="0" lang="es-MX" sz="1800" u="none" cap="none" strike="noStrike">
                <a:solidFill>
                  <a:schemeClr val="lt1"/>
                </a:solidFill>
                <a:latin typeface="Arial"/>
                <a:ea typeface="Arial"/>
                <a:cs typeface="Arial"/>
                <a:sym typeface="Arial"/>
              </a:rPr>
              <a:t>Extraiga texto, pares clave-valor, tablas y estructuras de documentos y canalícelos a sus sistemas back-end para realizar tareas como el procesamiento de reclamos, facturas y recibos.</a:t>
            </a:r>
            <a:endParaRPr/>
          </a:p>
        </p:txBody>
      </p:sp>
      <p:sp>
        <p:nvSpPr>
          <p:cNvPr id="349" name="Google Shape;349;p32"/>
          <p:cNvSpPr txBox="1"/>
          <p:nvPr/>
        </p:nvSpPr>
        <p:spPr>
          <a:xfrm>
            <a:off x="2985331" y="257856"/>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Casos de Uso</a:t>
            </a:r>
            <a:endParaRPr sz="4400">
              <a:solidFill>
                <a:schemeClr val="lt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53" name="Shape 353"/>
        <p:cNvGrpSpPr/>
        <p:nvPr/>
      </p:nvGrpSpPr>
      <p:grpSpPr>
        <a:xfrm>
          <a:off x="0" y="0"/>
          <a:ext cx="0" cy="0"/>
          <a:chOff x="0" y="0"/>
          <a:chExt cx="0" cy="0"/>
        </a:xfrm>
      </p:grpSpPr>
      <p:sp>
        <p:nvSpPr>
          <p:cNvPr id="354" name="Google Shape;354;p33"/>
          <p:cNvSpPr txBox="1"/>
          <p:nvPr/>
        </p:nvSpPr>
        <p:spPr>
          <a:xfrm>
            <a:off x="669791" y="2705725"/>
            <a:ext cx="4195567"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Docker</a:t>
            </a:r>
            <a:endParaRPr/>
          </a:p>
        </p:txBody>
      </p:sp>
      <p:pic>
        <p:nvPicPr>
          <p:cNvPr descr="Añade transferencias de archivos a tu aplicación con MASV en Docker - MASV" id="355" name="Google Shape;355;p33"/>
          <p:cNvPicPr preferRelativeResize="0"/>
          <p:nvPr/>
        </p:nvPicPr>
        <p:blipFill rotWithShape="1">
          <a:blip r:embed="rId3">
            <a:alphaModFix/>
          </a:blip>
          <a:srcRect b="0" l="0" r="0" t="0"/>
          <a:stretch/>
        </p:blipFill>
        <p:spPr>
          <a:xfrm>
            <a:off x="5658679" y="1063690"/>
            <a:ext cx="5059991" cy="432940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59" name="Shape 359"/>
        <p:cNvGrpSpPr/>
        <p:nvPr/>
      </p:nvGrpSpPr>
      <p:grpSpPr>
        <a:xfrm>
          <a:off x="0" y="0"/>
          <a:ext cx="0" cy="0"/>
          <a:chOff x="0" y="0"/>
          <a:chExt cx="0" cy="0"/>
        </a:xfrm>
      </p:grpSpPr>
      <p:sp>
        <p:nvSpPr>
          <p:cNvPr id="360" name="Google Shape;360;p34"/>
          <p:cNvSpPr txBox="1"/>
          <p:nvPr/>
        </p:nvSpPr>
        <p:spPr>
          <a:xfrm>
            <a:off x="320181" y="1665737"/>
            <a:ext cx="6684627"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lt1"/>
                </a:solidFill>
                <a:latin typeface="Arial"/>
                <a:ea typeface="Arial"/>
                <a:cs typeface="Arial"/>
                <a:sym typeface="Arial"/>
              </a:rPr>
              <a:t>Docker es una plataforma de software que le permite crear, probar e implementar aplicaciones rápidamente.</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s-MX" sz="1800">
                <a:solidFill>
                  <a:schemeClr val="lt1"/>
                </a:solidFill>
                <a:latin typeface="Arial"/>
                <a:ea typeface="Arial"/>
                <a:cs typeface="Arial"/>
                <a:sym typeface="Arial"/>
              </a:rPr>
              <a:t>Docker empaqueta software en unidades estandarizadas llamadas contenedores que incluyen todo lo necesario para que el software se ejecute, incluidas bibliotecas, herramientas de sistema, código y tiempo de ejecución Con Docker, puede implementar y ajustar la escala de aplicaciones rápidamente en cualquier entorno con la certeza de saber que su código se ejecutará.</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s-MX" sz="1800">
                <a:solidFill>
                  <a:schemeClr val="lt1"/>
                </a:solidFill>
                <a:latin typeface="Arial"/>
                <a:ea typeface="Arial"/>
                <a:cs typeface="Arial"/>
                <a:sym typeface="Arial"/>
              </a:rPr>
              <a:t>Docker es un sistema operativo para contenedores De manera similar a cómo una máquina virtual virtualiza (elimina la necesidad de administrar directamente) el hardware del servidor, los contenedores virtualizan el sistema operativo de un servidor.</a:t>
            </a:r>
            <a:endParaRPr sz="1800">
              <a:solidFill>
                <a:schemeClr val="lt1"/>
              </a:solidFill>
              <a:latin typeface="Arial"/>
              <a:ea typeface="Arial"/>
              <a:cs typeface="Arial"/>
              <a:sym typeface="Arial"/>
            </a:endParaRPr>
          </a:p>
        </p:txBody>
      </p:sp>
      <p:sp>
        <p:nvSpPr>
          <p:cNvPr id="361" name="Google Shape;361;p34"/>
          <p:cNvSpPr txBox="1"/>
          <p:nvPr/>
        </p:nvSpPr>
        <p:spPr>
          <a:xfrm>
            <a:off x="2985330" y="291412"/>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Que es Docker</a:t>
            </a:r>
            <a:endParaRPr sz="4400">
              <a:solidFill>
                <a:schemeClr val="lt1"/>
              </a:solidFill>
              <a:latin typeface="Arial"/>
              <a:ea typeface="Arial"/>
              <a:cs typeface="Arial"/>
              <a:sym typeface="Arial"/>
            </a:endParaRPr>
          </a:p>
        </p:txBody>
      </p:sp>
      <p:pic>
        <p:nvPicPr>
          <p:cNvPr descr="En mi computadora si funciona | Medical memes, Nurse humor, Medical humor" id="362" name="Google Shape;362;p34"/>
          <p:cNvPicPr preferRelativeResize="0"/>
          <p:nvPr/>
        </p:nvPicPr>
        <p:blipFill rotWithShape="1">
          <a:blip r:embed="rId3">
            <a:alphaModFix/>
          </a:blip>
          <a:srcRect b="0" l="0" r="0" t="0"/>
          <a:stretch/>
        </p:blipFill>
        <p:spPr>
          <a:xfrm>
            <a:off x="7458556" y="1909756"/>
            <a:ext cx="4083455" cy="348228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66" name="Shape 366"/>
        <p:cNvGrpSpPr/>
        <p:nvPr/>
      </p:nvGrpSpPr>
      <p:grpSpPr>
        <a:xfrm>
          <a:off x="0" y="0"/>
          <a:ext cx="0" cy="0"/>
          <a:chOff x="0" y="0"/>
          <a:chExt cx="0" cy="0"/>
        </a:xfrm>
      </p:grpSpPr>
      <p:sp>
        <p:nvSpPr>
          <p:cNvPr id="367" name="Google Shape;367;p35"/>
          <p:cNvSpPr txBox="1"/>
          <p:nvPr/>
        </p:nvSpPr>
        <p:spPr>
          <a:xfrm>
            <a:off x="2985331" y="333357"/>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Que es un Contenedor?</a:t>
            </a:r>
            <a:endParaRPr sz="4400">
              <a:solidFill>
                <a:schemeClr val="lt1"/>
              </a:solidFill>
              <a:latin typeface="Arial"/>
              <a:ea typeface="Arial"/>
              <a:cs typeface="Arial"/>
              <a:sym typeface="Arial"/>
            </a:endParaRPr>
          </a:p>
        </p:txBody>
      </p:sp>
      <p:pic>
        <p:nvPicPr>
          <p:cNvPr descr="Master Docker Container For Beginner, 49% OFF" id="368" name="Google Shape;368;p35"/>
          <p:cNvPicPr preferRelativeResize="0"/>
          <p:nvPr/>
        </p:nvPicPr>
        <p:blipFill rotWithShape="1">
          <a:blip r:embed="rId3">
            <a:alphaModFix/>
          </a:blip>
          <a:srcRect b="0" l="0" r="0" t="0"/>
          <a:stretch/>
        </p:blipFill>
        <p:spPr>
          <a:xfrm>
            <a:off x="6923314" y="1804989"/>
            <a:ext cx="4927971" cy="3534036"/>
          </a:xfrm>
          <a:prstGeom prst="rect">
            <a:avLst/>
          </a:prstGeom>
          <a:noFill/>
          <a:ln>
            <a:noFill/>
          </a:ln>
        </p:spPr>
      </p:pic>
      <p:sp>
        <p:nvSpPr>
          <p:cNvPr id="369" name="Google Shape;369;p35"/>
          <p:cNvSpPr txBox="1"/>
          <p:nvPr/>
        </p:nvSpPr>
        <p:spPr>
          <a:xfrm>
            <a:off x="595618" y="2140846"/>
            <a:ext cx="5500382"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lt1"/>
                </a:solidFill>
                <a:latin typeface="Arial"/>
                <a:ea typeface="Arial"/>
                <a:cs typeface="Arial"/>
                <a:sym typeface="Arial"/>
              </a:rPr>
              <a:t>Un contenedor es una unidad de software estándar que empaqueta el código y todas sus dependencias para que la aplicación se ejecute de manera rápida</a:t>
            </a:r>
            <a:endParaRPr/>
          </a:p>
          <a:p>
            <a:pPr indent="0" lvl="0" marL="0" marR="0" rtl="0" algn="l">
              <a:spcBef>
                <a:spcPts val="0"/>
              </a:spcBef>
              <a:spcAft>
                <a:spcPts val="0"/>
              </a:spcAft>
              <a:buNone/>
            </a:pPr>
            <a:r>
              <a:rPr lang="es-MX" sz="1800">
                <a:solidFill>
                  <a:schemeClr val="lt1"/>
                </a:solidFill>
                <a:latin typeface="Arial"/>
                <a:ea typeface="Arial"/>
                <a:cs typeface="Arial"/>
                <a:sym typeface="Arial"/>
              </a:rPr>
              <a:t>y confiable de un entorno informático a otro.</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s-MX" sz="1800">
                <a:solidFill>
                  <a:schemeClr val="lt1"/>
                </a:solidFill>
                <a:latin typeface="Arial"/>
                <a:ea typeface="Arial"/>
                <a:cs typeface="Arial"/>
                <a:sym typeface="Arial"/>
              </a:rPr>
              <a:t>Una imagen de contenedor de Docker es un paquete de software ligero, independiente y ejecutable que incluye todo lo necesario para ejecutar una aplicación código, tiempo de ejecución, herramientas del sistema, bibliotecas y configuraciones del sistema</a:t>
            </a:r>
            <a:endParaRPr sz="1800">
              <a:solidFill>
                <a:schemeClr val="lt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73" name="Shape 373"/>
        <p:cNvGrpSpPr/>
        <p:nvPr/>
      </p:nvGrpSpPr>
      <p:grpSpPr>
        <a:xfrm>
          <a:off x="0" y="0"/>
          <a:ext cx="0" cy="0"/>
          <a:chOff x="0" y="0"/>
          <a:chExt cx="0" cy="0"/>
        </a:xfrm>
      </p:grpSpPr>
      <p:sp>
        <p:nvSpPr>
          <p:cNvPr id="374" name="Google Shape;374;p36"/>
          <p:cNvSpPr txBox="1"/>
          <p:nvPr/>
        </p:nvSpPr>
        <p:spPr>
          <a:xfrm>
            <a:off x="-431471" y="2705725"/>
            <a:ext cx="6221338"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Maquina Virtual vs Contenedor</a:t>
            </a:r>
            <a:endParaRPr sz="4400">
              <a:solidFill>
                <a:schemeClr val="lt1"/>
              </a:solidFill>
              <a:latin typeface="Arial"/>
              <a:ea typeface="Arial"/>
              <a:cs typeface="Arial"/>
              <a:sym typeface="Arial"/>
            </a:endParaRPr>
          </a:p>
        </p:txBody>
      </p:sp>
      <p:pic>
        <p:nvPicPr>
          <p:cNvPr descr="Máquinas virtuales vs contenedores | EDteam" id="375" name="Google Shape;375;p36"/>
          <p:cNvPicPr preferRelativeResize="0"/>
          <p:nvPr/>
        </p:nvPicPr>
        <p:blipFill rotWithShape="1">
          <a:blip r:embed="rId3">
            <a:alphaModFix/>
          </a:blip>
          <a:srcRect b="0" l="0" r="0" t="0"/>
          <a:stretch/>
        </p:blipFill>
        <p:spPr>
          <a:xfrm>
            <a:off x="5334000" y="0"/>
            <a:ext cx="6858000"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79" name="Shape 379"/>
        <p:cNvGrpSpPr/>
        <p:nvPr/>
      </p:nvGrpSpPr>
      <p:grpSpPr>
        <a:xfrm>
          <a:off x="0" y="0"/>
          <a:ext cx="0" cy="0"/>
          <a:chOff x="0" y="0"/>
          <a:chExt cx="0" cy="0"/>
        </a:xfrm>
      </p:grpSpPr>
      <p:pic>
        <p:nvPicPr>
          <p:cNvPr descr="Contenedores y DevOps | Inforges" id="380" name="Google Shape;380;p37"/>
          <p:cNvPicPr preferRelativeResize="0"/>
          <p:nvPr/>
        </p:nvPicPr>
        <p:blipFill rotWithShape="1">
          <a:blip r:embed="rId3">
            <a:alphaModFix/>
          </a:blip>
          <a:srcRect b="0" l="0" r="0" t="0"/>
          <a:stretch/>
        </p:blipFill>
        <p:spPr>
          <a:xfrm>
            <a:off x="1267882" y="218114"/>
            <a:ext cx="9704917" cy="64541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84" name="Shape 384"/>
        <p:cNvGrpSpPr/>
        <p:nvPr/>
      </p:nvGrpSpPr>
      <p:grpSpPr>
        <a:xfrm>
          <a:off x="0" y="0"/>
          <a:ext cx="0" cy="0"/>
          <a:chOff x="0" y="0"/>
          <a:chExt cx="0" cy="0"/>
        </a:xfrm>
      </p:grpSpPr>
      <p:sp>
        <p:nvSpPr>
          <p:cNvPr id="385" name="Google Shape;385;p38"/>
          <p:cNvSpPr txBox="1"/>
          <p:nvPr/>
        </p:nvSpPr>
        <p:spPr>
          <a:xfrm>
            <a:off x="1163274" y="2001790"/>
            <a:ext cx="9700470"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800">
                <a:solidFill>
                  <a:schemeClr val="lt1"/>
                </a:solidFill>
                <a:latin typeface="Arial"/>
                <a:ea typeface="Arial"/>
                <a:cs typeface="Arial"/>
                <a:sym typeface="Arial"/>
              </a:rPr>
              <a:t>ENVÍE MÁS SOFTWARE, MÁS RÁPIDO La frecuencia media de envío de software de los</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usuarios de Docker es siete veces superior a la de aquellos que no lo usan.</a:t>
            </a:r>
            <a:endParaRPr/>
          </a:p>
          <a:p>
            <a:pPr indent="0" lvl="0" marL="0" marR="0" rtl="0" algn="just">
              <a:spcBef>
                <a:spcPts val="0"/>
              </a:spcBef>
              <a:spcAft>
                <a:spcPts val="0"/>
              </a:spcAft>
              <a:buNone/>
            </a:pPr>
            <a:r>
              <a:t/>
            </a:r>
            <a:endParaRPr sz="1800">
              <a:solidFill>
                <a:schemeClr val="lt1"/>
              </a:solidFill>
              <a:latin typeface="Arial"/>
              <a:ea typeface="Arial"/>
              <a:cs typeface="Arial"/>
              <a:sym typeface="Arial"/>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ESTANDARICE LAS OPERACIONES Las aplicaciones con contenedores facilitan la</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implementación, la identificación de problemas y el retorno a una fase anterior para</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remediarlos.</a:t>
            </a:r>
            <a:endParaRPr/>
          </a:p>
          <a:p>
            <a:pPr indent="0" lvl="0" marL="0" marR="0" rtl="0" algn="just">
              <a:spcBef>
                <a:spcPts val="0"/>
              </a:spcBef>
              <a:spcAft>
                <a:spcPts val="0"/>
              </a:spcAft>
              <a:buNone/>
            </a:pPr>
            <a:r>
              <a:t/>
            </a:r>
            <a:endParaRPr sz="1800">
              <a:solidFill>
                <a:schemeClr val="lt1"/>
              </a:solidFill>
              <a:latin typeface="Arial"/>
              <a:ea typeface="Arial"/>
              <a:cs typeface="Arial"/>
              <a:sym typeface="Arial"/>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TRANSFIERA DE MANERA SENCILLA Las aplicaciones basadas en Docker pueden transferirse</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a la perfección desde equipos de desarrollo locales a implementaciones de producción.</a:t>
            </a:r>
            <a:endParaRPr/>
          </a:p>
          <a:p>
            <a:pPr indent="0" lvl="0" marL="0" marR="0" rtl="0" algn="just">
              <a:spcBef>
                <a:spcPts val="0"/>
              </a:spcBef>
              <a:spcAft>
                <a:spcPts val="0"/>
              </a:spcAft>
              <a:buNone/>
            </a:pPr>
            <a:r>
              <a:t/>
            </a:r>
            <a:endParaRPr sz="1800">
              <a:solidFill>
                <a:schemeClr val="lt1"/>
              </a:solidFill>
              <a:latin typeface="Arial"/>
              <a:ea typeface="Arial"/>
              <a:cs typeface="Arial"/>
              <a:sym typeface="Arial"/>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AWS AHORRE DINERO Los contenedores de Docker facilitan la ejecución de más código en cada</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servidor, mejorando su uso y ahorrándole dinero.</a:t>
            </a:r>
            <a:endParaRPr/>
          </a:p>
        </p:txBody>
      </p:sp>
      <p:sp>
        <p:nvSpPr>
          <p:cNvPr id="386" name="Google Shape;386;p38"/>
          <p:cNvSpPr txBox="1"/>
          <p:nvPr/>
        </p:nvSpPr>
        <p:spPr>
          <a:xfrm>
            <a:off x="2985331" y="660527"/>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Por que usar Docker?</a:t>
            </a:r>
            <a:endParaRPr sz="4400">
              <a:solidFill>
                <a:schemeClr val="lt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90" name="Shape 390"/>
        <p:cNvGrpSpPr/>
        <p:nvPr/>
      </p:nvGrpSpPr>
      <p:grpSpPr>
        <a:xfrm>
          <a:off x="0" y="0"/>
          <a:ext cx="0" cy="0"/>
          <a:chOff x="0" y="0"/>
          <a:chExt cx="0" cy="0"/>
        </a:xfrm>
      </p:grpSpPr>
      <p:sp>
        <p:nvSpPr>
          <p:cNvPr id="391" name="Google Shape;391;p39"/>
          <p:cNvSpPr txBox="1"/>
          <p:nvPr/>
        </p:nvSpPr>
        <p:spPr>
          <a:xfrm>
            <a:off x="1163274" y="2001790"/>
            <a:ext cx="9700470" cy="341632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MICROSERVICIOS Crear y escalar arquitecturas de aplicaciones distribuidas al utilizar las</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implementaciones de código estandarizadas que los contenedores de Docker proporcionan.</a:t>
            </a:r>
            <a:endParaRPr/>
          </a:p>
          <a:p>
            <a:pPr indent="0" lvl="0" marL="0" marR="0" rtl="0" algn="just">
              <a:spcBef>
                <a:spcPts val="0"/>
              </a:spcBef>
              <a:spcAft>
                <a:spcPts val="0"/>
              </a:spcAft>
              <a:buNone/>
            </a:pPr>
            <a:r>
              <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INTEGRACIÓN Y ENTREGA CONTINUOS Acelere la entrega de aplicaciones estandarizando</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los entornos y eliminando los conflictos entre paquetes de lenguaje y versiones.</a:t>
            </a:r>
            <a:endParaRPr/>
          </a:p>
          <a:p>
            <a:pPr indent="0" lvl="0" marL="0" marR="0" rtl="0" algn="just">
              <a:spcBef>
                <a:spcPts val="0"/>
              </a:spcBef>
              <a:spcAft>
                <a:spcPts val="0"/>
              </a:spcAft>
              <a:buNone/>
            </a:pPr>
            <a:r>
              <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PROCESAMIENTO DE DATOS Proporcione como servicio el procesamiento de big data</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Datos de paquetes y paquetes de análisis en contenedores portátiles que pueden ejecutar</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usuarios sin conocimientos técnicos.</a:t>
            </a:r>
            <a:endParaRPr/>
          </a:p>
          <a:p>
            <a:pPr indent="0" lvl="0" marL="0" marR="0" rtl="0" algn="just">
              <a:spcBef>
                <a:spcPts val="0"/>
              </a:spcBef>
              <a:spcAft>
                <a:spcPts val="0"/>
              </a:spcAft>
              <a:buNone/>
            </a:pPr>
            <a:r>
              <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CONTENEDORES COMO SERVICIO Cree y envíe aplicaciones distribuidas con contenido e</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infraestructura gestionados y protegidos mediante TI.</a:t>
            </a:r>
            <a:endParaRPr/>
          </a:p>
        </p:txBody>
      </p:sp>
      <p:sp>
        <p:nvSpPr>
          <p:cNvPr id="392" name="Google Shape;392;p39"/>
          <p:cNvSpPr txBox="1"/>
          <p:nvPr/>
        </p:nvSpPr>
        <p:spPr>
          <a:xfrm>
            <a:off x="2985331" y="660527"/>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Cuando usar Docker?</a:t>
            </a:r>
            <a:endParaRPr sz="4400">
              <a:solidFill>
                <a:schemeClr val="lt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96" name="Shape 396"/>
        <p:cNvGrpSpPr/>
        <p:nvPr/>
      </p:nvGrpSpPr>
      <p:grpSpPr>
        <a:xfrm>
          <a:off x="0" y="0"/>
          <a:ext cx="0" cy="0"/>
          <a:chOff x="0" y="0"/>
          <a:chExt cx="0" cy="0"/>
        </a:xfrm>
      </p:grpSpPr>
      <p:sp>
        <p:nvSpPr>
          <p:cNvPr id="397" name="Google Shape;397;p40"/>
          <p:cNvSpPr txBox="1"/>
          <p:nvPr/>
        </p:nvSpPr>
        <p:spPr>
          <a:xfrm>
            <a:off x="1138107" y="2001790"/>
            <a:ext cx="9700470"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800">
                <a:solidFill>
                  <a:schemeClr val="lt1"/>
                </a:solidFill>
                <a:latin typeface="Arial"/>
                <a:ea typeface="Arial"/>
                <a:cs typeface="Arial"/>
                <a:sym typeface="Arial"/>
              </a:rPr>
              <a:t>UBUNTU</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apt get update</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sudo</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apt get install docker io</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sudo</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systemctl start docker</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sudo</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systemctl enable docker	</a:t>
            </a:r>
            <a:endParaRPr/>
          </a:p>
        </p:txBody>
      </p:sp>
      <p:sp>
        <p:nvSpPr>
          <p:cNvPr id="398" name="Google Shape;398;p40"/>
          <p:cNvSpPr txBox="1"/>
          <p:nvPr/>
        </p:nvSpPr>
        <p:spPr>
          <a:xfrm>
            <a:off x="2985331" y="660527"/>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Instalacion Docker</a:t>
            </a:r>
            <a:endParaRPr sz="4400">
              <a:solidFill>
                <a:schemeClr val="lt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402" name="Shape 402"/>
        <p:cNvGrpSpPr/>
        <p:nvPr/>
      </p:nvGrpSpPr>
      <p:grpSpPr>
        <a:xfrm>
          <a:off x="0" y="0"/>
          <a:ext cx="0" cy="0"/>
          <a:chOff x="0" y="0"/>
          <a:chExt cx="0" cy="0"/>
        </a:xfrm>
      </p:grpSpPr>
      <p:sp>
        <p:nvSpPr>
          <p:cNvPr id="403" name="Google Shape;403;p41"/>
          <p:cNvSpPr txBox="1"/>
          <p:nvPr/>
        </p:nvSpPr>
        <p:spPr>
          <a:xfrm>
            <a:off x="1112940" y="1951672"/>
            <a:ext cx="9700470"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800">
                <a:solidFill>
                  <a:schemeClr val="lt1"/>
                </a:solidFill>
                <a:latin typeface="Arial"/>
                <a:ea typeface="Arial"/>
                <a:cs typeface="Arial"/>
                <a:sym typeface="Arial"/>
              </a:rPr>
              <a:t>WINDOWS</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Docker Desktop (requiere Microsoft Windows 10 Professional or Enterprise 64 bit)</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Docker Toolbox (corre en cualquier versión de Windows)Windows)(tomar en cuenta que al</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ejecutar contenedores se debe utilizar la ip asignada para Docker y no utilizar localhost para</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verificación)</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MAC OS</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Docker Desktop	</a:t>
            </a:r>
            <a:endParaRPr/>
          </a:p>
        </p:txBody>
      </p:sp>
      <p:sp>
        <p:nvSpPr>
          <p:cNvPr id="404" name="Google Shape;404;p41"/>
          <p:cNvSpPr txBox="1"/>
          <p:nvPr/>
        </p:nvSpPr>
        <p:spPr>
          <a:xfrm>
            <a:off x="2985331" y="660527"/>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Instalacion Docker</a:t>
            </a:r>
            <a:endParaRPr sz="4400">
              <a:solidFill>
                <a:schemeClr val="lt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408" name="Shape 408"/>
        <p:cNvGrpSpPr/>
        <p:nvPr/>
      </p:nvGrpSpPr>
      <p:grpSpPr>
        <a:xfrm>
          <a:off x="0" y="0"/>
          <a:ext cx="0" cy="0"/>
          <a:chOff x="0" y="0"/>
          <a:chExt cx="0" cy="0"/>
        </a:xfrm>
      </p:grpSpPr>
      <p:sp>
        <p:nvSpPr>
          <p:cNvPr id="409" name="Google Shape;409;p42"/>
          <p:cNvSpPr txBox="1"/>
          <p:nvPr/>
        </p:nvSpPr>
        <p:spPr>
          <a:xfrm>
            <a:off x="1138107" y="2001790"/>
            <a:ext cx="9700470" cy="397031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Bajar una imagen de Docker Hub</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pull &lt;image name_from_dockerhub</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Listar imágenes docker</a:t>
            </a:r>
            <a:endParaRPr sz="1800">
              <a:solidFill>
                <a:schemeClr val="lt1"/>
              </a:solidFill>
              <a:latin typeface="Arial"/>
              <a:ea typeface="Arial"/>
              <a:cs typeface="Arial"/>
              <a:sym typeface="Arial"/>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images</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Ejecutar un contenedor</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run name &lt; d p &lt;pc port&gt;port&gt;::&lt;docker port&gt;port&gt;&lt;image name&gt;</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Acceder al contenedor</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exec it &lt;container name&gt; bash</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Listar contenedores en ejecución</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ps</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Listar todos los contenedores</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ps a</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Detener un contenedor</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stop &lt;container name	</a:t>
            </a:r>
            <a:endParaRPr/>
          </a:p>
        </p:txBody>
      </p:sp>
      <p:sp>
        <p:nvSpPr>
          <p:cNvPr id="410" name="Google Shape;410;p42"/>
          <p:cNvSpPr txBox="1"/>
          <p:nvPr/>
        </p:nvSpPr>
        <p:spPr>
          <a:xfrm>
            <a:off x="2985331" y="660527"/>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Comandos Docker</a:t>
            </a:r>
            <a:endParaRPr sz="4400">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414" name="Shape 414"/>
        <p:cNvGrpSpPr/>
        <p:nvPr/>
      </p:nvGrpSpPr>
      <p:grpSpPr>
        <a:xfrm>
          <a:off x="0" y="0"/>
          <a:ext cx="0" cy="0"/>
          <a:chOff x="0" y="0"/>
          <a:chExt cx="0" cy="0"/>
        </a:xfrm>
      </p:grpSpPr>
      <p:sp>
        <p:nvSpPr>
          <p:cNvPr id="415" name="Google Shape;415;p43"/>
          <p:cNvSpPr txBox="1"/>
          <p:nvPr/>
        </p:nvSpPr>
        <p:spPr>
          <a:xfrm>
            <a:off x="1138107" y="2001790"/>
            <a:ext cx="9700470" cy="3139321"/>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Reanudar un contenedor</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start &lt;container name</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Eliminar un contenedor</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rm &lt;container name&gt;</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rm f &lt;container name</a:t>
            </a:r>
            <a:endParaRPr sz="1800">
              <a:solidFill>
                <a:schemeClr val="lt1"/>
              </a:solidFill>
              <a:latin typeface="Arial"/>
              <a:ea typeface="Arial"/>
              <a:cs typeface="Arial"/>
              <a:sym typeface="Arial"/>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Crear una imagen basado en Dockerfile</a:t>
            </a:r>
            <a:endParaRPr sz="1800">
              <a:solidFill>
                <a:schemeClr val="lt1"/>
              </a:solidFill>
              <a:latin typeface="Arial"/>
              <a:ea typeface="Arial"/>
              <a:cs typeface="Arial"/>
              <a:sym typeface="Arial"/>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build t &lt;image name&gt;</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Eliminar una imagen</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rmi &lt;image name&gt;</a:t>
            </a:r>
            <a:endParaRPr/>
          </a:p>
          <a:p>
            <a:pPr indent="-285750" lvl="0" marL="285750" marR="0" rtl="0" algn="just">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Subir una imagen al repositorio de Docker Hub</a:t>
            </a:r>
            <a:endParaRPr/>
          </a:p>
          <a:p>
            <a:pPr indent="0" lvl="0" marL="0" marR="0" rtl="0" algn="just">
              <a:spcBef>
                <a:spcPts val="0"/>
              </a:spcBef>
              <a:spcAft>
                <a:spcPts val="0"/>
              </a:spcAft>
              <a:buNone/>
            </a:pPr>
            <a:r>
              <a:rPr lang="es-MX" sz="1800">
                <a:solidFill>
                  <a:schemeClr val="lt1"/>
                </a:solidFill>
                <a:latin typeface="Arial"/>
                <a:ea typeface="Arial"/>
                <a:cs typeface="Arial"/>
                <a:sym typeface="Arial"/>
              </a:rPr>
              <a:t>	docker push username image name tagname	</a:t>
            </a:r>
            <a:endParaRPr/>
          </a:p>
        </p:txBody>
      </p:sp>
      <p:sp>
        <p:nvSpPr>
          <p:cNvPr id="416" name="Google Shape;416;p43"/>
          <p:cNvSpPr txBox="1"/>
          <p:nvPr/>
        </p:nvSpPr>
        <p:spPr>
          <a:xfrm>
            <a:off x="2985331" y="660527"/>
            <a:ext cx="622133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4400">
                <a:solidFill>
                  <a:schemeClr val="lt1"/>
                </a:solidFill>
                <a:latin typeface="Arial"/>
                <a:ea typeface="Arial"/>
                <a:cs typeface="Arial"/>
                <a:sym typeface="Arial"/>
              </a:rPr>
              <a:t>Comandos Docker</a:t>
            </a:r>
            <a:endParaRPr sz="4400">
              <a:solidFill>
                <a:schemeClr val="lt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4"/>
          <p:cNvSpPr txBox="1"/>
          <p:nvPr/>
        </p:nvSpPr>
        <p:spPr>
          <a:xfrm>
            <a:off x="2878822" y="973123"/>
            <a:ext cx="643435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7200">
                <a:solidFill>
                  <a:schemeClr val="dk1"/>
                </a:solidFill>
                <a:latin typeface="Garamond"/>
                <a:ea typeface="Garamond"/>
                <a:cs typeface="Garamond"/>
                <a:sym typeface="Garamond"/>
              </a:rPr>
              <a:t>Ejemplo Practico</a:t>
            </a:r>
            <a:endParaRPr sz="7200">
              <a:solidFill>
                <a:schemeClr val="dk1"/>
              </a:solidFill>
              <a:latin typeface="Garamond"/>
              <a:ea typeface="Garamond"/>
              <a:cs typeface="Garamond"/>
              <a:sym typeface="Garamond"/>
            </a:endParaRPr>
          </a:p>
        </p:txBody>
      </p:sp>
      <p:pic>
        <p:nvPicPr>
          <p:cNvPr descr="Qué es Docker? - Taller de PAS" id="422" name="Google Shape;422;p44"/>
          <p:cNvPicPr preferRelativeResize="0"/>
          <p:nvPr/>
        </p:nvPicPr>
        <p:blipFill rotWithShape="1">
          <a:blip r:embed="rId3">
            <a:alphaModFix/>
          </a:blip>
          <a:srcRect b="0" l="0" r="0" t="0"/>
          <a:stretch/>
        </p:blipFill>
        <p:spPr>
          <a:xfrm>
            <a:off x="1543341" y="2529925"/>
            <a:ext cx="9105317" cy="234071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5"/>
          <p:cNvSpPr txBox="1"/>
          <p:nvPr/>
        </p:nvSpPr>
        <p:spPr>
          <a:xfrm>
            <a:off x="3422708" y="2046914"/>
            <a:ext cx="5041784"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7200">
                <a:solidFill>
                  <a:schemeClr val="dk1"/>
                </a:solidFill>
                <a:latin typeface="Garamond"/>
                <a:ea typeface="Garamond"/>
                <a:cs typeface="Garamond"/>
                <a:sym typeface="Garamond"/>
              </a:rPr>
              <a:t>Dudas o comentarios</a:t>
            </a:r>
            <a:endParaRPr sz="7200">
              <a:solidFill>
                <a:schemeClr val="dk1"/>
              </a:solidFill>
              <a:latin typeface="Garamond"/>
              <a:ea typeface="Garamond"/>
              <a:cs typeface="Garamond"/>
              <a:sym typeface="Garamo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6"/>
          <p:cNvSpPr txBox="1"/>
          <p:nvPr/>
        </p:nvSpPr>
        <p:spPr>
          <a:xfrm>
            <a:off x="3322041" y="968929"/>
            <a:ext cx="5210262"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7200">
                <a:solidFill>
                  <a:schemeClr val="dk1"/>
                </a:solidFill>
                <a:latin typeface="Garamond"/>
                <a:ea typeface="Garamond"/>
                <a:cs typeface="Garamond"/>
                <a:sym typeface="Garamond"/>
              </a:rPr>
              <a:t>Corto #3</a:t>
            </a:r>
            <a:endParaRPr sz="7200">
              <a:solidFill>
                <a:schemeClr val="dk1"/>
              </a:solidFill>
              <a:latin typeface="Garamond"/>
              <a:ea typeface="Garamond"/>
              <a:cs typeface="Garamond"/>
              <a:sym typeface="Garamond"/>
            </a:endParaRPr>
          </a:p>
        </p:txBody>
      </p:sp>
      <p:sp>
        <p:nvSpPr>
          <p:cNvPr id="433" name="Google Shape;433;p46"/>
          <p:cNvSpPr txBox="1"/>
          <p:nvPr/>
        </p:nvSpPr>
        <p:spPr>
          <a:xfrm>
            <a:off x="3994557" y="2558642"/>
            <a:ext cx="4202884" cy="2246769"/>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000"/>
              <a:buFont typeface="Arial"/>
              <a:buChar char="•"/>
            </a:pPr>
            <a:r>
              <a:rPr lang="es-MX" sz="2000">
                <a:solidFill>
                  <a:schemeClr val="dk1"/>
                </a:solidFill>
                <a:latin typeface="Arial"/>
                <a:ea typeface="Arial"/>
                <a:cs typeface="Arial"/>
                <a:sym typeface="Arial"/>
              </a:rPr>
              <a:t>Contendio del Corto:</a:t>
            </a:r>
            <a:endParaRPr/>
          </a:p>
          <a:p>
            <a:pPr indent="-457200" lvl="1" marL="914400" marR="0" rtl="0" algn="l">
              <a:spcBef>
                <a:spcPts val="0"/>
              </a:spcBef>
              <a:spcAft>
                <a:spcPts val="0"/>
              </a:spcAft>
              <a:buClr>
                <a:schemeClr val="dk1"/>
              </a:buClr>
              <a:buSzPts val="2000"/>
              <a:buFont typeface="Arial"/>
              <a:buChar char="•"/>
            </a:pPr>
            <a:r>
              <a:rPr b="0" i="0" lang="es-MX" sz="2000" u="none" cap="none" strike="noStrike">
                <a:solidFill>
                  <a:schemeClr val="dk1"/>
                </a:solidFill>
                <a:latin typeface="Arial"/>
                <a:ea typeface="Arial"/>
                <a:cs typeface="Arial"/>
                <a:sym typeface="Arial"/>
              </a:rPr>
              <a:t>Clase 8</a:t>
            </a:r>
            <a:endParaRPr/>
          </a:p>
          <a:p>
            <a:pPr indent="-457200" lvl="1" marL="914400" marR="0" rtl="0" algn="l">
              <a:spcBef>
                <a:spcPts val="0"/>
              </a:spcBef>
              <a:spcAft>
                <a:spcPts val="0"/>
              </a:spcAft>
              <a:buClr>
                <a:schemeClr val="dk1"/>
              </a:buClr>
              <a:buSzPts val="2000"/>
              <a:buFont typeface="Arial"/>
              <a:buChar char="•"/>
            </a:pPr>
            <a:r>
              <a:rPr b="0" i="0" lang="es-MX" sz="2000" u="none" cap="none" strike="noStrike">
                <a:solidFill>
                  <a:schemeClr val="dk1"/>
                </a:solidFill>
                <a:latin typeface="Arial"/>
                <a:ea typeface="Arial"/>
                <a:cs typeface="Arial"/>
                <a:sym typeface="Arial"/>
              </a:rPr>
              <a:t>Clase 9</a:t>
            </a:r>
            <a:endParaRPr/>
          </a:p>
          <a:p>
            <a:pPr indent="-457200" lvl="1" marL="914400" marR="0" rtl="0" algn="l">
              <a:spcBef>
                <a:spcPts val="0"/>
              </a:spcBef>
              <a:spcAft>
                <a:spcPts val="0"/>
              </a:spcAft>
              <a:buClr>
                <a:schemeClr val="dk1"/>
              </a:buClr>
              <a:buSzPts val="2000"/>
              <a:buFont typeface="Arial"/>
              <a:buChar char="•"/>
            </a:pPr>
            <a:r>
              <a:rPr b="0" i="0" lang="es-MX" sz="2000" u="none" cap="none" strike="noStrike">
                <a:solidFill>
                  <a:schemeClr val="dk1"/>
                </a:solidFill>
                <a:latin typeface="Arial"/>
                <a:ea typeface="Arial"/>
                <a:cs typeface="Arial"/>
                <a:sym typeface="Arial"/>
              </a:rPr>
              <a:t>Clase 10</a:t>
            </a:r>
            <a:endParaRPr/>
          </a:p>
          <a:p>
            <a:pPr indent="-330200" lvl="1" marL="91440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es-MX" sz="2000" u="none" cap="none" strike="noStrike">
                <a:solidFill>
                  <a:schemeClr val="dk1"/>
                </a:solidFill>
                <a:latin typeface="Arial"/>
                <a:ea typeface="Arial"/>
                <a:cs typeface="Arial"/>
                <a:sym typeface="Arial"/>
              </a:rPr>
              <a:t>Sábado 12/10 </a:t>
            </a:r>
            <a:endParaRPr/>
          </a:p>
          <a:p>
            <a:pPr indent="0" lvl="1" marL="457200" marR="0" rtl="0" algn="l">
              <a:spcBef>
                <a:spcPts val="0"/>
              </a:spcBef>
              <a:spcAft>
                <a:spcPts val="0"/>
              </a:spcAft>
              <a:buNone/>
            </a:pPr>
            <a:r>
              <a:rPr b="0" i="0" lang="es-MX" sz="2000" u="none" cap="none" strike="noStrike">
                <a:solidFill>
                  <a:schemeClr val="dk1"/>
                </a:solidFill>
                <a:latin typeface="Arial"/>
                <a:ea typeface="Arial"/>
                <a:cs typeface="Arial"/>
                <a:sym typeface="Arial"/>
              </a:rPr>
              <a:t>Hora: 10:00 PM a 11:59 PM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avonVTI">
  <a:themeElements>
    <a:clrScheme name="">
      <a:dk1>
        <a:srgbClr val="000000"/>
      </a:dk1>
      <a:lt1>
        <a:srgbClr val="FFFFFF"/>
      </a:lt1>
      <a:dk2>
        <a:srgbClr val="41242D"/>
      </a:dk2>
      <a:lt2>
        <a:srgbClr val="E2E2E8"/>
      </a:lt2>
      <a:accent1>
        <a:srgbClr val="A5A27D"/>
      </a:accent1>
      <a:accent2>
        <a:srgbClr val="B79A7A"/>
      </a:accent2>
      <a:accent3>
        <a:srgbClr val="C2948F"/>
      </a:accent3>
      <a:accent4>
        <a:srgbClr val="BA7F91"/>
      </a:accent4>
      <a:accent5>
        <a:srgbClr val="C390B5"/>
      </a:accent5>
      <a:accent6>
        <a:srgbClr val="B17FBA"/>
      </a:accent6>
      <a:hlink>
        <a:srgbClr val="6D71B0"/>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avonVTI">
  <a:themeElements>
    <a:clrScheme name="">
      <a:dk1>
        <a:srgbClr val="000000"/>
      </a:dk1>
      <a:lt1>
        <a:srgbClr val="FFFFFF"/>
      </a:lt1>
      <a:dk2>
        <a:srgbClr val="41242D"/>
      </a:dk2>
      <a:lt2>
        <a:srgbClr val="E2E2E8"/>
      </a:lt2>
      <a:accent1>
        <a:srgbClr val="A5A27D"/>
      </a:accent1>
      <a:accent2>
        <a:srgbClr val="B79A7A"/>
      </a:accent2>
      <a:accent3>
        <a:srgbClr val="C2948F"/>
      </a:accent3>
      <a:accent4>
        <a:srgbClr val="BA7F91"/>
      </a:accent4>
      <a:accent5>
        <a:srgbClr val="C390B5"/>
      </a:accent5>
      <a:accent6>
        <a:srgbClr val="B17FBA"/>
      </a:accent6>
      <a:hlink>
        <a:srgbClr val="6D71B0"/>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2024-01-19T00:28:28Z</dcterms:created>
  <dc:creator>Luis Enrique Rivera Najera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