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y="6858000" cx="12192000"/>
  <p:notesSz cx="6858000" cy="9144000"/>
  <p:embeddedFontLst>
    <p:embeddedFont>
      <p:font typeface="Garamond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19" roundtripDataSignature="AMtx7mhcD0h3mixrwPskdq0pfRpEwHwC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5D4E23B-8AC9-4EE9-931C-40E9469B587C}">
  <a:tblStyle styleId="{E5D4E23B-8AC9-4EE9-931C-40E9469B587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font" Target="fonts/Garamond-regular.fntdata"/><Relationship Id="rId14" Type="http://schemas.openxmlformats.org/officeDocument/2006/relationships/slide" Target="slides/slide7.xml"/><Relationship Id="rId17" Type="http://schemas.openxmlformats.org/officeDocument/2006/relationships/font" Target="fonts/Garamond-italic.fntdata"/><Relationship Id="rId16" Type="http://schemas.openxmlformats.org/officeDocument/2006/relationships/font" Target="fonts/Garamond-bold.fntdata"/><Relationship Id="rId5" Type="http://schemas.openxmlformats.org/officeDocument/2006/relationships/slideMaster" Target="slideMasters/slideMaster1.xml"/><Relationship Id="rId19" Type="http://customschemas.google.com/relationships/presentationmetadata" Target="metadata"/><Relationship Id="rId6" Type="http://schemas.openxmlformats.org/officeDocument/2006/relationships/slideMaster" Target="slideMasters/slideMaster2.xml"/><Relationship Id="rId18" Type="http://schemas.openxmlformats.org/officeDocument/2006/relationships/font" Target="fonts/Garamond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9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aramon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rgbClr val="3F3F3F"/>
              </a:buClr>
              <a:buSzPts val="1000"/>
              <a:buFont typeface="Garamond"/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algn="r">
              <a:buClr>
                <a:srgbClr val="3F3F3F"/>
              </a:buClr>
              <a:buSzPts val="1000"/>
              <a:buFont typeface="Garamond"/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algn="r">
              <a:buClr>
                <a:srgbClr val="3F3F3F"/>
              </a:buClr>
              <a:buSzPts val="1000"/>
              <a:buFont typeface="Garamond"/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algn="r">
              <a:buClr>
                <a:srgbClr val="3F3F3F"/>
              </a:buClr>
              <a:buSzPts val="1000"/>
              <a:buFont typeface="Garamond"/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algn="r">
              <a:buClr>
                <a:srgbClr val="3F3F3F"/>
              </a:buClr>
              <a:buSzPts val="1000"/>
              <a:buFont typeface="Garamond"/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algn="r">
              <a:buClr>
                <a:srgbClr val="3F3F3F"/>
              </a:buClr>
              <a:buSzPts val="1000"/>
              <a:buFont typeface="Garamond"/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algn="r">
              <a:buClr>
                <a:srgbClr val="3F3F3F"/>
              </a:buClr>
              <a:buSzPts val="1000"/>
              <a:buFont typeface="Garamond"/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algn="r">
              <a:buClr>
                <a:srgbClr val="3F3F3F"/>
              </a:buClr>
              <a:buSzPts val="1000"/>
              <a:buFont typeface="Garamond"/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algn="r">
              <a:buClr>
                <a:srgbClr val="3F3F3F"/>
              </a:buClr>
              <a:buSzPts val="1000"/>
              <a:buFont typeface="Garamond"/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3" name="Google Shape;33;p11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ctr">
              <a:srgbClr val="000000">
                <a:alpha val="6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1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cap="sq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1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" name="Google Shape;36;p11"/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37" name="Google Shape;37;p11"/>
            <p:cNvCxnSpPr/>
            <p:nvPr/>
          </p:nvCxnSpPr>
          <p:spPr>
            <a:xfrm>
              <a:off x="5250180" y="1267730"/>
              <a:ext cx="0" cy="612648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" name="Google Shape;38;p11"/>
            <p:cNvCxnSpPr/>
            <p:nvPr/>
          </p:nvCxnSpPr>
          <p:spPr>
            <a:xfrm>
              <a:off x="6941820" y="1267730"/>
              <a:ext cx="0" cy="612648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" name="Google Shape;39;p11"/>
            <p:cNvCxnSpPr/>
            <p:nvPr/>
          </p:nvCxnSpPr>
          <p:spPr>
            <a:xfrm>
              <a:off x="5250180" y="1883664"/>
              <a:ext cx="1691640" cy="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0" name="Google Shape;40;p11"/>
          <p:cNvSpPr txBox="1"/>
          <p:nvPr>
            <p:ph type="ctrTitle"/>
          </p:nvPr>
        </p:nvSpPr>
        <p:spPr>
          <a:xfrm>
            <a:off x="1629103" y="2244830"/>
            <a:ext cx="8933796" cy="2437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800"/>
              <a:buFont typeface="Garamond"/>
              <a:buNone/>
              <a:defRPr b="0" sz="6800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" type="subTitle"/>
          </p:nvPr>
        </p:nvSpPr>
        <p:spPr>
          <a:xfrm>
            <a:off x="1629101" y="4682062"/>
            <a:ext cx="8936846" cy="457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5318760" y="1341256"/>
            <a:ext cx="1554480" cy="4855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1629100" y="5177408"/>
            <a:ext cx="57302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6262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606920" y="5177408"/>
            <a:ext cx="19559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" type="body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la sección" showMasterSp="0" type="secHead">
  <p:cSld name="SECTION_HEAD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3" name="Google Shape;53;p16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ctr">
              <a:srgbClr val="000000">
                <a:alpha val="6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6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cap="sq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6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6"/>
          <p:cNvSpPr txBox="1"/>
          <p:nvPr>
            <p:ph type="title"/>
          </p:nvPr>
        </p:nvSpPr>
        <p:spPr>
          <a:xfrm>
            <a:off x="1629156" y="2275165"/>
            <a:ext cx="8933688" cy="2406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800"/>
              <a:buFont typeface="Garamond"/>
              <a:buNone/>
              <a:defRPr sz="6800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7" name="Google Shape;57;p16"/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58" name="Google Shape;58;p16"/>
            <p:cNvCxnSpPr/>
            <p:nvPr/>
          </p:nvCxnSpPr>
          <p:spPr>
            <a:xfrm>
              <a:off x="5250180" y="1267730"/>
              <a:ext cx="0" cy="612648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9" name="Google Shape;59;p16"/>
            <p:cNvCxnSpPr/>
            <p:nvPr/>
          </p:nvCxnSpPr>
          <p:spPr>
            <a:xfrm>
              <a:off x="6941820" y="1267730"/>
              <a:ext cx="0" cy="612648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" name="Google Shape;60;p16"/>
            <p:cNvCxnSpPr/>
            <p:nvPr/>
          </p:nvCxnSpPr>
          <p:spPr>
            <a:xfrm>
              <a:off x="5250180" y="1883664"/>
              <a:ext cx="1691640" cy="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1" name="Google Shape;61;p16"/>
          <p:cNvSpPr txBox="1"/>
          <p:nvPr>
            <p:ph idx="1" type="body"/>
          </p:nvPr>
        </p:nvSpPr>
        <p:spPr>
          <a:xfrm>
            <a:off x="1629156" y="4682062"/>
            <a:ext cx="89397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5318760" y="1344502"/>
            <a:ext cx="1554480" cy="498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1629157" y="5177408"/>
            <a:ext cx="5660134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6262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604504" y="5177408"/>
            <a:ext cx="1958339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contenido" type="twoObj">
  <p:cSld name="TWO_OBJECT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1066800" y="2103120"/>
            <a:ext cx="466344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6461760" y="2103120"/>
            <a:ext cx="466344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es contenidos">
  <p:cSld name="Tres contenido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/>
          <p:nvPr>
            <p:ph idx="2" type="pic"/>
          </p:nvPr>
        </p:nvSpPr>
        <p:spPr>
          <a:xfrm>
            <a:off x="233400" y="246600"/>
            <a:ext cx="11725200" cy="636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8"/>
          <p:cNvSpPr/>
          <p:nvPr>
            <p:ph idx="3" type="pic"/>
          </p:nvPr>
        </p:nvSpPr>
        <p:spPr>
          <a:xfrm>
            <a:off x="852488" y="2103438"/>
            <a:ext cx="5243512" cy="3748087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8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5657F"/>
              </a:buClr>
              <a:buSzPts val="4800"/>
              <a:buFont typeface="Garamond"/>
              <a:buNone/>
              <a:defRPr>
                <a:solidFill>
                  <a:srgbClr val="65657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6461760" y="2103120"/>
            <a:ext cx="466344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1069848" y="2074334"/>
            <a:ext cx="4663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1" i="0" sz="19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3" name="Google Shape;83;p19"/>
          <p:cNvSpPr txBox="1"/>
          <p:nvPr>
            <p:ph idx="2" type="body"/>
          </p:nvPr>
        </p:nvSpPr>
        <p:spPr>
          <a:xfrm>
            <a:off x="1069848" y="2792472"/>
            <a:ext cx="4663440" cy="3163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84" name="Google Shape;84;p19"/>
          <p:cNvSpPr txBox="1"/>
          <p:nvPr>
            <p:ph idx="3" type="body"/>
          </p:nvPr>
        </p:nvSpPr>
        <p:spPr>
          <a:xfrm>
            <a:off x="6458712" y="2074334"/>
            <a:ext cx="4663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1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5" name="Google Shape;85;p19"/>
          <p:cNvSpPr txBox="1"/>
          <p:nvPr>
            <p:ph idx="4" type="body"/>
          </p:nvPr>
        </p:nvSpPr>
        <p:spPr>
          <a:xfrm>
            <a:off x="6458712" y="2792471"/>
            <a:ext cx="4663440" cy="31645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86" name="Google Shape;86;p19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rgbClr val="D8D8D8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0"/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cap="sq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0"/>
          <p:cNvSpPr txBox="1"/>
          <p:nvPr>
            <p:ph type="title"/>
          </p:nvPr>
        </p:nvSpPr>
        <p:spPr>
          <a:xfrm>
            <a:off x="8458200" y="607392"/>
            <a:ext cx="3161963" cy="1645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b="0" sz="3200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1" type="body"/>
          </p:nvPr>
        </p:nvSpPr>
        <p:spPr>
          <a:xfrm>
            <a:off x="685800" y="609600"/>
            <a:ext cx="6858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900"/>
              <a:buChar char="◦"/>
              <a:defRPr sz="19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94" name="Google Shape;94;p20"/>
          <p:cNvSpPr txBox="1"/>
          <p:nvPr>
            <p:ph idx="2" type="body"/>
          </p:nvPr>
        </p:nvSpPr>
        <p:spPr>
          <a:xfrm>
            <a:off x="8458200" y="2336800"/>
            <a:ext cx="3161963" cy="3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5" name="Google Shape;95;p20"/>
          <p:cNvSpPr txBox="1"/>
          <p:nvPr>
            <p:ph idx="10" type="dt"/>
          </p:nvPr>
        </p:nvSpPr>
        <p:spPr>
          <a:xfrm>
            <a:off x="5588000" y="6035040"/>
            <a:ext cx="1955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6262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1" type="ftr"/>
          </p:nvPr>
        </p:nvSpPr>
        <p:spPr>
          <a:xfrm>
            <a:off x="685801" y="6035040"/>
            <a:ext cx="45847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2" type="sldNum"/>
          </p:nvPr>
        </p:nvSpPr>
        <p:spPr>
          <a:xfrm>
            <a:off x="10396728" y="6035040"/>
            <a:ext cx="12234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ido con título" showMasterSp="0">
  <p:cSld name="1_Contenido con título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1"/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cap="sq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1"/>
          <p:cNvSpPr txBox="1"/>
          <p:nvPr>
            <p:ph type="title"/>
          </p:nvPr>
        </p:nvSpPr>
        <p:spPr>
          <a:xfrm>
            <a:off x="8458200" y="607392"/>
            <a:ext cx="3161963" cy="1645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Garamond"/>
              <a:buNone/>
              <a:defRPr b="0" sz="4100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685800" y="609600"/>
            <a:ext cx="6858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900"/>
              <a:buChar char="◦"/>
              <a:defRPr sz="19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103" name="Google Shape;103;p21"/>
          <p:cNvSpPr txBox="1"/>
          <p:nvPr>
            <p:ph idx="2" type="body"/>
          </p:nvPr>
        </p:nvSpPr>
        <p:spPr>
          <a:xfrm>
            <a:off x="8458200" y="2336800"/>
            <a:ext cx="3161963" cy="3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2F2F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5588000" y="6035040"/>
            <a:ext cx="1955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6262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1" type="ftr"/>
          </p:nvPr>
        </p:nvSpPr>
        <p:spPr>
          <a:xfrm>
            <a:off x="685801" y="6035040"/>
            <a:ext cx="45847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2" type="sldNum"/>
          </p:nvPr>
        </p:nvSpPr>
        <p:spPr>
          <a:xfrm>
            <a:off x="10396728" y="6035040"/>
            <a:ext cx="12234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Imagen con leyenda" showMasterSp="0">
  <p:cSld name="1_Imagen con leyenda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/>
          <p:nvPr/>
        </p:nvSpPr>
        <p:spPr>
          <a:xfrm>
            <a:off x="948394" y="941695"/>
            <a:ext cx="5452526" cy="497461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09" name="Google Shape;109;p22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C6B0"/>
          </a:solidFill>
          <a:ln>
            <a:noFill/>
          </a:ln>
        </p:spPr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5588000" y="6035040"/>
            <a:ext cx="1955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6262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685801" y="6035040"/>
            <a:ext cx="45847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10396728" y="6035040"/>
            <a:ext cx="12234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1357950" y="2852792"/>
            <a:ext cx="4633415" cy="2572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14" name="Google Shape;114;p22"/>
          <p:cNvSpPr/>
          <p:nvPr/>
        </p:nvSpPr>
        <p:spPr>
          <a:xfrm>
            <a:off x="1101715" y="1106424"/>
            <a:ext cx="5120640" cy="464515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15" name="Google Shape;115;p22"/>
          <p:cNvSpPr txBox="1"/>
          <p:nvPr>
            <p:ph type="title"/>
          </p:nvPr>
        </p:nvSpPr>
        <p:spPr>
          <a:xfrm>
            <a:off x="1357950" y="1352804"/>
            <a:ext cx="4633415" cy="13336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Garamond"/>
              <a:buNone/>
              <a:defRPr b="0" sz="4800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leyenda" showMasterSp="0" type="picTx">
  <p:cSld name="PICTURE_WITH_CAPTION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rgbClr val="D8D8D8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3"/>
          <p:cNvSpPr/>
          <p:nvPr>
            <p:ph idx="2" type="pic"/>
          </p:nvPr>
        </p:nvSpPr>
        <p:spPr>
          <a:xfrm>
            <a:off x="228599" y="237744"/>
            <a:ext cx="7696201" cy="6382512"/>
          </a:xfrm>
          <a:prstGeom prst="rect">
            <a:avLst/>
          </a:prstGeom>
          <a:solidFill>
            <a:srgbClr val="C8C6B0"/>
          </a:solidFill>
          <a:ln>
            <a:noFill/>
          </a:ln>
        </p:spPr>
      </p:sp>
      <p:sp>
        <p:nvSpPr>
          <p:cNvPr id="119" name="Google Shape;119;p23"/>
          <p:cNvSpPr txBox="1"/>
          <p:nvPr>
            <p:ph idx="10" type="dt"/>
          </p:nvPr>
        </p:nvSpPr>
        <p:spPr>
          <a:xfrm>
            <a:off x="5662337" y="6035040"/>
            <a:ext cx="2071963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3"/>
          <p:cNvSpPr txBox="1"/>
          <p:nvPr>
            <p:ph idx="11" type="ftr"/>
          </p:nvPr>
        </p:nvSpPr>
        <p:spPr>
          <a:xfrm>
            <a:off x="612648" y="6035040"/>
            <a:ext cx="4588002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10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3"/>
          <p:cNvSpPr txBox="1"/>
          <p:nvPr>
            <p:ph idx="12" type="sldNum"/>
          </p:nvPr>
        </p:nvSpPr>
        <p:spPr>
          <a:xfrm>
            <a:off x="10396728" y="6035040"/>
            <a:ext cx="12252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23"/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cap="sq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3"/>
          <p:cNvSpPr txBox="1"/>
          <p:nvPr>
            <p:ph type="title"/>
          </p:nvPr>
        </p:nvSpPr>
        <p:spPr>
          <a:xfrm>
            <a:off x="8477250" y="603504"/>
            <a:ext cx="3144774" cy="1645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b="0" sz="3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8477250" y="2386584"/>
            <a:ext cx="3144774" cy="3511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36" name="Google Shape;136;p1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rotWithShape="0" algn="ctr">
              <a:srgbClr val="000000">
                <a:alpha val="6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cap="sq" cmpd="sng" w="9525">
            <a:solidFill>
              <a:srgbClr val="FEFEF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2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" name="Google Shape;139;p12"/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40" name="Google Shape;140;p12"/>
            <p:cNvCxnSpPr/>
            <p:nvPr/>
          </p:nvCxnSpPr>
          <p:spPr>
            <a:xfrm>
              <a:off x="5250180" y="1267730"/>
              <a:ext cx="0" cy="612648"/>
            </a:xfrm>
            <a:prstGeom prst="straightConnector1">
              <a:avLst/>
            </a:prstGeom>
            <a:solidFill>
              <a:srgbClr val="FEFEFE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1" name="Google Shape;141;p12"/>
            <p:cNvCxnSpPr/>
            <p:nvPr/>
          </p:nvCxnSpPr>
          <p:spPr>
            <a:xfrm>
              <a:off x="6941820" y="1267730"/>
              <a:ext cx="0" cy="612648"/>
            </a:xfrm>
            <a:prstGeom prst="straightConnector1">
              <a:avLst/>
            </a:prstGeom>
            <a:solidFill>
              <a:srgbClr val="FEFEFE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2" name="Google Shape;142;p12"/>
            <p:cNvCxnSpPr/>
            <p:nvPr/>
          </p:nvCxnSpPr>
          <p:spPr>
            <a:xfrm>
              <a:off x="5250180" y="1883664"/>
              <a:ext cx="1691640" cy="0"/>
            </a:xfrm>
            <a:prstGeom prst="straightConnector1">
              <a:avLst/>
            </a:prstGeom>
            <a:solidFill>
              <a:srgbClr val="FEFEFE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43" name="Google Shape;143;p12"/>
          <p:cNvSpPr txBox="1"/>
          <p:nvPr>
            <p:ph type="ctrTitle"/>
          </p:nvPr>
        </p:nvSpPr>
        <p:spPr>
          <a:xfrm>
            <a:off x="1629103" y="2244830"/>
            <a:ext cx="8933796" cy="2437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6800"/>
              <a:buFont typeface="Garamond"/>
              <a:buNone/>
              <a:defRPr b="0" sz="6800" cap="non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2"/>
          <p:cNvSpPr txBox="1"/>
          <p:nvPr>
            <p:ph idx="1" type="subTitle"/>
          </p:nvPr>
        </p:nvSpPr>
        <p:spPr>
          <a:xfrm>
            <a:off x="1629101" y="4682062"/>
            <a:ext cx="8936846" cy="457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5" name="Google Shape;145;p12"/>
          <p:cNvSpPr txBox="1"/>
          <p:nvPr>
            <p:ph idx="10" type="dt"/>
          </p:nvPr>
        </p:nvSpPr>
        <p:spPr>
          <a:xfrm>
            <a:off x="5318760" y="1341256"/>
            <a:ext cx="1554480" cy="4855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2"/>
          <p:cNvSpPr txBox="1"/>
          <p:nvPr>
            <p:ph idx="11" type="ftr"/>
          </p:nvPr>
        </p:nvSpPr>
        <p:spPr>
          <a:xfrm>
            <a:off x="1629100" y="5177408"/>
            <a:ext cx="57302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EFEFE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2"/>
          <p:cNvSpPr txBox="1"/>
          <p:nvPr>
            <p:ph idx="12" type="sldNum"/>
          </p:nvPr>
        </p:nvSpPr>
        <p:spPr>
          <a:xfrm>
            <a:off x="8606920" y="5177408"/>
            <a:ext cx="19559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1" name="Google Shape;11;p8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rgbClr val="BFBFBF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8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cap="sq" cmpd="sng" w="9525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8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Garamond"/>
              <a:buNone/>
              <a:defRPr b="0" i="0" sz="48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8"/>
          <p:cNvSpPr txBox="1"/>
          <p:nvPr>
            <p:ph idx="1" type="body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Garamond"/>
              <a:buChar char="◦"/>
              <a:defRPr b="0" i="0" sz="16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5" name="Google Shape;15;p8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6" name="Google Shape;16;p8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7" name="Google Shape;17;p8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dk1">
              <a:alpha val="6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cap="sq" cmpd="sng" w="9525">
            <a:solidFill>
              <a:srgbClr val="FEFEF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0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Garamond"/>
              <a:buNone/>
              <a:defRPr b="0" i="0" sz="4800" u="none" cap="none" strike="noStrik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0" name="Google Shape;130;p10"/>
          <p:cNvSpPr txBox="1"/>
          <p:nvPr>
            <p:ph idx="1" type="body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Garamond"/>
              <a:buChar char="◦"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Font typeface="Garamond"/>
              <a:buChar char="◦"/>
              <a:defRPr b="0" i="0" sz="1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31" name="Google Shape;131;p10"/>
          <p:cNvSpPr txBox="1"/>
          <p:nvPr>
            <p:ph idx="10" type="dt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32" name="Google Shape;132;p10"/>
          <p:cNvSpPr txBox="1"/>
          <p:nvPr>
            <p:ph idx="11" type="ftr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33" name="Google Shape;133;p10"/>
          <p:cNvSpPr txBox="1"/>
          <p:nvPr>
            <p:ph idx="12" type="sldNum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000" u="non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000" u="non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000" u="non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000" u="non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000" u="non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000" u="non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000" u="non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000" u="non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000" u="non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forms.gle/jJJs2eBhxTartSaM6" TargetMode="External"/><Relationship Id="rId4" Type="http://schemas.openxmlformats.org/officeDocument/2006/relationships/hyperlink" Target="mailto:3048558980116@ingenieria.usac.edu.gt.com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1269" y="1"/>
            <a:ext cx="12169465" cy="6858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3" name="Google Shape;153;p1"/>
          <p:cNvGraphicFramePr/>
          <p:nvPr/>
        </p:nvGraphicFramePr>
        <p:xfrm>
          <a:off x="7104267" y="12933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{E5D4E23B-8AC9-4EE9-931C-40E9469B587C}</a:tableStyleId>
              </a:tblPr>
              <a:tblGrid>
                <a:gridCol w="2024275"/>
                <a:gridCol w="2896500"/>
              </a:tblGrid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Garamond"/>
                        <a:buNone/>
                      </a:pPr>
                      <a:r>
                        <a:rPr b="1" lang="en-US" sz="19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Garamond"/>
                        <a:buNone/>
                      </a:pPr>
                      <a:r>
                        <a:rPr lang="en-US" sz="2400" u="none" cap="none" strike="noStrike"/>
                        <a:t>Sábado, 20/07/2024</a:t>
                      </a:r>
                      <a:endParaRPr/>
                    </a:p>
                  </a:txBody>
                  <a:tcPr marT="121900" marB="121900" marR="121900" marL="121900"/>
                </a:tc>
              </a:tr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Garamond"/>
                        <a:buNone/>
                      </a:pPr>
                      <a:r>
                        <a:rPr b="1" lang="en-US" sz="19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Garamond"/>
                        <a:buNone/>
                      </a:pPr>
                      <a:r>
                        <a:rPr lang="en-US" sz="2400" u="none" cap="none" strike="noStrike"/>
                        <a:t>14:00</a:t>
                      </a:r>
                      <a:endParaRPr/>
                    </a:p>
                  </a:txBody>
                  <a:tcPr marT="121900" marB="121900" marR="121900" marL="121900"/>
                </a:tc>
              </a:tr>
            </a:tbl>
          </a:graphicData>
        </a:graphic>
      </p:graphicFrame>
      <p:sp>
        <p:nvSpPr>
          <p:cNvPr id="154" name="Google Shape;154;p1"/>
          <p:cNvSpPr txBox="1"/>
          <p:nvPr/>
        </p:nvSpPr>
        <p:spPr>
          <a:xfrm>
            <a:off x="1920233" y="3011068"/>
            <a:ext cx="9056000" cy="759078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33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Seminario de Sistemas 1 [B]</a:t>
            </a:r>
            <a:endParaRPr sz="3333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55" name="Google Shape;155;p1"/>
          <p:cNvSpPr txBox="1"/>
          <p:nvPr/>
        </p:nvSpPr>
        <p:spPr>
          <a:xfrm>
            <a:off x="2371600" y="3867668"/>
            <a:ext cx="7448800" cy="65661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7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Luis Enrique Rivera Najera</a:t>
            </a:r>
            <a:endParaRPr sz="2667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162" name="Google Shape;16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10" y="0"/>
            <a:ext cx="1097278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noFill/>
          <a:ln cap="sq" cmpd="sng" w="9525">
            <a:solidFill>
              <a:srgbClr val="FEFEF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64" name="Google Shape;164;p2"/>
          <p:cNvSpPr txBox="1"/>
          <p:nvPr>
            <p:ph type="ctrTitle"/>
          </p:nvPr>
        </p:nvSpPr>
        <p:spPr>
          <a:xfrm>
            <a:off x="1769532" y="2091263"/>
            <a:ext cx="8652938" cy="246150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6800"/>
              <a:buFont typeface="Garamond"/>
              <a:buNone/>
            </a:pPr>
            <a:r>
              <a:rPr b="0" i="0" lang="en-US" sz="6800" u="none" cap="none" strike="noStrike">
                <a:solidFill>
                  <a:srgbClr val="FEFEFE"/>
                </a:solidFill>
                <a:latin typeface="Garamond"/>
                <a:ea typeface="Garamond"/>
                <a:cs typeface="Garamond"/>
                <a:sym typeface="Garamond"/>
              </a:rPr>
              <a:t>LAB. SEMINARIO DE SISTEMAS 1</a:t>
            </a:r>
            <a:endParaRPr/>
          </a:p>
        </p:txBody>
      </p:sp>
      <p:sp>
        <p:nvSpPr>
          <p:cNvPr id="165" name="Google Shape;165;p2"/>
          <p:cNvSpPr txBox="1"/>
          <p:nvPr>
            <p:ph idx="1" type="subTitle"/>
          </p:nvPr>
        </p:nvSpPr>
        <p:spPr>
          <a:xfrm>
            <a:off x="1769532" y="4623127"/>
            <a:ext cx="8655200" cy="45720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Garamond"/>
              <a:buNone/>
            </a:pPr>
            <a:r>
              <a:rPr b="0" i="0" lang="en-US" sz="2400" u="none" cap="none" strike="noStrike">
                <a:solidFill>
                  <a:srgbClr val="C8C8D3"/>
                </a:solidFill>
                <a:latin typeface="Garamond"/>
                <a:ea typeface="Garamond"/>
                <a:cs typeface="Garamond"/>
                <a:sym typeface="Garamond"/>
              </a:rPr>
              <a:t>Laboratorio #1</a:t>
            </a:r>
            <a:endParaRPr/>
          </a:p>
        </p:txBody>
      </p:sp>
      <p:sp>
        <p:nvSpPr>
          <p:cNvPr id="166" name="Google Shape;166;p2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cap="sq" cmpd="sng" w="9525">
            <a:solidFill>
              <a:srgbClr val="FEFEFE">
                <a:alpha val="8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"/>
          <p:cNvSpPr txBox="1"/>
          <p:nvPr/>
        </p:nvSpPr>
        <p:spPr>
          <a:xfrm>
            <a:off x="2357307" y="3059668"/>
            <a:ext cx="1946246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Agenda</a:t>
            </a:r>
            <a:endParaRPr sz="4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72" name="Google Shape;172;p3"/>
          <p:cNvSpPr txBox="1"/>
          <p:nvPr/>
        </p:nvSpPr>
        <p:spPr>
          <a:xfrm>
            <a:off x="6644081" y="2567225"/>
            <a:ext cx="3833768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Programación de Semestre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---------------------------------------------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Información General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---------------------------------------------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Ponderación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---------------------------------------------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Dudas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"/>
          <p:cNvSpPr txBox="1"/>
          <p:nvPr/>
        </p:nvSpPr>
        <p:spPr>
          <a:xfrm>
            <a:off x="1128319" y="2828835"/>
            <a:ext cx="250830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Información General</a:t>
            </a:r>
            <a:endParaRPr sz="3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grpSp>
        <p:nvGrpSpPr>
          <p:cNvPr id="178" name="Google Shape;178;p4"/>
          <p:cNvGrpSpPr/>
          <p:nvPr/>
        </p:nvGrpSpPr>
        <p:grpSpPr>
          <a:xfrm>
            <a:off x="-2668901" y="-217745"/>
            <a:ext cx="14178398" cy="7293488"/>
            <a:chOff x="-6068306" y="-937410"/>
            <a:chExt cx="14178398" cy="7293488"/>
          </a:xfrm>
        </p:grpSpPr>
        <p:sp>
          <p:nvSpPr>
            <p:cNvPr id="179" name="Google Shape;179;p4"/>
            <p:cNvSpPr/>
            <p:nvPr/>
          </p:nvSpPr>
          <p:spPr>
            <a:xfrm>
              <a:off x="-6068306" y="-937410"/>
              <a:ext cx="7293488" cy="7293488"/>
            </a:xfrm>
            <a:prstGeom prst="blockArc">
              <a:avLst>
                <a:gd fmla="val 18900000" name="adj1"/>
                <a:gd fmla="val 2700000" name="adj2"/>
                <a:gd fmla="val 296" name="adj3"/>
              </a:avLst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4"/>
            <p:cNvSpPr/>
            <p:nvPr/>
          </p:nvSpPr>
          <p:spPr>
            <a:xfrm>
              <a:off x="669179" y="416587"/>
              <a:ext cx="7440913" cy="83360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4"/>
            <p:cNvSpPr txBox="1"/>
            <p:nvPr/>
          </p:nvSpPr>
          <p:spPr>
            <a:xfrm>
              <a:off x="669179" y="416587"/>
              <a:ext cx="7440913" cy="8336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6350" lIns="661675" spcFirstLastPara="1" rIns="86350" wrap="square" tIns="863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Garamond"/>
                <a:buNone/>
              </a:pPr>
              <a:r>
                <a:rPr lang="en-US" sz="34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 </a:t>
              </a:r>
              <a:r>
                <a:rPr lang="en-US" sz="3400" u="sng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  <a:hlinkClick r:id="rId3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https://forms.gle/jJJs2eBhxTartSaM6</a:t>
              </a:r>
              <a:endParaRPr sz="34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182" name="Google Shape;182;p4"/>
            <p:cNvSpPr/>
            <p:nvPr/>
          </p:nvSpPr>
          <p:spPr>
            <a:xfrm>
              <a:off x="17907" y="272419"/>
              <a:ext cx="1302543" cy="112194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1147105" y="1667215"/>
              <a:ext cx="6962986" cy="83360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4"/>
            <p:cNvSpPr txBox="1"/>
            <p:nvPr/>
          </p:nvSpPr>
          <p:spPr>
            <a:xfrm>
              <a:off x="1147105" y="1667215"/>
              <a:ext cx="6962986" cy="8336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61675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Foros de UEDI</a:t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626100" y="1563014"/>
              <a:ext cx="1042009" cy="10420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4"/>
            <p:cNvSpPr/>
            <p:nvPr/>
          </p:nvSpPr>
          <p:spPr>
            <a:xfrm>
              <a:off x="1147105" y="2917843"/>
              <a:ext cx="6962986" cy="83360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4"/>
            <p:cNvSpPr txBox="1"/>
            <p:nvPr/>
          </p:nvSpPr>
          <p:spPr>
            <a:xfrm>
              <a:off x="1147105" y="2917843"/>
              <a:ext cx="6962986" cy="8336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625" lIns="661675" spcFirstLastPara="1" rIns="40625" wrap="square" tIns="40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Garamond"/>
                <a:buNone/>
              </a:pPr>
              <a:r>
                <a:rPr lang="en-US" sz="1600" u="sng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3048558980116@ingenieria.usac.edu.gt.com</a:t>
              </a:r>
              <a:endParaRPr sz="1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Garamond"/>
                <a:buNone/>
              </a:pPr>
              <a:r>
                <a:rPr lang="en-US" sz="16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58299041</a:t>
              </a:r>
              <a:endParaRPr/>
            </a:p>
          </p:txBody>
        </p:sp>
        <p:sp>
          <p:nvSpPr>
            <p:cNvPr id="188" name="Google Shape;188;p4"/>
            <p:cNvSpPr/>
            <p:nvPr/>
          </p:nvSpPr>
          <p:spPr>
            <a:xfrm>
              <a:off x="626100" y="2813642"/>
              <a:ext cx="1042009" cy="1042009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4"/>
            <p:cNvSpPr/>
            <p:nvPr/>
          </p:nvSpPr>
          <p:spPr>
            <a:xfrm>
              <a:off x="954463" y="4154338"/>
              <a:ext cx="6870343" cy="86187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4"/>
            <p:cNvSpPr txBox="1"/>
            <p:nvPr/>
          </p:nvSpPr>
          <p:spPr>
            <a:xfrm>
              <a:off x="954463" y="4154338"/>
              <a:ext cx="6870343" cy="861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625" lIns="661675" spcFirstLastPara="1" rIns="40625" wrap="square" tIns="40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Garamond"/>
                <a:buNone/>
              </a:pPr>
              <a:r>
                <a:rPr lang="en-US" sz="16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Tareas -&gt; </a:t>
              </a:r>
              <a:r>
                <a:rPr b="1" lang="en-US" sz="16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Tarea#_&lt;carne&gt;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Garamond"/>
                <a:buNone/>
              </a:pPr>
              <a:r>
                <a:rPr lang="en-US" sz="16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Practicas -&gt; </a:t>
              </a:r>
              <a:r>
                <a:rPr b="1" lang="en-US" sz="16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Practica#_&lt;carne&gt;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Garamond"/>
                <a:buNone/>
              </a:pPr>
              <a:r>
                <a:rPr lang="en-US" sz="16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Proyectos -&gt; </a:t>
              </a:r>
              <a:r>
                <a:rPr b="1" lang="en-US" sz="16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Proyecto#_&lt;carne&gt;</a:t>
              </a:r>
              <a:endParaRPr/>
            </a:p>
          </p:txBody>
        </p:sp>
        <p:sp>
          <p:nvSpPr>
            <p:cNvPr id="191" name="Google Shape;191;p4"/>
            <p:cNvSpPr/>
            <p:nvPr/>
          </p:nvSpPr>
          <p:spPr>
            <a:xfrm>
              <a:off x="57024" y="4017922"/>
              <a:ext cx="1224309" cy="1134706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2" name="Google Shape;192;p4"/>
          <p:cNvSpPr txBox="1"/>
          <p:nvPr/>
        </p:nvSpPr>
        <p:spPr>
          <a:xfrm>
            <a:off x="4020083" y="3867926"/>
            <a:ext cx="10402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Contacto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4154519" y="2644169"/>
            <a:ext cx="7713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Dudas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3531976" y="1247275"/>
            <a:ext cx="117424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Asignación DTT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3399405" y="5102893"/>
            <a:ext cx="12413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Entregables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"/>
          <p:cNvSpPr txBox="1"/>
          <p:nvPr/>
        </p:nvSpPr>
        <p:spPr>
          <a:xfrm>
            <a:off x="2332139" y="1669408"/>
            <a:ext cx="1048624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1</a:t>
            </a:r>
            <a:endParaRPr sz="80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01" name="Google Shape;201;p5"/>
          <p:cNvSpPr txBox="1"/>
          <p:nvPr/>
        </p:nvSpPr>
        <p:spPr>
          <a:xfrm>
            <a:off x="2539068" y="3429000"/>
            <a:ext cx="711386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Lectura del Programa del Laboratorio</a:t>
            </a:r>
            <a:endParaRPr sz="3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02" name="Google Shape;20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3198" y="477615"/>
            <a:ext cx="2463342" cy="1474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72262" y="4326230"/>
            <a:ext cx="3447476" cy="1602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9534" y="417105"/>
            <a:ext cx="4219067" cy="1217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"/>
          <p:cNvSpPr txBox="1"/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Garamond"/>
              <a:buNone/>
            </a:pPr>
            <a:r>
              <a:rPr lang="en-US" sz="6000"/>
              <a:t>Ponderación (*Propuesta)</a:t>
            </a:r>
            <a:endParaRPr/>
          </a:p>
        </p:txBody>
      </p:sp>
      <p:sp>
        <p:nvSpPr>
          <p:cNvPr id="210" name="Google Shape;210;p6"/>
          <p:cNvSpPr txBox="1"/>
          <p:nvPr/>
        </p:nvSpPr>
        <p:spPr>
          <a:xfrm>
            <a:off x="904774" y="2146432"/>
            <a:ext cx="10220425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Tareas y Hojas de Trabajo …………………………………………10 puntos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1 Exposición ……………………………………………………… 5 puntos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2 Examenes cortos (5 pts c/u) …………………………………….10 puntos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2 Practicas …....………………………………………………….....30 puntos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Proyecto ……..…………………………………………………….35 puntos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Evaluación Final …………………………………………………...10 puntos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"/>
          <p:cNvSpPr txBox="1"/>
          <p:nvPr/>
        </p:nvSpPr>
        <p:spPr>
          <a:xfrm>
            <a:off x="3422708" y="2046914"/>
            <a:ext cx="504178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Dudas o comentarios</a:t>
            </a:r>
            <a:endParaRPr sz="7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avonVTI">
  <a:themeElements>
    <a:clrScheme name="">
      <a:dk1>
        <a:srgbClr val="000000"/>
      </a:dk1>
      <a:lt1>
        <a:srgbClr val="FFFFFF"/>
      </a:lt1>
      <a:dk2>
        <a:srgbClr val="41242D"/>
      </a:dk2>
      <a:lt2>
        <a:srgbClr val="E2E2E8"/>
      </a:lt2>
      <a:accent1>
        <a:srgbClr val="A5A27D"/>
      </a:accent1>
      <a:accent2>
        <a:srgbClr val="B79A7A"/>
      </a:accent2>
      <a:accent3>
        <a:srgbClr val="C2948F"/>
      </a:accent3>
      <a:accent4>
        <a:srgbClr val="BA7F91"/>
      </a:accent4>
      <a:accent5>
        <a:srgbClr val="C390B5"/>
      </a:accent5>
      <a:accent6>
        <a:srgbClr val="B17FBA"/>
      </a:accent6>
      <a:hlink>
        <a:srgbClr val="6D71B0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avonVTI">
  <a:themeElements>
    <a:clrScheme name="">
      <a:dk1>
        <a:srgbClr val="000000"/>
      </a:dk1>
      <a:lt1>
        <a:srgbClr val="FFFFFF"/>
      </a:lt1>
      <a:dk2>
        <a:srgbClr val="41242D"/>
      </a:dk2>
      <a:lt2>
        <a:srgbClr val="E2E2E8"/>
      </a:lt2>
      <a:accent1>
        <a:srgbClr val="A5A27D"/>
      </a:accent1>
      <a:accent2>
        <a:srgbClr val="B79A7A"/>
      </a:accent2>
      <a:accent3>
        <a:srgbClr val="C2948F"/>
      </a:accent3>
      <a:accent4>
        <a:srgbClr val="BA7F91"/>
      </a:accent4>
      <a:accent5>
        <a:srgbClr val="C390B5"/>
      </a:accent5>
      <a:accent6>
        <a:srgbClr val="B17FBA"/>
      </a:accent6>
      <a:hlink>
        <a:srgbClr val="6D71B0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2024-01-19T00:28:28Z</dcterms:created>
  <dc:creator>Luis Enrique Rivera Najera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