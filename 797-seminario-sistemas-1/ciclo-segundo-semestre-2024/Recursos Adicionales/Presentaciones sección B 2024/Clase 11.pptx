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6858000" cx="12192000"/>
  <p:notesSz cx="6858000" cy="9144000"/>
  <p:embeddedFontLst>
    <p:embeddedFont>
      <p:font typeface="Garamon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30" roundtripDataSignature="AMtx7mi3VfNR6Vtb+C6X4x8ChDokEGsT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71A604-6AEF-48B5-8FDC-6E7C2B944BC8}">
  <a:tblStyle styleId="{B471A604-6AEF-48B5-8FDC-6E7C2B944BC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Garamond-regular.fntdata"/><Relationship Id="rId25" Type="http://schemas.openxmlformats.org/officeDocument/2006/relationships/slide" Target="slides/slide18.xml"/><Relationship Id="rId28" Type="http://schemas.openxmlformats.org/officeDocument/2006/relationships/font" Target="fonts/Garamond-italic.fntdata"/><Relationship Id="rId27" Type="http://schemas.openxmlformats.org/officeDocument/2006/relationships/font" Target="fonts/Garamond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Garamond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customschemas.google.com/relationships/presentationmetadata" Target="meta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0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aramon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rgbClr val="3F3F3F"/>
              </a:buClr>
              <a:buSzPts val="1000"/>
              <a:buFont typeface="Garamond"/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algn="r">
              <a:buClr>
                <a:srgbClr val="3F3F3F"/>
              </a:buClr>
              <a:buSzPts val="1000"/>
              <a:buFont typeface="Garamond"/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algn="r">
              <a:buClr>
                <a:srgbClr val="3F3F3F"/>
              </a:buClr>
              <a:buSzPts val="1000"/>
              <a:buFont typeface="Garamond"/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algn="r">
              <a:buClr>
                <a:srgbClr val="3F3F3F"/>
              </a:buClr>
              <a:buSzPts val="1000"/>
              <a:buFont typeface="Garamond"/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algn="r">
              <a:buClr>
                <a:srgbClr val="3F3F3F"/>
              </a:buClr>
              <a:buSzPts val="1000"/>
              <a:buFont typeface="Garamond"/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algn="r">
              <a:buClr>
                <a:srgbClr val="3F3F3F"/>
              </a:buClr>
              <a:buSzPts val="1000"/>
              <a:buFont typeface="Garamond"/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algn="r">
              <a:buClr>
                <a:srgbClr val="3F3F3F"/>
              </a:buClr>
              <a:buSzPts val="1000"/>
              <a:buFont typeface="Garamond"/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algn="r">
              <a:buClr>
                <a:srgbClr val="3F3F3F"/>
              </a:buClr>
              <a:buSzPts val="1000"/>
              <a:buFont typeface="Garamond"/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algn="r">
              <a:buClr>
                <a:srgbClr val="3F3F3F"/>
              </a:buClr>
              <a:buSzPts val="1000"/>
              <a:buFont typeface="Garamond"/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8" name="Google Shape;28;p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ctr">
              <a:srgbClr val="000000">
                <a:alpha val="6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2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2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" name="Google Shape;31;p22"/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32" name="Google Shape;32;p22"/>
            <p:cNvCxnSpPr/>
            <p:nvPr/>
          </p:nvCxnSpPr>
          <p:spPr>
            <a:xfrm>
              <a:off x="5250180" y="1267730"/>
              <a:ext cx="0" cy="612648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" name="Google Shape;33;p22"/>
            <p:cNvCxnSpPr/>
            <p:nvPr/>
          </p:nvCxnSpPr>
          <p:spPr>
            <a:xfrm>
              <a:off x="6941820" y="1267730"/>
              <a:ext cx="0" cy="612648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" name="Google Shape;34;p22"/>
            <p:cNvCxnSpPr/>
            <p:nvPr/>
          </p:nvCxnSpPr>
          <p:spPr>
            <a:xfrm>
              <a:off x="5250180" y="1883664"/>
              <a:ext cx="1691640" cy="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5" name="Google Shape;35;p22"/>
          <p:cNvSpPr txBox="1"/>
          <p:nvPr>
            <p:ph type="ctrTitle"/>
          </p:nvPr>
        </p:nvSpPr>
        <p:spPr>
          <a:xfrm>
            <a:off x="1629103" y="2244830"/>
            <a:ext cx="8933796" cy="2437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800"/>
              <a:buFont typeface="Garamond"/>
              <a:buNone/>
              <a:defRPr b="0" sz="6800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" type="subTitle"/>
          </p:nvPr>
        </p:nvSpPr>
        <p:spPr>
          <a:xfrm>
            <a:off x="1629101" y="4682062"/>
            <a:ext cx="8936846" cy="457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5318760" y="1341256"/>
            <a:ext cx="1554480" cy="4855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1629100" y="5177408"/>
            <a:ext cx="57302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6262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8606920" y="5177408"/>
            <a:ext cx="19559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" type="obj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5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la sección" showMasterSp="0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8" name="Google Shape;48;p26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ctr">
              <a:srgbClr val="000000">
                <a:alpha val="6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6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6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6"/>
          <p:cNvSpPr txBox="1"/>
          <p:nvPr>
            <p:ph type="title"/>
          </p:nvPr>
        </p:nvSpPr>
        <p:spPr>
          <a:xfrm>
            <a:off x="1629156" y="2275165"/>
            <a:ext cx="8933688" cy="2406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800"/>
              <a:buFont typeface="Garamond"/>
              <a:buNone/>
              <a:defRPr sz="6800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2" name="Google Shape;52;p26"/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53" name="Google Shape;53;p26"/>
            <p:cNvCxnSpPr/>
            <p:nvPr/>
          </p:nvCxnSpPr>
          <p:spPr>
            <a:xfrm>
              <a:off x="5250180" y="1267730"/>
              <a:ext cx="0" cy="612648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" name="Google Shape;54;p26"/>
            <p:cNvCxnSpPr/>
            <p:nvPr/>
          </p:nvCxnSpPr>
          <p:spPr>
            <a:xfrm>
              <a:off x="6941820" y="1267730"/>
              <a:ext cx="0" cy="612648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" name="Google Shape;55;p26"/>
            <p:cNvCxnSpPr/>
            <p:nvPr/>
          </p:nvCxnSpPr>
          <p:spPr>
            <a:xfrm>
              <a:off x="5250180" y="1883664"/>
              <a:ext cx="1691640" cy="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1629156" y="4682062"/>
            <a:ext cx="89397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26"/>
          <p:cNvSpPr txBox="1"/>
          <p:nvPr>
            <p:ph idx="10" type="dt"/>
          </p:nvPr>
        </p:nvSpPr>
        <p:spPr>
          <a:xfrm>
            <a:off x="5318760" y="1344502"/>
            <a:ext cx="1554480" cy="498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1" type="ftr"/>
          </p:nvPr>
        </p:nvSpPr>
        <p:spPr>
          <a:xfrm>
            <a:off x="1629157" y="5177408"/>
            <a:ext cx="5660134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6262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2" type="sldNum"/>
          </p:nvPr>
        </p:nvSpPr>
        <p:spPr>
          <a:xfrm>
            <a:off x="8604504" y="5177408"/>
            <a:ext cx="1958339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ntenido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7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7"/>
          <p:cNvSpPr txBox="1"/>
          <p:nvPr>
            <p:ph idx="1" type="body"/>
          </p:nvPr>
        </p:nvSpPr>
        <p:spPr>
          <a:xfrm>
            <a:off x="1066800" y="2103120"/>
            <a:ext cx="466344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63" name="Google Shape;63;p27"/>
          <p:cNvSpPr txBox="1"/>
          <p:nvPr>
            <p:ph idx="2" type="body"/>
          </p:nvPr>
        </p:nvSpPr>
        <p:spPr>
          <a:xfrm>
            <a:off x="6461760" y="2103120"/>
            <a:ext cx="466344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64" name="Google Shape;64;p27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es contenidos">
  <p:cSld name="Tres contenido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8"/>
          <p:cNvSpPr/>
          <p:nvPr>
            <p:ph idx="2" type="pic"/>
          </p:nvPr>
        </p:nvSpPr>
        <p:spPr>
          <a:xfrm>
            <a:off x="233400" y="246600"/>
            <a:ext cx="11725200" cy="6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8"/>
          <p:cNvSpPr/>
          <p:nvPr>
            <p:ph idx="3" type="pic"/>
          </p:nvPr>
        </p:nvSpPr>
        <p:spPr>
          <a:xfrm>
            <a:off x="852488" y="2103438"/>
            <a:ext cx="5243512" cy="3748087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8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5657F"/>
              </a:buClr>
              <a:buSzPts val="4800"/>
              <a:buFont typeface="Garamond"/>
              <a:buNone/>
              <a:defRPr>
                <a:solidFill>
                  <a:srgbClr val="65657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" type="body"/>
          </p:nvPr>
        </p:nvSpPr>
        <p:spPr>
          <a:xfrm>
            <a:off x="6461760" y="2103120"/>
            <a:ext cx="466344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72" name="Google Shape;72;p28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9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" type="body"/>
          </p:nvPr>
        </p:nvSpPr>
        <p:spPr>
          <a:xfrm>
            <a:off x="1069848" y="2074334"/>
            <a:ext cx="4663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1" i="0" sz="19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8" name="Google Shape;78;p29"/>
          <p:cNvSpPr txBox="1"/>
          <p:nvPr>
            <p:ph idx="2" type="body"/>
          </p:nvPr>
        </p:nvSpPr>
        <p:spPr>
          <a:xfrm>
            <a:off x="1069848" y="2792472"/>
            <a:ext cx="4663440" cy="3163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79" name="Google Shape;79;p29"/>
          <p:cNvSpPr txBox="1"/>
          <p:nvPr>
            <p:ph idx="3" type="body"/>
          </p:nvPr>
        </p:nvSpPr>
        <p:spPr>
          <a:xfrm>
            <a:off x="6458712" y="2074334"/>
            <a:ext cx="4663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1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0" name="Google Shape;80;p29"/>
          <p:cNvSpPr txBox="1"/>
          <p:nvPr>
            <p:ph idx="4" type="body"/>
          </p:nvPr>
        </p:nvSpPr>
        <p:spPr>
          <a:xfrm>
            <a:off x="6458712" y="2792471"/>
            <a:ext cx="4663440" cy="3164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0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0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0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0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1"/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rgbClr val="D8D8D8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1"/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1"/>
          <p:cNvSpPr txBox="1"/>
          <p:nvPr>
            <p:ph type="title"/>
          </p:nvPr>
        </p:nvSpPr>
        <p:spPr>
          <a:xfrm>
            <a:off x="8458200" y="607392"/>
            <a:ext cx="3161963" cy="1645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b="0" sz="3200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1"/>
          <p:cNvSpPr txBox="1"/>
          <p:nvPr>
            <p:ph idx="1" type="body"/>
          </p:nvPr>
        </p:nvSpPr>
        <p:spPr>
          <a:xfrm>
            <a:off x="685800" y="609600"/>
            <a:ext cx="6858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900"/>
              <a:buChar char="◦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94" name="Google Shape;94;p31"/>
          <p:cNvSpPr txBox="1"/>
          <p:nvPr>
            <p:ph idx="2" type="body"/>
          </p:nvPr>
        </p:nvSpPr>
        <p:spPr>
          <a:xfrm>
            <a:off x="8458200" y="2336800"/>
            <a:ext cx="3161963" cy="3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5" name="Google Shape;95;p31"/>
          <p:cNvSpPr txBox="1"/>
          <p:nvPr>
            <p:ph idx="10" type="dt"/>
          </p:nvPr>
        </p:nvSpPr>
        <p:spPr>
          <a:xfrm>
            <a:off x="5588000" y="6035040"/>
            <a:ext cx="1955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6262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1"/>
          <p:cNvSpPr txBox="1"/>
          <p:nvPr>
            <p:ph idx="11" type="ftr"/>
          </p:nvPr>
        </p:nvSpPr>
        <p:spPr>
          <a:xfrm>
            <a:off x="685801" y="6035040"/>
            <a:ext cx="45847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1"/>
          <p:cNvSpPr txBox="1"/>
          <p:nvPr>
            <p:ph idx="12" type="sldNum"/>
          </p:nvPr>
        </p:nvSpPr>
        <p:spPr>
          <a:xfrm>
            <a:off x="10396728" y="6035040"/>
            <a:ext cx="12234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ido con título" showMasterSp="0">
  <p:cSld name="1_Contenido con título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2"/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2"/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cap="sq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2"/>
          <p:cNvSpPr txBox="1"/>
          <p:nvPr>
            <p:ph type="title"/>
          </p:nvPr>
        </p:nvSpPr>
        <p:spPr>
          <a:xfrm>
            <a:off x="8458200" y="607392"/>
            <a:ext cx="3161963" cy="1645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Garamond"/>
              <a:buNone/>
              <a:defRPr b="0" sz="4100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2"/>
          <p:cNvSpPr txBox="1"/>
          <p:nvPr>
            <p:ph idx="1" type="body"/>
          </p:nvPr>
        </p:nvSpPr>
        <p:spPr>
          <a:xfrm>
            <a:off x="685800" y="609600"/>
            <a:ext cx="6858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900"/>
              <a:buChar char="◦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103" name="Google Shape;103;p32"/>
          <p:cNvSpPr txBox="1"/>
          <p:nvPr>
            <p:ph idx="2" type="body"/>
          </p:nvPr>
        </p:nvSpPr>
        <p:spPr>
          <a:xfrm>
            <a:off x="8458200" y="2336800"/>
            <a:ext cx="3161963" cy="3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2F2F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4" name="Google Shape;104;p32"/>
          <p:cNvSpPr txBox="1"/>
          <p:nvPr>
            <p:ph idx="10" type="dt"/>
          </p:nvPr>
        </p:nvSpPr>
        <p:spPr>
          <a:xfrm>
            <a:off x="5588000" y="6035040"/>
            <a:ext cx="1955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6262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2"/>
          <p:cNvSpPr txBox="1"/>
          <p:nvPr>
            <p:ph idx="11" type="ftr"/>
          </p:nvPr>
        </p:nvSpPr>
        <p:spPr>
          <a:xfrm>
            <a:off x="685801" y="6035040"/>
            <a:ext cx="45847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2"/>
          <p:cNvSpPr txBox="1"/>
          <p:nvPr>
            <p:ph idx="12" type="sldNum"/>
          </p:nvPr>
        </p:nvSpPr>
        <p:spPr>
          <a:xfrm>
            <a:off x="10396728" y="6035040"/>
            <a:ext cx="12234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Imagen con leyenda" showMasterSp="0">
  <p:cSld name="1_Imagen con leyenda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3"/>
          <p:cNvSpPr/>
          <p:nvPr/>
        </p:nvSpPr>
        <p:spPr>
          <a:xfrm>
            <a:off x="948394" y="941695"/>
            <a:ext cx="5452526" cy="497461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09" name="Google Shape;109;p33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6B0"/>
          </a:solidFill>
          <a:ln>
            <a:noFill/>
          </a:ln>
        </p:spPr>
      </p:sp>
      <p:sp>
        <p:nvSpPr>
          <p:cNvPr id="110" name="Google Shape;110;p33"/>
          <p:cNvSpPr txBox="1"/>
          <p:nvPr>
            <p:ph idx="10" type="dt"/>
          </p:nvPr>
        </p:nvSpPr>
        <p:spPr>
          <a:xfrm>
            <a:off x="5588000" y="6035040"/>
            <a:ext cx="1955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6262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3"/>
          <p:cNvSpPr txBox="1"/>
          <p:nvPr>
            <p:ph idx="11" type="ftr"/>
          </p:nvPr>
        </p:nvSpPr>
        <p:spPr>
          <a:xfrm>
            <a:off x="685801" y="6035040"/>
            <a:ext cx="45847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3"/>
          <p:cNvSpPr txBox="1"/>
          <p:nvPr>
            <p:ph idx="12" type="sldNum"/>
          </p:nvPr>
        </p:nvSpPr>
        <p:spPr>
          <a:xfrm>
            <a:off x="10396728" y="6035040"/>
            <a:ext cx="12234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33"/>
          <p:cNvSpPr txBox="1"/>
          <p:nvPr>
            <p:ph idx="1" type="body"/>
          </p:nvPr>
        </p:nvSpPr>
        <p:spPr>
          <a:xfrm>
            <a:off x="1357950" y="2852792"/>
            <a:ext cx="4633415" cy="257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4" name="Google Shape;114;p33"/>
          <p:cNvSpPr/>
          <p:nvPr/>
        </p:nvSpPr>
        <p:spPr>
          <a:xfrm>
            <a:off x="1101715" y="1106424"/>
            <a:ext cx="5120640" cy="464515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15" name="Google Shape;115;p33"/>
          <p:cNvSpPr txBox="1"/>
          <p:nvPr>
            <p:ph type="title"/>
          </p:nvPr>
        </p:nvSpPr>
        <p:spPr>
          <a:xfrm>
            <a:off x="1357950" y="1352804"/>
            <a:ext cx="4633415" cy="13336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Garamond"/>
              <a:buNone/>
              <a:defRPr b="0" sz="4800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leyenda" showMasterSp="0" type="picTx">
  <p:cSld name="PICTURE_WITH_CAPTION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4"/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rgbClr val="D8D8D8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4"/>
          <p:cNvSpPr/>
          <p:nvPr>
            <p:ph idx="2" type="pic"/>
          </p:nvPr>
        </p:nvSpPr>
        <p:spPr>
          <a:xfrm>
            <a:off x="228599" y="237744"/>
            <a:ext cx="7696201" cy="6382512"/>
          </a:xfrm>
          <a:prstGeom prst="rect">
            <a:avLst/>
          </a:prstGeom>
          <a:solidFill>
            <a:srgbClr val="C8C6B0"/>
          </a:solidFill>
          <a:ln>
            <a:noFill/>
          </a:ln>
        </p:spPr>
      </p:sp>
      <p:sp>
        <p:nvSpPr>
          <p:cNvPr id="119" name="Google Shape;119;p34"/>
          <p:cNvSpPr txBox="1"/>
          <p:nvPr>
            <p:ph idx="10" type="dt"/>
          </p:nvPr>
        </p:nvSpPr>
        <p:spPr>
          <a:xfrm>
            <a:off x="5662337" y="6035040"/>
            <a:ext cx="2071963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4"/>
          <p:cNvSpPr txBox="1"/>
          <p:nvPr>
            <p:ph idx="11" type="ftr"/>
          </p:nvPr>
        </p:nvSpPr>
        <p:spPr>
          <a:xfrm>
            <a:off x="612648" y="6035040"/>
            <a:ext cx="4588002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10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4"/>
          <p:cNvSpPr txBox="1"/>
          <p:nvPr>
            <p:ph idx="12" type="sldNum"/>
          </p:nvPr>
        </p:nvSpPr>
        <p:spPr>
          <a:xfrm>
            <a:off x="10396728" y="6035040"/>
            <a:ext cx="12252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34"/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4"/>
          <p:cNvSpPr txBox="1"/>
          <p:nvPr>
            <p:ph type="title"/>
          </p:nvPr>
        </p:nvSpPr>
        <p:spPr>
          <a:xfrm>
            <a:off x="8477250" y="603504"/>
            <a:ext cx="3144774" cy="1645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b="0" sz="3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4"/>
          <p:cNvSpPr txBox="1"/>
          <p:nvPr>
            <p:ph idx="1" type="body"/>
          </p:nvPr>
        </p:nvSpPr>
        <p:spPr>
          <a:xfrm>
            <a:off x="8477250" y="2386584"/>
            <a:ext cx="3144774" cy="3511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36" name="Google Shape;136;p23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rotWithShape="0" algn="ctr">
              <a:srgbClr val="000000">
                <a:alpha val="6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cap="sq" cmpd="sng" w="9525">
            <a:solidFill>
              <a:srgbClr val="FEFEF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3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" name="Google Shape;139;p23"/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40" name="Google Shape;140;p23"/>
            <p:cNvCxnSpPr/>
            <p:nvPr/>
          </p:nvCxnSpPr>
          <p:spPr>
            <a:xfrm>
              <a:off x="5250180" y="1267730"/>
              <a:ext cx="0" cy="612648"/>
            </a:xfrm>
            <a:prstGeom prst="straightConnector1">
              <a:avLst/>
            </a:prstGeom>
            <a:solidFill>
              <a:srgbClr val="FEFEFE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" name="Google Shape;141;p23"/>
            <p:cNvCxnSpPr/>
            <p:nvPr/>
          </p:nvCxnSpPr>
          <p:spPr>
            <a:xfrm>
              <a:off x="6941820" y="1267730"/>
              <a:ext cx="0" cy="612648"/>
            </a:xfrm>
            <a:prstGeom prst="straightConnector1">
              <a:avLst/>
            </a:prstGeom>
            <a:solidFill>
              <a:srgbClr val="FEFEFE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2" name="Google Shape;142;p23"/>
            <p:cNvCxnSpPr/>
            <p:nvPr/>
          </p:nvCxnSpPr>
          <p:spPr>
            <a:xfrm>
              <a:off x="5250180" y="1883664"/>
              <a:ext cx="1691640" cy="0"/>
            </a:xfrm>
            <a:prstGeom prst="straightConnector1">
              <a:avLst/>
            </a:prstGeom>
            <a:solidFill>
              <a:srgbClr val="FEFEFE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3" name="Google Shape;143;p23"/>
          <p:cNvSpPr txBox="1"/>
          <p:nvPr>
            <p:ph type="ctrTitle"/>
          </p:nvPr>
        </p:nvSpPr>
        <p:spPr>
          <a:xfrm>
            <a:off x="1629103" y="2244830"/>
            <a:ext cx="8933796" cy="2437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6800"/>
              <a:buFont typeface="Garamond"/>
              <a:buNone/>
              <a:defRPr b="0" sz="6800" cap="non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3"/>
          <p:cNvSpPr txBox="1"/>
          <p:nvPr>
            <p:ph idx="1" type="subTitle"/>
          </p:nvPr>
        </p:nvSpPr>
        <p:spPr>
          <a:xfrm>
            <a:off x="1629101" y="4682062"/>
            <a:ext cx="8936846" cy="457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5" name="Google Shape;145;p23"/>
          <p:cNvSpPr txBox="1"/>
          <p:nvPr>
            <p:ph idx="10" type="dt"/>
          </p:nvPr>
        </p:nvSpPr>
        <p:spPr>
          <a:xfrm>
            <a:off x="5318760" y="1341256"/>
            <a:ext cx="1554480" cy="4855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1" type="ftr"/>
          </p:nvPr>
        </p:nvSpPr>
        <p:spPr>
          <a:xfrm>
            <a:off x="1629100" y="5177408"/>
            <a:ext cx="57302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EFEFE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2" type="sldNum"/>
          </p:nvPr>
        </p:nvSpPr>
        <p:spPr>
          <a:xfrm>
            <a:off x="8606920" y="5177408"/>
            <a:ext cx="19559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1" name="Google Shape;11;p19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rgbClr val="BFBFBF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9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cap="sq" cmpd="sng" w="9525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9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Garamond"/>
              <a:buNone/>
              <a:defRPr b="0" i="0" sz="48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19"/>
          <p:cNvSpPr txBox="1"/>
          <p:nvPr>
            <p:ph idx="1" type="body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Garamond"/>
              <a:buChar char="◦"/>
              <a:defRPr b="0" i="0" sz="16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5" name="Google Shape;15;p19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6" name="Google Shape;16;p19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7" name="Google Shape;17;p19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27" name="Google Shape;127;p21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1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cap="sq" cmpd="sng" w="9525">
            <a:solidFill>
              <a:srgbClr val="FEFEF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Garamond"/>
              <a:buNone/>
              <a:defRPr b="0" i="0" sz="4800" u="none" cap="none" strike="noStrik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Garamond"/>
              <a:buChar char="◦"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Font typeface="Garamond"/>
              <a:buChar char="◦"/>
              <a:defRPr b="0" i="0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31" name="Google Shape;131;p21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32" name="Google Shape;132;p21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33" name="Google Shape;133;p21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000" u="non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000" u="non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000" u="non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000" u="non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000" u="non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000" u="non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000" u="non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000" u="non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000" u="non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-144431" y="-159390"/>
            <a:ext cx="12169465" cy="6858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3" name="Google Shape;153;p1"/>
          <p:cNvGraphicFramePr/>
          <p:nvPr/>
        </p:nvGraphicFramePr>
        <p:xfrm>
          <a:off x="7104267" y="12933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{B471A604-6AEF-48B5-8FDC-6E7C2B944BC8}</a:tableStyleId>
              </a:tblPr>
              <a:tblGrid>
                <a:gridCol w="2024275"/>
                <a:gridCol w="2896500"/>
              </a:tblGrid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Garamond"/>
                        <a:buNone/>
                      </a:pPr>
                      <a:r>
                        <a:rPr b="1" lang="en-US" sz="19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cap="none" strike="noStrike"/>
                        <a:t>Viernes, 18/10/2024</a:t>
                      </a:r>
                      <a:endParaRPr/>
                    </a:p>
                  </a:txBody>
                  <a:tcPr marT="121900" marB="121900" marR="121900" marL="121900"/>
                </a:tc>
              </a:tr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Garamond"/>
                        <a:buNone/>
                      </a:pPr>
                      <a:r>
                        <a:rPr b="1" lang="en-US" sz="19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cap="none" strike="noStrike"/>
                        <a:t>07:10</a:t>
                      </a:r>
                      <a:endParaRPr/>
                    </a:p>
                  </a:txBody>
                  <a:tcPr marT="121900" marB="121900" marR="121900" marL="121900"/>
                </a:tc>
              </a:tr>
            </a:tbl>
          </a:graphicData>
        </a:graphic>
      </p:graphicFrame>
      <p:sp>
        <p:nvSpPr>
          <p:cNvPr id="154" name="Google Shape;154;p1"/>
          <p:cNvSpPr txBox="1"/>
          <p:nvPr/>
        </p:nvSpPr>
        <p:spPr>
          <a:xfrm>
            <a:off x="1920233" y="3011068"/>
            <a:ext cx="9056000" cy="759078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33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Seminario de Sistemas 1 [B]</a:t>
            </a:r>
            <a:endParaRPr sz="3333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55" name="Google Shape;155;p1"/>
          <p:cNvSpPr txBox="1"/>
          <p:nvPr/>
        </p:nvSpPr>
        <p:spPr>
          <a:xfrm>
            <a:off x="2371600" y="3867668"/>
            <a:ext cx="7448800" cy="65661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7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Luis Enrique Rivera Najera</a:t>
            </a:r>
            <a:endParaRPr sz="2667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162" name="Google Shape;16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10" y="0"/>
            <a:ext cx="1097278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noFill/>
          <a:ln cap="sq" cmpd="sng" w="9525">
            <a:solidFill>
              <a:srgbClr val="FEFEF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64" name="Google Shape;164;p2"/>
          <p:cNvSpPr txBox="1"/>
          <p:nvPr>
            <p:ph type="ctrTitle"/>
          </p:nvPr>
        </p:nvSpPr>
        <p:spPr>
          <a:xfrm>
            <a:off x="1769532" y="2091263"/>
            <a:ext cx="8652938" cy="246150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6800"/>
              <a:buFont typeface="Garamond"/>
              <a:buNone/>
            </a:pPr>
            <a:r>
              <a:rPr b="0" i="0" lang="en-US" sz="6800" u="none" cap="none" strike="noStrik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rPr>
              <a:t>LAB. SEMINARIO DE SISTEMAS 1</a:t>
            </a:r>
            <a:endParaRPr/>
          </a:p>
        </p:txBody>
      </p:sp>
      <p:sp>
        <p:nvSpPr>
          <p:cNvPr id="165" name="Google Shape;165;p2"/>
          <p:cNvSpPr txBox="1"/>
          <p:nvPr>
            <p:ph idx="1" type="subTitle"/>
          </p:nvPr>
        </p:nvSpPr>
        <p:spPr>
          <a:xfrm>
            <a:off x="1767270" y="4623127"/>
            <a:ext cx="8655200" cy="45720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Garamond"/>
              <a:buNone/>
            </a:pPr>
            <a:r>
              <a:rPr b="0" i="0" lang="en-US" sz="2400" u="none" cap="none" strike="noStrike">
                <a:solidFill>
                  <a:srgbClr val="C8C8D3"/>
                </a:solidFill>
                <a:latin typeface="Garamond"/>
                <a:ea typeface="Garamond"/>
                <a:cs typeface="Garamond"/>
                <a:sym typeface="Garamond"/>
              </a:rPr>
              <a:t>Laboratorio #11</a:t>
            </a:r>
            <a:endParaRPr/>
          </a:p>
        </p:txBody>
      </p:sp>
      <p:sp>
        <p:nvSpPr>
          <p:cNvPr id="166" name="Google Shape;166;p2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cap="sq" cmpd="sng" w="9525">
            <a:solidFill>
              <a:srgbClr val="FEFEFE">
                <a:alpha val="8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"/>
          <p:cNvSpPr txBox="1"/>
          <p:nvPr/>
        </p:nvSpPr>
        <p:spPr>
          <a:xfrm>
            <a:off x="2357307" y="3059668"/>
            <a:ext cx="1946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Agenda</a:t>
            </a:r>
            <a:endParaRPr sz="4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72" name="Google Shape;172;p3"/>
          <p:cNvSpPr txBox="1"/>
          <p:nvPr/>
        </p:nvSpPr>
        <p:spPr>
          <a:xfrm>
            <a:off x="6694414" y="1305341"/>
            <a:ext cx="3833768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Dudas Proyecto Final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---------------------------------------------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Exposiciones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---------------------------------------------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Repaso General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---------------------------------------------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Ejemplo Practico Docker Compose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---------------------------------------------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Hoja de Trabajo #2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---------------------------------------------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Hoja de Calificacion Proyecto Final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---------------------------------------------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Horarios de Calificacion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---------------------------------------------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Examen Final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"/>
          <p:cNvSpPr txBox="1"/>
          <p:nvPr/>
        </p:nvSpPr>
        <p:spPr>
          <a:xfrm>
            <a:off x="2539068" y="2705725"/>
            <a:ext cx="711386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Dudas Proyecto Final?</a:t>
            </a:r>
            <a:endParaRPr sz="4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dk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"/>
          <p:cNvSpPr txBox="1"/>
          <p:nvPr/>
        </p:nvSpPr>
        <p:spPr>
          <a:xfrm>
            <a:off x="4265961" y="2705725"/>
            <a:ext cx="3441968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Exposiciones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Grupo 6 y 7</a:t>
            </a:r>
            <a:endParaRPr sz="4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dk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itle: Amazon EC2: The Backbone of Cloud Innovation | by Saral | Dec, 2023  | Medium" id="187" name="Google Shape;18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2076" y="2190732"/>
            <a:ext cx="5726990" cy="2476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1963" y="1390365"/>
            <a:ext cx="2553056" cy="4077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dk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3152" y="1390365"/>
            <a:ext cx="392430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02470" y="718852"/>
            <a:ext cx="2895600" cy="523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dk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s and Cons of Amazon S3 2024" id="199" name="Google Shape;199;p8"/>
          <p:cNvPicPr preferRelativeResize="0"/>
          <p:nvPr/>
        </p:nvPicPr>
        <p:blipFill rotWithShape="1">
          <a:blip r:embed="rId3">
            <a:alphaModFix/>
          </a:blip>
          <a:srcRect b="0" l="29971" r="26906" t="0"/>
          <a:stretch/>
        </p:blipFill>
        <p:spPr>
          <a:xfrm>
            <a:off x="2111829" y="1047749"/>
            <a:ext cx="3984171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97983" y="1624011"/>
            <a:ext cx="2619375" cy="36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dk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mazon Rekognition - Overview | OutSystems" id="205" name="Google Shape;20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9960" y="1110341"/>
            <a:ext cx="4637314" cy="4637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80802" y="1147126"/>
            <a:ext cx="2981238" cy="4563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dk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5101" y="280154"/>
            <a:ext cx="2485217" cy="3006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62205" y="544274"/>
            <a:ext cx="3475291" cy="2595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07862" y="3667949"/>
            <a:ext cx="2335406" cy="2343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48733" y="3667949"/>
            <a:ext cx="2413427" cy="2356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dk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WS Lambda - Wikipedia, la enciclopedia libre" id="219" name="Google Shape;21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5806" y="1624011"/>
            <a:ext cx="3116424" cy="3116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61813" y="1171575"/>
            <a:ext cx="2638425" cy="451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dk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1762" y="1228725"/>
            <a:ext cx="3886200" cy="440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06049" y="1152525"/>
            <a:ext cx="3276600" cy="455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"/>
          <p:cNvSpPr txBox="1"/>
          <p:nvPr/>
        </p:nvSpPr>
        <p:spPr>
          <a:xfrm>
            <a:off x="2878822" y="973123"/>
            <a:ext cx="643435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Ejemplo Practico</a:t>
            </a:r>
            <a:endParaRPr sz="7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Qué es Docker? - Taller de PAS" id="232" name="Google Shape;23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3341" y="2529925"/>
            <a:ext cx="9105317" cy="2340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"/>
          <p:cNvSpPr txBox="1"/>
          <p:nvPr/>
        </p:nvSpPr>
        <p:spPr>
          <a:xfrm>
            <a:off x="3422708" y="2046914"/>
            <a:ext cx="504178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Dudas o comentarios</a:t>
            </a:r>
            <a:endParaRPr sz="7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694"/>
            <a:ext cx="12187214" cy="686069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5"/>
          <p:cNvSpPr txBox="1"/>
          <p:nvPr/>
        </p:nvSpPr>
        <p:spPr>
          <a:xfrm>
            <a:off x="4929039" y="5624423"/>
            <a:ext cx="1066319" cy="307777"/>
          </a:xfrm>
          <a:prstGeom prst="rect">
            <a:avLst/>
          </a:prstGeom>
          <a:solidFill>
            <a:srgbClr val="BED0E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Viernes 25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"/>
          <p:cNvSpPr txBox="1"/>
          <p:nvPr/>
        </p:nvSpPr>
        <p:spPr>
          <a:xfrm>
            <a:off x="3123210" y="1468944"/>
            <a:ext cx="5945579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Hoja de Calificacion Proyecto Final</a:t>
            </a:r>
            <a:endParaRPr sz="7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"/>
          <p:cNvSpPr txBox="1"/>
          <p:nvPr/>
        </p:nvSpPr>
        <p:spPr>
          <a:xfrm>
            <a:off x="3575108" y="2064167"/>
            <a:ext cx="504178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Horarios de Calificacion</a:t>
            </a:r>
            <a:endParaRPr sz="7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"/>
          <p:cNvSpPr txBox="1"/>
          <p:nvPr/>
        </p:nvSpPr>
        <p:spPr>
          <a:xfrm>
            <a:off x="3322041" y="968929"/>
            <a:ext cx="521026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Examen Final</a:t>
            </a:r>
            <a:endParaRPr sz="7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59" name="Google Shape;259;p18"/>
          <p:cNvSpPr txBox="1"/>
          <p:nvPr/>
        </p:nvSpPr>
        <p:spPr>
          <a:xfrm>
            <a:off x="3994557" y="2558642"/>
            <a:ext cx="4202884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Contendio del Examen: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Clase 1 – Clase 10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Sábado 26/10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Hora: 10:00 PM a 11:59 PM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avonVTI">
  <a:themeElements>
    <a:clrScheme name="">
      <a:dk1>
        <a:srgbClr val="000000"/>
      </a:dk1>
      <a:lt1>
        <a:srgbClr val="FFFFFF"/>
      </a:lt1>
      <a:dk2>
        <a:srgbClr val="41242D"/>
      </a:dk2>
      <a:lt2>
        <a:srgbClr val="E2E2E8"/>
      </a:lt2>
      <a:accent1>
        <a:srgbClr val="A5A27D"/>
      </a:accent1>
      <a:accent2>
        <a:srgbClr val="B79A7A"/>
      </a:accent2>
      <a:accent3>
        <a:srgbClr val="C2948F"/>
      </a:accent3>
      <a:accent4>
        <a:srgbClr val="BA7F91"/>
      </a:accent4>
      <a:accent5>
        <a:srgbClr val="C390B5"/>
      </a:accent5>
      <a:accent6>
        <a:srgbClr val="B17FBA"/>
      </a:accent6>
      <a:hlink>
        <a:srgbClr val="6D71B0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avonVTI">
  <a:themeElements>
    <a:clrScheme name="">
      <a:dk1>
        <a:srgbClr val="000000"/>
      </a:dk1>
      <a:lt1>
        <a:srgbClr val="FFFFFF"/>
      </a:lt1>
      <a:dk2>
        <a:srgbClr val="41242D"/>
      </a:dk2>
      <a:lt2>
        <a:srgbClr val="E2E2E8"/>
      </a:lt2>
      <a:accent1>
        <a:srgbClr val="A5A27D"/>
      </a:accent1>
      <a:accent2>
        <a:srgbClr val="B79A7A"/>
      </a:accent2>
      <a:accent3>
        <a:srgbClr val="C2948F"/>
      </a:accent3>
      <a:accent4>
        <a:srgbClr val="BA7F91"/>
      </a:accent4>
      <a:accent5>
        <a:srgbClr val="C390B5"/>
      </a:accent5>
      <a:accent6>
        <a:srgbClr val="B17FBA"/>
      </a:accent6>
      <a:hlink>
        <a:srgbClr val="6D71B0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2024-01-19T00:28:28Z</dcterms:created>
  <dc:creator>Luis Enrique Rivera Najera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