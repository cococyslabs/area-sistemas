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4"/>
  </p:sldMasterIdLst>
  <p:notesMasterIdLst>
    <p:notesMasterId r:id="rId33"/>
  </p:notesMasterIdLst>
  <p:handoutMasterIdLst>
    <p:handoutMasterId r:id="rId34"/>
  </p:handoutMasterIdLst>
  <p:sldIdLst>
    <p:sldId id="256" r:id="rId5"/>
    <p:sldId id="290" r:id="rId6"/>
    <p:sldId id="297" r:id="rId7"/>
    <p:sldId id="298" r:id="rId8"/>
    <p:sldId id="346" r:id="rId9"/>
    <p:sldId id="323" r:id="rId10"/>
    <p:sldId id="311" r:id="rId11"/>
    <p:sldId id="338" r:id="rId12"/>
    <p:sldId id="339" r:id="rId13"/>
    <p:sldId id="309" r:id="rId14"/>
    <p:sldId id="327" r:id="rId15"/>
    <p:sldId id="351" r:id="rId16"/>
    <p:sldId id="352" r:id="rId17"/>
    <p:sldId id="312" r:id="rId18"/>
    <p:sldId id="354" r:id="rId19"/>
    <p:sldId id="353" r:id="rId20"/>
    <p:sldId id="355" r:id="rId21"/>
    <p:sldId id="357" r:id="rId22"/>
    <p:sldId id="358" r:id="rId23"/>
    <p:sldId id="359" r:id="rId24"/>
    <p:sldId id="356" r:id="rId25"/>
    <p:sldId id="361" r:id="rId26"/>
    <p:sldId id="360" r:id="rId27"/>
    <p:sldId id="362" r:id="rId28"/>
    <p:sldId id="336" r:id="rId29"/>
    <p:sldId id="335" r:id="rId30"/>
    <p:sldId id="348" r:id="rId31"/>
    <p:sldId id="301" r:id="rId32"/>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5602" autoAdjust="0"/>
  </p:normalViewPr>
  <p:slideViewPr>
    <p:cSldViewPr snapToGrid="0">
      <p:cViewPr varScale="1">
        <p:scale>
          <a:sx n="111" d="100"/>
          <a:sy n="111" d="100"/>
        </p:scale>
        <p:origin x="534" y="96"/>
      </p:cViewPr>
      <p:guideLst>
        <p:guide pos="3840"/>
        <p:guide orient="horz" pos="2160"/>
      </p:guideLst>
    </p:cSldViewPr>
  </p:slideViewPr>
  <p:notesTextViewPr>
    <p:cViewPr>
      <p:scale>
        <a:sx n="1" d="1"/>
        <a:sy n="1" d="1"/>
      </p:scale>
      <p:origin x="0" y="0"/>
    </p:cViewPr>
  </p:notesTextViewPr>
  <p:notesViewPr>
    <p:cSldViewPr snapToGrid="0" showGuides="1">
      <p:cViewPr varScale="1">
        <p:scale>
          <a:sx n="93" d="100"/>
          <a:sy n="93" d="100"/>
        </p:scale>
        <p:origin x="370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D9CB4F3C-75A8-4BB8-A18E-B730DDD68B5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a:p>
        </p:txBody>
      </p:sp>
      <p:sp>
        <p:nvSpPr>
          <p:cNvPr id="3" name="Marcador de fecha 2">
            <a:extLst>
              <a:ext uri="{FF2B5EF4-FFF2-40B4-BE49-F238E27FC236}">
                <a16:creationId xmlns:a16="http://schemas.microsoft.com/office/drawing/2014/main" id="{06AE10D8-98A5-4E68-A41F-7AA79FF696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27022EB2-72D7-451B-AEA0-CC69EE5C4891}" type="datetime1">
              <a:rPr lang="es-ES" smtClean="0"/>
              <a:t>09/08/2024</a:t>
            </a:fld>
            <a:endParaRPr lang="es-ES"/>
          </a:p>
        </p:txBody>
      </p:sp>
      <p:sp>
        <p:nvSpPr>
          <p:cNvPr id="4" name="Marcador de pie de página 3">
            <a:extLst>
              <a:ext uri="{FF2B5EF4-FFF2-40B4-BE49-F238E27FC236}">
                <a16:creationId xmlns:a16="http://schemas.microsoft.com/office/drawing/2014/main" id="{177EF411-0DAB-4BCE-94A8-E903E20549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a:p>
        </p:txBody>
      </p:sp>
      <p:sp>
        <p:nvSpPr>
          <p:cNvPr id="5" name="Marcador de posición de número de diapositiva 4">
            <a:extLst>
              <a:ext uri="{FF2B5EF4-FFF2-40B4-BE49-F238E27FC236}">
                <a16:creationId xmlns:a16="http://schemas.microsoft.com/office/drawing/2014/main" id="{3A11237F-7CCA-4423-B624-29C06FF2E7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5A8CD4AB-B9A2-4248-B31F-8EBC71546D8D}" type="slidenum">
              <a:rPr lang="es-ES" smtClean="0"/>
              <a:t>‹#›</a:t>
            </a:fld>
            <a:endParaRPr lang="es-ES"/>
          </a:p>
        </p:txBody>
      </p:sp>
    </p:spTree>
    <p:extLst>
      <p:ext uri="{BB962C8B-B14F-4D97-AF65-F5344CB8AC3E}">
        <p14:creationId xmlns:p14="http://schemas.microsoft.com/office/powerpoint/2010/main" val="28697791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fld id="{A8661170-17F7-49AF-B705-E8F2CF2052F2}" type="datetime1">
              <a:rPr lang="es-ES" smtClean="0"/>
              <a:t>09/08/2024</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AABE9C73-6CDE-45E2-97F8-E3C5308FA232}" type="slidenum">
              <a:rPr lang="es-ES" noProof="0" smtClean="0"/>
              <a:t>‹#›</a:t>
            </a:fld>
            <a:endParaRPr lang="es-ES" noProof="0"/>
          </a:p>
        </p:txBody>
      </p:sp>
    </p:spTree>
    <p:extLst>
      <p:ext uri="{BB962C8B-B14F-4D97-AF65-F5344CB8AC3E}">
        <p14:creationId xmlns:p14="http://schemas.microsoft.com/office/powerpoint/2010/main" val="37634968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cb241b134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cb241b13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ABE9C73-6CDE-45E2-97F8-E3C5308FA232}" type="slidenum">
              <a:rPr lang="es-ES" smtClean="0"/>
              <a:t>2</a:t>
            </a:fld>
            <a:endParaRPr lang="es-ES" dirty="0"/>
          </a:p>
        </p:txBody>
      </p:sp>
    </p:spTree>
    <p:extLst>
      <p:ext uri="{BB962C8B-B14F-4D97-AF65-F5344CB8AC3E}">
        <p14:creationId xmlns:p14="http://schemas.microsoft.com/office/powerpoint/2010/main" val="1567470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a:p>
        </p:txBody>
      </p:sp>
      <p:sp useBgFill="1">
        <p:nvSpPr>
          <p:cNvPr id="10" name="Rectángulo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ángulo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ángulo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upo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Conector recto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Conector recto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Conector recto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ítulo 1"/>
          <p:cNvSpPr>
            <a:spLocks noGrp="1"/>
          </p:cNvSpPr>
          <p:nvPr>
            <p:ph type="ctrTitle"/>
          </p:nvPr>
        </p:nvSpPr>
        <p:spPr>
          <a:xfrm>
            <a:off x="1629103" y="2244830"/>
            <a:ext cx="8933796" cy="2437232"/>
          </a:xfrm>
        </p:spPr>
        <p:txBody>
          <a:bodyPr tIns="45720" bIns="45720" rtlCol="0" anchor="ctr">
            <a:normAutofit/>
          </a:bodyPr>
          <a:lstStyle>
            <a:lvl1pPr algn="ctr">
              <a:lnSpc>
                <a:spcPct val="83000"/>
              </a:lnSpc>
              <a:defRPr lang="es-ES" sz="6800" b="0" kern="1200" cap="all" spc="-100" baseline="0" dirty="0">
                <a:solidFill>
                  <a:schemeClr val="tx1">
                    <a:lumMod val="85000"/>
                    <a:lumOff val="15000"/>
                  </a:schemeClr>
                </a:solidFill>
                <a:effectLst/>
                <a:latin typeface="+mj-lt"/>
                <a:ea typeface="+mn-ea"/>
                <a:cs typeface="+mn-cs"/>
              </a:defRPr>
            </a:lvl1pPr>
          </a:lstStyle>
          <a:p>
            <a:pPr rtl="0"/>
            <a:r>
              <a:rPr lang="en-US" noProof="0"/>
              <a:t>Click to edit Master title style</a:t>
            </a:r>
            <a:endParaRPr lang="es-ES" noProof="0"/>
          </a:p>
        </p:txBody>
      </p:sp>
      <p:sp>
        <p:nvSpPr>
          <p:cNvPr id="3" name="Subtítulo 2"/>
          <p:cNvSpPr>
            <a:spLocks noGrp="1"/>
          </p:cNvSpPr>
          <p:nvPr>
            <p:ph type="subTitle" idx="1" hasCustomPrompt="1"/>
          </p:nvPr>
        </p:nvSpPr>
        <p:spPr>
          <a:xfrm>
            <a:off x="1629101" y="4682062"/>
            <a:ext cx="8936846" cy="457201"/>
          </a:xfrm>
        </p:spPr>
        <p:txBody>
          <a:bodyPr rtlCol="0">
            <a:normAutofit/>
          </a:bodyPr>
          <a:lstStyle>
            <a:lvl1pPr marL="0" indent="0" algn="ctr">
              <a:spcBef>
                <a:spcPts val="0"/>
              </a:spcBef>
              <a:buNone/>
              <a:defRPr lang="es-ES" sz="1800" spc="80" baseline="0">
                <a:solidFill>
                  <a:schemeClr val="tx1">
                    <a:lumMod val="95000"/>
                    <a:lumOff val="5000"/>
                  </a:schemeClr>
                </a:solidFill>
              </a:defRPr>
            </a:lvl1pPr>
            <a:lvl2pPr marL="457200" indent="0" algn="ctr">
              <a:buNone/>
              <a:defRPr lang="es-ES" sz="1600"/>
            </a:lvl2pPr>
            <a:lvl3pPr marL="914400" indent="0" algn="ctr">
              <a:buNone/>
              <a:defRPr lang="es-ES" sz="16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noProof="0"/>
              <a:t>Haga clic para editar el estilo de subtítulo del patrón</a:t>
            </a:r>
          </a:p>
        </p:txBody>
      </p:sp>
      <p:sp>
        <p:nvSpPr>
          <p:cNvPr id="20" name="Marcador de fecha 19"/>
          <p:cNvSpPr>
            <a:spLocks noGrp="1"/>
          </p:cNvSpPr>
          <p:nvPr>
            <p:ph type="dt" sz="half" idx="10"/>
          </p:nvPr>
        </p:nvSpPr>
        <p:spPr>
          <a:xfrm>
            <a:off x="5318760" y="1341256"/>
            <a:ext cx="1554480" cy="485546"/>
          </a:xfrm>
        </p:spPr>
        <p:txBody>
          <a:bodyPr rtlCol="0"/>
          <a:lstStyle>
            <a:lvl1pPr algn="ctr">
              <a:defRPr lang="es-ES" sz="1300" spc="0" baseline="0">
                <a:solidFill>
                  <a:srgbClr val="FFFFFF"/>
                </a:solidFill>
                <a:latin typeface="+mn-lt"/>
              </a:defRPr>
            </a:lvl1pPr>
          </a:lstStyle>
          <a:p>
            <a:pPr rtl="0"/>
            <a:fld id="{BEB4F5C9-88B7-447F-BE3E-E1414EC76429}" type="datetime1">
              <a:rPr lang="es-ES" noProof="0" smtClean="0"/>
              <a:t>09/08/2024</a:t>
            </a:fld>
            <a:endParaRPr lang="es-ES" noProof="0"/>
          </a:p>
        </p:txBody>
      </p:sp>
      <p:sp>
        <p:nvSpPr>
          <p:cNvPr id="21" name="Marcador de pie de página 20"/>
          <p:cNvSpPr>
            <a:spLocks noGrp="1"/>
          </p:cNvSpPr>
          <p:nvPr>
            <p:ph type="ftr" sz="quarter" idx="11"/>
          </p:nvPr>
        </p:nvSpPr>
        <p:spPr>
          <a:xfrm>
            <a:off x="1629100" y="5177408"/>
            <a:ext cx="5730295" cy="228600"/>
          </a:xfrm>
        </p:spPr>
        <p:txBody>
          <a:bodyPr rtlCol="0"/>
          <a:lstStyle>
            <a:lvl1pPr algn="l">
              <a:defRPr lang="es-ES">
                <a:solidFill>
                  <a:schemeClr val="tx1">
                    <a:lumMod val="85000"/>
                    <a:lumOff val="15000"/>
                  </a:schemeClr>
                </a:solidFill>
              </a:defRPr>
            </a:lvl1pPr>
          </a:lstStyle>
          <a:p>
            <a:pPr rtl="0"/>
            <a:endParaRPr lang="es-ES" noProof="0"/>
          </a:p>
        </p:txBody>
      </p:sp>
      <p:sp>
        <p:nvSpPr>
          <p:cNvPr id="22" name="Marcador de número de diapositiva 21"/>
          <p:cNvSpPr>
            <a:spLocks noGrp="1"/>
          </p:cNvSpPr>
          <p:nvPr>
            <p:ph type="sldNum" sz="quarter" idx="12"/>
          </p:nvPr>
        </p:nvSpPr>
        <p:spPr>
          <a:xfrm>
            <a:off x="8606920" y="5177408"/>
            <a:ext cx="1955980" cy="228600"/>
          </a:xfrm>
        </p:spPr>
        <p:txBody>
          <a:bodyPr rtlCol="0"/>
          <a:lstStyle>
            <a:lvl1pPr>
              <a:defRPr lang="es-ES">
                <a:solidFill>
                  <a:schemeClr val="tx1">
                    <a:lumMod val="85000"/>
                    <a:lumOff val="15000"/>
                  </a:schemeClr>
                </a:solidFill>
              </a:defRPr>
            </a:lvl1pPr>
          </a:lstStyle>
          <a:p>
            <a:pPr rtl="0"/>
            <a:fld id="{34B7E4EF-A1BD-40F4-AB7B-04F084DD991D}" type="slidenum">
              <a:rPr lang="es-ES" noProof="0" smtClean="0"/>
              <a:t>‹#›</a:t>
            </a:fld>
            <a:endParaRPr lang="es-ES" noProof="0"/>
          </a:p>
        </p:txBody>
      </p:sp>
    </p:spTree>
    <p:extLst>
      <p:ext uri="{BB962C8B-B14F-4D97-AF65-F5344CB8AC3E}">
        <p14:creationId xmlns:p14="http://schemas.microsoft.com/office/powerpoint/2010/main" val="1982019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defPPr>
              <a:defRPr lang="es-ES"/>
            </a:defPPr>
          </a:lstStyle>
          <a:p>
            <a:pPr rtl="0"/>
            <a:r>
              <a:rPr lang="en-US" noProof="0"/>
              <a:t>Click to edit Master title style</a:t>
            </a:r>
            <a:endParaRPr lang="es-ES" noProof="0"/>
          </a:p>
        </p:txBody>
      </p:sp>
      <p:sp>
        <p:nvSpPr>
          <p:cNvPr id="3" name="Marcador de contenido 2"/>
          <p:cNvSpPr>
            <a:spLocks noGrp="1"/>
          </p:cNvSpPr>
          <p:nvPr>
            <p:ph idx="1"/>
          </p:nvPr>
        </p:nvSpPr>
        <p:spPr/>
        <p:txBody>
          <a:bodyPr rtlCol="0"/>
          <a:lstStyle>
            <a:defPPr>
              <a:defRPr lang="es-ES"/>
            </a:def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s-ES" noProof="0"/>
          </a:p>
        </p:txBody>
      </p:sp>
      <p:sp>
        <p:nvSpPr>
          <p:cNvPr id="4" name="Marcador de fecha 3"/>
          <p:cNvSpPr>
            <a:spLocks noGrp="1"/>
          </p:cNvSpPr>
          <p:nvPr>
            <p:ph type="dt" sz="half" idx="10"/>
          </p:nvPr>
        </p:nvSpPr>
        <p:spPr/>
        <p:txBody>
          <a:bodyPr rtlCol="0"/>
          <a:lstStyle>
            <a:defPPr>
              <a:defRPr lang="es-ES"/>
            </a:defPPr>
          </a:lstStyle>
          <a:p>
            <a:pPr rtl="0"/>
            <a:fld id="{A13B000A-243B-4CA4-8C44-C6A6C08C8650}" type="datetime1">
              <a:rPr lang="es-ES" noProof="0" smtClean="0"/>
              <a:t>09/08/2024</a:t>
            </a:fld>
            <a:endParaRPr lang="es-ES" noProof="0"/>
          </a:p>
        </p:txBody>
      </p:sp>
      <p:sp>
        <p:nvSpPr>
          <p:cNvPr id="5" name="Marcador de pie de página 4"/>
          <p:cNvSpPr>
            <a:spLocks noGrp="1"/>
          </p:cNvSpPr>
          <p:nvPr>
            <p:ph type="ftr" sz="quarter" idx="11"/>
          </p:nvPr>
        </p:nvSpPr>
        <p:spPr/>
        <p:txBody>
          <a:bodyPr rtlCol="0"/>
          <a:lstStyle>
            <a:defPPr>
              <a:defRPr lang="es-ES"/>
            </a:defPPr>
          </a:lstStyle>
          <a:p>
            <a:pPr rtl="0"/>
            <a:endParaRPr lang="es-ES" noProof="0"/>
          </a:p>
        </p:txBody>
      </p:sp>
      <p:sp>
        <p:nvSpPr>
          <p:cNvPr id="6" name="Marcador de número de diapositiva 5"/>
          <p:cNvSpPr>
            <a:spLocks noGrp="1"/>
          </p:cNvSpPr>
          <p:nvPr>
            <p:ph type="sldNum" sz="quarter" idx="12"/>
          </p:nvPr>
        </p:nvSpPr>
        <p:spPr/>
        <p:txBody>
          <a:bodyPr rtlCol="0"/>
          <a:lstStyle>
            <a:defPPr>
              <a:defRPr lang="es-ES"/>
            </a:defPPr>
          </a:lstStyle>
          <a:p>
            <a:pPr rtl="0"/>
            <a:fld id="{34B7E4EF-A1BD-40F4-AB7B-04F084DD991D}" type="slidenum">
              <a:rPr lang="es-ES" noProof="0" smtClean="0"/>
              <a:t>‹#›</a:t>
            </a:fld>
            <a:endParaRPr lang="es-ES" noProof="0"/>
          </a:p>
        </p:txBody>
      </p:sp>
    </p:spTree>
    <p:extLst>
      <p:ext uri="{BB962C8B-B14F-4D97-AF65-F5344CB8AC3E}">
        <p14:creationId xmlns:p14="http://schemas.microsoft.com/office/powerpoint/2010/main" val="1628558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la sección">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a:p>
        </p:txBody>
      </p:sp>
      <p:sp useBgFill="1">
        <p:nvSpPr>
          <p:cNvPr id="23" name="Rectángulo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ángulo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ángulo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1629156" y="2275165"/>
            <a:ext cx="8933688" cy="2406895"/>
          </a:xfrm>
        </p:spPr>
        <p:txBody>
          <a:bodyPr rtlCol="0" anchor="ctr">
            <a:normAutofit/>
          </a:bodyPr>
          <a:lstStyle>
            <a:lvl1pPr algn="ctr">
              <a:lnSpc>
                <a:spcPct val="83000"/>
              </a:lnSpc>
              <a:defRPr lang="es-ES" sz="6800" kern="1200" cap="all" spc="-100" baseline="0" dirty="0">
                <a:solidFill>
                  <a:schemeClr val="tx1">
                    <a:lumMod val="85000"/>
                    <a:lumOff val="15000"/>
                  </a:schemeClr>
                </a:solidFill>
                <a:effectLst/>
                <a:latin typeface="+mj-lt"/>
                <a:ea typeface="+mn-ea"/>
                <a:cs typeface="+mn-cs"/>
              </a:defRPr>
            </a:lvl1pPr>
          </a:lstStyle>
          <a:p>
            <a:pPr rtl="0"/>
            <a:r>
              <a:rPr lang="en-US" noProof="0"/>
              <a:t>Click to edit Master title style</a:t>
            </a:r>
            <a:endParaRPr lang="es-ES" noProof="0"/>
          </a:p>
        </p:txBody>
      </p:sp>
      <p:grpSp>
        <p:nvGrpSpPr>
          <p:cNvPr id="16" name="Grupo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Conector recto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Marcador de texto 2"/>
          <p:cNvSpPr>
            <a:spLocks noGrp="1"/>
          </p:cNvSpPr>
          <p:nvPr>
            <p:ph type="body" idx="1"/>
          </p:nvPr>
        </p:nvSpPr>
        <p:spPr>
          <a:xfrm>
            <a:off x="1629156" y="4682062"/>
            <a:ext cx="8939784" cy="457200"/>
          </a:xfrm>
        </p:spPr>
        <p:txBody>
          <a:bodyPr rtlCol="0" anchor="t">
            <a:normAutofit/>
          </a:bodyPr>
          <a:lstStyle>
            <a:lvl1pPr marL="0" indent="0" algn="ctr">
              <a:buNone/>
              <a:tabLst>
                <a:tab pos="2633663" algn="l"/>
              </a:tabLst>
              <a:defRPr lang="es-ES" sz="1800">
                <a:solidFill>
                  <a:schemeClr val="tx1">
                    <a:lumMod val="95000"/>
                    <a:lumOff val="5000"/>
                  </a:schemeClr>
                </a:solidFill>
                <a:effectLst/>
              </a:defRPr>
            </a:lvl1pPr>
            <a:lvl2pPr marL="457200" indent="0">
              <a:buNone/>
              <a:defRPr lang="es-ES" sz="1600">
                <a:solidFill>
                  <a:schemeClr val="tx1">
                    <a:tint val="75000"/>
                  </a:schemeClr>
                </a:solidFill>
              </a:defRPr>
            </a:lvl2pPr>
            <a:lvl3pPr marL="914400" indent="0">
              <a:buNone/>
              <a:defRPr lang="es-ES" sz="1600">
                <a:solidFill>
                  <a:schemeClr val="tx1">
                    <a:tint val="75000"/>
                  </a:schemeClr>
                </a:solidFill>
              </a:defRPr>
            </a:lvl3pPr>
            <a:lvl4pPr marL="1371600" indent="0">
              <a:buNone/>
              <a:defRPr lang="es-ES" sz="1400">
                <a:solidFill>
                  <a:schemeClr val="tx1">
                    <a:tint val="75000"/>
                  </a:schemeClr>
                </a:solidFill>
              </a:defRPr>
            </a:lvl4pPr>
            <a:lvl5pPr marL="1828800" indent="0">
              <a:buNone/>
              <a:defRPr lang="es-ES" sz="1400">
                <a:solidFill>
                  <a:schemeClr val="tx1">
                    <a:tint val="75000"/>
                  </a:schemeClr>
                </a:solidFill>
              </a:defRPr>
            </a:lvl5pPr>
            <a:lvl6pPr marL="2286000" indent="0">
              <a:buNone/>
              <a:defRPr lang="es-ES" sz="1400">
                <a:solidFill>
                  <a:schemeClr val="tx1">
                    <a:tint val="75000"/>
                  </a:schemeClr>
                </a:solidFill>
              </a:defRPr>
            </a:lvl6pPr>
            <a:lvl7pPr marL="2743200" indent="0">
              <a:buNone/>
              <a:defRPr lang="es-ES" sz="1400">
                <a:solidFill>
                  <a:schemeClr val="tx1">
                    <a:tint val="75000"/>
                  </a:schemeClr>
                </a:solidFill>
              </a:defRPr>
            </a:lvl7pPr>
            <a:lvl8pPr marL="3200400" indent="0">
              <a:buNone/>
              <a:defRPr lang="es-ES" sz="1400">
                <a:solidFill>
                  <a:schemeClr val="tx1">
                    <a:tint val="75000"/>
                  </a:schemeClr>
                </a:solidFill>
              </a:defRPr>
            </a:lvl8pPr>
            <a:lvl9pPr marL="3657600" indent="0">
              <a:buNone/>
              <a:defRPr lang="es-ES" sz="1400">
                <a:solidFill>
                  <a:schemeClr val="tx1">
                    <a:tint val="75000"/>
                  </a:schemeClr>
                </a:solidFill>
              </a:defRPr>
            </a:lvl9pPr>
          </a:lstStyle>
          <a:p>
            <a:pPr lvl="0" rtl="0"/>
            <a:r>
              <a:rPr lang="en-US" noProof="0"/>
              <a:t>Click to edit Master text styles</a:t>
            </a:r>
          </a:p>
        </p:txBody>
      </p:sp>
      <p:sp>
        <p:nvSpPr>
          <p:cNvPr id="4" name="Marcador de fecha 3"/>
          <p:cNvSpPr>
            <a:spLocks noGrp="1"/>
          </p:cNvSpPr>
          <p:nvPr>
            <p:ph type="dt" sz="half" idx="10"/>
          </p:nvPr>
        </p:nvSpPr>
        <p:spPr>
          <a:xfrm>
            <a:off x="5318760" y="1344502"/>
            <a:ext cx="1554480" cy="498781"/>
          </a:xfrm>
        </p:spPr>
        <p:txBody>
          <a:bodyPr rtlCol="0"/>
          <a:lstStyle>
            <a:lvl1pPr algn="ctr">
              <a:defRPr lang="es-ES" sz="1300" kern="1200" spc="0" baseline="0">
                <a:solidFill>
                  <a:srgbClr val="FFFFFF"/>
                </a:solidFill>
                <a:latin typeface="+mn-lt"/>
                <a:ea typeface="+mn-ea"/>
                <a:cs typeface="+mn-cs"/>
              </a:defRPr>
            </a:lvl1pPr>
          </a:lstStyle>
          <a:p>
            <a:pPr rtl="0"/>
            <a:fld id="{ADEEDB7D-CC81-4931-9AAA-0077BE628FD4}" type="datetime1">
              <a:rPr lang="es-ES" noProof="0" smtClean="0"/>
              <a:t>09/08/2024</a:t>
            </a:fld>
            <a:endParaRPr lang="es-ES" noProof="0"/>
          </a:p>
        </p:txBody>
      </p:sp>
      <p:sp>
        <p:nvSpPr>
          <p:cNvPr id="5" name="Marcador de pie de página 4"/>
          <p:cNvSpPr>
            <a:spLocks noGrp="1"/>
          </p:cNvSpPr>
          <p:nvPr>
            <p:ph type="ftr" sz="quarter" idx="11"/>
          </p:nvPr>
        </p:nvSpPr>
        <p:spPr>
          <a:xfrm>
            <a:off x="1629157" y="5177408"/>
            <a:ext cx="5660134" cy="228600"/>
          </a:xfrm>
        </p:spPr>
        <p:txBody>
          <a:bodyPr rtlCol="0"/>
          <a:lstStyle>
            <a:lvl1pPr algn="l">
              <a:defRPr lang="es-ES">
                <a:solidFill>
                  <a:schemeClr val="tx1">
                    <a:lumMod val="85000"/>
                    <a:lumOff val="15000"/>
                  </a:schemeClr>
                </a:solidFill>
              </a:defRPr>
            </a:lvl1pPr>
          </a:lstStyle>
          <a:p>
            <a:pPr rtl="0"/>
            <a:endParaRPr lang="es-ES" noProof="0"/>
          </a:p>
        </p:txBody>
      </p:sp>
      <p:sp>
        <p:nvSpPr>
          <p:cNvPr id="6" name="Marcador de número de diapositiva 5"/>
          <p:cNvSpPr>
            <a:spLocks noGrp="1"/>
          </p:cNvSpPr>
          <p:nvPr>
            <p:ph type="sldNum" sz="quarter" idx="12"/>
          </p:nvPr>
        </p:nvSpPr>
        <p:spPr>
          <a:xfrm>
            <a:off x="8604504" y="5177408"/>
            <a:ext cx="1958339" cy="228600"/>
          </a:xfrm>
        </p:spPr>
        <p:txBody>
          <a:bodyPr rtlCol="0"/>
          <a:lstStyle>
            <a:lvl1pPr>
              <a:defRPr lang="es-ES">
                <a:solidFill>
                  <a:schemeClr val="tx1">
                    <a:lumMod val="85000"/>
                    <a:lumOff val="15000"/>
                  </a:schemeClr>
                </a:solidFill>
              </a:defRPr>
            </a:lvl1pPr>
          </a:lstStyle>
          <a:p>
            <a:pPr rtl="0"/>
            <a:fld id="{34B7E4EF-A1BD-40F4-AB7B-04F084DD991D}" type="slidenum">
              <a:rPr lang="es-ES" noProof="0" smtClean="0"/>
              <a:t>‹#›</a:t>
            </a:fld>
            <a:endParaRPr lang="es-ES" noProof="0"/>
          </a:p>
        </p:txBody>
      </p:sp>
    </p:spTree>
    <p:extLst>
      <p:ext uri="{BB962C8B-B14F-4D97-AF65-F5344CB8AC3E}">
        <p14:creationId xmlns:p14="http://schemas.microsoft.com/office/powerpoint/2010/main" val="187034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
    <p:spTree>
      <p:nvGrpSpPr>
        <p:cNvPr id="1" name=""/>
        <p:cNvGrpSpPr/>
        <p:nvPr/>
      </p:nvGrpSpPr>
      <p:grpSpPr>
        <a:xfrm>
          <a:off x="0" y="0"/>
          <a:ext cx="0" cy="0"/>
          <a:chOff x="0" y="0"/>
          <a:chExt cx="0" cy="0"/>
        </a:xfrm>
      </p:grpSpPr>
      <p:sp>
        <p:nvSpPr>
          <p:cNvPr id="8" name="Título 7"/>
          <p:cNvSpPr>
            <a:spLocks noGrp="1"/>
          </p:cNvSpPr>
          <p:nvPr>
            <p:ph type="title"/>
          </p:nvPr>
        </p:nvSpPr>
        <p:spPr/>
        <p:txBody>
          <a:bodyPr rtlCol="0"/>
          <a:lstStyle>
            <a:defPPr>
              <a:defRPr lang="es-ES"/>
            </a:defPPr>
          </a:lstStyle>
          <a:p>
            <a:pPr rtl="0"/>
            <a:r>
              <a:rPr lang="en-US" noProof="0"/>
              <a:t>Click to edit Master title style</a:t>
            </a:r>
            <a:endParaRPr lang="es-ES" noProof="0"/>
          </a:p>
        </p:txBody>
      </p:sp>
      <p:sp>
        <p:nvSpPr>
          <p:cNvPr id="3" name="Marcador de contenido 2"/>
          <p:cNvSpPr>
            <a:spLocks noGrp="1"/>
          </p:cNvSpPr>
          <p:nvPr>
            <p:ph sz="half" idx="1"/>
          </p:nvPr>
        </p:nvSpPr>
        <p:spPr>
          <a:xfrm>
            <a:off x="1066800" y="2103120"/>
            <a:ext cx="4663440" cy="3749040"/>
          </a:xfrm>
        </p:spPr>
        <p:txBody>
          <a:bodyPr rtlCol="0"/>
          <a:lstStyle>
            <a:lvl1pPr>
              <a:defRPr lang="es-ES" sz="1800"/>
            </a:lvl1pPr>
            <a:lvl2pPr>
              <a:defRPr lang="es-ES" sz="1600"/>
            </a:lvl2pPr>
            <a:lvl3pPr>
              <a:defRPr lang="es-ES" sz="1400"/>
            </a:lvl3pPr>
            <a:lvl4pPr>
              <a:defRPr lang="es-ES" sz="1400"/>
            </a:lvl4pPr>
            <a:lvl5pPr>
              <a:defRPr lang="es-ES" sz="1400"/>
            </a:lvl5pPr>
            <a:lvl6pPr>
              <a:defRPr lang="es-ES" sz="1400"/>
            </a:lvl6pPr>
            <a:lvl7pPr>
              <a:defRPr lang="es-ES" sz="1400"/>
            </a:lvl7pPr>
            <a:lvl8pPr>
              <a:defRPr lang="es-ES" sz="1400"/>
            </a:lvl8pPr>
            <a:lvl9pPr>
              <a:defRPr lang="es-ES"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s-ES" noProof="0"/>
          </a:p>
        </p:txBody>
      </p:sp>
      <p:sp>
        <p:nvSpPr>
          <p:cNvPr id="4" name="Marcador de contenido 3"/>
          <p:cNvSpPr>
            <a:spLocks noGrp="1"/>
          </p:cNvSpPr>
          <p:nvPr>
            <p:ph sz="half" idx="2"/>
          </p:nvPr>
        </p:nvSpPr>
        <p:spPr>
          <a:xfrm>
            <a:off x="6461760" y="2103120"/>
            <a:ext cx="4663440" cy="3749040"/>
          </a:xfrm>
        </p:spPr>
        <p:txBody>
          <a:bodyPr rtlCol="0"/>
          <a:lstStyle>
            <a:lvl1pPr>
              <a:defRPr lang="es-ES" sz="1800"/>
            </a:lvl1pPr>
            <a:lvl2pPr>
              <a:defRPr lang="es-ES" sz="1600"/>
            </a:lvl2pPr>
            <a:lvl3pPr>
              <a:defRPr lang="es-ES" sz="1400"/>
            </a:lvl3pPr>
            <a:lvl4pPr>
              <a:defRPr lang="es-ES" sz="1400"/>
            </a:lvl4pPr>
            <a:lvl5pPr>
              <a:defRPr lang="es-ES" sz="1400"/>
            </a:lvl5pPr>
            <a:lvl6pPr>
              <a:defRPr lang="es-ES" sz="1400"/>
            </a:lvl6pPr>
            <a:lvl7pPr>
              <a:defRPr lang="es-ES" sz="1400"/>
            </a:lvl7pPr>
            <a:lvl8pPr>
              <a:defRPr lang="es-ES" sz="1400"/>
            </a:lvl8pPr>
            <a:lvl9pPr>
              <a:defRPr lang="es-ES"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s-ES" noProof="0"/>
          </a:p>
        </p:txBody>
      </p:sp>
      <p:sp>
        <p:nvSpPr>
          <p:cNvPr id="5" name="Marcador de fecha 4"/>
          <p:cNvSpPr>
            <a:spLocks noGrp="1"/>
          </p:cNvSpPr>
          <p:nvPr>
            <p:ph type="dt" sz="half" idx="10"/>
          </p:nvPr>
        </p:nvSpPr>
        <p:spPr/>
        <p:txBody>
          <a:bodyPr rtlCol="0"/>
          <a:lstStyle>
            <a:defPPr>
              <a:defRPr lang="es-ES"/>
            </a:defPPr>
          </a:lstStyle>
          <a:p>
            <a:pPr rtl="0"/>
            <a:fld id="{6E7F46B3-842E-4E89-8BDF-E361735C01BC}" type="datetime1">
              <a:rPr lang="es-ES" noProof="0" smtClean="0"/>
              <a:t>09/08/2024</a:t>
            </a:fld>
            <a:endParaRPr lang="es-ES" noProof="0"/>
          </a:p>
        </p:txBody>
      </p:sp>
      <p:sp>
        <p:nvSpPr>
          <p:cNvPr id="6" name="Marcador de pie de página 5"/>
          <p:cNvSpPr>
            <a:spLocks noGrp="1"/>
          </p:cNvSpPr>
          <p:nvPr>
            <p:ph type="ftr" sz="quarter" idx="11"/>
          </p:nvPr>
        </p:nvSpPr>
        <p:spPr/>
        <p:txBody>
          <a:bodyPr rtlCol="0"/>
          <a:lstStyle>
            <a:defPPr>
              <a:defRPr lang="es-ES"/>
            </a:defPPr>
          </a:lstStyle>
          <a:p>
            <a:pPr rtl="0"/>
            <a:endParaRPr lang="es-ES" noProof="0"/>
          </a:p>
        </p:txBody>
      </p:sp>
      <p:sp>
        <p:nvSpPr>
          <p:cNvPr id="7" name="Marcador de posición de número de diapositiva 6"/>
          <p:cNvSpPr>
            <a:spLocks noGrp="1"/>
          </p:cNvSpPr>
          <p:nvPr>
            <p:ph type="sldNum" sz="quarter" idx="12"/>
          </p:nvPr>
        </p:nvSpPr>
        <p:spPr/>
        <p:txBody>
          <a:bodyPr rtlCol="0"/>
          <a:lstStyle>
            <a:defPPr>
              <a:defRPr lang="es-ES"/>
            </a:defPPr>
          </a:lstStyle>
          <a:p>
            <a:pPr rtl="0"/>
            <a:fld id="{34B7E4EF-A1BD-40F4-AB7B-04F084DD991D}" type="slidenum">
              <a:rPr lang="es-ES" noProof="0" smtClean="0"/>
              <a:t>‹#›</a:t>
            </a:fld>
            <a:endParaRPr lang="es-ES" noProof="0"/>
          </a:p>
        </p:txBody>
      </p:sp>
    </p:spTree>
    <p:extLst>
      <p:ext uri="{BB962C8B-B14F-4D97-AF65-F5344CB8AC3E}">
        <p14:creationId xmlns:p14="http://schemas.microsoft.com/office/powerpoint/2010/main" val="2305556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res contenidos">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2F2F0876-DA34-44C2-B05E-66533803FE6E}"/>
              </a:ext>
            </a:extLst>
          </p:cNvPr>
          <p:cNvSpPr>
            <a:spLocks noGrp="1"/>
          </p:cNvSpPr>
          <p:nvPr>
            <p:ph type="pic" sz="quarter" idx="14"/>
          </p:nvPr>
        </p:nvSpPr>
        <p:spPr>
          <a:xfrm>
            <a:off x="233400" y="246600"/>
            <a:ext cx="11725200" cy="6364800"/>
          </a:xfrm>
        </p:spPr>
        <p:txBody>
          <a:bodyPr rtlCol="0" anchor="ctr" anchorCtr="0"/>
          <a:lstStyle>
            <a:lvl1pPr marL="0" indent="0" algn="ctr">
              <a:buNone/>
              <a:defRPr lang="es-ES"/>
            </a:lvl1pPr>
          </a:lstStyle>
          <a:p>
            <a:pPr rtl="0"/>
            <a:r>
              <a:rPr lang="en-US" noProof="0"/>
              <a:t>Click icon to add picture</a:t>
            </a:r>
            <a:endParaRPr lang="es-ES" noProof="0"/>
          </a:p>
        </p:txBody>
      </p:sp>
      <p:sp>
        <p:nvSpPr>
          <p:cNvPr id="10" name="Marcador de posición de imagen 9">
            <a:extLst>
              <a:ext uri="{FF2B5EF4-FFF2-40B4-BE49-F238E27FC236}">
                <a16:creationId xmlns:a16="http://schemas.microsoft.com/office/drawing/2014/main" id="{6E352C7E-BCE1-47CD-872E-2935DD89FC28}"/>
              </a:ext>
            </a:extLst>
          </p:cNvPr>
          <p:cNvSpPr>
            <a:spLocks noGrp="1"/>
          </p:cNvSpPr>
          <p:nvPr>
            <p:ph type="pic" sz="quarter" idx="13"/>
          </p:nvPr>
        </p:nvSpPr>
        <p:spPr>
          <a:xfrm>
            <a:off x="852488" y="2103438"/>
            <a:ext cx="5243512" cy="3748087"/>
          </a:xfrm>
        </p:spPr>
        <p:txBody>
          <a:bodyPr rtlCol="0" anchor="ctr" anchorCtr="0"/>
          <a:lstStyle>
            <a:lvl1pPr marL="0" indent="0" algn="ctr">
              <a:buNone/>
              <a:defRPr lang="es-ES"/>
            </a:lvl1pPr>
          </a:lstStyle>
          <a:p>
            <a:pPr rtl="0"/>
            <a:r>
              <a:rPr lang="en-US" noProof="0"/>
              <a:t>Click icon to add picture</a:t>
            </a:r>
            <a:endParaRPr lang="es-ES" noProof="0"/>
          </a:p>
        </p:txBody>
      </p:sp>
      <p:sp>
        <p:nvSpPr>
          <p:cNvPr id="8" name="Título 7"/>
          <p:cNvSpPr>
            <a:spLocks noGrp="1"/>
          </p:cNvSpPr>
          <p:nvPr>
            <p:ph type="title"/>
          </p:nvPr>
        </p:nvSpPr>
        <p:spPr/>
        <p:txBody>
          <a:bodyPr rtlCol="0"/>
          <a:lstStyle>
            <a:lvl1pPr>
              <a:defRPr lang="es-ES">
                <a:solidFill>
                  <a:schemeClr val="bg2">
                    <a:lumMod val="50000"/>
                  </a:schemeClr>
                </a:solidFill>
              </a:defRPr>
            </a:lvl1pPr>
          </a:lstStyle>
          <a:p>
            <a:pPr rtl="0"/>
            <a:r>
              <a:rPr lang="en-US" noProof="0"/>
              <a:t>Click to edit Master title style</a:t>
            </a:r>
            <a:endParaRPr lang="es-ES" noProof="0"/>
          </a:p>
        </p:txBody>
      </p:sp>
      <p:sp>
        <p:nvSpPr>
          <p:cNvPr id="4" name="Marcador de contenido 3"/>
          <p:cNvSpPr>
            <a:spLocks noGrp="1"/>
          </p:cNvSpPr>
          <p:nvPr>
            <p:ph sz="half" idx="2"/>
          </p:nvPr>
        </p:nvSpPr>
        <p:spPr>
          <a:xfrm>
            <a:off x="6461760" y="2103120"/>
            <a:ext cx="4663440" cy="3749040"/>
          </a:xfrm>
        </p:spPr>
        <p:txBody>
          <a:bodyPr rtlCol="0"/>
          <a:lstStyle>
            <a:lvl1pPr>
              <a:defRPr lang="es-ES" sz="1800"/>
            </a:lvl1pPr>
            <a:lvl2pPr>
              <a:defRPr lang="es-ES" sz="1600"/>
            </a:lvl2pPr>
            <a:lvl3pPr>
              <a:defRPr lang="es-ES" sz="1400"/>
            </a:lvl3pPr>
            <a:lvl4pPr>
              <a:defRPr lang="es-ES" sz="1400"/>
            </a:lvl4pPr>
            <a:lvl5pPr>
              <a:defRPr lang="es-ES" sz="1400"/>
            </a:lvl5pPr>
            <a:lvl6pPr>
              <a:defRPr lang="es-ES" sz="1400"/>
            </a:lvl6pPr>
            <a:lvl7pPr>
              <a:defRPr lang="es-ES" sz="1400"/>
            </a:lvl7pPr>
            <a:lvl8pPr>
              <a:defRPr lang="es-ES" sz="1400"/>
            </a:lvl8pPr>
            <a:lvl9pPr>
              <a:defRPr lang="es-ES"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s-ES" noProof="0"/>
          </a:p>
        </p:txBody>
      </p:sp>
      <p:sp>
        <p:nvSpPr>
          <p:cNvPr id="5" name="Marcador de fecha 4"/>
          <p:cNvSpPr>
            <a:spLocks noGrp="1"/>
          </p:cNvSpPr>
          <p:nvPr>
            <p:ph type="dt" sz="half" idx="10"/>
          </p:nvPr>
        </p:nvSpPr>
        <p:spPr/>
        <p:txBody>
          <a:bodyPr rtlCol="0"/>
          <a:lstStyle>
            <a:defPPr>
              <a:defRPr lang="es-ES"/>
            </a:defPPr>
          </a:lstStyle>
          <a:p>
            <a:pPr rtl="0"/>
            <a:fld id="{C4C7856E-8481-4380-87B1-968A6434EDCE}" type="datetime1">
              <a:rPr lang="es-ES" noProof="0" smtClean="0"/>
              <a:t>09/08/2024</a:t>
            </a:fld>
            <a:endParaRPr lang="es-ES" noProof="0"/>
          </a:p>
        </p:txBody>
      </p:sp>
      <p:sp>
        <p:nvSpPr>
          <p:cNvPr id="6" name="Marcador de pie de página 5"/>
          <p:cNvSpPr>
            <a:spLocks noGrp="1"/>
          </p:cNvSpPr>
          <p:nvPr>
            <p:ph type="ftr" sz="quarter" idx="11"/>
          </p:nvPr>
        </p:nvSpPr>
        <p:spPr/>
        <p:txBody>
          <a:bodyPr rtlCol="0"/>
          <a:lstStyle>
            <a:defPPr>
              <a:defRPr lang="es-ES"/>
            </a:defPPr>
          </a:lstStyle>
          <a:p>
            <a:pPr rtl="0"/>
            <a:endParaRPr lang="es-ES" noProof="0"/>
          </a:p>
        </p:txBody>
      </p:sp>
      <p:sp>
        <p:nvSpPr>
          <p:cNvPr id="7" name="Marcador de posición de número de diapositiva 6"/>
          <p:cNvSpPr>
            <a:spLocks noGrp="1"/>
          </p:cNvSpPr>
          <p:nvPr>
            <p:ph type="sldNum" sz="quarter" idx="12"/>
          </p:nvPr>
        </p:nvSpPr>
        <p:spPr/>
        <p:txBody>
          <a:bodyPr rtlCol="0"/>
          <a:lstStyle>
            <a:defPPr>
              <a:defRPr lang="es-ES"/>
            </a:defPPr>
          </a:lstStyle>
          <a:p>
            <a:pPr rtl="0"/>
            <a:fld id="{34B7E4EF-A1BD-40F4-AB7B-04F084DD991D}" type="slidenum">
              <a:rPr lang="es-ES" noProof="0" smtClean="0"/>
              <a:t>‹#›</a:t>
            </a:fld>
            <a:endParaRPr lang="es-ES" noProof="0"/>
          </a:p>
        </p:txBody>
      </p:sp>
    </p:spTree>
    <p:extLst>
      <p:ext uri="{BB962C8B-B14F-4D97-AF65-F5344CB8AC3E}">
        <p14:creationId xmlns:p14="http://schemas.microsoft.com/office/powerpoint/2010/main" val="3223926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defPPr>
              <a:defRPr lang="es-ES"/>
            </a:defPPr>
          </a:lstStyle>
          <a:p>
            <a:pPr rtl="0"/>
            <a:r>
              <a:rPr lang="en-US" noProof="0"/>
              <a:t>Click to edit Master title style</a:t>
            </a:r>
            <a:endParaRPr lang="es-ES" noProof="0"/>
          </a:p>
        </p:txBody>
      </p:sp>
      <p:sp>
        <p:nvSpPr>
          <p:cNvPr id="3" name="Marcador de texto 2"/>
          <p:cNvSpPr>
            <a:spLocks noGrp="1"/>
          </p:cNvSpPr>
          <p:nvPr>
            <p:ph type="body" idx="1"/>
          </p:nvPr>
        </p:nvSpPr>
        <p:spPr>
          <a:xfrm>
            <a:off x="1069848" y="2074334"/>
            <a:ext cx="4663440" cy="640080"/>
          </a:xfrm>
        </p:spPr>
        <p:txBody>
          <a:bodyPr rtlCol="0" anchor="ctr">
            <a:normAutofit/>
          </a:bodyPr>
          <a:lstStyle>
            <a:lvl1pPr marL="0" indent="0" algn="l">
              <a:spcBef>
                <a:spcPts val="0"/>
              </a:spcBef>
              <a:buNone/>
              <a:defRPr lang="es-ES" sz="1900" b="1" i="0">
                <a:solidFill>
                  <a:schemeClr val="tx1"/>
                </a:solidFill>
                <a:latin typeface="+mn-lt"/>
              </a:defRPr>
            </a:lvl1pPr>
            <a:lvl2pPr marL="457200" indent="0">
              <a:buNone/>
              <a:defRPr lang="es-ES" sz="1800" b="1"/>
            </a:lvl2pPr>
            <a:lvl3pPr marL="914400" indent="0">
              <a:buNone/>
              <a:defRPr lang="es-ES" sz="1800" b="1"/>
            </a:lvl3pPr>
            <a:lvl4pPr marL="1371600" indent="0">
              <a:buNone/>
              <a:defRPr lang="es-ES" sz="1600" b="1"/>
            </a:lvl4pPr>
            <a:lvl5pPr marL="1828800" indent="0">
              <a:buNone/>
              <a:defRPr lang="es-ES" sz="1600" b="1"/>
            </a:lvl5pPr>
            <a:lvl6pPr marL="2286000" indent="0">
              <a:buNone/>
              <a:defRPr lang="es-ES" sz="1600" b="1"/>
            </a:lvl6pPr>
            <a:lvl7pPr marL="2743200" indent="0">
              <a:buNone/>
              <a:defRPr lang="es-ES" sz="1600" b="1"/>
            </a:lvl7pPr>
            <a:lvl8pPr marL="3200400" indent="0">
              <a:buNone/>
              <a:defRPr lang="es-ES" sz="1600" b="1"/>
            </a:lvl8pPr>
            <a:lvl9pPr marL="3657600" indent="0">
              <a:buNone/>
              <a:defRPr lang="es-ES" sz="1600" b="1"/>
            </a:lvl9pPr>
          </a:lstStyle>
          <a:p>
            <a:pPr lvl="0" rtl="0"/>
            <a:r>
              <a:rPr lang="en-US" noProof="0"/>
              <a:t>Click to edit Master text styles</a:t>
            </a:r>
          </a:p>
        </p:txBody>
      </p:sp>
      <p:sp>
        <p:nvSpPr>
          <p:cNvPr id="4" name="Marcador de contenido 3"/>
          <p:cNvSpPr>
            <a:spLocks noGrp="1"/>
          </p:cNvSpPr>
          <p:nvPr>
            <p:ph sz="half" idx="2"/>
          </p:nvPr>
        </p:nvSpPr>
        <p:spPr>
          <a:xfrm>
            <a:off x="1069848" y="2792472"/>
            <a:ext cx="4663440" cy="3163825"/>
          </a:xfrm>
        </p:spPr>
        <p:txBody>
          <a:bodyPr rtlCol="0"/>
          <a:lstStyle>
            <a:lvl1pPr>
              <a:defRPr lang="es-ES" sz="1800"/>
            </a:lvl1pPr>
            <a:lvl2pPr>
              <a:defRPr lang="es-ES" sz="1600"/>
            </a:lvl2pPr>
            <a:lvl3pPr>
              <a:defRPr lang="es-ES" sz="1400"/>
            </a:lvl3pPr>
            <a:lvl4pPr>
              <a:defRPr lang="es-ES" sz="1400"/>
            </a:lvl4pPr>
            <a:lvl5pPr>
              <a:defRPr lang="es-ES" sz="1400"/>
            </a:lvl5pPr>
            <a:lvl6pPr>
              <a:defRPr lang="es-ES" sz="1400"/>
            </a:lvl6pPr>
            <a:lvl7pPr>
              <a:defRPr lang="es-ES" sz="1400"/>
            </a:lvl7pPr>
            <a:lvl8pPr>
              <a:defRPr lang="es-ES" sz="1400"/>
            </a:lvl8pPr>
            <a:lvl9pPr>
              <a:defRPr lang="es-ES"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s-ES" noProof="0"/>
          </a:p>
        </p:txBody>
      </p:sp>
      <p:sp>
        <p:nvSpPr>
          <p:cNvPr id="5" name="Marcador de texto 4"/>
          <p:cNvSpPr>
            <a:spLocks noGrp="1"/>
          </p:cNvSpPr>
          <p:nvPr>
            <p:ph type="body" sz="quarter" idx="3"/>
          </p:nvPr>
        </p:nvSpPr>
        <p:spPr>
          <a:xfrm>
            <a:off x="6458712" y="2074334"/>
            <a:ext cx="4663440" cy="640080"/>
          </a:xfrm>
        </p:spPr>
        <p:txBody>
          <a:bodyPr rtlCol="0" anchor="ctr">
            <a:normAutofit/>
          </a:bodyPr>
          <a:lstStyle>
            <a:lvl1pPr marL="0" indent="0" algn="l">
              <a:spcBef>
                <a:spcPts val="0"/>
              </a:spcBef>
              <a:buNone/>
              <a:defRPr lang="es-ES" sz="1900" b="1">
                <a:solidFill>
                  <a:schemeClr val="tx1"/>
                </a:solidFill>
              </a:defRPr>
            </a:lvl1pPr>
            <a:lvl2pPr marL="457200" indent="0">
              <a:buNone/>
              <a:defRPr lang="es-ES" sz="1800" b="1"/>
            </a:lvl2pPr>
            <a:lvl3pPr marL="914400" indent="0">
              <a:buNone/>
              <a:defRPr lang="es-ES" sz="1800" b="1"/>
            </a:lvl3pPr>
            <a:lvl4pPr marL="1371600" indent="0">
              <a:buNone/>
              <a:defRPr lang="es-ES" sz="1600" b="1"/>
            </a:lvl4pPr>
            <a:lvl5pPr marL="1828800" indent="0">
              <a:buNone/>
              <a:defRPr lang="es-ES" sz="1600" b="1"/>
            </a:lvl5pPr>
            <a:lvl6pPr marL="2286000" indent="0">
              <a:buNone/>
              <a:defRPr lang="es-ES" sz="1600" b="1"/>
            </a:lvl6pPr>
            <a:lvl7pPr marL="2743200" indent="0">
              <a:buNone/>
              <a:defRPr lang="es-ES" sz="1600" b="1"/>
            </a:lvl7pPr>
            <a:lvl8pPr marL="3200400" indent="0">
              <a:buNone/>
              <a:defRPr lang="es-ES" sz="1600" b="1"/>
            </a:lvl8pPr>
            <a:lvl9pPr marL="3657600" indent="0">
              <a:buNone/>
              <a:defRPr lang="es-ES" sz="1600" b="1"/>
            </a:lvl9pPr>
          </a:lstStyle>
          <a:p>
            <a:pPr lvl="0" rtl="0"/>
            <a:r>
              <a:rPr lang="en-US" noProof="0"/>
              <a:t>Click to edit Master text styles</a:t>
            </a:r>
          </a:p>
        </p:txBody>
      </p:sp>
      <p:sp>
        <p:nvSpPr>
          <p:cNvPr id="6" name="Marcador de contenido 5"/>
          <p:cNvSpPr>
            <a:spLocks noGrp="1"/>
          </p:cNvSpPr>
          <p:nvPr>
            <p:ph sz="quarter" idx="4"/>
          </p:nvPr>
        </p:nvSpPr>
        <p:spPr>
          <a:xfrm>
            <a:off x="6458712" y="2792471"/>
            <a:ext cx="4663440" cy="3164509"/>
          </a:xfrm>
        </p:spPr>
        <p:txBody>
          <a:bodyPr rtlCol="0"/>
          <a:lstStyle>
            <a:lvl1pPr>
              <a:defRPr lang="es-ES" sz="1800"/>
            </a:lvl1pPr>
            <a:lvl2pPr>
              <a:defRPr lang="es-ES" sz="1600"/>
            </a:lvl2pPr>
            <a:lvl3pPr>
              <a:defRPr lang="es-ES" sz="1400"/>
            </a:lvl3pPr>
            <a:lvl4pPr>
              <a:defRPr lang="es-ES" sz="1400"/>
            </a:lvl4pPr>
            <a:lvl5pPr>
              <a:defRPr lang="es-ES" sz="1400"/>
            </a:lvl5pPr>
            <a:lvl6pPr>
              <a:defRPr lang="es-ES" sz="1400"/>
            </a:lvl6pPr>
            <a:lvl7pPr>
              <a:defRPr lang="es-ES" sz="1400"/>
            </a:lvl7pPr>
            <a:lvl8pPr>
              <a:defRPr lang="es-ES" sz="1400"/>
            </a:lvl8pPr>
            <a:lvl9pPr>
              <a:defRPr lang="es-ES"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s-ES" noProof="0"/>
          </a:p>
        </p:txBody>
      </p:sp>
      <p:sp>
        <p:nvSpPr>
          <p:cNvPr id="7" name="Marcador de fecha 6"/>
          <p:cNvSpPr>
            <a:spLocks noGrp="1"/>
          </p:cNvSpPr>
          <p:nvPr>
            <p:ph type="dt" sz="half" idx="10"/>
          </p:nvPr>
        </p:nvSpPr>
        <p:spPr/>
        <p:txBody>
          <a:bodyPr rtlCol="0"/>
          <a:lstStyle>
            <a:defPPr>
              <a:defRPr lang="es-ES"/>
            </a:defPPr>
          </a:lstStyle>
          <a:p>
            <a:pPr rtl="0"/>
            <a:fld id="{AFFA1CE0-D520-4AE6-8983-BF7F35BD3F6A}" type="datetime1">
              <a:rPr lang="es-ES" noProof="0" smtClean="0"/>
              <a:t>09/08/2024</a:t>
            </a:fld>
            <a:endParaRPr lang="es-ES" noProof="0"/>
          </a:p>
        </p:txBody>
      </p:sp>
      <p:sp>
        <p:nvSpPr>
          <p:cNvPr id="8" name="Marcador de pie de página 7"/>
          <p:cNvSpPr>
            <a:spLocks noGrp="1"/>
          </p:cNvSpPr>
          <p:nvPr>
            <p:ph type="ftr" sz="quarter" idx="11"/>
          </p:nvPr>
        </p:nvSpPr>
        <p:spPr/>
        <p:txBody>
          <a:bodyPr rtlCol="0"/>
          <a:lstStyle>
            <a:defPPr>
              <a:defRPr lang="es-ES"/>
            </a:defPPr>
          </a:lstStyle>
          <a:p>
            <a:pPr rtl="0"/>
            <a:endParaRPr lang="es-ES" noProof="0"/>
          </a:p>
        </p:txBody>
      </p:sp>
      <p:sp>
        <p:nvSpPr>
          <p:cNvPr id="9" name="Marcador de número de diapositiva 8"/>
          <p:cNvSpPr>
            <a:spLocks noGrp="1"/>
          </p:cNvSpPr>
          <p:nvPr>
            <p:ph type="sldNum" sz="quarter" idx="12"/>
          </p:nvPr>
        </p:nvSpPr>
        <p:spPr/>
        <p:txBody>
          <a:bodyPr rtlCol="0"/>
          <a:lstStyle>
            <a:defPPr>
              <a:defRPr lang="es-ES"/>
            </a:defPPr>
          </a:lstStyle>
          <a:p>
            <a:pPr rtl="0"/>
            <a:fld id="{34B7E4EF-A1BD-40F4-AB7B-04F084DD991D}" type="slidenum">
              <a:rPr lang="es-ES" noProof="0" smtClean="0"/>
              <a:t>‹#›</a:t>
            </a:fld>
            <a:endParaRPr lang="es-ES" noProof="0"/>
          </a:p>
        </p:txBody>
      </p:sp>
    </p:spTree>
    <p:extLst>
      <p:ext uri="{BB962C8B-B14F-4D97-AF65-F5344CB8AC3E}">
        <p14:creationId xmlns:p14="http://schemas.microsoft.com/office/powerpoint/2010/main" val="523591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defPPr>
              <a:defRPr lang="es-ES"/>
            </a:defPPr>
          </a:lstStyle>
          <a:p>
            <a:pPr rtl="0"/>
            <a:r>
              <a:rPr lang="en-US" noProof="0"/>
              <a:t>Click to edit Master title style</a:t>
            </a:r>
            <a:endParaRPr lang="es-ES" noProof="0"/>
          </a:p>
        </p:txBody>
      </p:sp>
      <p:sp>
        <p:nvSpPr>
          <p:cNvPr id="3" name="Marcador de fecha 2"/>
          <p:cNvSpPr>
            <a:spLocks noGrp="1"/>
          </p:cNvSpPr>
          <p:nvPr>
            <p:ph type="dt" sz="half" idx="10"/>
          </p:nvPr>
        </p:nvSpPr>
        <p:spPr/>
        <p:txBody>
          <a:bodyPr rtlCol="0"/>
          <a:lstStyle>
            <a:defPPr>
              <a:defRPr lang="es-ES"/>
            </a:defPPr>
          </a:lstStyle>
          <a:p>
            <a:pPr rtl="0"/>
            <a:fld id="{BD2744B2-8AFF-4854-8EB2-6AEDB3208B71}" type="datetime1">
              <a:rPr lang="es-ES" noProof="0" smtClean="0"/>
              <a:t>09/08/2024</a:t>
            </a:fld>
            <a:endParaRPr lang="es-ES" noProof="0"/>
          </a:p>
        </p:txBody>
      </p:sp>
      <p:sp>
        <p:nvSpPr>
          <p:cNvPr id="4" name="Marcador de pie de página 3"/>
          <p:cNvSpPr>
            <a:spLocks noGrp="1"/>
          </p:cNvSpPr>
          <p:nvPr>
            <p:ph type="ftr" sz="quarter" idx="11"/>
          </p:nvPr>
        </p:nvSpPr>
        <p:spPr/>
        <p:txBody>
          <a:bodyPr rtlCol="0"/>
          <a:lstStyle>
            <a:defPPr>
              <a:defRPr lang="es-ES"/>
            </a:defPPr>
          </a:lstStyle>
          <a:p>
            <a:pPr rtl="0"/>
            <a:endParaRPr lang="es-ES" noProof="0"/>
          </a:p>
        </p:txBody>
      </p:sp>
      <p:sp>
        <p:nvSpPr>
          <p:cNvPr id="5" name="Marcador de posición de número de diapositiva 4"/>
          <p:cNvSpPr>
            <a:spLocks noGrp="1"/>
          </p:cNvSpPr>
          <p:nvPr>
            <p:ph type="sldNum" sz="quarter" idx="12"/>
          </p:nvPr>
        </p:nvSpPr>
        <p:spPr/>
        <p:txBody>
          <a:bodyPr rtlCol="0"/>
          <a:lstStyle>
            <a:defPPr>
              <a:defRPr lang="es-ES"/>
            </a:defPPr>
          </a:lstStyle>
          <a:p>
            <a:pPr rtl="0"/>
            <a:fld id="{34B7E4EF-A1BD-40F4-AB7B-04F084DD991D}" type="slidenum">
              <a:rPr lang="es-ES" noProof="0" smtClean="0"/>
              <a:t>‹#›</a:t>
            </a:fld>
            <a:endParaRPr lang="es-ES" noProof="0"/>
          </a:p>
        </p:txBody>
      </p:sp>
    </p:spTree>
    <p:extLst>
      <p:ext uri="{BB962C8B-B14F-4D97-AF65-F5344CB8AC3E}">
        <p14:creationId xmlns:p14="http://schemas.microsoft.com/office/powerpoint/2010/main" val="3758772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defPPr>
              <a:defRPr lang="es-ES"/>
            </a:defPPr>
          </a:lstStyle>
          <a:p>
            <a:pPr rtl="0"/>
            <a:fld id="{4C7B5EDD-7914-41F5-AC1A-03040CA5E9C6}" type="datetime1">
              <a:rPr lang="es-ES" noProof="0" smtClean="0"/>
              <a:t>09/08/2024</a:t>
            </a:fld>
            <a:endParaRPr lang="es-ES" noProof="0"/>
          </a:p>
        </p:txBody>
      </p:sp>
      <p:sp>
        <p:nvSpPr>
          <p:cNvPr id="3" name="Marcador de pie de página 2"/>
          <p:cNvSpPr>
            <a:spLocks noGrp="1"/>
          </p:cNvSpPr>
          <p:nvPr>
            <p:ph type="ftr" sz="quarter" idx="11"/>
          </p:nvPr>
        </p:nvSpPr>
        <p:spPr/>
        <p:txBody>
          <a:bodyPr rtlCol="0"/>
          <a:lstStyle>
            <a:defPPr>
              <a:defRPr lang="es-ES"/>
            </a:defPPr>
          </a:lstStyle>
          <a:p>
            <a:pPr rtl="0"/>
            <a:endParaRPr lang="es-ES" noProof="0"/>
          </a:p>
        </p:txBody>
      </p:sp>
      <p:sp>
        <p:nvSpPr>
          <p:cNvPr id="4" name="Marcador de número de diapositiva 3"/>
          <p:cNvSpPr>
            <a:spLocks noGrp="1"/>
          </p:cNvSpPr>
          <p:nvPr>
            <p:ph type="sldNum" sz="quarter" idx="12"/>
          </p:nvPr>
        </p:nvSpPr>
        <p:spPr/>
        <p:txBody>
          <a:bodyPr rtlCol="0"/>
          <a:lstStyle>
            <a:defPPr>
              <a:defRPr lang="es-ES"/>
            </a:defPPr>
          </a:lstStyle>
          <a:p>
            <a:pPr rtl="0"/>
            <a:fld id="{34B7E4EF-A1BD-40F4-AB7B-04F084DD991D}" type="slidenum">
              <a:rPr lang="es-ES" noProof="0" smtClean="0"/>
              <a:t>‹#›</a:t>
            </a:fld>
            <a:endParaRPr lang="es-ES" noProof="0"/>
          </a:p>
        </p:txBody>
      </p:sp>
    </p:spTree>
    <p:extLst>
      <p:ext uri="{BB962C8B-B14F-4D97-AF65-F5344CB8AC3E}">
        <p14:creationId xmlns:p14="http://schemas.microsoft.com/office/powerpoint/2010/main" val="865951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ángulo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8458200" y="607392"/>
            <a:ext cx="3161963" cy="1645920"/>
          </a:xfrm>
        </p:spPr>
        <p:txBody>
          <a:bodyPr rtlCol="0" anchor="b">
            <a:normAutofit/>
          </a:bodyPr>
          <a:lstStyle>
            <a:lvl1pPr algn="l" defTabSz="914400" rtl="0" eaLnBrk="1" latinLnBrk="0" hangingPunct="1">
              <a:lnSpc>
                <a:spcPct val="100000"/>
              </a:lnSpc>
              <a:spcBef>
                <a:spcPct val="0"/>
              </a:spcBef>
              <a:buNone/>
              <a:defRPr lang="es-ES" sz="3200" b="0" kern="1200" cap="none" spc="0" baseline="0" dirty="0">
                <a:solidFill>
                  <a:schemeClr val="tx1"/>
                </a:solidFill>
                <a:effectLst/>
                <a:latin typeface="+mj-lt"/>
                <a:ea typeface="+mn-ea"/>
                <a:cs typeface="+mn-cs"/>
              </a:defRPr>
            </a:lvl1pPr>
          </a:lstStyle>
          <a:p>
            <a:pPr rtl="0"/>
            <a:r>
              <a:rPr lang="en-US" noProof="0"/>
              <a:t>Click to edit Master title style</a:t>
            </a:r>
            <a:endParaRPr lang="es-ES" noProof="0"/>
          </a:p>
        </p:txBody>
      </p:sp>
      <p:sp>
        <p:nvSpPr>
          <p:cNvPr id="3" name="Marcador de contenido 2"/>
          <p:cNvSpPr>
            <a:spLocks noGrp="1"/>
          </p:cNvSpPr>
          <p:nvPr>
            <p:ph idx="1"/>
          </p:nvPr>
        </p:nvSpPr>
        <p:spPr>
          <a:xfrm>
            <a:off x="685800" y="609600"/>
            <a:ext cx="6858000" cy="5334000"/>
          </a:xfrm>
        </p:spPr>
        <p:txBody>
          <a:bodyPr rtlCol="0"/>
          <a:lstStyle>
            <a:lvl1pPr>
              <a:defRPr lang="es-ES" sz="1900"/>
            </a:lvl1pPr>
            <a:lvl2pPr>
              <a:defRPr lang="es-ES" sz="1600"/>
            </a:lvl2pPr>
            <a:lvl3pPr>
              <a:defRPr lang="es-ES" sz="1400"/>
            </a:lvl3pPr>
            <a:lvl4pPr>
              <a:defRPr lang="es-ES" sz="1400"/>
            </a:lvl4pPr>
            <a:lvl5pPr>
              <a:defRPr lang="es-ES" sz="1400"/>
            </a:lvl5pPr>
            <a:lvl6pPr>
              <a:defRPr lang="es-ES" sz="1400"/>
            </a:lvl6pPr>
            <a:lvl7pPr>
              <a:defRPr lang="es-ES" sz="1400"/>
            </a:lvl7pPr>
            <a:lvl8pPr>
              <a:defRPr lang="es-ES" sz="1400"/>
            </a:lvl8pPr>
            <a:lvl9pPr>
              <a:defRPr lang="es-ES"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s-ES" noProof="0"/>
          </a:p>
        </p:txBody>
      </p:sp>
      <p:sp>
        <p:nvSpPr>
          <p:cNvPr id="4" name="Marcador de texto 3"/>
          <p:cNvSpPr>
            <a:spLocks noGrp="1"/>
          </p:cNvSpPr>
          <p:nvPr>
            <p:ph type="body" sz="half" idx="2"/>
          </p:nvPr>
        </p:nvSpPr>
        <p:spPr>
          <a:xfrm>
            <a:off x="8458200" y="2336800"/>
            <a:ext cx="3161963" cy="3606800"/>
          </a:xfrm>
        </p:spPr>
        <p:txBody>
          <a:bodyPr rtlCol="0">
            <a:normAutofit/>
          </a:bodyPr>
          <a:lstStyle>
            <a:lvl1pPr marL="0" indent="0">
              <a:lnSpc>
                <a:spcPct val="110000"/>
              </a:lnSpc>
              <a:spcBef>
                <a:spcPts val="800"/>
              </a:spcBef>
              <a:buNone/>
              <a:defRPr lang="es-ES" sz="1800">
                <a:solidFill>
                  <a:schemeClr val="tx1"/>
                </a:solidFill>
              </a:defRPr>
            </a:lvl1pPr>
            <a:lvl2pPr marL="457200" indent="0">
              <a:buNone/>
              <a:defRPr lang="es-ES" sz="1200"/>
            </a:lvl2pPr>
            <a:lvl3pPr marL="914400" indent="0">
              <a:buNone/>
              <a:defRPr lang="es-ES" sz="1000"/>
            </a:lvl3pPr>
            <a:lvl4pPr marL="1371600" indent="0">
              <a:buNone/>
              <a:defRPr lang="es-ES" sz="900"/>
            </a:lvl4pPr>
            <a:lvl5pPr marL="1828800" indent="0">
              <a:buNone/>
              <a:defRPr lang="es-ES" sz="900"/>
            </a:lvl5pPr>
            <a:lvl6pPr marL="2286000" indent="0">
              <a:buNone/>
              <a:defRPr lang="es-ES" sz="900"/>
            </a:lvl6pPr>
            <a:lvl7pPr marL="2743200" indent="0">
              <a:buNone/>
              <a:defRPr lang="es-ES" sz="900"/>
            </a:lvl7pPr>
            <a:lvl8pPr marL="3200400" indent="0">
              <a:buNone/>
              <a:defRPr lang="es-ES" sz="900"/>
            </a:lvl8pPr>
            <a:lvl9pPr marL="3657600" indent="0">
              <a:buNone/>
              <a:defRPr lang="es-ES" sz="900"/>
            </a:lvl9pPr>
          </a:lstStyle>
          <a:p>
            <a:pPr lvl="0" rtl="0"/>
            <a:r>
              <a:rPr lang="en-US" noProof="0"/>
              <a:t>Click to edit Master text styles</a:t>
            </a:r>
          </a:p>
        </p:txBody>
      </p:sp>
      <p:sp>
        <p:nvSpPr>
          <p:cNvPr id="8" name="Marcador de fecha 7"/>
          <p:cNvSpPr>
            <a:spLocks noGrp="1"/>
          </p:cNvSpPr>
          <p:nvPr>
            <p:ph type="dt" sz="half" idx="10"/>
          </p:nvPr>
        </p:nvSpPr>
        <p:spPr>
          <a:xfrm>
            <a:off x="5588000" y="6035040"/>
            <a:ext cx="1955800" cy="365760"/>
          </a:xfrm>
        </p:spPr>
        <p:txBody>
          <a:bodyPr rtlCol="0"/>
          <a:lstStyle>
            <a:lvl1pPr>
              <a:defRPr lang="es-ES">
                <a:solidFill>
                  <a:schemeClr val="tx1">
                    <a:lumMod val="85000"/>
                    <a:lumOff val="15000"/>
                  </a:schemeClr>
                </a:solidFill>
              </a:defRPr>
            </a:lvl1pPr>
          </a:lstStyle>
          <a:p>
            <a:pPr rtl="0"/>
            <a:fld id="{BCC3E2A5-012A-4BBA-9BD6-129DEB004F28}" type="datetime1">
              <a:rPr lang="es-ES" noProof="0" smtClean="0"/>
              <a:t>09/08/2024</a:t>
            </a:fld>
            <a:endParaRPr lang="es-ES" noProof="0"/>
          </a:p>
        </p:txBody>
      </p:sp>
      <p:sp>
        <p:nvSpPr>
          <p:cNvPr id="9" name="Marcador de pie de página 8"/>
          <p:cNvSpPr>
            <a:spLocks noGrp="1"/>
          </p:cNvSpPr>
          <p:nvPr>
            <p:ph type="ftr" sz="quarter" idx="11"/>
          </p:nvPr>
        </p:nvSpPr>
        <p:spPr>
          <a:xfrm>
            <a:off x="685801" y="6035040"/>
            <a:ext cx="4584700" cy="365760"/>
          </a:xfrm>
        </p:spPr>
        <p:txBody>
          <a:bodyPr rtlCol="0"/>
          <a:lstStyle>
            <a:lvl1pPr algn="l">
              <a:defRPr lang="es-ES"/>
            </a:lvl1pPr>
          </a:lstStyle>
          <a:p>
            <a:pPr rtl="0"/>
            <a:endParaRPr lang="es-ES" noProof="0"/>
          </a:p>
        </p:txBody>
      </p:sp>
      <p:sp>
        <p:nvSpPr>
          <p:cNvPr id="11" name="Marcador de número de diapositiva 10"/>
          <p:cNvSpPr>
            <a:spLocks noGrp="1"/>
          </p:cNvSpPr>
          <p:nvPr>
            <p:ph type="sldNum" sz="quarter" idx="12"/>
          </p:nvPr>
        </p:nvSpPr>
        <p:spPr>
          <a:xfrm>
            <a:off x="10396728" y="6035040"/>
            <a:ext cx="1223435" cy="365760"/>
          </a:xfrm>
        </p:spPr>
        <p:txBody>
          <a:bodyPr rtlCol="0"/>
          <a:lstStyle>
            <a:lvl1pPr>
              <a:defRPr lang="es-ES">
                <a:solidFill>
                  <a:schemeClr val="tx1">
                    <a:lumMod val="85000"/>
                    <a:lumOff val="15000"/>
                  </a:schemeClr>
                </a:solidFill>
              </a:defRPr>
            </a:lvl1pPr>
          </a:lstStyle>
          <a:p>
            <a:pPr rtl="0"/>
            <a:fld id="{34B7E4EF-A1BD-40F4-AB7B-04F084DD991D}" type="slidenum">
              <a:rPr lang="es-ES" noProof="0" smtClean="0"/>
              <a:t>‹#›</a:t>
            </a:fld>
            <a:endParaRPr lang="es-ES" noProof="0"/>
          </a:p>
        </p:txBody>
      </p:sp>
    </p:spTree>
    <p:extLst>
      <p:ext uri="{BB962C8B-B14F-4D97-AF65-F5344CB8AC3E}">
        <p14:creationId xmlns:p14="http://schemas.microsoft.com/office/powerpoint/2010/main" val="1696644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1_Contenido con título">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ángulo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8458200" y="607392"/>
            <a:ext cx="3161963" cy="1645920"/>
          </a:xfrm>
        </p:spPr>
        <p:txBody>
          <a:bodyPr rtlCol="0" anchor="b">
            <a:noAutofit/>
          </a:bodyPr>
          <a:lstStyle>
            <a:lvl1pPr algn="l" defTabSz="914400" rtl="0" eaLnBrk="1" latinLnBrk="0" hangingPunct="1">
              <a:lnSpc>
                <a:spcPct val="100000"/>
              </a:lnSpc>
              <a:spcBef>
                <a:spcPct val="0"/>
              </a:spcBef>
              <a:buNone/>
              <a:defRPr lang="es-ES" sz="4100" b="0" kern="1200" cap="none" spc="0" baseline="0" dirty="0">
                <a:solidFill>
                  <a:schemeClr val="bg1"/>
                </a:solidFill>
                <a:effectLst/>
                <a:latin typeface="+mj-lt"/>
                <a:ea typeface="+mn-ea"/>
                <a:cs typeface="+mn-cs"/>
              </a:defRPr>
            </a:lvl1pPr>
          </a:lstStyle>
          <a:p>
            <a:pPr rtl="0"/>
            <a:r>
              <a:rPr lang="en-US" noProof="0"/>
              <a:t>Click to edit Master title style</a:t>
            </a:r>
            <a:endParaRPr lang="es-ES" noProof="0"/>
          </a:p>
        </p:txBody>
      </p:sp>
      <p:sp>
        <p:nvSpPr>
          <p:cNvPr id="3" name="Marcador de contenido 2"/>
          <p:cNvSpPr>
            <a:spLocks noGrp="1"/>
          </p:cNvSpPr>
          <p:nvPr>
            <p:ph idx="1"/>
          </p:nvPr>
        </p:nvSpPr>
        <p:spPr>
          <a:xfrm>
            <a:off x="685800" y="609600"/>
            <a:ext cx="6858000" cy="5334000"/>
          </a:xfrm>
        </p:spPr>
        <p:txBody>
          <a:bodyPr rtlCol="0"/>
          <a:lstStyle>
            <a:lvl1pPr>
              <a:defRPr lang="es-ES" sz="1900"/>
            </a:lvl1pPr>
            <a:lvl2pPr>
              <a:defRPr lang="es-ES" sz="1600"/>
            </a:lvl2pPr>
            <a:lvl3pPr>
              <a:defRPr lang="es-ES" sz="1400"/>
            </a:lvl3pPr>
            <a:lvl4pPr>
              <a:defRPr lang="es-ES" sz="1400"/>
            </a:lvl4pPr>
            <a:lvl5pPr>
              <a:defRPr lang="es-ES" sz="1400"/>
            </a:lvl5pPr>
            <a:lvl6pPr>
              <a:defRPr lang="es-ES" sz="1400"/>
            </a:lvl6pPr>
            <a:lvl7pPr>
              <a:defRPr lang="es-ES" sz="1400"/>
            </a:lvl7pPr>
            <a:lvl8pPr>
              <a:defRPr lang="es-ES" sz="1400"/>
            </a:lvl8pPr>
            <a:lvl9pPr>
              <a:defRPr lang="es-ES"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s-ES" noProof="0"/>
          </a:p>
        </p:txBody>
      </p:sp>
      <p:sp>
        <p:nvSpPr>
          <p:cNvPr id="4" name="Marcador de texto 3"/>
          <p:cNvSpPr>
            <a:spLocks noGrp="1"/>
          </p:cNvSpPr>
          <p:nvPr>
            <p:ph type="body" sz="half" idx="2"/>
          </p:nvPr>
        </p:nvSpPr>
        <p:spPr>
          <a:xfrm>
            <a:off x="8458200" y="2336800"/>
            <a:ext cx="3161963" cy="3606800"/>
          </a:xfrm>
        </p:spPr>
        <p:txBody>
          <a:bodyPr rtlCol="0">
            <a:normAutofit/>
          </a:bodyPr>
          <a:lstStyle>
            <a:lvl1pPr marL="0" indent="0">
              <a:lnSpc>
                <a:spcPct val="110000"/>
              </a:lnSpc>
              <a:spcBef>
                <a:spcPts val="800"/>
              </a:spcBef>
              <a:buNone/>
              <a:defRPr lang="es-ES" sz="1800">
                <a:solidFill>
                  <a:schemeClr val="bg1">
                    <a:lumMod val="95000"/>
                  </a:schemeClr>
                </a:solidFill>
              </a:defRPr>
            </a:lvl1pPr>
            <a:lvl2pPr marL="457200" indent="0">
              <a:buNone/>
              <a:defRPr lang="es-ES" sz="1200"/>
            </a:lvl2pPr>
            <a:lvl3pPr marL="914400" indent="0">
              <a:buNone/>
              <a:defRPr lang="es-ES" sz="1000"/>
            </a:lvl3pPr>
            <a:lvl4pPr marL="1371600" indent="0">
              <a:buNone/>
              <a:defRPr lang="es-ES" sz="900"/>
            </a:lvl4pPr>
            <a:lvl5pPr marL="1828800" indent="0">
              <a:buNone/>
              <a:defRPr lang="es-ES" sz="900"/>
            </a:lvl5pPr>
            <a:lvl6pPr marL="2286000" indent="0">
              <a:buNone/>
              <a:defRPr lang="es-ES" sz="900"/>
            </a:lvl6pPr>
            <a:lvl7pPr marL="2743200" indent="0">
              <a:buNone/>
              <a:defRPr lang="es-ES" sz="900"/>
            </a:lvl7pPr>
            <a:lvl8pPr marL="3200400" indent="0">
              <a:buNone/>
              <a:defRPr lang="es-ES" sz="900"/>
            </a:lvl8pPr>
            <a:lvl9pPr marL="3657600" indent="0">
              <a:buNone/>
              <a:defRPr lang="es-ES" sz="900"/>
            </a:lvl9pPr>
          </a:lstStyle>
          <a:p>
            <a:pPr lvl="0" rtl="0"/>
            <a:r>
              <a:rPr lang="en-US" noProof="0"/>
              <a:t>Click to edit Master text styles</a:t>
            </a:r>
          </a:p>
        </p:txBody>
      </p:sp>
      <p:sp>
        <p:nvSpPr>
          <p:cNvPr id="8" name="Marcador de fecha 7"/>
          <p:cNvSpPr>
            <a:spLocks noGrp="1"/>
          </p:cNvSpPr>
          <p:nvPr>
            <p:ph type="dt" sz="half" idx="10"/>
          </p:nvPr>
        </p:nvSpPr>
        <p:spPr>
          <a:xfrm>
            <a:off x="5588000" y="6035040"/>
            <a:ext cx="1955800" cy="365760"/>
          </a:xfrm>
        </p:spPr>
        <p:txBody>
          <a:bodyPr rtlCol="0"/>
          <a:lstStyle>
            <a:lvl1pPr>
              <a:defRPr lang="es-ES">
                <a:solidFill>
                  <a:schemeClr val="tx1">
                    <a:lumMod val="85000"/>
                    <a:lumOff val="15000"/>
                  </a:schemeClr>
                </a:solidFill>
              </a:defRPr>
            </a:lvl1pPr>
          </a:lstStyle>
          <a:p>
            <a:pPr rtl="0"/>
            <a:fld id="{D2FFF39E-7815-46BC-A7EE-7F1F6D4908E7}" type="datetime1">
              <a:rPr lang="es-ES" noProof="0" smtClean="0"/>
              <a:t>09/08/2024</a:t>
            </a:fld>
            <a:endParaRPr lang="es-ES" noProof="0"/>
          </a:p>
        </p:txBody>
      </p:sp>
      <p:sp>
        <p:nvSpPr>
          <p:cNvPr id="9" name="Marcador de pie de página 8"/>
          <p:cNvSpPr>
            <a:spLocks noGrp="1"/>
          </p:cNvSpPr>
          <p:nvPr>
            <p:ph type="ftr" sz="quarter" idx="11"/>
          </p:nvPr>
        </p:nvSpPr>
        <p:spPr>
          <a:xfrm>
            <a:off x="685801" y="6035040"/>
            <a:ext cx="4584700" cy="365760"/>
          </a:xfrm>
        </p:spPr>
        <p:txBody>
          <a:bodyPr rtlCol="0"/>
          <a:lstStyle>
            <a:lvl1pPr algn="l">
              <a:defRPr lang="es-ES"/>
            </a:lvl1pPr>
          </a:lstStyle>
          <a:p>
            <a:pPr rtl="0"/>
            <a:endParaRPr lang="es-ES" noProof="0"/>
          </a:p>
        </p:txBody>
      </p:sp>
      <p:sp>
        <p:nvSpPr>
          <p:cNvPr id="11" name="Marcador de número de diapositiva 10"/>
          <p:cNvSpPr>
            <a:spLocks noGrp="1"/>
          </p:cNvSpPr>
          <p:nvPr>
            <p:ph type="sldNum" sz="quarter" idx="12"/>
          </p:nvPr>
        </p:nvSpPr>
        <p:spPr>
          <a:xfrm>
            <a:off x="10396728" y="6035040"/>
            <a:ext cx="1223435" cy="365760"/>
          </a:xfrm>
        </p:spPr>
        <p:txBody>
          <a:bodyPr rtlCol="0"/>
          <a:lstStyle>
            <a:lvl1pPr>
              <a:defRPr lang="es-ES">
                <a:solidFill>
                  <a:schemeClr val="tx1">
                    <a:lumMod val="85000"/>
                    <a:lumOff val="15000"/>
                  </a:schemeClr>
                </a:solidFill>
              </a:defRPr>
            </a:lvl1pPr>
          </a:lstStyle>
          <a:p>
            <a:pPr rtl="0"/>
            <a:fld id="{34B7E4EF-A1BD-40F4-AB7B-04F084DD991D}" type="slidenum">
              <a:rPr lang="es-ES" noProof="0" smtClean="0"/>
              <a:t>‹#›</a:t>
            </a:fld>
            <a:endParaRPr lang="es-ES" noProof="0"/>
          </a:p>
        </p:txBody>
      </p:sp>
    </p:spTree>
    <p:extLst>
      <p:ext uri="{BB962C8B-B14F-4D97-AF65-F5344CB8AC3E}">
        <p14:creationId xmlns:p14="http://schemas.microsoft.com/office/powerpoint/2010/main" val="154680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Imagen con leyenda">
    <p:spTree>
      <p:nvGrpSpPr>
        <p:cNvPr id="1" name=""/>
        <p:cNvGrpSpPr/>
        <p:nvPr/>
      </p:nvGrpSpPr>
      <p:grpSpPr>
        <a:xfrm>
          <a:off x="0" y="0"/>
          <a:ext cx="0" cy="0"/>
          <a:chOff x="0" y="0"/>
          <a:chExt cx="0" cy="0"/>
        </a:xfrm>
      </p:grpSpPr>
      <p:sp>
        <p:nvSpPr>
          <p:cNvPr id="25" name="Rectángulo 24">
            <a:extLst>
              <a:ext uri="{FF2B5EF4-FFF2-40B4-BE49-F238E27FC236}">
                <a16:creationId xmlns:a16="http://schemas.microsoft.com/office/drawing/2014/main" id="{CD7A40E7-331A-409D-8385-D6893D1EA86A}"/>
              </a:ext>
            </a:extLst>
          </p:cNvPr>
          <p:cNvSpPr/>
          <p:nvPr userDrawn="1"/>
        </p:nvSpPr>
        <p:spPr>
          <a:xfrm>
            <a:off x="948394" y="941695"/>
            <a:ext cx="5452526" cy="497461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a:p>
        </p:txBody>
      </p:sp>
      <p:sp>
        <p:nvSpPr>
          <p:cNvPr id="24" name="Marcador de posición de imagen 23">
            <a:extLst>
              <a:ext uri="{FF2B5EF4-FFF2-40B4-BE49-F238E27FC236}">
                <a16:creationId xmlns:a16="http://schemas.microsoft.com/office/drawing/2014/main" id="{75561E95-1FD2-4358-9E4C-3D2E929E4872}"/>
              </a:ext>
            </a:extLst>
          </p:cNvPr>
          <p:cNvSpPr>
            <a:spLocks noGrp="1"/>
          </p:cNvSpPr>
          <p:nvPr>
            <p:ph type="pic" sz="quarter" idx="14"/>
          </p:nvPr>
        </p:nvSpPr>
        <p:spPr>
          <a:xfrm>
            <a:off x="0" y="0"/>
            <a:ext cx="12192000" cy="6858000"/>
          </a:xfrm>
          <a:custGeom>
            <a:avLst/>
            <a:gdLst>
              <a:gd name="connsiteX0" fmla="*/ 948394 w 12192000"/>
              <a:gd name="connsiteY0" fmla="*/ 941695 h 6858000"/>
              <a:gd name="connsiteX1" fmla="*/ 948394 w 12192000"/>
              <a:gd name="connsiteY1" fmla="*/ 5916305 h 6858000"/>
              <a:gd name="connsiteX2" fmla="*/ 6400920 w 12192000"/>
              <a:gd name="connsiteY2" fmla="*/ 5916305 h 6858000"/>
              <a:gd name="connsiteX3" fmla="*/ 6400920 w 12192000"/>
              <a:gd name="connsiteY3" fmla="*/ 94169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948394" y="941695"/>
                </a:moveTo>
                <a:lnTo>
                  <a:pt x="948394" y="5916305"/>
                </a:lnTo>
                <a:lnTo>
                  <a:pt x="6400920" y="5916305"/>
                </a:lnTo>
                <a:lnTo>
                  <a:pt x="6400920" y="941695"/>
                </a:lnTo>
                <a:close/>
                <a:moveTo>
                  <a:pt x="0" y="0"/>
                </a:moveTo>
                <a:lnTo>
                  <a:pt x="12192000" y="0"/>
                </a:lnTo>
                <a:lnTo>
                  <a:pt x="12192000" y="6858000"/>
                </a:lnTo>
                <a:lnTo>
                  <a:pt x="0" y="6858000"/>
                </a:lnTo>
                <a:close/>
              </a:path>
            </a:pathLst>
          </a:custGeom>
          <a:solidFill>
            <a:schemeClr val="accent1">
              <a:lumMod val="60000"/>
              <a:lumOff val="40000"/>
            </a:schemeClr>
          </a:solidFill>
        </p:spPr>
        <p:txBody>
          <a:bodyPr wrap="square" rtlCol="0">
            <a:noAutofit/>
          </a:bodyPr>
          <a:lstStyle>
            <a:lvl1pPr marL="0" indent="0" algn="ctr">
              <a:buNone/>
              <a:defRPr lang="es-ES"/>
            </a:lvl1pPr>
          </a:lstStyle>
          <a:p>
            <a:pPr rtl="0"/>
            <a:r>
              <a:rPr lang="en-US" noProof="0"/>
              <a:t>Click icon to add picture</a:t>
            </a:r>
            <a:endParaRPr lang="es-ES" noProof="0"/>
          </a:p>
        </p:txBody>
      </p:sp>
      <p:sp>
        <p:nvSpPr>
          <p:cNvPr id="8" name="Marcador de fecha 7"/>
          <p:cNvSpPr>
            <a:spLocks noGrp="1"/>
          </p:cNvSpPr>
          <p:nvPr>
            <p:ph type="dt" sz="half" idx="10"/>
          </p:nvPr>
        </p:nvSpPr>
        <p:spPr>
          <a:xfrm>
            <a:off x="5588000" y="6035040"/>
            <a:ext cx="1955800" cy="365760"/>
          </a:xfrm>
        </p:spPr>
        <p:txBody>
          <a:bodyPr rtlCol="0"/>
          <a:lstStyle>
            <a:lvl1pPr>
              <a:defRPr lang="es-ES">
                <a:solidFill>
                  <a:schemeClr val="tx1">
                    <a:lumMod val="85000"/>
                    <a:lumOff val="15000"/>
                  </a:schemeClr>
                </a:solidFill>
              </a:defRPr>
            </a:lvl1pPr>
          </a:lstStyle>
          <a:p>
            <a:pPr rtl="0"/>
            <a:fld id="{D21ACFE4-7A0B-4C5F-B126-3E7852FCEB08}" type="datetime1">
              <a:rPr lang="es-ES" noProof="0" smtClean="0"/>
              <a:t>09/08/2024</a:t>
            </a:fld>
            <a:endParaRPr lang="es-ES" noProof="0"/>
          </a:p>
        </p:txBody>
      </p:sp>
      <p:sp>
        <p:nvSpPr>
          <p:cNvPr id="9" name="Marcador de pie de página 8"/>
          <p:cNvSpPr>
            <a:spLocks noGrp="1"/>
          </p:cNvSpPr>
          <p:nvPr>
            <p:ph type="ftr" sz="quarter" idx="11"/>
          </p:nvPr>
        </p:nvSpPr>
        <p:spPr>
          <a:xfrm>
            <a:off x="685801" y="6035040"/>
            <a:ext cx="4584700" cy="365760"/>
          </a:xfrm>
        </p:spPr>
        <p:txBody>
          <a:bodyPr rtlCol="0"/>
          <a:lstStyle>
            <a:lvl1pPr algn="l">
              <a:defRPr lang="es-ES"/>
            </a:lvl1pPr>
          </a:lstStyle>
          <a:p>
            <a:pPr rtl="0"/>
            <a:endParaRPr lang="es-ES" noProof="0"/>
          </a:p>
        </p:txBody>
      </p:sp>
      <p:sp>
        <p:nvSpPr>
          <p:cNvPr id="11" name="Marcador de número de diapositiva 10"/>
          <p:cNvSpPr>
            <a:spLocks noGrp="1"/>
          </p:cNvSpPr>
          <p:nvPr>
            <p:ph type="sldNum" sz="quarter" idx="12"/>
          </p:nvPr>
        </p:nvSpPr>
        <p:spPr>
          <a:xfrm>
            <a:off x="10396728" y="6035040"/>
            <a:ext cx="1223435" cy="365760"/>
          </a:xfrm>
        </p:spPr>
        <p:txBody>
          <a:bodyPr rtlCol="0"/>
          <a:lstStyle>
            <a:lvl1pPr>
              <a:defRPr lang="es-ES">
                <a:solidFill>
                  <a:schemeClr val="tx1">
                    <a:lumMod val="85000"/>
                    <a:lumOff val="15000"/>
                  </a:schemeClr>
                </a:solidFill>
              </a:defRPr>
            </a:lvl1pPr>
          </a:lstStyle>
          <a:p>
            <a:pPr rtl="0"/>
            <a:fld id="{34B7E4EF-A1BD-40F4-AB7B-04F084DD991D}" type="slidenum">
              <a:rPr lang="es-ES" noProof="0" smtClean="0"/>
              <a:t>‹#›</a:t>
            </a:fld>
            <a:endParaRPr lang="es-ES" noProof="0"/>
          </a:p>
        </p:txBody>
      </p:sp>
      <p:sp>
        <p:nvSpPr>
          <p:cNvPr id="22" name="Marcador de contenido 3">
            <a:extLst>
              <a:ext uri="{FF2B5EF4-FFF2-40B4-BE49-F238E27FC236}">
                <a16:creationId xmlns:a16="http://schemas.microsoft.com/office/drawing/2014/main" id="{6E7077FF-6FAE-4A98-862F-3A2F931B9589}"/>
              </a:ext>
            </a:extLst>
          </p:cNvPr>
          <p:cNvSpPr>
            <a:spLocks noGrp="1"/>
          </p:cNvSpPr>
          <p:nvPr>
            <p:ph sz="half" idx="13"/>
          </p:nvPr>
        </p:nvSpPr>
        <p:spPr>
          <a:xfrm>
            <a:off x="1357950" y="2852792"/>
            <a:ext cx="4633415" cy="2572193"/>
          </a:xfrm>
        </p:spPr>
        <p:txBody>
          <a:bodyPr vert="horz" lIns="91440" tIns="45720" rIns="91440" bIns="45720" rtlCol="0">
            <a:normAutofit/>
          </a:bodyPr>
          <a:lstStyle>
            <a:lvl1pPr marL="0" indent="0">
              <a:buNone/>
              <a:defRPr lang="es-ES">
                <a:solidFill>
                  <a:schemeClr val="bg1"/>
                </a:solidFill>
              </a:defRPr>
            </a:lvl1pPr>
          </a:lstStyle>
          <a:p>
            <a:pPr lvl="0" rtl="0"/>
            <a:r>
              <a:rPr lang="en-US" noProof="0"/>
              <a:t>Click to edit Master text styles</a:t>
            </a:r>
          </a:p>
        </p:txBody>
      </p:sp>
      <p:sp>
        <p:nvSpPr>
          <p:cNvPr id="23" name="Rectángulo 22">
            <a:extLst>
              <a:ext uri="{FF2B5EF4-FFF2-40B4-BE49-F238E27FC236}">
                <a16:creationId xmlns:a16="http://schemas.microsoft.com/office/drawing/2014/main" id="{351E07B6-8D69-4F8A-9729-400511B37F8B}"/>
              </a:ext>
            </a:extLst>
          </p:cNvPr>
          <p:cNvSpPr/>
          <p:nvPr userDrawn="1"/>
        </p:nvSpPr>
        <p:spPr>
          <a:xfrm>
            <a:off x="1101715" y="1106424"/>
            <a:ext cx="5120640" cy="46451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a:p>
        </p:txBody>
      </p:sp>
      <p:sp>
        <p:nvSpPr>
          <p:cNvPr id="2" name="Título 1"/>
          <p:cNvSpPr>
            <a:spLocks noGrp="1"/>
          </p:cNvSpPr>
          <p:nvPr>
            <p:ph type="title"/>
          </p:nvPr>
        </p:nvSpPr>
        <p:spPr>
          <a:xfrm>
            <a:off x="1357950" y="1352804"/>
            <a:ext cx="4633415" cy="1333641"/>
          </a:xfrm>
        </p:spPr>
        <p:txBody>
          <a:bodyPr rtlCol="0" anchor="b">
            <a:normAutofit/>
          </a:bodyPr>
          <a:lstStyle>
            <a:lvl1pPr algn="l" defTabSz="914400" rtl="0" eaLnBrk="1" latinLnBrk="0" hangingPunct="1">
              <a:lnSpc>
                <a:spcPct val="100000"/>
              </a:lnSpc>
              <a:spcBef>
                <a:spcPct val="0"/>
              </a:spcBef>
              <a:buNone/>
              <a:defRPr lang="es-ES" sz="4800" b="0" kern="1200" cap="none" spc="0" baseline="0" dirty="0">
                <a:solidFill>
                  <a:schemeClr val="bg1"/>
                </a:solidFill>
                <a:effectLst/>
                <a:latin typeface="+mj-lt"/>
                <a:ea typeface="+mn-ea"/>
                <a:cs typeface="+mn-cs"/>
              </a:defRPr>
            </a:lvl1pPr>
          </a:lstStyle>
          <a:p>
            <a:pPr rtl="0"/>
            <a:r>
              <a:rPr lang="en-US" noProof="0"/>
              <a:t>Click to edit Master title style</a:t>
            </a:r>
            <a:endParaRPr lang="es-ES" noProof="0"/>
          </a:p>
        </p:txBody>
      </p:sp>
    </p:spTree>
    <p:extLst>
      <p:ext uri="{BB962C8B-B14F-4D97-AF65-F5344CB8AC3E}">
        <p14:creationId xmlns:p14="http://schemas.microsoft.com/office/powerpoint/2010/main" val="2811138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Imagen con leyenda">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Marcador de posición de imagen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rtlCol="0" anchor="t"/>
          <a:lstStyle>
            <a:lvl1pPr marL="0" indent="0">
              <a:buNone/>
              <a:defRPr lang="es-ES" sz="3200"/>
            </a:lvl1pPr>
            <a:lvl2pPr marL="457200" indent="0">
              <a:buNone/>
              <a:defRPr lang="es-ES" sz="2800"/>
            </a:lvl2pPr>
            <a:lvl3pPr marL="914400" indent="0">
              <a:buNone/>
              <a:defRPr lang="es-ES" sz="2400"/>
            </a:lvl3pPr>
            <a:lvl4pPr marL="1371600" indent="0">
              <a:buNone/>
              <a:defRPr lang="es-ES" sz="2000"/>
            </a:lvl4pPr>
            <a:lvl5pPr marL="1828800" indent="0">
              <a:buNone/>
              <a:defRPr lang="es-ES" sz="2000"/>
            </a:lvl5pPr>
            <a:lvl6pPr marL="2286000" indent="0">
              <a:buNone/>
              <a:defRPr lang="es-ES" sz="2000"/>
            </a:lvl6pPr>
            <a:lvl7pPr marL="2743200" indent="0">
              <a:buNone/>
              <a:defRPr lang="es-ES" sz="2000"/>
            </a:lvl7pPr>
            <a:lvl8pPr marL="3200400" indent="0">
              <a:buNone/>
              <a:defRPr lang="es-ES" sz="2000"/>
            </a:lvl8pPr>
            <a:lvl9pPr marL="3657600" indent="0">
              <a:buNone/>
              <a:defRPr lang="es-ES" sz="2000"/>
            </a:lvl9pPr>
          </a:lstStyle>
          <a:p>
            <a:pPr rtl="0"/>
            <a:r>
              <a:rPr lang="en-US" noProof="0"/>
              <a:t>Click icon to add picture</a:t>
            </a:r>
            <a:endParaRPr lang="es-ES" noProof="0"/>
          </a:p>
        </p:txBody>
      </p:sp>
      <p:sp>
        <p:nvSpPr>
          <p:cNvPr id="5" name="Marcador de fecha 4"/>
          <p:cNvSpPr>
            <a:spLocks noGrp="1"/>
          </p:cNvSpPr>
          <p:nvPr>
            <p:ph type="dt" sz="half" idx="10"/>
          </p:nvPr>
        </p:nvSpPr>
        <p:spPr>
          <a:xfrm>
            <a:off x="5662337" y="6035040"/>
            <a:ext cx="2071963" cy="365760"/>
          </a:xfrm>
        </p:spPr>
        <p:txBody>
          <a:bodyPr rtlCol="0"/>
          <a:lstStyle>
            <a:lvl1pPr>
              <a:defRPr lang="es-ES" b="1">
                <a:solidFill>
                  <a:srgbClr val="FFFFFF"/>
                </a:solidFill>
                <a:effectLst>
                  <a:outerShdw blurRad="19050" dist="6350" dir="2700000" algn="tl" rotWithShape="0">
                    <a:prstClr val="black">
                      <a:alpha val="40000"/>
                    </a:prstClr>
                  </a:outerShdw>
                </a:effectLst>
              </a:defRPr>
            </a:lvl1pPr>
          </a:lstStyle>
          <a:p>
            <a:pPr rtl="0"/>
            <a:fld id="{57BC489D-2B38-4086-A7AC-7DA6DCFEF9A7}" type="datetime1">
              <a:rPr lang="es-ES" noProof="0" smtClean="0"/>
              <a:t>09/08/2024</a:t>
            </a:fld>
            <a:endParaRPr lang="es-ES" noProof="0"/>
          </a:p>
        </p:txBody>
      </p:sp>
      <p:sp>
        <p:nvSpPr>
          <p:cNvPr id="6" name="Marcador de pie de página 5"/>
          <p:cNvSpPr>
            <a:spLocks noGrp="1"/>
          </p:cNvSpPr>
          <p:nvPr>
            <p:ph type="ftr" sz="quarter" idx="11"/>
          </p:nvPr>
        </p:nvSpPr>
        <p:spPr>
          <a:xfrm>
            <a:off x="612648" y="6035040"/>
            <a:ext cx="4588002" cy="365760"/>
          </a:xfrm>
        </p:spPr>
        <p:txBody>
          <a:bodyPr rtlCol="0"/>
          <a:lstStyle>
            <a:lvl1pPr marL="0" algn="r" defTabSz="914400" rtl="0" eaLnBrk="1" latinLnBrk="0" hangingPunct="1">
              <a:defRPr lang="es-E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rtl="0"/>
            <a:endParaRPr lang="es-ES" noProof="0"/>
          </a:p>
        </p:txBody>
      </p:sp>
      <p:sp>
        <p:nvSpPr>
          <p:cNvPr id="7" name="Marcador de número de diapositiva 6"/>
          <p:cNvSpPr>
            <a:spLocks noGrp="1"/>
          </p:cNvSpPr>
          <p:nvPr>
            <p:ph type="sldNum" sz="quarter" idx="12"/>
          </p:nvPr>
        </p:nvSpPr>
        <p:spPr>
          <a:xfrm>
            <a:off x="10396728" y="6035040"/>
            <a:ext cx="1225296" cy="365760"/>
          </a:xfrm>
        </p:spPr>
        <p:txBody>
          <a:bodyPr rtlCol="0"/>
          <a:lstStyle>
            <a:defPPr>
              <a:defRPr lang="es-ES"/>
            </a:defPPr>
          </a:lstStyle>
          <a:p>
            <a:pPr rtl="0"/>
            <a:fld id="{34B7E4EF-A1BD-40F4-AB7B-04F084DD991D}" type="slidenum">
              <a:rPr lang="es-ES" noProof="0" smtClean="0"/>
              <a:t>‹#›</a:t>
            </a:fld>
            <a:endParaRPr lang="es-ES" noProof="0"/>
          </a:p>
        </p:txBody>
      </p:sp>
      <p:sp>
        <p:nvSpPr>
          <p:cNvPr id="12" name="Rectángulo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8477250" y="603504"/>
            <a:ext cx="3144774" cy="1645920"/>
          </a:xfrm>
        </p:spPr>
        <p:txBody>
          <a:bodyPr rtlCol="0" anchor="b">
            <a:noAutofit/>
          </a:bodyPr>
          <a:lstStyle>
            <a:lvl1pPr algn="l">
              <a:lnSpc>
                <a:spcPct val="100000"/>
              </a:lnSpc>
              <a:defRPr lang="es-ES" sz="3200" b="0">
                <a:solidFill>
                  <a:schemeClr val="tx1"/>
                </a:solidFill>
                <a:latin typeface="+mj-lt"/>
              </a:defRPr>
            </a:lvl1pPr>
          </a:lstStyle>
          <a:p>
            <a:pPr rtl="0"/>
            <a:r>
              <a:rPr lang="en-US" noProof="0"/>
              <a:t>Click to edit Master title style</a:t>
            </a:r>
            <a:endParaRPr lang="es-ES" noProof="0"/>
          </a:p>
        </p:txBody>
      </p:sp>
      <p:sp>
        <p:nvSpPr>
          <p:cNvPr id="4" name="Marcador de texto 3"/>
          <p:cNvSpPr>
            <a:spLocks noGrp="1"/>
          </p:cNvSpPr>
          <p:nvPr>
            <p:ph type="body" sz="half" idx="2"/>
          </p:nvPr>
        </p:nvSpPr>
        <p:spPr>
          <a:xfrm>
            <a:off x="8477250" y="2386584"/>
            <a:ext cx="3144774" cy="3511296"/>
          </a:xfrm>
        </p:spPr>
        <p:txBody>
          <a:bodyPr rtlCol="0">
            <a:normAutofit/>
          </a:bodyPr>
          <a:lstStyle>
            <a:lvl1pPr marL="0" indent="0" algn="l">
              <a:lnSpc>
                <a:spcPct val="110000"/>
              </a:lnSpc>
              <a:spcBef>
                <a:spcPts val="800"/>
              </a:spcBef>
              <a:buNone/>
              <a:defRPr lang="es-ES" sz="1800">
                <a:solidFill>
                  <a:schemeClr val="tx1"/>
                </a:solidFill>
              </a:defRPr>
            </a:lvl1pPr>
            <a:lvl2pPr marL="457200" indent="0">
              <a:buNone/>
              <a:defRPr lang="es-ES" sz="1200"/>
            </a:lvl2pPr>
            <a:lvl3pPr marL="914400" indent="0">
              <a:buNone/>
              <a:defRPr lang="es-ES" sz="1000"/>
            </a:lvl3pPr>
            <a:lvl4pPr marL="1371600" indent="0">
              <a:buNone/>
              <a:defRPr lang="es-ES" sz="900"/>
            </a:lvl4pPr>
            <a:lvl5pPr marL="1828800" indent="0">
              <a:buNone/>
              <a:defRPr lang="es-ES" sz="900"/>
            </a:lvl5pPr>
            <a:lvl6pPr marL="2286000" indent="0">
              <a:buNone/>
              <a:defRPr lang="es-ES" sz="900"/>
            </a:lvl6pPr>
            <a:lvl7pPr marL="2743200" indent="0">
              <a:buNone/>
              <a:defRPr lang="es-ES" sz="900"/>
            </a:lvl7pPr>
            <a:lvl8pPr marL="3200400" indent="0">
              <a:buNone/>
              <a:defRPr lang="es-ES" sz="900"/>
            </a:lvl8pPr>
            <a:lvl9pPr marL="3657600" indent="0">
              <a:buNone/>
              <a:defRPr lang="es-ES" sz="900"/>
            </a:lvl9pPr>
          </a:lstStyle>
          <a:p>
            <a:pPr lvl="0" rtl="0"/>
            <a:r>
              <a:rPr lang="en-US" noProof="0"/>
              <a:t>Click to edit Master text styles</a:t>
            </a:r>
          </a:p>
        </p:txBody>
      </p:sp>
    </p:spTree>
    <p:extLst>
      <p:ext uri="{BB962C8B-B14F-4D97-AF65-F5344CB8AC3E}">
        <p14:creationId xmlns:p14="http://schemas.microsoft.com/office/powerpoint/2010/main" val="2401001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 smtClean="0"/>
              <a:pPr/>
              <a:t>‹#›</a:t>
            </a:fld>
            <a:endParaRPr lang="es"/>
          </a:p>
        </p:txBody>
      </p:sp>
    </p:spTree>
    <p:extLst>
      <p:ext uri="{BB962C8B-B14F-4D97-AF65-F5344CB8AC3E}">
        <p14:creationId xmlns:p14="http://schemas.microsoft.com/office/powerpoint/2010/main" val="470302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ángulo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a:p>
        </p:txBody>
      </p:sp>
      <p:sp>
        <p:nvSpPr>
          <p:cNvPr id="7" name="Rectángulo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ángulo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Marcador de título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defPPr>
              <a:defRPr lang="es-ES"/>
            </a:defPPr>
          </a:lstStyle>
          <a:p>
            <a:pPr rtl="0"/>
            <a:r>
              <a:rPr lang="es-ES" noProof="0"/>
              <a:t>Haga clic para modificar el estilo de título del patrón</a:t>
            </a:r>
          </a:p>
        </p:txBody>
      </p:sp>
      <p:sp>
        <p:nvSpPr>
          <p:cNvPr id="3" name="Marcador de texto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defPPr>
              <a:defRPr lang="es-ES"/>
            </a:def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lang="es-ES" sz="1000">
                <a:solidFill>
                  <a:schemeClr val="tx1">
                    <a:lumMod val="75000"/>
                    <a:lumOff val="25000"/>
                  </a:schemeClr>
                </a:solidFill>
              </a:defRPr>
            </a:lvl1pPr>
          </a:lstStyle>
          <a:p>
            <a:pPr rtl="0"/>
            <a:fld id="{0D81C884-65B5-4077-A415-CB6AF9CEFAD3}" type="datetime1">
              <a:rPr lang="es-ES" noProof="0" smtClean="0"/>
              <a:t>09/08/2024</a:t>
            </a:fld>
            <a:endParaRPr lang="es-ES" noProof="0" dirty="0"/>
          </a:p>
        </p:txBody>
      </p:sp>
      <p:sp>
        <p:nvSpPr>
          <p:cNvPr id="5" name="Marcador de pie de página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lang="es-ES" sz="1000">
                <a:solidFill>
                  <a:schemeClr val="tx1">
                    <a:lumMod val="85000"/>
                    <a:lumOff val="15000"/>
                  </a:schemeClr>
                </a:solidFill>
              </a:defRPr>
            </a:lvl1pPr>
          </a:lstStyle>
          <a:p>
            <a:pPr rtl="0"/>
            <a:endParaRPr lang="es-ES" noProof="0"/>
          </a:p>
        </p:txBody>
      </p:sp>
      <p:sp>
        <p:nvSpPr>
          <p:cNvPr id="6" name="Marcador de número de diapositiva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lang="es-ES" sz="1000">
                <a:solidFill>
                  <a:schemeClr val="tx1">
                    <a:lumMod val="75000"/>
                    <a:lumOff val="25000"/>
                  </a:schemeClr>
                </a:solidFill>
              </a:defRPr>
            </a:lvl1pPr>
          </a:lstStyle>
          <a:p>
            <a:pPr rtl="0"/>
            <a:fld id="{34B7E4EF-A1BD-40F4-AB7B-04F084DD991D}" type="slidenum">
              <a:rPr lang="es-ES" noProof="0" smtClean="0"/>
              <a:t>‹#›</a:t>
            </a:fld>
            <a:endParaRPr lang="es-ES" noProof="0"/>
          </a:p>
        </p:txBody>
      </p:sp>
    </p:spTree>
    <p:extLst>
      <p:ext uri="{BB962C8B-B14F-4D97-AF65-F5344CB8AC3E}">
        <p14:creationId xmlns:p14="http://schemas.microsoft.com/office/powerpoint/2010/main" val="1560424787"/>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9" r:id="rId5"/>
    <p:sldLayoutId id="2147483730" r:id="rId6"/>
    <p:sldLayoutId id="2147483736" r:id="rId7"/>
    <p:sldLayoutId id="2147483737" r:id="rId8"/>
    <p:sldLayoutId id="2147483727" r:id="rId9"/>
    <p:sldLayoutId id="2147483741" r:id="rId10"/>
    <p:sldLayoutId id="2147483740" r:id="rId11"/>
    <p:sldLayoutId id="2147483728" r:id="rId12"/>
    <p:sldLayoutId id="2147483742" r:id="rId13"/>
  </p:sldLayoutIdLst>
  <p:hf sldNum="0" hdr="0" ftr="0" dt="0"/>
  <p:txStyles>
    <p:titleStyle>
      <a:lvl1pPr algn="l" defTabSz="914400" rtl="0" eaLnBrk="1" latinLnBrk="0" hangingPunct="1">
        <a:lnSpc>
          <a:spcPct val="90000"/>
        </a:lnSpc>
        <a:spcBef>
          <a:spcPct val="0"/>
        </a:spcBef>
        <a:buNone/>
        <a:defRPr lang="es-E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lang="es-ES"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lang="es-ES"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lang="es-ES"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lang="es-ES"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lang="es-ES"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lang="es-ES"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lang="es-ES"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lang="es-ES"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lang="es-ES" sz="14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pxhere.com/es/photo/5778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mt="62000"/>
          </a:blip>
          <a:stretch>
            <a:fillRect/>
          </a:stretch>
        </p:blipFill>
        <p:spPr>
          <a:xfrm>
            <a:off x="-144431" y="-159390"/>
            <a:ext cx="12169465" cy="6858001"/>
          </a:xfrm>
          <a:prstGeom prst="rect">
            <a:avLst/>
          </a:prstGeom>
          <a:noFill/>
          <a:ln>
            <a:noFill/>
          </a:ln>
        </p:spPr>
      </p:pic>
      <p:graphicFrame>
        <p:nvGraphicFramePr>
          <p:cNvPr id="55" name="Google Shape;55;p13"/>
          <p:cNvGraphicFramePr/>
          <p:nvPr>
            <p:extLst>
              <p:ext uri="{D42A27DB-BD31-4B8C-83A1-F6EECF244321}">
                <p14:modId xmlns:p14="http://schemas.microsoft.com/office/powerpoint/2010/main" val="3420053270"/>
              </p:ext>
            </p:extLst>
          </p:nvPr>
        </p:nvGraphicFramePr>
        <p:xfrm>
          <a:off x="7104267" y="1293367"/>
          <a:ext cx="4920767" cy="1219120"/>
        </p:xfrm>
        <a:graphic>
          <a:graphicData uri="http://schemas.openxmlformats.org/drawingml/2006/table">
            <a:tbl>
              <a:tblPr>
                <a:noFill/>
              </a:tblPr>
              <a:tblGrid>
                <a:gridCol w="2024267">
                  <a:extLst>
                    <a:ext uri="{9D8B030D-6E8A-4147-A177-3AD203B41FA5}">
                      <a16:colId xmlns:a16="http://schemas.microsoft.com/office/drawing/2014/main" val="20000"/>
                    </a:ext>
                  </a:extLst>
                </a:gridCol>
                <a:gridCol w="2896500">
                  <a:extLst>
                    <a:ext uri="{9D8B030D-6E8A-4147-A177-3AD203B41FA5}">
                      <a16:colId xmlns:a16="http://schemas.microsoft.com/office/drawing/2014/main" val="20001"/>
                    </a:ext>
                  </a:extLst>
                </a:gridCol>
              </a:tblGrid>
              <a:tr h="609560">
                <a:tc>
                  <a:txBody>
                    <a:bodyPr/>
                    <a:lstStyle/>
                    <a:p>
                      <a:pPr marL="0" lvl="0" indent="0" algn="l" rtl="0">
                        <a:spcBef>
                          <a:spcPts val="0"/>
                        </a:spcBef>
                        <a:spcAft>
                          <a:spcPts val="0"/>
                        </a:spcAft>
                        <a:buNone/>
                      </a:pPr>
                      <a:r>
                        <a:rPr lang="es" sz="1900" b="1">
                          <a:solidFill>
                            <a:schemeClr val="dk1"/>
                          </a:solidFill>
                        </a:rPr>
                        <a:t>Día, Fecha:</a:t>
                      </a:r>
                      <a:endParaRPr sz="1900" b="1" dirty="0">
                        <a:solidFill>
                          <a:schemeClr val="dk1"/>
                        </a:solidFill>
                      </a:endParaRPr>
                    </a:p>
                  </a:txBody>
                  <a:tcPr marL="121900" marR="121900" marT="121900" marB="121900"/>
                </a:tc>
                <a:tc>
                  <a:txBody>
                    <a:bodyPr/>
                    <a:lstStyle/>
                    <a:p>
                      <a:pPr marL="0" lvl="0" indent="0" algn="l" rtl="0">
                        <a:spcBef>
                          <a:spcPts val="0"/>
                        </a:spcBef>
                        <a:spcAft>
                          <a:spcPts val="0"/>
                        </a:spcAft>
                        <a:buNone/>
                      </a:pPr>
                      <a:r>
                        <a:rPr sz="2400" dirty="0"/>
                        <a:t>Viernes, 09/08/2024</a:t>
                      </a:r>
                    </a:p>
                  </a:txBody>
                  <a:tcPr marL="121900" marR="121900" marT="121900" marB="121900"/>
                </a:tc>
                <a:extLst>
                  <a:ext uri="{0D108BD9-81ED-4DB2-BD59-A6C34878D82A}">
                    <a16:rowId xmlns:a16="http://schemas.microsoft.com/office/drawing/2014/main" val="10000"/>
                  </a:ext>
                </a:extLst>
              </a:tr>
              <a:tr h="609560">
                <a:tc>
                  <a:txBody>
                    <a:bodyPr/>
                    <a:lstStyle/>
                    <a:p>
                      <a:pPr marL="0" lvl="0" indent="0" algn="l" rtl="0">
                        <a:spcBef>
                          <a:spcPts val="0"/>
                        </a:spcBef>
                        <a:spcAft>
                          <a:spcPts val="0"/>
                        </a:spcAft>
                        <a:buNone/>
                      </a:pPr>
                      <a:r>
                        <a:rPr lang="es" sz="1900" b="1">
                          <a:solidFill>
                            <a:schemeClr val="dk1"/>
                          </a:solidFill>
                        </a:rPr>
                        <a:t>Hora de inicio:</a:t>
                      </a:r>
                      <a:endParaRPr sz="1900" b="1" dirty="0">
                        <a:solidFill>
                          <a:schemeClr val="dk1"/>
                        </a:solidFill>
                      </a:endParaRPr>
                    </a:p>
                  </a:txBody>
                  <a:tcPr marL="121900" marR="121900" marT="121900" marB="121900"/>
                </a:tc>
                <a:tc>
                  <a:txBody>
                    <a:bodyPr/>
                    <a:lstStyle/>
                    <a:p>
                      <a:pPr marL="0" lvl="0" indent="0" algn="l" rtl="0">
                        <a:spcBef>
                          <a:spcPts val="0"/>
                        </a:spcBef>
                        <a:spcAft>
                          <a:spcPts val="0"/>
                        </a:spcAft>
                        <a:buNone/>
                      </a:pPr>
                      <a:r>
                        <a:rPr sz="2400" dirty="0"/>
                        <a:t>07:10</a:t>
                      </a:r>
                    </a:p>
                  </a:txBody>
                  <a:tcPr marL="121900" marR="121900" marT="121900" marB="121900"/>
                </a:tc>
                <a:extLst>
                  <a:ext uri="{0D108BD9-81ED-4DB2-BD59-A6C34878D82A}">
                    <a16:rowId xmlns:a16="http://schemas.microsoft.com/office/drawing/2014/main" val="10001"/>
                  </a:ext>
                </a:extLst>
              </a:tr>
            </a:tbl>
          </a:graphicData>
        </a:graphic>
      </p:graphicFrame>
      <p:sp>
        <p:nvSpPr>
          <p:cNvPr id="56" name="Google Shape;56;p13"/>
          <p:cNvSpPr txBox="1"/>
          <p:nvPr/>
        </p:nvSpPr>
        <p:spPr>
          <a:xfrm>
            <a:off x="1920233" y="3011068"/>
            <a:ext cx="9056000" cy="759078"/>
          </a:xfrm>
          <a:prstGeom prst="rect">
            <a:avLst/>
          </a:prstGeom>
          <a:noFill/>
          <a:ln>
            <a:noFill/>
          </a:ln>
        </p:spPr>
        <p:txBody>
          <a:bodyPr spcFirstLastPara="1" wrap="square" lIns="121900" tIns="121900" rIns="121900" bIns="121900" anchor="t" anchorCtr="0">
            <a:spAutoFit/>
          </a:bodyPr>
          <a:lstStyle/>
          <a:p>
            <a:r>
              <a:rPr lang="es" sz="3333" dirty="0"/>
              <a:t>Seminario de Sistemas 1 [B]</a:t>
            </a:r>
            <a:endParaRPr sz="3333" dirty="0"/>
          </a:p>
        </p:txBody>
      </p:sp>
      <p:sp>
        <p:nvSpPr>
          <p:cNvPr id="57" name="Google Shape;57;p13"/>
          <p:cNvSpPr txBox="1"/>
          <p:nvPr/>
        </p:nvSpPr>
        <p:spPr>
          <a:xfrm>
            <a:off x="2371600" y="3867668"/>
            <a:ext cx="7448800" cy="656614"/>
          </a:xfrm>
          <a:prstGeom prst="rect">
            <a:avLst/>
          </a:prstGeom>
          <a:noFill/>
          <a:ln>
            <a:noFill/>
          </a:ln>
        </p:spPr>
        <p:txBody>
          <a:bodyPr spcFirstLastPara="1" wrap="square" lIns="121900" tIns="121900" rIns="121900" bIns="121900" anchor="t" anchorCtr="0">
            <a:spAutoFit/>
          </a:bodyPr>
          <a:lstStyle/>
          <a:p>
            <a:r>
              <a:rPr lang="es" sz="2667" dirty="0"/>
              <a:t>Luis Enrique Rivera Najera</a:t>
            </a:r>
            <a:endParaRPr sz="266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ángulo 8">
            <a:extLst>
              <a:ext uri="{FF2B5EF4-FFF2-40B4-BE49-F238E27FC236}">
                <a16:creationId xmlns:a16="http://schemas.microsoft.com/office/drawing/2014/main" id="{6F40FBDA-CEB1-40F0-9AB9-BD9C402D7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4" name="Imagen 3">
            <a:extLst>
              <a:ext uri="{FF2B5EF4-FFF2-40B4-BE49-F238E27FC236}">
                <a16:creationId xmlns:a16="http://schemas.microsoft.com/office/drawing/2014/main" id="{ADA04C7C-FE8B-4C2F-BF2E-CBD501A02DFD}"/>
              </a:ext>
            </a:extLst>
          </p:cNvPr>
          <p:cNvPicPr>
            <a:picLocks noChangeAspect="1"/>
          </p:cNvPicPr>
          <p:nvPr/>
        </p:nvPicPr>
        <p:blipFill>
          <a:blip r:embed="rId3">
            <a:extLst>
              <a:ext uri="{837473B0-CC2E-450A-ABE3-18F120FF3D39}">
                <a1611:picAttrSrcUrl xmlns:a1611="http://schemas.microsoft.com/office/drawing/2016/11/main" r:id="rId4"/>
              </a:ext>
            </a:extLst>
          </a:blip>
          <a:srcRect/>
          <a:stretch/>
        </p:blipFill>
        <p:spPr>
          <a:xfrm>
            <a:off x="609610" y="0"/>
            <a:ext cx="10972780" cy="6857988"/>
          </a:xfrm>
          <a:prstGeom prst="rect">
            <a:avLst/>
          </a:prstGeom>
        </p:spPr>
      </p:pic>
      <p:sp>
        <p:nvSpPr>
          <p:cNvPr id="11" name="Rectángulo 10">
            <a:extLst>
              <a:ext uri="{FF2B5EF4-FFF2-40B4-BE49-F238E27FC236}">
                <a16:creationId xmlns:a16="http://schemas.microsoft.com/office/drawing/2014/main" id="{0344D4FE-ABEF-4230-9E4E-AD5782FC7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noFill/>
          <a:ln w="9525" cap="sq" cmpd="sng" algn="ctr">
            <a:solidFill>
              <a:schemeClr val="tx1">
                <a:lumMod val="75000"/>
                <a:lumOff val="25000"/>
              </a:schemeClr>
            </a:solidFill>
            <a:prstDash val="solid"/>
            <a:miter lim="800000"/>
          </a:ln>
          <a:effectLst>
            <a:softEdge rad="0"/>
          </a:effectLst>
        </p:spPr>
        <p:txBody>
          <a:bodyPr/>
          <a:lstStyle/>
          <a:p>
            <a:endParaRPr lang="es-GT" dirty="0"/>
          </a:p>
        </p:txBody>
      </p:sp>
      <p:sp>
        <p:nvSpPr>
          <p:cNvPr id="2" name="Título 1">
            <a:extLst>
              <a:ext uri="{FF2B5EF4-FFF2-40B4-BE49-F238E27FC236}">
                <a16:creationId xmlns:a16="http://schemas.microsoft.com/office/drawing/2014/main" id="{01253F3E-E6E8-4DEE-A6F6-D6A88FD391E3}"/>
              </a:ext>
            </a:extLst>
          </p:cNvPr>
          <p:cNvSpPr>
            <a:spLocks noGrp="1"/>
          </p:cNvSpPr>
          <p:nvPr>
            <p:ph type="ctrTitle"/>
          </p:nvPr>
        </p:nvSpPr>
        <p:spPr>
          <a:xfrm>
            <a:off x="1769532" y="2091263"/>
            <a:ext cx="8652938" cy="2461504"/>
          </a:xfrm>
          <a:solidFill>
            <a:schemeClr val="bg1"/>
          </a:solidFill>
        </p:spPr>
        <p:txBody>
          <a:bodyPr rtlCol="0">
            <a:normAutofit/>
          </a:bodyPr>
          <a:lstStyle>
            <a:defPPr>
              <a:defRPr lang="es-ES"/>
            </a:defPPr>
          </a:lstStyle>
          <a:p>
            <a:pPr rtl="0"/>
            <a:r>
              <a:rPr lang="es-ES" dirty="0"/>
              <a:t>LAB. SEMINARIO DE SISTEMAS 1</a:t>
            </a:r>
          </a:p>
        </p:txBody>
      </p:sp>
      <p:sp>
        <p:nvSpPr>
          <p:cNvPr id="3" name="Subtítulo 2">
            <a:extLst>
              <a:ext uri="{FF2B5EF4-FFF2-40B4-BE49-F238E27FC236}">
                <a16:creationId xmlns:a16="http://schemas.microsoft.com/office/drawing/2014/main" id="{1C954176-1A2D-47B9-B195-FB21407C0471}"/>
              </a:ext>
            </a:extLst>
          </p:cNvPr>
          <p:cNvSpPr>
            <a:spLocks noGrp="1"/>
          </p:cNvSpPr>
          <p:nvPr>
            <p:ph type="subTitle" idx="1"/>
          </p:nvPr>
        </p:nvSpPr>
        <p:spPr>
          <a:xfrm>
            <a:off x="1769532" y="4623127"/>
            <a:ext cx="8655200" cy="457201"/>
          </a:xfrm>
          <a:solidFill>
            <a:schemeClr val="bg1"/>
          </a:solidFill>
        </p:spPr>
        <p:txBody>
          <a:bodyPr rtlCol="0">
            <a:normAutofit/>
          </a:bodyPr>
          <a:lstStyle>
            <a:defPPr>
              <a:defRPr lang="es-ES"/>
            </a:defPPr>
          </a:lstStyle>
          <a:p>
            <a:pPr rtl="0">
              <a:spcAft>
                <a:spcPts val="600"/>
              </a:spcAft>
            </a:pPr>
            <a:r>
              <a:rPr lang="es-ES" sz="2400" dirty="0">
                <a:solidFill>
                  <a:schemeClr val="tx2">
                    <a:lumMod val="90000"/>
                  </a:schemeClr>
                </a:solidFill>
              </a:rPr>
              <a:t>Laboratorio #4</a:t>
            </a:r>
          </a:p>
        </p:txBody>
      </p:sp>
      <p:sp>
        <p:nvSpPr>
          <p:cNvPr id="13" name="Rectángulo 12">
            <a:extLst>
              <a:ext uri="{FF2B5EF4-FFF2-40B4-BE49-F238E27FC236}">
                <a16:creationId xmlns:a16="http://schemas.microsoft.com/office/drawing/2014/main" id="{9325F979-D3F9-4926-81B7-7ACCB31A5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9525" cap="sq" cmpd="sng" algn="ctr">
            <a:solidFill>
              <a:schemeClr val="tx1">
                <a:lumMod val="75000"/>
                <a:lumOff val="25000"/>
                <a:alpha val="80000"/>
              </a:schemeClr>
            </a:solidFill>
            <a:prstDash val="solid"/>
            <a:miter lim="800000"/>
          </a:ln>
          <a:effectLst/>
        </p:spPr>
        <p:txBody>
          <a:bodyPr/>
          <a:lstStyle/>
          <a:p>
            <a:endParaRPr lang="es-GT" dirty="0"/>
          </a:p>
        </p:txBody>
      </p:sp>
    </p:spTree>
    <p:extLst>
      <p:ext uri="{BB962C8B-B14F-4D97-AF65-F5344CB8AC3E}">
        <p14:creationId xmlns:p14="http://schemas.microsoft.com/office/powerpoint/2010/main" val="317353540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9689F-1FC0-B631-77FE-D08756E76662}"/>
              </a:ext>
            </a:extLst>
          </p:cNvPr>
          <p:cNvSpPr txBox="1"/>
          <p:nvPr/>
        </p:nvSpPr>
        <p:spPr>
          <a:xfrm>
            <a:off x="2357307" y="3059668"/>
            <a:ext cx="1946246" cy="769441"/>
          </a:xfrm>
          <a:prstGeom prst="rect">
            <a:avLst/>
          </a:prstGeom>
          <a:noFill/>
        </p:spPr>
        <p:txBody>
          <a:bodyPr wrap="square" rtlCol="0">
            <a:spAutoFit/>
          </a:bodyPr>
          <a:lstStyle/>
          <a:p>
            <a:r>
              <a:rPr lang="en-US" sz="4400" dirty="0"/>
              <a:t>Agenda</a:t>
            </a:r>
            <a:endParaRPr lang="es-GT" sz="4400" dirty="0"/>
          </a:p>
        </p:txBody>
      </p:sp>
      <p:sp>
        <p:nvSpPr>
          <p:cNvPr id="3" name="TextBox 2">
            <a:extLst>
              <a:ext uri="{FF2B5EF4-FFF2-40B4-BE49-F238E27FC236}">
                <a16:creationId xmlns:a16="http://schemas.microsoft.com/office/drawing/2014/main" id="{2948C306-4CB0-E16F-2A8F-1F689FD33D9F}"/>
              </a:ext>
            </a:extLst>
          </p:cNvPr>
          <p:cNvSpPr txBox="1"/>
          <p:nvPr/>
        </p:nvSpPr>
        <p:spPr>
          <a:xfrm>
            <a:off x="6425967" y="1043731"/>
            <a:ext cx="3833768" cy="4801314"/>
          </a:xfrm>
          <a:prstGeom prst="rect">
            <a:avLst/>
          </a:prstGeom>
          <a:noFill/>
        </p:spPr>
        <p:txBody>
          <a:bodyPr wrap="square" rtlCol="0">
            <a:spAutoFit/>
          </a:bodyPr>
          <a:lstStyle/>
          <a:p>
            <a:r>
              <a:rPr lang="en-US" dirty="0" err="1"/>
              <a:t>Dudas</a:t>
            </a:r>
            <a:r>
              <a:rPr lang="en-US" dirty="0"/>
              <a:t> y </a:t>
            </a:r>
            <a:r>
              <a:rPr lang="en-US" dirty="0" err="1"/>
              <a:t>comentarios</a:t>
            </a:r>
            <a:r>
              <a:rPr lang="en-US" dirty="0"/>
              <a:t> de la </a:t>
            </a:r>
            <a:r>
              <a:rPr lang="en-US" dirty="0" err="1"/>
              <a:t>clase</a:t>
            </a:r>
            <a:r>
              <a:rPr lang="en-US" dirty="0"/>
              <a:t> anterior</a:t>
            </a:r>
          </a:p>
          <a:p>
            <a:r>
              <a:rPr lang="en-US" dirty="0"/>
              <a:t>---------------------------------------------</a:t>
            </a:r>
          </a:p>
          <a:p>
            <a:r>
              <a:rPr lang="es-GT" dirty="0"/>
              <a:t>Temas Exposición Grupos Laboratorio</a:t>
            </a:r>
          </a:p>
          <a:p>
            <a:r>
              <a:rPr lang="es-GT" dirty="0"/>
              <a:t>---------------------------------------------</a:t>
            </a:r>
          </a:p>
          <a:p>
            <a:r>
              <a:rPr lang="en-US" dirty="0" err="1"/>
              <a:t>Ejemplo</a:t>
            </a:r>
            <a:r>
              <a:rPr lang="en-US" dirty="0"/>
              <a:t> </a:t>
            </a:r>
            <a:r>
              <a:rPr lang="en-US" dirty="0" err="1"/>
              <a:t>Practico</a:t>
            </a:r>
            <a:r>
              <a:rPr lang="en-US" dirty="0"/>
              <a:t> </a:t>
            </a:r>
            <a:r>
              <a:rPr lang="en-US" dirty="0" err="1"/>
              <a:t>Balanceador</a:t>
            </a:r>
            <a:r>
              <a:rPr lang="en-US" dirty="0"/>
              <a:t> de Carga</a:t>
            </a:r>
          </a:p>
          <a:p>
            <a:r>
              <a:rPr lang="en-US" dirty="0"/>
              <a:t>---------------------------------------------</a:t>
            </a:r>
          </a:p>
          <a:p>
            <a:r>
              <a:rPr lang="en-US" dirty="0"/>
              <a:t>Bases de </a:t>
            </a:r>
            <a:r>
              <a:rPr lang="en-US" dirty="0" err="1"/>
              <a:t>Datos</a:t>
            </a:r>
            <a:r>
              <a:rPr lang="en-US" dirty="0"/>
              <a:t> </a:t>
            </a:r>
            <a:r>
              <a:rPr lang="en-US" dirty="0" err="1"/>
              <a:t>en</a:t>
            </a:r>
            <a:r>
              <a:rPr lang="en-US" dirty="0"/>
              <a:t> AWS</a:t>
            </a:r>
          </a:p>
          <a:p>
            <a:r>
              <a:rPr lang="en-US" dirty="0"/>
              <a:t>---------------------------------------------</a:t>
            </a:r>
          </a:p>
          <a:p>
            <a:r>
              <a:rPr lang="en-US" dirty="0"/>
              <a:t>Azure SQL Database</a:t>
            </a:r>
          </a:p>
          <a:p>
            <a:r>
              <a:rPr lang="en-US" dirty="0"/>
              <a:t>---------------------------------------------</a:t>
            </a:r>
          </a:p>
          <a:p>
            <a:r>
              <a:rPr lang="en-US" dirty="0" err="1"/>
              <a:t>Ejemplo</a:t>
            </a:r>
            <a:r>
              <a:rPr lang="en-US" dirty="0"/>
              <a:t> </a:t>
            </a:r>
            <a:r>
              <a:rPr lang="en-US" dirty="0" err="1"/>
              <a:t>Practico</a:t>
            </a:r>
            <a:endParaRPr lang="en-US" dirty="0"/>
          </a:p>
          <a:p>
            <a:r>
              <a:rPr lang="en-US" dirty="0"/>
              <a:t>---------------------------------------------</a:t>
            </a:r>
          </a:p>
          <a:p>
            <a:r>
              <a:rPr lang="en-US" dirty="0" err="1"/>
              <a:t>Corto</a:t>
            </a:r>
            <a:r>
              <a:rPr lang="en-US" dirty="0"/>
              <a:t> #1</a:t>
            </a:r>
          </a:p>
          <a:p>
            <a:r>
              <a:rPr lang="en-US" dirty="0"/>
              <a:t>---------------------------------------------</a:t>
            </a:r>
          </a:p>
          <a:p>
            <a:r>
              <a:rPr lang="en-US" dirty="0" err="1"/>
              <a:t>Practica</a:t>
            </a:r>
            <a:r>
              <a:rPr lang="en-US" dirty="0"/>
              <a:t> #1</a:t>
            </a:r>
          </a:p>
          <a:p>
            <a:r>
              <a:rPr lang="en-US" dirty="0"/>
              <a:t>---------------------------------------------</a:t>
            </a:r>
          </a:p>
          <a:p>
            <a:r>
              <a:rPr lang="en-US" dirty="0" err="1"/>
              <a:t>Dudas</a:t>
            </a:r>
            <a:endParaRPr lang="en-US" dirty="0"/>
          </a:p>
        </p:txBody>
      </p:sp>
    </p:spTree>
    <p:extLst>
      <p:ext uri="{BB962C8B-B14F-4D97-AF65-F5344CB8AC3E}">
        <p14:creationId xmlns:p14="http://schemas.microsoft.com/office/powerpoint/2010/main" val="4271941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85041E-59DC-35E3-A8FF-DE178D68EE79}"/>
              </a:ext>
            </a:extLst>
          </p:cNvPr>
          <p:cNvSpPr txBox="1"/>
          <p:nvPr/>
        </p:nvSpPr>
        <p:spPr>
          <a:xfrm>
            <a:off x="2539068" y="2705725"/>
            <a:ext cx="7113864" cy="1446550"/>
          </a:xfrm>
          <a:prstGeom prst="rect">
            <a:avLst/>
          </a:prstGeom>
          <a:noFill/>
        </p:spPr>
        <p:txBody>
          <a:bodyPr wrap="square" rtlCol="0">
            <a:spAutoFit/>
          </a:bodyPr>
          <a:lstStyle/>
          <a:p>
            <a:pPr algn="ctr"/>
            <a:r>
              <a:rPr lang="en-US" sz="4400" dirty="0" err="1"/>
              <a:t>Dudas</a:t>
            </a:r>
            <a:r>
              <a:rPr lang="en-US" sz="4400" dirty="0"/>
              <a:t> o </a:t>
            </a:r>
            <a:r>
              <a:rPr lang="en-US" sz="4400" dirty="0" err="1"/>
              <a:t>comentarios</a:t>
            </a:r>
            <a:r>
              <a:rPr lang="en-US" sz="4400" dirty="0"/>
              <a:t> de la </a:t>
            </a:r>
            <a:r>
              <a:rPr lang="en-US" sz="4400" dirty="0" err="1"/>
              <a:t>clase</a:t>
            </a:r>
            <a:r>
              <a:rPr lang="en-US" sz="4400" dirty="0"/>
              <a:t> anterior?</a:t>
            </a:r>
            <a:endParaRPr lang="es-GT" sz="4400" dirty="0"/>
          </a:p>
        </p:txBody>
      </p:sp>
    </p:spTree>
    <p:extLst>
      <p:ext uri="{BB962C8B-B14F-4D97-AF65-F5344CB8AC3E}">
        <p14:creationId xmlns:p14="http://schemas.microsoft.com/office/powerpoint/2010/main" val="707530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09144-72EC-EC21-2E49-C79C2EF0BD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630519-DDCB-6D8B-7C0A-340A459CD0C3}"/>
              </a:ext>
            </a:extLst>
          </p:cNvPr>
          <p:cNvSpPr txBox="1"/>
          <p:nvPr/>
        </p:nvSpPr>
        <p:spPr>
          <a:xfrm>
            <a:off x="2539068" y="2789615"/>
            <a:ext cx="7113864" cy="1446550"/>
          </a:xfrm>
          <a:prstGeom prst="rect">
            <a:avLst/>
          </a:prstGeom>
          <a:noFill/>
        </p:spPr>
        <p:txBody>
          <a:bodyPr wrap="square" rtlCol="0">
            <a:spAutoFit/>
          </a:bodyPr>
          <a:lstStyle/>
          <a:p>
            <a:pPr algn="ctr"/>
            <a:r>
              <a:rPr lang="es-GT" sz="4400" dirty="0"/>
              <a:t>Temas Exposición Grupos Laboratorio</a:t>
            </a:r>
          </a:p>
        </p:txBody>
      </p:sp>
    </p:spTree>
    <p:extLst>
      <p:ext uri="{BB962C8B-B14F-4D97-AF65-F5344CB8AC3E}">
        <p14:creationId xmlns:p14="http://schemas.microsoft.com/office/powerpoint/2010/main" val="3288252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52B95A-DA72-12FF-8433-D200833CCF83}"/>
              </a:ext>
            </a:extLst>
          </p:cNvPr>
          <p:cNvSpPr txBox="1"/>
          <p:nvPr/>
        </p:nvSpPr>
        <p:spPr>
          <a:xfrm>
            <a:off x="1930167" y="637289"/>
            <a:ext cx="8331666" cy="2308324"/>
          </a:xfrm>
          <a:prstGeom prst="rect">
            <a:avLst/>
          </a:prstGeom>
          <a:noFill/>
        </p:spPr>
        <p:txBody>
          <a:bodyPr wrap="square" rtlCol="0">
            <a:spAutoFit/>
          </a:bodyPr>
          <a:lstStyle/>
          <a:p>
            <a:pPr algn="ctr"/>
            <a:r>
              <a:rPr lang="en-US" sz="7200" dirty="0" err="1"/>
              <a:t>Ejemplo</a:t>
            </a:r>
            <a:r>
              <a:rPr lang="en-US" sz="7200" dirty="0"/>
              <a:t> </a:t>
            </a:r>
            <a:r>
              <a:rPr lang="en-US" sz="7200" dirty="0" err="1"/>
              <a:t>Practico</a:t>
            </a:r>
            <a:r>
              <a:rPr lang="en-US" sz="7200" dirty="0"/>
              <a:t> </a:t>
            </a:r>
            <a:r>
              <a:rPr lang="en-US" sz="7200" dirty="0" err="1"/>
              <a:t>Balanceador</a:t>
            </a:r>
            <a:r>
              <a:rPr lang="en-US" sz="7200" dirty="0"/>
              <a:t> de Carga</a:t>
            </a:r>
            <a:endParaRPr lang="es-GT" sz="7200" dirty="0"/>
          </a:p>
        </p:txBody>
      </p:sp>
      <p:pic>
        <p:nvPicPr>
          <p:cNvPr id="3" name="Picture 2" descr="AWS Logo and sign, new logo meaning and history, PNG, SVG">
            <a:extLst>
              <a:ext uri="{FF2B5EF4-FFF2-40B4-BE49-F238E27FC236}">
                <a16:creationId xmlns:a16="http://schemas.microsoft.com/office/drawing/2014/main" id="{D31C251C-9909-6F35-02CA-2205D2E560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3029" y="2945613"/>
            <a:ext cx="5745942" cy="3631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4790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5EC2A3A-0932-FCC6-A64C-F8F9954CC60D}"/>
              </a:ext>
            </a:extLst>
          </p:cNvPr>
          <p:cNvSpPr txBox="1"/>
          <p:nvPr/>
        </p:nvSpPr>
        <p:spPr>
          <a:xfrm>
            <a:off x="972051" y="2705725"/>
            <a:ext cx="4195567" cy="1446550"/>
          </a:xfrm>
          <a:prstGeom prst="rect">
            <a:avLst/>
          </a:prstGeom>
          <a:noFill/>
        </p:spPr>
        <p:txBody>
          <a:bodyPr wrap="square" rtlCol="0">
            <a:spAutoFit/>
          </a:bodyPr>
          <a:lstStyle/>
          <a:p>
            <a:pPr algn="ctr"/>
            <a:r>
              <a:rPr lang="en-US" sz="4400" dirty="0">
                <a:solidFill>
                  <a:schemeClr val="bg1"/>
                </a:solidFill>
                <a:latin typeface="Abadi" panose="020B0604020104020204" pitchFamily="34" charset="0"/>
              </a:rPr>
              <a:t>Bases de </a:t>
            </a:r>
            <a:r>
              <a:rPr lang="en-US" sz="4400" dirty="0" err="1">
                <a:solidFill>
                  <a:schemeClr val="bg1"/>
                </a:solidFill>
                <a:latin typeface="Abadi" panose="020B0604020104020204" pitchFamily="34" charset="0"/>
              </a:rPr>
              <a:t>datos</a:t>
            </a:r>
            <a:r>
              <a:rPr lang="en-US" sz="4400" dirty="0">
                <a:solidFill>
                  <a:schemeClr val="bg1"/>
                </a:solidFill>
                <a:latin typeface="Abadi" panose="020B0604020104020204" pitchFamily="34" charset="0"/>
              </a:rPr>
              <a:t> </a:t>
            </a:r>
            <a:r>
              <a:rPr lang="en-US" sz="4400" dirty="0" err="1">
                <a:solidFill>
                  <a:schemeClr val="bg1"/>
                </a:solidFill>
                <a:latin typeface="Abadi" panose="020B0604020104020204" pitchFamily="34" charset="0"/>
              </a:rPr>
              <a:t>en</a:t>
            </a:r>
            <a:r>
              <a:rPr lang="en-US" sz="4400" dirty="0">
                <a:solidFill>
                  <a:schemeClr val="bg1"/>
                </a:solidFill>
                <a:latin typeface="Abadi" panose="020B0604020104020204" pitchFamily="34" charset="0"/>
              </a:rPr>
              <a:t> la </a:t>
            </a:r>
            <a:r>
              <a:rPr lang="en-US" sz="4400" dirty="0" err="1">
                <a:solidFill>
                  <a:schemeClr val="bg1"/>
                </a:solidFill>
                <a:latin typeface="Abadi" panose="020B0604020104020204" pitchFamily="34" charset="0"/>
              </a:rPr>
              <a:t>nube</a:t>
            </a:r>
            <a:endParaRPr lang="es-GT" sz="4400" dirty="0">
              <a:solidFill>
                <a:schemeClr val="bg1"/>
              </a:solidFill>
              <a:latin typeface="Abadi" panose="020B0604020104020204" pitchFamily="34" charset="0"/>
            </a:endParaRPr>
          </a:p>
        </p:txBody>
      </p:sp>
      <p:pic>
        <p:nvPicPr>
          <p:cNvPr id="2" name="Picture 2" descr="Base de datos en la nube - Iconos gratis de redes">
            <a:extLst>
              <a:ext uri="{FF2B5EF4-FFF2-40B4-BE49-F238E27FC236}">
                <a16:creationId xmlns:a16="http://schemas.microsoft.com/office/drawing/2014/main" id="{CC3DB640-11D5-DEF6-45EA-826576D022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5908" y="9906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2983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5EC2A3A-0932-FCC6-A64C-F8F9954CC60D}"/>
              </a:ext>
            </a:extLst>
          </p:cNvPr>
          <p:cNvSpPr txBox="1"/>
          <p:nvPr/>
        </p:nvSpPr>
        <p:spPr>
          <a:xfrm>
            <a:off x="1979050" y="509706"/>
            <a:ext cx="8233900" cy="1446550"/>
          </a:xfrm>
          <a:prstGeom prst="rect">
            <a:avLst/>
          </a:prstGeom>
          <a:noFill/>
        </p:spPr>
        <p:txBody>
          <a:bodyPr wrap="square" rtlCol="0">
            <a:spAutoFit/>
          </a:bodyPr>
          <a:lstStyle/>
          <a:p>
            <a:pPr algn="ctr"/>
            <a:r>
              <a:rPr lang="en-US" sz="4400" dirty="0">
                <a:solidFill>
                  <a:schemeClr val="bg1"/>
                </a:solidFill>
                <a:latin typeface="Abadi" panose="020B0604020104020204" pitchFamily="34" charset="0"/>
              </a:rPr>
              <a:t>Bases de </a:t>
            </a:r>
            <a:r>
              <a:rPr lang="en-US" sz="4400" dirty="0" err="1">
                <a:solidFill>
                  <a:schemeClr val="bg1"/>
                </a:solidFill>
                <a:latin typeface="Abadi" panose="020B0604020104020204" pitchFamily="34" charset="0"/>
              </a:rPr>
              <a:t>datos</a:t>
            </a:r>
            <a:r>
              <a:rPr lang="en-US" sz="4400" dirty="0">
                <a:solidFill>
                  <a:schemeClr val="bg1"/>
                </a:solidFill>
                <a:latin typeface="Abadi" panose="020B0604020104020204" pitchFamily="34" charset="0"/>
              </a:rPr>
              <a:t> </a:t>
            </a:r>
            <a:r>
              <a:rPr lang="en-US" sz="4400" dirty="0" err="1">
                <a:solidFill>
                  <a:schemeClr val="bg1"/>
                </a:solidFill>
                <a:latin typeface="Abadi" panose="020B0604020104020204" pitchFamily="34" charset="0"/>
              </a:rPr>
              <a:t>en</a:t>
            </a:r>
            <a:r>
              <a:rPr lang="en-US" sz="4400" dirty="0">
                <a:solidFill>
                  <a:schemeClr val="bg1"/>
                </a:solidFill>
                <a:latin typeface="Abadi" panose="020B0604020104020204" pitchFamily="34" charset="0"/>
              </a:rPr>
              <a:t> </a:t>
            </a:r>
            <a:r>
              <a:rPr lang="en-US" sz="4400" dirty="0" err="1">
                <a:solidFill>
                  <a:schemeClr val="bg1"/>
                </a:solidFill>
                <a:latin typeface="Abadi" panose="020B0604020104020204" pitchFamily="34" charset="0"/>
              </a:rPr>
              <a:t>los</a:t>
            </a:r>
            <a:r>
              <a:rPr lang="en-US" sz="4400" dirty="0">
                <a:solidFill>
                  <a:schemeClr val="bg1"/>
                </a:solidFill>
                <a:latin typeface="Abadi" panose="020B0604020104020204" pitchFamily="34" charset="0"/>
              </a:rPr>
              <a:t> </a:t>
            </a:r>
            <a:r>
              <a:rPr lang="en-US" sz="4400" dirty="0" err="1">
                <a:solidFill>
                  <a:schemeClr val="bg1"/>
                </a:solidFill>
                <a:latin typeface="Abadi" panose="020B0604020104020204" pitchFamily="34" charset="0"/>
              </a:rPr>
              <a:t>distintos</a:t>
            </a:r>
            <a:r>
              <a:rPr lang="en-US" sz="4400" dirty="0">
                <a:solidFill>
                  <a:schemeClr val="bg1"/>
                </a:solidFill>
                <a:latin typeface="Abadi" panose="020B0604020104020204" pitchFamily="34" charset="0"/>
              </a:rPr>
              <a:t> </a:t>
            </a:r>
            <a:r>
              <a:rPr lang="en-US" sz="4400" dirty="0" err="1">
                <a:solidFill>
                  <a:schemeClr val="bg1"/>
                </a:solidFill>
                <a:latin typeface="Abadi" panose="020B0604020104020204" pitchFamily="34" charset="0"/>
              </a:rPr>
              <a:t>proveedores</a:t>
            </a:r>
            <a:r>
              <a:rPr lang="en-US" sz="4400" dirty="0">
                <a:solidFill>
                  <a:schemeClr val="bg1"/>
                </a:solidFill>
                <a:latin typeface="Abadi" panose="020B0604020104020204" pitchFamily="34" charset="0"/>
              </a:rPr>
              <a:t> de Cloud</a:t>
            </a:r>
            <a:endParaRPr lang="es-GT" sz="4400" dirty="0">
              <a:solidFill>
                <a:schemeClr val="bg1"/>
              </a:solidFill>
              <a:latin typeface="Abadi" panose="020B0604020104020204" pitchFamily="34" charset="0"/>
            </a:endParaRPr>
          </a:p>
        </p:txBody>
      </p:sp>
      <p:pic>
        <p:nvPicPr>
          <p:cNvPr id="4" name="Imagen 3">
            <a:extLst>
              <a:ext uri="{FF2B5EF4-FFF2-40B4-BE49-F238E27FC236}">
                <a16:creationId xmlns:a16="http://schemas.microsoft.com/office/drawing/2014/main" id="{87D6A42E-CD8F-F5A6-B7A5-0B50D077DA12}"/>
              </a:ext>
            </a:extLst>
          </p:cNvPr>
          <p:cNvPicPr>
            <a:picLocks noChangeAspect="1"/>
          </p:cNvPicPr>
          <p:nvPr/>
        </p:nvPicPr>
        <p:blipFill>
          <a:blip r:embed="rId2"/>
          <a:stretch>
            <a:fillRect/>
          </a:stretch>
        </p:blipFill>
        <p:spPr>
          <a:xfrm>
            <a:off x="2176462" y="2362783"/>
            <a:ext cx="7839075" cy="3905250"/>
          </a:xfrm>
          <a:prstGeom prst="rect">
            <a:avLst/>
          </a:prstGeom>
        </p:spPr>
      </p:pic>
    </p:spTree>
    <p:extLst>
      <p:ext uri="{BB962C8B-B14F-4D97-AF65-F5344CB8AC3E}">
        <p14:creationId xmlns:p14="http://schemas.microsoft.com/office/powerpoint/2010/main" val="1827724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5EC2A3A-0932-FCC6-A64C-F8F9954CC60D}"/>
              </a:ext>
            </a:extLst>
          </p:cNvPr>
          <p:cNvSpPr txBox="1"/>
          <p:nvPr/>
        </p:nvSpPr>
        <p:spPr>
          <a:xfrm>
            <a:off x="1740758" y="3044279"/>
            <a:ext cx="3312125" cy="769441"/>
          </a:xfrm>
          <a:prstGeom prst="rect">
            <a:avLst/>
          </a:prstGeom>
          <a:noFill/>
        </p:spPr>
        <p:txBody>
          <a:bodyPr wrap="none" rtlCol="0">
            <a:spAutoFit/>
          </a:bodyPr>
          <a:lstStyle/>
          <a:p>
            <a:r>
              <a:rPr lang="en-US" sz="4400" dirty="0">
                <a:solidFill>
                  <a:schemeClr val="bg1"/>
                </a:solidFill>
                <a:latin typeface="Abadi" panose="020B0604020104020204" pitchFamily="34" charset="0"/>
              </a:rPr>
              <a:t>Amazon RDS</a:t>
            </a:r>
            <a:endParaRPr lang="es-GT" sz="4400" dirty="0">
              <a:solidFill>
                <a:schemeClr val="bg1"/>
              </a:solidFill>
              <a:latin typeface="Abadi" panose="020B0604020104020204" pitchFamily="34" charset="0"/>
            </a:endParaRPr>
          </a:p>
        </p:txBody>
      </p:sp>
      <p:pic>
        <p:nvPicPr>
          <p:cNvPr id="3" name="Imagen 2">
            <a:extLst>
              <a:ext uri="{FF2B5EF4-FFF2-40B4-BE49-F238E27FC236}">
                <a16:creationId xmlns:a16="http://schemas.microsoft.com/office/drawing/2014/main" id="{C75A61B5-F435-549E-27D4-3FC5D8E5691B}"/>
              </a:ext>
            </a:extLst>
          </p:cNvPr>
          <p:cNvPicPr>
            <a:picLocks noChangeAspect="1"/>
          </p:cNvPicPr>
          <p:nvPr/>
        </p:nvPicPr>
        <p:blipFill>
          <a:blip r:embed="rId2"/>
          <a:stretch>
            <a:fillRect/>
          </a:stretch>
        </p:blipFill>
        <p:spPr>
          <a:xfrm>
            <a:off x="6994495" y="1481136"/>
            <a:ext cx="3924300" cy="3895725"/>
          </a:xfrm>
          <a:prstGeom prst="rect">
            <a:avLst/>
          </a:prstGeom>
        </p:spPr>
      </p:pic>
    </p:spTree>
    <p:extLst>
      <p:ext uri="{BB962C8B-B14F-4D97-AF65-F5344CB8AC3E}">
        <p14:creationId xmlns:p14="http://schemas.microsoft.com/office/powerpoint/2010/main" val="2851721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0F77DF7-0968-5890-DD75-8D7067053DFB}"/>
              </a:ext>
            </a:extLst>
          </p:cNvPr>
          <p:cNvSpPr txBox="1"/>
          <p:nvPr/>
        </p:nvSpPr>
        <p:spPr>
          <a:xfrm>
            <a:off x="6031685" y="2207726"/>
            <a:ext cx="4731391" cy="2862322"/>
          </a:xfrm>
          <a:prstGeom prst="rect">
            <a:avLst/>
          </a:prstGeom>
          <a:noFill/>
        </p:spPr>
        <p:txBody>
          <a:bodyPr wrap="square" rtlCol="0">
            <a:spAutoFit/>
          </a:bodyPr>
          <a:lstStyle/>
          <a:p>
            <a:r>
              <a:rPr lang="es-MX" dirty="0">
                <a:solidFill>
                  <a:schemeClr val="bg1"/>
                </a:solidFill>
                <a:latin typeface="Abadi" panose="020F0502020204030204" pitchFamily="34" charset="0"/>
              </a:rPr>
              <a:t>Con Amazon </a:t>
            </a:r>
            <a:r>
              <a:rPr lang="es-MX" dirty="0" err="1">
                <a:solidFill>
                  <a:schemeClr val="bg1"/>
                </a:solidFill>
                <a:latin typeface="Abadi" panose="020F0502020204030204" pitchFamily="34" charset="0"/>
              </a:rPr>
              <a:t>Relational</a:t>
            </a:r>
            <a:r>
              <a:rPr lang="es-MX" dirty="0">
                <a:solidFill>
                  <a:schemeClr val="bg1"/>
                </a:solidFill>
                <a:latin typeface="Abadi" panose="020F0502020204030204" pitchFamily="34" charset="0"/>
              </a:rPr>
              <a:t> </a:t>
            </a:r>
            <a:r>
              <a:rPr lang="es-MX" dirty="0" err="1">
                <a:solidFill>
                  <a:schemeClr val="bg1"/>
                </a:solidFill>
                <a:latin typeface="Abadi" panose="020F0502020204030204" pitchFamily="34" charset="0"/>
              </a:rPr>
              <a:t>Database</a:t>
            </a:r>
            <a:r>
              <a:rPr lang="es-MX" dirty="0">
                <a:solidFill>
                  <a:schemeClr val="bg1"/>
                </a:solidFill>
                <a:latin typeface="Abadi" panose="020F0502020204030204" pitchFamily="34" charset="0"/>
              </a:rPr>
              <a:t> </a:t>
            </a:r>
            <a:r>
              <a:rPr lang="es-MX" dirty="0" err="1">
                <a:solidFill>
                  <a:schemeClr val="bg1"/>
                </a:solidFill>
                <a:latin typeface="Abadi" panose="020F0502020204030204" pitchFamily="34" charset="0"/>
              </a:rPr>
              <a:t>Service</a:t>
            </a:r>
            <a:r>
              <a:rPr lang="es-MX" dirty="0">
                <a:solidFill>
                  <a:schemeClr val="bg1"/>
                </a:solidFill>
                <a:latin typeface="Abadi" panose="020F0502020204030204" pitchFamily="34" charset="0"/>
              </a:rPr>
              <a:t> (Amazon RDS), es sencillo configurar, utilizar y escalar una base de datos relacional en la nube. El servicio suministra</a:t>
            </a:r>
          </a:p>
          <a:p>
            <a:r>
              <a:rPr lang="es-MX" dirty="0">
                <a:solidFill>
                  <a:schemeClr val="bg1"/>
                </a:solidFill>
                <a:latin typeface="Abadi" panose="020F0502020204030204" pitchFamily="34" charset="0"/>
              </a:rPr>
              <a:t>capacidad rentable y escalable al mismo tiempo que automatiza las arduas tareas administrativas, como el aprovisionamiento de hardware, la configuración de base</a:t>
            </a:r>
          </a:p>
          <a:p>
            <a:r>
              <a:rPr lang="es-MX" dirty="0">
                <a:solidFill>
                  <a:schemeClr val="bg1"/>
                </a:solidFill>
                <a:latin typeface="Abadi" panose="020F0502020204030204" pitchFamily="34" charset="0"/>
              </a:rPr>
              <a:t>de datos, la implementación de parches y creación de copias de seguridad.</a:t>
            </a:r>
            <a:endParaRPr lang="es-GT" dirty="0">
              <a:solidFill>
                <a:schemeClr val="bg1"/>
              </a:solidFill>
              <a:latin typeface="Abadi" panose="020F0502020204030204" pitchFamily="34" charset="0"/>
            </a:endParaRPr>
          </a:p>
        </p:txBody>
      </p:sp>
      <p:sp>
        <p:nvSpPr>
          <p:cNvPr id="5" name="CuadroTexto 4">
            <a:extLst>
              <a:ext uri="{FF2B5EF4-FFF2-40B4-BE49-F238E27FC236}">
                <a16:creationId xmlns:a16="http://schemas.microsoft.com/office/drawing/2014/main" id="{55EC2A3A-0932-FCC6-A64C-F8F9954CC60D}"/>
              </a:ext>
            </a:extLst>
          </p:cNvPr>
          <p:cNvSpPr txBox="1"/>
          <p:nvPr/>
        </p:nvSpPr>
        <p:spPr>
          <a:xfrm>
            <a:off x="5420445" y="1123201"/>
            <a:ext cx="5450531" cy="769441"/>
          </a:xfrm>
          <a:prstGeom prst="rect">
            <a:avLst/>
          </a:prstGeom>
          <a:noFill/>
        </p:spPr>
        <p:txBody>
          <a:bodyPr wrap="none" rtlCol="0">
            <a:spAutoFit/>
          </a:bodyPr>
          <a:lstStyle/>
          <a:p>
            <a:r>
              <a:rPr lang="en-US" sz="4400" dirty="0">
                <a:solidFill>
                  <a:schemeClr val="bg1"/>
                </a:solidFill>
                <a:latin typeface="Abadi" panose="020B0604020104020204" pitchFamily="34" charset="0"/>
              </a:rPr>
              <a:t>Que es Amazon RDS?</a:t>
            </a:r>
            <a:endParaRPr lang="es-GT" sz="4400" dirty="0">
              <a:solidFill>
                <a:schemeClr val="bg1"/>
              </a:solidFill>
              <a:latin typeface="Abadi" panose="020B0604020104020204" pitchFamily="34" charset="0"/>
            </a:endParaRPr>
          </a:p>
        </p:txBody>
      </p:sp>
      <p:pic>
        <p:nvPicPr>
          <p:cNvPr id="3" name="Imagen 2">
            <a:extLst>
              <a:ext uri="{FF2B5EF4-FFF2-40B4-BE49-F238E27FC236}">
                <a16:creationId xmlns:a16="http://schemas.microsoft.com/office/drawing/2014/main" id="{2C4D9B9C-5F7B-73F1-B855-8903DD0E04C1}"/>
              </a:ext>
            </a:extLst>
          </p:cNvPr>
          <p:cNvPicPr>
            <a:picLocks noChangeAspect="1"/>
          </p:cNvPicPr>
          <p:nvPr/>
        </p:nvPicPr>
        <p:blipFill>
          <a:blip r:embed="rId2"/>
          <a:stretch>
            <a:fillRect/>
          </a:stretch>
        </p:blipFill>
        <p:spPr>
          <a:xfrm>
            <a:off x="698471" y="2071724"/>
            <a:ext cx="4485925" cy="2998324"/>
          </a:xfrm>
          <a:prstGeom prst="rect">
            <a:avLst/>
          </a:prstGeom>
        </p:spPr>
      </p:pic>
    </p:spTree>
    <p:extLst>
      <p:ext uri="{BB962C8B-B14F-4D97-AF65-F5344CB8AC3E}">
        <p14:creationId xmlns:p14="http://schemas.microsoft.com/office/powerpoint/2010/main" val="1174322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0F77DF7-0968-5890-DD75-8D7067053DFB}"/>
              </a:ext>
            </a:extLst>
          </p:cNvPr>
          <p:cNvSpPr txBox="1"/>
          <p:nvPr/>
        </p:nvSpPr>
        <p:spPr>
          <a:xfrm>
            <a:off x="6096000" y="2551837"/>
            <a:ext cx="5914238" cy="1754326"/>
          </a:xfrm>
          <a:prstGeom prst="rect">
            <a:avLst/>
          </a:prstGeom>
          <a:noFill/>
        </p:spPr>
        <p:txBody>
          <a:bodyPr wrap="square" rtlCol="0">
            <a:spAutoFit/>
          </a:bodyPr>
          <a:lstStyle/>
          <a:p>
            <a:r>
              <a:rPr lang="en-US" dirty="0" err="1">
                <a:solidFill>
                  <a:schemeClr val="bg1"/>
                </a:solidFill>
                <a:latin typeface="Abadi" panose="020F0502020204030204" pitchFamily="34" charset="0"/>
              </a:rPr>
              <a:t>Administracion</a:t>
            </a:r>
            <a:r>
              <a:rPr lang="en-US" dirty="0">
                <a:solidFill>
                  <a:schemeClr val="bg1"/>
                </a:solidFill>
                <a:latin typeface="Abadi" panose="020F0502020204030204" pitchFamily="34" charset="0"/>
              </a:rPr>
              <a:t> </a:t>
            </a:r>
            <a:r>
              <a:rPr lang="en-US" dirty="0" err="1">
                <a:solidFill>
                  <a:schemeClr val="bg1"/>
                </a:solidFill>
                <a:latin typeface="Abadi" panose="020F0502020204030204" pitchFamily="34" charset="0"/>
              </a:rPr>
              <a:t>Sencilla</a:t>
            </a:r>
            <a:endParaRPr lang="en-US" dirty="0">
              <a:solidFill>
                <a:schemeClr val="bg1"/>
              </a:solidFill>
              <a:latin typeface="Abadi" panose="020F0502020204030204" pitchFamily="34" charset="0"/>
            </a:endParaRPr>
          </a:p>
          <a:p>
            <a:r>
              <a:rPr lang="en-US" dirty="0">
                <a:solidFill>
                  <a:schemeClr val="bg1"/>
                </a:solidFill>
                <a:latin typeface="Abadi" panose="020F0502020204030204" pitchFamily="34" charset="0"/>
              </a:rPr>
              <a:t>---------------------------------------------------------------------------</a:t>
            </a:r>
          </a:p>
          <a:p>
            <a:r>
              <a:rPr lang="en-US" dirty="0">
                <a:solidFill>
                  <a:schemeClr val="bg1"/>
                </a:solidFill>
                <a:latin typeface="Abadi" panose="020F0502020204030204" pitchFamily="34" charset="0"/>
              </a:rPr>
              <a:t>Muy </a:t>
            </a:r>
            <a:r>
              <a:rPr lang="en-US" dirty="0" err="1">
                <a:solidFill>
                  <a:schemeClr val="bg1"/>
                </a:solidFill>
                <a:latin typeface="Abadi" panose="020F0502020204030204" pitchFamily="34" charset="0"/>
              </a:rPr>
              <a:t>Escalable</a:t>
            </a:r>
            <a:endParaRPr lang="en-US" dirty="0">
              <a:solidFill>
                <a:schemeClr val="bg1"/>
              </a:solidFill>
              <a:latin typeface="Abadi" panose="020F0502020204030204" pitchFamily="34" charset="0"/>
            </a:endParaRPr>
          </a:p>
          <a:p>
            <a:r>
              <a:rPr lang="en-US" dirty="0">
                <a:solidFill>
                  <a:schemeClr val="bg1"/>
                </a:solidFill>
                <a:latin typeface="Abadi" panose="020F0502020204030204" pitchFamily="34" charset="0"/>
              </a:rPr>
              <a:t>---------------------------------------------------------------------------</a:t>
            </a:r>
          </a:p>
          <a:p>
            <a:r>
              <a:rPr lang="en-US" dirty="0" err="1">
                <a:solidFill>
                  <a:schemeClr val="bg1"/>
                </a:solidFill>
                <a:latin typeface="Abadi" panose="020F0502020204030204" pitchFamily="34" charset="0"/>
              </a:rPr>
              <a:t>Disponibilidad</a:t>
            </a:r>
            <a:r>
              <a:rPr lang="en-US" dirty="0">
                <a:solidFill>
                  <a:schemeClr val="bg1"/>
                </a:solidFill>
                <a:latin typeface="Abadi" panose="020F0502020204030204" pitchFamily="34" charset="0"/>
              </a:rPr>
              <a:t> y </a:t>
            </a:r>
            <a:r>
              <a:rPr lang="en-US" dirty="0" err="1">
                <a:solidFill>
                  <a:schemeClr val="bg1"/>
                </a:solidFill>
                <a:latin typeface="Abadi" panose="020F0502020204030204" pitchFamily="34" charset="0"/>
              </a:rPr>
              <a:t>durabilidad</a:t>
            </a:r>
            <a:endParaRPr lang="en-US" dirty="0">
              <a:solidFill>
                <a:schemeClr val="bg1"/>
              </a:solidFill>
              <a:latin typeface="Abadi" panose="020F0502020204030204" pitchFamily="34" charset="0"/>
            </a:endParaRPr>
          </a:p>
          <a:p>
            <a:r>
              <a:rPr lang="en-US" dirty="0">
                <a:solidFill>
                  <a:schemeClr val="bg1"/>
                </a:solidFill>
                <a:latin typeface="Abadi" panose="020F0502020204030204" pitchFamily="34" charset="0"/>
              </a:rPr>
              <a:t>---------------------------------------------------------------------------</a:t>
            </a:r>
          </a:p>
        </p:txBody>
      </p:sp>
      <p:sp>
        <p:nvSpPr>
          <p:cNvPr id="5" name="CuadroTexto 4">
            <a:extLst>
              <a:ext uri="{FF2B5EF4-FFF2-40B4-BE49-F238E27FC236}">
                <a16:creationId xmlns:a16="http://schemas.microsoft.com/office/drawing/2014/main" id="{55EC2A3A-0932-FCC6-A64C-F8F9954CC60D}"/>
              </a:ext>
            </a:extLst>
          </p:cNvPr>
          <p:cNvSpPr txBox="1"/>
          <p:nvPr/>
        </p:nvSpPr>
        <p:spPr>
          <a:xfrm>
            <a:off x="775590" y="1523389"/>
            <a:ext cx="4576894" cy="769441"/>
          </a:xfrm>
          <a:prstGeom prst="rect">
            <a:avLst/>
          </a:prstGeom>
          <a:noFill/>
        </p:spPr>
        <p:txBody>
          <a:bodyPr wrap="none" rtlCol="0">
            <a:spAutoFit/>
          </a:bodyPr>
          <a:lstStyle/>
          <a:p>
            <a:r>
              <a:rPr lang="en-US" sz="4400" dirty="0" err="1">
                <a:solidFill>
                  <a:schemeClr val="bg1"/>
                </a:solidFill>
                <a:latin typeface="Abadi" panose="020B0604020104020204" pitchFamily="34" charset="0"/>
              </a:rPr>
              <a:t>Beneficios</a:t>
            </a:r>
            <a:r>
              <a:rPr lang="en-US" sz="4400" dirty="0">
                <a:solidFill>
                  <a:schemeClr val="bg1"/>
                </a:solidFill>
                <a:latin typeface="Abadi" panose="020B0604020104020204" pitchFamily="34" charset="0"/>
              </a:rPr>
              <a:t> de RDS</a:t>
            </a:r>
            <a:endParaRPr lang="es-GT" sz="4400" dirty="0">
              <a:solidFill>
                <a:schemeClr val="bg1"/>
              </a:solidFill>
              <a:latin typeface="Abadi" panose="020B0604020104020204" pitchFamily="34" charset="0"/>
            </a:endParaRPr>
          </a:p>
        </p:txBody>
      </p:sp>
      <p:pic>
        <p:nvPicPr>
          <p:cNvPr id="3" name="Imagen 2">
            <a:extLst>
              <a:ext uri="{FF2B5EF4-FFF2-40B4-BE49-F238E27FC236}">
                <a16:creationId xmlns:a16="http://schemas.microsoft.com/office/drawing/2014/main" id="{5B4FEBC3-943C-83CD-E760-F07601DDD13B}"/>
              </a:ext>
            </a:extLst>
          </p:cNvPr>
          <p:cNvPicPr>
            <a:picLocks noChangeAspect="1"/>
          </p:cNvPicPr>
          <p:nvPr/>
        </p:nvPicPr>
        <p:blipFill>
          <a:blip r:embed="rId2"/>
          <a:stretch>
            <a:fillRect/>
          </a:stretch>
        </p:blipFill>
        <p:spPr>
          <a:xfrm>
            <a:off x="1725774" y="2953613"/>
            <a:ext cx="2676525" cy="2705100"/>
          </a:xfrm>
          <a:prstGeom prst="rect">
            <a:avLst/>
          </a:prstGeom>
        </p:spPr>
      </p:pic>
    </p:spTree>
    <p:extLst>
      <p:ext uri="{BB962C8B-B14F-4D97-AF65-F5344CB8AC3E}">
        <p14:creationId xmlns:p14="http://schemas.microsoft.com/office/powerpoint/2010/main" val="3047040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D50908AC-0DF6-7B85-ECA4-A6EAD6C03B59}"/>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BD7CC464-B2C2-56FC-6782-092218D1C880}"/>
              </a:ext>
            </a:extLst>
          </p:cNvPr>
          <p:cNvSpPr txBox="1"/>
          <p:nvPr/>
        </p:nvSpPr>
        <p:spPr>
          <a:xfrm>
            <a:off x="1979049" y="400649"/>
            <a:ext cx="8233900" cy="1446550"/>
          </a:xfrm>
          <a:prstGeom prst="rect">
            <a:avLst/>
          </a:prstGeom>
          <a:noFill/>
        </p:spPr>
        <p:txBody>
          <a:bodyPr wrap="square" rtlCol="0">
            <a:spAutoFit/>
          </a:bodyPr>
          <a:lstStyle/>
          <a:p>
            <a:pPr algn="ctr"/>
            <a:r>
              <a:rPr lang="en-US" sz="4400" dirty="0" err="1">
                <a:solidFill>
                  <a:schemeClr val="bg1"/>
                </a:solidFill>
                <a:latin typeface="Abadi" panose="020B0604020104020204" pitchFamily="34" charset="0"/>
              </a:rPr>
              <a:t>Motores</a:t>
            </a:r>
            <a:r>
              <a:rPr lang="en-US" sz="4400" dirty="0">
                <a:solidFill>
                  <a:schemeClr val="bg1"/>
                </a:solidFill>
                <a:latin typeface="Abadi" panose="020B0604020104020204" pitchFamily="34" charset="0"/>
              </a:rPr>
              <a:t> de bases de </a:t>
            </a:r>
            <a:r>
              <a:rPr lang="en-US" sz="4400" dirty="0" err="1">
                <a:solidFill>
                  <a:schemeClr val="bg1"/>
                </a:solidFill>
                <a:latin typeface="Abadi" panose="020B0604020104020204" pitchFamily="34" charset="0"/>
              </a:rPr>
              <a:t>datos</a:t>
            </a:r>
            <a:r>
              <a:rPr lang="en-US" sz="4400" dirty="0">
                <a:solidFill>
                  <a:schemeClr val="bg1"/>
                </a:solidFill>
                <a:latin typeface="Abadi" panose="020B0604020104020204" pitchFamily="34" charset="0"/>
              </a:rPr>
              <a:t> de Amazon RDS</a:t>
            </a:r>
            <a:endParaRPr lang="es-GT" sz="4400" dirty="0">
              <a:solidFill>
                <a:schemeClr val="bg1"/>
              </a:solidFill>
              <a:latin typeface="Abadi" panose="020B0604020104020204" pitchFamily="34" charset="0"/>
            </a:endParaRPr>
          </a:p>
        </p:txBody>
      </p:sp>
      <p:pic>
        <p:nvPicPr>
          <p:cNvPr id="3" name="Imagen 2">
            <a:extLst>
              <a:ext uri="{FF2B5EF4-FFF2-40B4-BE49-F238E27FC236}">
                <a16:creationId xmlns:a16="http://schemas.microsoft.com/office/drawing/2014/main" id="{0402414B-D9E7-65F1-DA71-0A0906A3573C}"/>
              </a:ext>
            </a:extLst>
          </p:cNvPr>
          <p:cNvPicPr>
            <a:picLocks noChangeAspect="1"/>
          </p:cNvPicPr>
          <p:nvPr/>
        </p:nvPicPr>
        <p:blipFill>
          <a:blip r:embed="rId2"/>
          <a:stretch>
            <a:fillRect/>
          </a:stretch>
        </p:blipFill>
        <p:spPr>
          <a:xfrm>
            <a:off x="930079" y="2174032"/>
            <a:ext cx="10331842" cy="3668238"/>
          </a:xfrm>
          <a:prstGeom prst="rect">
            <a:avLst/>
          </a:prstGeom>
        </p:spPr>
      </p:pic>
    </p:spTree>
    <p:extLst>
      <p:ext uri="{BB962C8B-B14F-4D97-AF65-F5344CB8AC3E}">
        <p14:creationId xmlns:p14="http://schemas.microsoft.com/office/powerpoint/2010/main" val="1619553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B79130B2-EAB7-9832-957F-09F82222FC01}"/>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D5A3A31E-FC95-CCA9-0C13-2563F5914C55}"/>
              </a:ext>
            </a:extLst>
          </p:cNvPr>
          <p:cNvSpPr txBox="1"/>
          <p:nvPr/>
        </p:nvSpPr>
        <p:spPr>
          <a:xfrm>
            <a:off x="1273205" y="3044279"/>
            <a:ext cx="3457998" cy="769441"/>
          </a:xfrm>
          <a:prstGeom prst="rect">
            <a:avLst/>
          </a:prstGeom>
          <a:noFill/>
        </p:spPr>
        <p:txBody>
          <a:bodyPr wrap="none" rtlCol="0">
            <a:spAutoFit/>
          </a:bodyPr>
          <a:lstStyle/>
          <a:p>
            <a:r>
              <a:rPr lang="en-US" sz="4400" dirty="0" err="1">
                <a:solidFill>
                  <a:schemeClr val="bg1"/>
                </a:solidFill>
                <a:latin typeface="Abadi" panose="020B0604020104020204" pitchFamily="34" charset="0"/>
              </a:rPr>
              <a:t>Capa</a:t>
            </a:r>
            <a:r>
              <a:rPr lang="en-US" sz="4400" dirty="0">
                <a:solidFill>
                  <a:schemeClr val="bg1"/>
                </a:solidFill>
                <a:latin typeface="Abadi" panose="020B0604020104020204" pitchFamily="34" charset="0"/>
              </a:rPr>
              <a:t> </a:t>
            </a:r>
            <a:r>
              <a:rPr lang="en-US" sz="4400" dirty="0" err="1">
                <a:solidFill>
                  <a:schemeClr val="bg1"/>
                </a:solidFill>
                <a:latin typeface="Abadi" panose="020B0604020104020204" pitchFamily="34" charset="0"/>
              </a:rPr>
              <a:t>Gratuita</a:t>
            </a:r>
            <a:endParaRPr lang="es-GT" sz="4400" dirty="0">
              <a:solidFill>
                <a:schemeClr val="bg1"/>
              </a:solidFill>
              <a:latin typeface="Abadi" panose="020B0604020104020204" pitchFamily="34" charset="0"/>
            </a:endParaRPr>
          </a:p>
        </p:txBody>
      </p:sp>
      <p:pic>
        <p:nvPicPr>
          <p:cNvPr id="4" name="Imagen 3">
            <a:extLst>
              <a:ext uri="{FF2B5EF4-FFF2-40B4-BE49-F238E27FC236}">
                <a16:creationId xmlns:a16="http://schemas.microsoft.com/office/drawing/2014/main" id="{B85F14EE-9A3E-9513-66AF-E6B66AF4A6B8}"/>
              </a:ext>
            </a:extLst>
          </p:cNvPr>
          <p:cNvPicPr>
            <a:picLocks noChangeAspect="1"/>
          </p:cNvPicPr>
          <p:nvPr/>
        </p:nvPicPr>
        <p:blipFill>
          <a:blip r:embed="rId2"/>
          <a:stretch>
            <a:fillRect/>
          </a:stretch>
        </p:blipFill>
        <p:spPr>
          <a:xfrm>
            <a:off x="7248787" y="809624"/>
            <a:ext cx="2895600" cy="5238750"/>
          </a:xfrm>
          <a:prstGeom prst="rect">
            <a:avLst/>
          </a:prstGeom>
        </p:spPr>
      </p:pic>
    </p:spTree>
    <p:extLst>
      <p:ext uri="{BB962C8B-B14F-4D97-AF65-F5344CB8AC3E}">
        <p14:creationId xmlns:p14="http://schemas.microsoft.com/office/powerpoint/2010/main" val="727926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0F77DF7-0968-5890-DD75-8D7067053DFB}"/>
              </a:ext>
            </a:extLst>
          </p:cNvPr>
          <p:cNvSpPr txBox="1"/>
          <p:nvPr/>
        </p:nvSpPr>
        <p:spPr>
          <a:xfrm>
            <a:off x="1983996" y="2574621"/>
            <a:ext cx="8224007" cy="2308324"/>
          </a:xfrm>
          <a:prstGeom prst="rect">
            <a:avLst/>
          </a:prstGeom>
          <a:noFill/>
        </p:spPr>
        <p:txBody>
          <a:bodyPr wrap="square" rtlCol="0">
            <a:spAutoFit/>
          </a:bodyPr>
          <a:lstStyle/>
          <a:p>
            <a:r>
              <a:rPr lang="es-MX" dirty="0">
                <a:solidFill>
                  <a:schemeClr val="bg1"/>
                </a:solidFill>
                <a:latin typeface="Abadi" panose="020F0502020204030204" pitchFamily="34" charset="0"/>
              </a:rPr>
              <a:t>Amazon Aurora es una base de datos relacional compatible con MySQL y PostgreSQL creada para la nube , que combina el rendimiento y la disponibilidad de las bases de datos empresariales tradicionales con la simplicidad y la rentabilidad de las bases de datos de código abierto.</a:t>
            </a:r>
          </a:p>
          <a:p>
            <a:endParaRPr lang="es-MX" dirty="0">
              <a:solidFill>
                <a:schemeClr val="bg1"/>
              </a:solidFill>
              <a:latin typeface="Abadi" panose="020F0502020204030204" pitchFamily="34" charset="0"/>
            </a:endParaRPr>
          </a:p>
          <a:p>
            <a:r>
              <a:rPr lang="es-MX" dirty="0">
                <a:solidFill>
                  <a:schemeClr val="bg1"/>
                </a:solidFill>
                <a:latin typeface="Abadi" panose="020F0502020204030204" pitchFamily="34" charset="0"/>
              </a:rPr>
              <a:t> Amazon Aurora es hasta cinco veces más rápido que las bases de datos MySQL estándar y tres</a:t>
            </a:r>
          </a:p>
          <a:p>
            <a:r>
              <a:rPr lang="es-MX" dirty="0">
                <a:solidFill>
                  <a:schemeClr val="bg1"/>
                </a:solidFill>
                <a:latin typeface="Abadi" panose="020F0502020204030204" pitchFamily="34" charset="0"/>
              </a:rPr>
              <a:t>veces más rápido que las bases de datos PostgreSQL estándar.</a:t>
            </a:r>
            <a:endParaRPr lang="es-GT" dirty="0">
              <a:solidFill>
                <a:schemeClr val="bg1"/>
              </a:solidFill>
              <a:latin typeface="Abadi" panose="020F0502020204030204" pitchFamily="34" charset="0"/>
            </a:endParaRPr>
          </a:p>
        </p:txBody>
      </p:sp>
      <p:sp>
        <p:nvSpPr>
          <p:cNvPr id="5" name="CuadroTexto 4">
            <a:extLst>
              <a:ext uri="{FF2B5EF4-FFF2-40B4-BE49-F238E27FC236}">
                <a16:creationId xmlns:a16="http://schemas.microsoft.com/office/drawing/2014/main" id="{55EC2A3A-0932-FCC6-A64C-F8F9954CC60D}"/>
              </a:ext>
            </a:extLst>
          </p:cNvPr>
          <p:cNvSpPr txBox="1"/>
          <p:nvPr/>
        </p:nvSpPr>
        <p:spPr>
          <a:xfrm>
            <a:off x="3214443" y="956345"/>
            <a:ext cx="5763114" cy="769441"/>
          </a:xfrm>
          <a:prstGeom prst="rect">
            <a:avLst/>
          </a:prstGeom>
          <a:noFill/>
        </p:spPr>
        <p:txBody>
          <a:bodyPr wrap="square" rtlCol="0">
            <a:spAutoFit/>
          </a:bodyPr>
          <a:lstStyle/>
          <a:p>
            <a:pPr algn="ctr"/>
            <a:r>
              <a:rPr lang="en-US" sz="4400" dirty="0">
                <a:solidFill>
                  <a:schemeClr val="bg1"/>
                </a:solidFill>
                <a:latin typeface="Abadi" panose="020B0604020104020204" pitchFamily="34" charset="0"/>
              </a:rPr>
              <a:t>Amazon Aurora</a:t>
            </a:r>
            <a:endParaRPr lang="es-GT" sz="4400" dirty="0">
              <a:solidFill>
                <a:schemeClr val="bg1"/>
              </a:solidFill>
              <a:latin typeface="Abadi" panose="020B0604020104020204" pitchFamily="34" charset="0"/>
            </a:endParaRPr>
          </a:p>
        </p:txBody>
      </p:sp>
    </p:spTree>
    <p:extLst>
      <p:ext uri="{BB962C8B-B14F-4D97-AF65-F5344CB8AC3E}">
        <p14:creationId xmlns:p14="http://schemas.microsoft.com/office/powerpoint/2010/main" val="1320507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61A14F05-5B9F-7E1D-8BB7-A6246CFDF3F1}"/>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EDD9FE0E-3F11-AC6E-F17A-F3E8FA175990}"/>
              </a:ext>
            </a:extLst>
          </p:cNvPr>
          <p:cNvSpPr txBox="1"/>
          <p:nvPr/>
        </p:nvSpPr>
        <p:spPr>
          <a:xfrm>
            <a:off x="1979050" y="680567"/>
            <a:ext cx="8233900" cy="769441"/>
          </a:xfrm>
          <a:prstGeom prst="rect">
            <a:avLst/>
          </a:prstGeom>
          <a:noFill/>
        </p:spPr>
        <p:txBody>
          <a:bodyPr wrap="square" rtlCol="0">
            <a:spAutoFit/>
          </a:bodyPr>
          <a:lstStyle/>
          <a:p>
            <a:pPr algn="ctr"/>
            <a:r>
              <a:rPr lang="en-US" sz="4400" dirty="0" err="1">
                <a:solidFill>
                  <a:schemeClr val="bg1"/>
                </a:solidFill>
                <a:latin typeface="Abadi" panose="020B0604020104020204" pitchFamily="34" charset="0"/>
              </a:rPr>
              <a:t>Quienes</a:t>
            </a:r>
            <a:r>
              <a:rPr lang="en-US" sz="4400" dirty="0">
                <a:solidFill>
                  <a:schemeClr val="bg1"/>
                </a:solidFill>
                <a:latin typeface="Abadi" panose="020B0604020104020204" pitchFamily="34" charset="0"/>
              </a:rPr>
              <a:t> </a:t>
            </a:r>
            <a:r>
              <a:rPr lang="en-US" sz="4400" dirty="0" err="1">
                <a:solidFill>
                  <a:schemeClr val="bg1"/>
                </a:solidFill>
                <a:latin typeface="Abadi" panose="020B0604020104020204" pitchFamily="34" charset="0"/>
              </a:rPr>
              <a:t>utilizan</a:t>
            </a:r>
            <a:r>
              <a:rPr lang="en-US" sz="4400" dirty="0">
                <a:solidFill>
                  <a:schemeClr val="bg1"/>
                </a:solidFill>
                <a:latin typeface="Abadi" panose="020B0604020104020204" pitchFamily="34" charset="0"/>
              </a:rPr>
              <a:t> Amazon Aurora</a:t>
            </a:r>
            <a:endParaRPr lang="es-GT" sz="4400" dirty="0">
              <a:solidFill>
                <a:schemeClr val="bg1"/>
              </a:solidFill>
              <a:latin typeface="Abadi" panose="020B0604020104020204" pitchFamily="34" charset="0"/>
            </a:endParaRPr>
          </a:p>
        </p:txBody>
      </p:sp>
      <p:pic>
        <p:nvPicPr>
          <p:cNvPr id="4" name="Imagen 3">
            <a:extLst>
              <a:ext uri="{FF2B5EF4-FFF2-40B4-BE49-F238E27FC236}">
                <a16:creationId xmlns:a16="http://schemas.microsoft.com/office/drawing/2014/main" id="{95DCE69E-5F63-C2AE-2374-1B29FAD9B7D6}"/>
              </a:ext>
            </a:extLst>
          </p:cNvPr>
          <p:cNvPicPr>
            <a:picLocks noChangeAspect="1"/>
          </p:cNvPicPr>
          <p:nvPr/>
        </p:nvPicPr>
        <p:blipFill>
          <a:blip r:embed="rId2"/>
          <a:stretch>
            <a:fillRect/>
          </a:stretch>
        </p:blipFill>
        <p:spPr>
          <a:xfrm>
            <a:off x="962025" y="2267824"/>
            <a:ext cx="10267950" cy="2590800"/>
          </a:xfrm>
          <a:prstGeom prst="rect">
            <a:avLst/>
          </a:prstGeom>
        </p:spPr>
      </p:pic>
    </p:spTree>
    <p:extLst>
      <p:ext uri="{BB962C8B-B14F-4D97-AF65-F5344CB8AC3E}">
        <p14:creationId xmlns:p14="http://schemas.microsoft.com/office/powerpoint/2010/main" val="420129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3353639E-D137-2D32-7AEF-B18E5BF1A0EA}"/>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073C2CB-8BAA-2522-230E-47832A09F7B0}"/>
              </a:ext>
            </a:extLst>
          </p:cNvPr>
          <p:cNvSpPr txBox="1"/>
          <p:nvPr/>
        </p:nvSpPr>
        <p:spPr>
          <a:xfrm>
            <a:off x="6488927" y="3044279"/>
            <a:ext cx="5004896" cy="769441"/>
          </a:xfrm>
          <a:prstGeom prst="rect">
            <a:avLst/>
          </a:prstGeom>
          <a:noFill/>
        </p:spPr>
        <p:txBody>
          <a:bodyPr wrap="none" rtlCol="0">
            <a:spAutoFit/>
          </a:bodyPr>
          <a:lstStyle/>
          <a:p>
            <a:r>
              <a:rPr lang="en-US" sz="4400" dirty="0">
                <a:solidFill>
                  <a:schemeClr val="bg1"/>
                </a:solidFill>
                <a:latin typeface="Abadi" panose="020B0604020104020204" pitchFamily="34" charset="0"/>
              </a:rPr>
              <a:t>Amazon DynamoDB</a:t>
            </a:r>
            <a:endParaRPr lang="es-GT" sz="4400" dirty="0">
              <a:solidFill>
                <a:schemeClr val="bg1"/>
              </a:solidFill>
              <a:latin typeface="Abadi" panose="020B0604020104020204" pitchFamily="34" charset="0"/>
            </a:endParaRPr>
          </a:p>
        </p:txBody>
      </p:sp>
      <p:pic>
        <p:nvPicPr>
          <p:cNvPr id="4" name="Imagen 3">
            <a:extLst>
              <a:ext uri="{FF2B5EF4-FFF2-40B4-BE49-F238E27FC236}">
                <a16:creationId xmlns:a16="http://schemas.microsoft.com/office/drawing/2014/main" id="{0172F62B-EFB5-DDE9-D2B6-B2B55C3452FD}"/>
              </a:ext>
            </a:extLst>
          </p:cNvPr>
          <p:cNvPicPr>
            <a:picLocks noChangeAspect="1"/>
          </p:cNvPicPr>
          <p:nvPr/>
        </p:nvPicPr>
        <p:blipFill>
          <a:blip r:embed="rId2"/>
          <a:stretch>
            <a:fillRect/>
          </a:stretch>
        </p:blipFill>
        <p:spPr>
          <a:xfrm>
            <a:off x="1252829" y="1571624"/>
            <a:ext cx="3714750" cy="3714750"/>
          </a:xfrm>
          <a:prstGeom prst="rect">
            <a:avLst/>
          </a:prstGeom>
        </p:spPr>
      </p:pic>
    </p:spTree>
    <p:extLst>
      <p:ext uri="{BB962C8B-B14F-4D97-AF65-F5344CB8AC3E}">
        <p14:creationId xmlns:p14="http://schemas.microsoft.com/office/powerpoint/2010/main" val="1415338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AD89E5A0-23E3-2583-1625-3E8AD08FD547}"/>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3A7B6897-0077-C3C7-9B28-42E5A54635C3}"/>
              </a:ext>
            </a:extLst>
          </p:cNvPr>
          <p:cNvSpPr txBox="1"/>
          <p:nvPr/>
        </p:nvSpPr>
        <p:spPr>
          <a:xfrm>
            <a:off x="757537" y="1502888"/>
            <a:ext cx="4731391" cy="3970318"/>
          </a:xfrm>
          <a:prstGeom prst="rect">
            <a:avLst/>
          </a:prstGeom>
          <a:noFill/>
        </p:spPr>
        <p:txBody>
          <a:bodyPr wrap="square" rtlCol="0">
            <a:spAutoFit/>
          </a:bodyPr>
          <a:lstStyle/>
          <a:p>
            <a:r>
              <a:rPr lang="es-MX" dirty="0">
                <a:solidFill>
                  <a:schemeClr val="bg1"/>
                </a:solidFill>
                <a:latin typeface="Abadi" panose="020F0502020204030204" pitchFamily="34" charset="0"/>
              </a:rPr>
              <a:t>Amazon </a:t>
            </a:r>
            <a:r>
              <a:rPr lang="es-MX" dirty="0" err="1">
                <a:solidFill>
                  <a:schemeClr val="bg1"/>
                </a:solidFill>
                <a:latin typeface="Abadi" panose="020F0502020204030204" pitchFamily="34" charset="0"/>
              </a:rPr>
              <a:t>DynamoDB</a:t>
            </a:r>
            <a:r>
              <a:rPr lang="es-MX" dirty="0">
                <a:solidFill>
                  <a:schemeClr val="bg1"/>
                </a:solidFill>
                <a:latin typeface="Abadi" panose="020F0502020204030204" pitchFamily="34" charset="0"/>
              </a:rPr>
              <a:t> es una base de datos NoSQL que ofrece un rendimiento de milisegundos en cualquier escala.</a:t>
            </a:r>
          </a:p>
          <a:p>
            <a:endParaRPr lang="es-MX" dirty="0">
              <a:solidFill>
                <a:schemeClr val="bg1"/>
              </a:solidFill>
              <a:latin typeface="Abadi" panose="020F0502020204030204" pitchFamily="34" charset="0"/>
            </a:endParaRPr>
          </a:p>
          <a:p>
            <a:r>
              <a:rPr lang="es-MX" dirty="0">
                <a:solidFill>
                  <a:schemeClr val="bg1"/>
                </a:solidFill>
                <a:latin typeface="Abadi" panose="020F0502020204030204" pitchFamily="34" charset="0"/>
              </a:rPr>
              <a:t>Es una base de datos duradera, multirregional, multiactiva y totalmente administrada con seguridad integrada, respaldo y restauración, y almacenamiento en</a:t>
            </a:r>
          </a:p>
          <a:p>
            <a:r>
              <a:rPr lang="es-MX" dirty="0">
                <a:solidFill>
                  <a:schemeClr val="bg1"/>
                </a:solidFill>
                <a:latin typeface="Abadi" panose="020F0502020204030204" pitchFamily="34" charset="0"/>
              </a:rPr>
              <a:t>caché en memoria para aplicaciones.</a:t>
            </a:r>
          </a:p>
          <a:p>
            <a:endParaRPr lang="es-MX" dirty="0">
              <a:solidFill>
                <a:schemeClr val="bg1"/>
              </a:solidFill>
              <a:latin typeface="Abadi" panose="020F0502020204030204" pitchFamily="34" charset="0"/>
            </a:endParaRPr>
          </a:p>
          <a:p>
            <a:r>
              <a:rPr lang="es-MX" dirty="0" err="1">
                <a:solidFill>
                  <a:schemeClr val="bg1"/>
                </a:solidFill>
                <a:latin typeface="Abadi" panose="020F0502020204030204" pitchFamily="34" charset="0"/>
              </a:rPr>
              <a:t>DynamoDB</a:t>
            </a:r>
            <a:r>
              <a:rPr lang="es-MX" dirty="0">
                <a:solidFill>
                  <a:schemeClr val="bg1"/>
                </a:solidFill>
                <a:latin typeface="Abadi" panose="020F0502020204030204" pitchFamily="34" charset="0"/>
              </a:rPr>
              <a:t> puede manejar más de 10 billones de solicitudes por día y puede soportar picos de más de 20 millones de solicitudes por segundo.</a:t>
            </a:r>
            <a:endParaRPr lang="es-GT" dirty="0">
              <a:solidFill>
                <a:schemeClr val="bg1"/>
              </a:solidFill>
              <a:latin typeface="Abadi" panose="020F0502020204030204" pitchFamily="34" charset="0"/>
            </a:endParaRPr>
          </a:p>
        </p:txBody>
      </p:sp>
      <p:sp>
        <p:nvSpPr>
          <p:cNvPr id="5" name="CuadroTexto 4">
            <a:extLst>
              <a:ext uri="{FF2B5EF4-FFF2-40B4-BE49-F238E27FC236}">
                <a16:creationId xmlns:a16="http://schemas.microsoft.com/office/drawing/2014/main" id="{AE0CDF7E-F65B-5623-CA3C-8EF01CAF8614}"/>
              </a:ext>
            </a:extLst>
          </p:cNvPr>
          <p:cNvSpPr txBox="1"/>
          <p:nvPr/>
        </p:nvSpPr>
        <p:spPr>
          <a:xfrm>
            <a:off x="484032" y="410137"/>
            <a:ext cx="5004896" cy="769441"/>
          </a:xfrm>
          <a:prstGeom prst="rect">
            <a:avLst/>
          </a:prstGeom>
          <a:noFill/>
        </p:spPr>
        <p:txBody>
          <a:bodyPr wrap="none" rtlCol="0">
            <a:spAutoFit/>
          </a:bodyPr>
          <a:lstStyle/>
          <a:p>
            <a:r>
              <a:rPr lang="en-US" sz="4400" dirty="0">
                <a:solidFill>
                  <a:schemeClr val="bg1"/>
                </a:solidFill>
                <a:latin typeface="Abadi" panose="020B0604020104020204" pitchFamily="34" charset="0"/>
              </a:rPr>
              <a:t>Amazon DynamoDB</a:t>
            </a:r>
            <a:endParaRPr lang="es-GT" sz="4400" dirty="0">
              <a:solidFill>
                <a:schemeClr val="bg1"/>
              </a:solidFill>
              <a:latin typeface="Abadi" panose="020B0604020104020204" pitchFamily="34" charset="0"/>
            </a:endParaRPr>
          </a:p>
        </p:txBody>
      </p:sp>
      <p:pic>
        <p:nvPicPr>
          <p:cNvPr id="6" name="Imagen 5">
            <a:extLst>
              <a:ext uri="{FF2B5EF4-FFF2-40B4-BE49-F238E27FC236}">
                <a16:creationId xmlns:a16="http://schemas.microsoft.com/office/drawing/2014/main" id="{F4A7EF3E-898A-CC76-1E72-289F94996DE6}"/>
              </a:ext>
            </a:extLst>
          </p:cNvPr>
          <p:cNvPicPr>
            <a:picLocks noChangeAspect="1"/>
          </p:cNvPicPr>
          <p:nvPr/>
        </p:nvPicPr>
        <p:blipFill>
          <a:blip r:embed="rId2"/>
          <a:stretch>
            <a:fillRect/>
          </a:stretch>
        </p:blipFill>
        <p:spPr>
          <a:xfrm>
            <a:off x="6711935" y="2345047"/>
            <a:ext cx="4371975" cy="2286000"/>
          </a:xfrm>
          <a:prstGeom prst="rect">
            <a:avLst/>
          </a:prstGeom>
        </p:spPr>
      </p:pic>
    </p:spTree>
    <p:extLst>
      <p:ext uri="{BB962C8B-B14F-4D97-AF65-F5344CB8AC3E}">
        <p14:creationId xmlns:p14="http://schemas.microsoft.com/office/powerpoint/2010/main" val="3833675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E1A3B09A-948E-E3B7-AEF4-943582D0C48A}"/>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DC10F0D7-B2D3-0548-AE9D-96AE2FCDADE3}"/>
              </a:ext>
            </a:extLst>
          </p:cNvPr>
          <p:cNvSpPr txBox="1"/>
          <p:nvPr/>
        </p:nvSpPr>
        <p:spPr>
          <a:xfrm>
            <a:off x="6096000" y="2551837"/>
            <a:ext cx="5914238" cy="1754326"/>
          </a:xfrm>
          <a:prstGeom prst="rect">
            <a:avLst/>
          </a:prstGeom>
          <a:noFill/>
        </p:spPr>
        <p:txBody>
          <a:bodyPr wrap="square" rtlCol="0">
            <a:spAutoFit/>
          </a:bodyPr>
          <a:lstStyle/>
          <a:p>
            <a:r>
              <a:rPr lang="en-US" dirty="0" err="1">
                <a:solidFill>
                  <a:schemeClr val="bg1"/>
                </a:solidFill>
                <a:latin typeface="Abadi" panose="020F0502020204030204" pitchFamily="34" charset="0"/>
              </a:rPr>
              <a:t>Desempe</a:t>
            </a:r>
            <a:r>
              <a:rPr lang="es-GT" dirty="0">
                <a:solidFill>
                  <a:schemeClr val="bg1"/>
                </a:solidFill>
                <a:latin typeface="Abadi" panose="020F0502020204030204" pitchFamily="34" charset="0"/>
              </a:rPr>
              <a:t>ñ</a:t>
            </a:r>
            <a:r>
              <a:rPr lang="en-US" dirty="0">
                <a:solidFill>
                  <a:schemeClr val="bg1"/>
                </a:solidFill>
                <a:latin typeface="Abadi" panose="020F0502020204030204" pitchFamily="34" charset="0"/>
              </a:rPr>
              <a:t>o a </a:t>
            </a:r>
            <a:r>
              <a:rPr lang="en-US" dirty="0" err="1">
                <a:solidFill>
                  <a:schemeClr val="bg1"/>
                </a:solidFill>
                <a:latin typeface="Abadi" panose="020F0502020204030204" pitchFamily="34" charset="0"/>
              </a:rPr>
              <a:t>escala</a:t>
            </a:r>
            <a:endParaRPr lang="en-US" dirty="0">
              <a:solidFill>
                <a:schemeClr val="bg1"/>
              </a:solidFill>
              <a:latin typeface="Abadi" panose="020F0502020204030204" pitchFamily="34" charset="0"/>
            </a:endParaRPr>
          </a:p>
          <a:p>
            <a:r>
              <a:rPr lang="en-US" dirty="0">
                <a:solidFill>
                  <a:schemeClr val="bg1"/>
                </a:solidFill>
                <a:latin typeface="Abadi" panose="020F0502020204030204" pitchFamily="34" charset="0"/>
              </a:rPr>
              <a:t>---------------------------------------------------------------------------</a:t>
            </a:r>
          </a:p>
          <a:p>
            <a:r>
              <a:rPr lang="en-US" dirty="0">
                <a:solidFill>
                  <a:schemeClr val="bg1"/>
                </a:solidFill>
                <a:latin typeface="Abadi" panose="020F0502020204030204" pitchFamily="34" charset="0"/>
              </a:rPr>
              <a:t>No hay </a:t>
            </a:r>
            <a:r>
              <a:rPr lang="en-US" dirty="0" err="1">
                <a:solidFill>
                  <a:schemeClr val="bg1"/>
                </a:solidFill>
                <a:latin typeface="Abadi" panose="020F0502020204030204" pitchFamily="34" charset="0"/>
              </a:rPr>
              <a:t>servidores</a:t>
            </a:r>
            <a:r>
              <a:rPr lang="en-US" dirty="0">
                <a:solidFill>
                  <a:schemeClr val="bg1"/>
                </a:solidFill>
                <a:latin typeface="Abadi" panose="020F0502020204030204" pitchFamily="34" charset="0"/>
              </a:rPr>
              <a:t> que </a:t>
            </a:r>
            <a:r>
              <a:rPr lang="en-US" dirty="0" err="1">
                <a:solidFill>
                  <a:schemeClr val="bg1"/>
                </a:solidFill>
                <a:latin typeface="Abadi" panose="020F0502020204030204" pitchFamily="34" charset="0"/>
              </a:rPr>
              <a:t>administrar</a:t>
            </a:r>
            <a:endParaRPr lang="en-US" dirty="0">
              <a:solidFill>
                <a:schemeClr val="bg1"/>
              </a:solidFill>
              <a:latin typeface="Abadi" panose="020F0502020204030204" pitchFamily="34" charset="0"/>
            </a:endParaRPr>
          </a:p>
          <a:p>
            <a:r>
              <a:rPr lang="en-US" dirty="0">
                <a:solidFill>
                  <a:schemeClr val="bg1"/>
                </a:solidFill>
                <a:latin typeface="Abadi" panose="020F0502020204030204" pitchFamily="34" charset="0"/>
              </a:rPr>
              <a:t>---------------------------------------------------------------------------</a:t>
            </a:r>
          </a:p>
          <a:p>
            <a:r>
              <a:rPr lang="en-US" dirty="0" err="1">
                <a:solidFill>
                  <a:schemeClr val="bg1"/>
                </a:solidFill>
                <a:latin typeface="Abadi" panose="020F0502020204030204" pitchFamily="34" charset="0"/>
              </a:rPr>
              <a:t>Listo</a:t>
            </a:r>
            <a:r>
              <a:rPr lang="en-US" dirty="0">
                <a:solidFill>
                  <a:schemeClr val="bg1"/>
                </a:solidFill>
                <a:latin typeface="Abadi" panose="020F0502020204030204" pitchFamily="34" charset="0"/>
              </a:rPr>
              <a:t> para </a:t>
            </a:r>
            <a:r>
              <a:rPr lang="en-US" dirty="0" err="1">
                <a:solidFill>
                  <a:schemeClr val="bg1"/>
                </a:solidFill>
                <a:latin typeface="Abadi" panose="020F0502020204030204" pitchFamily="34" charset="0"/>
              </a:rPr>
              <a:t>empresa</a:t>
            </a:r>
            <a:endParaRPr lang="en-US" dirty="0">
              <a:solidFill>
                <a:schemeClr val="bg1"/>
              </a:solidFill>
              <a:latin typeface="Abadi" panose="020F0502020204030204" pitchFamily="34" charset="0"/>
            </a:endParaRPr>
          </a:p>
          <a:p>
            <a:r>
              <a:rPr lang="en-US" dirty="0">
                <a:solidFill>
                  <a:schemeClr val="bg1"/>
                </a:solidFill>
                <a:latin typeface="Abadi" panose="020F0502020204030204" pitchFamily="34" charset="0"/>
              </a:rPr>
              <a:t>---------------------------------------------------------------------------</a:t>
            </a:r>
          </a:p>
        </p:txBody>
      </p:sp>
      <p:sp>
        <p:nvSpPr>
          <p:cNvPr id="5" name="CuadroTexto 4">
            <a:extLst>
              <a:ext uri="{FF2B5EF4-FFF2-40B4-BE49-F238E27FC236}">
                <a16:creationId xmlns:a16="http://schemas.microsoft.com/office/drawing/2014/main" id="{828F9AC1-908F-4766-6A9C-FC1FD1EF1294}"/>
              </a:ext>
            </a:extLst>
          </p:cNvPr>
          <p:cNvSpPr txBox="1"/>
          <p:nvPr/>
        </p:nvSpPr>
        <p:spPr>
          <a:xfrm>
            <a:off x="6910084" y="553700"/>
            <a:ext cx="3565400" cy="1446550"/>
          </a:xfrm>
          <a:prstGeom prst="rect">
            <a:avLst/>
          </a:prstGeom>
          <a:noFill/>
        </p:spPr>
        <p:txBody>
          <a:bodyPr wrap="none" rtlCol="0">
            <a:spAutoFit/>
          </a:bodyPr>
          <a:lstStyle/>
          <a:p>
            <a:r>
              <a:rPr lang="en-US" sz="4400" dirty="0" err="1">
                <a:solidFill>
                  <a:schemeClr val="bg1"/>
                </a:solidFill>
                <a:latin typeface="Abadi" panose="020B0604020104020204" pitchFamily="34" charset="0"/>
              </a:rPr>
              <a:t>Beneficios</a:t>
            </a:r>
            <a:r>
              <a:rPr lang="en-US" sz="4400" dirty="0">
                <a:solidFill>
                  <a:schemeClr val="bg1"/>
                </a:solidFill>
                <a:latin typeface="Abadi" panose="020B0604020104020204" pitchFamily="34" charset="0"/>
              </a:rPr>
              <a:t> de </a:t>
            </a:r>
          </a:p>
          <a:p>
            <a:pPr algn="ctr"/>
            <a:r>
              <a:rPr lang="en-US" sz="4400" dirty="0">
                <a:solidFill>
                  <a:schemeClr val="bg1"/>
                </a:solidFill>
                <a:latin typeface="Abadi" panose="020B0604020104020204" pitchFamily="34" charset="0"/>
              </a:rPr>
              <a:t>DynamoDB</a:t>
            </a:r>
            <a:endParaRPr lang="es-GT" sz="4400" dirty="0">
              <a:solidFill>
                <a:schemeClr val="bg1"/>
              </a:solidFill>
              <a:latin typeface="Abadi" panose="020B0604020104020204" pitchFamily="34" charset="0"/>
            </a:endParaRPr>
          </a:p>
        </p:txBody>
      </p:sp>
      <p:pic>
        <p:nvPicPr>
          <p:cNvPr id="2050" name="Picture 2" descr="Amazon DynamoDB Labs :: Amazon DynamoDB Workshop &amp; Labs">
            <a:extLst>
              <a:ext uri="{FF2B5EF4-FFF2-40B4-BE49-F238E27FC236}">
                <a16:creationId xmlns:a16="http://schemas.microsoft.com/office/drawing/2014/main" id="{A738AB90-FEFA-AF7D-3C52-E60AD70CAD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2843" y="2000250"/>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5122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6C6563B0-8FEA-97C8-8BF6-04A55EAB8B9F}"/>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6925B7AF-E207-61B8-0441-4C6B40D332C6}"/>
              </a:ext>
            </a:extLst>
          </p:cNvPr>
          <p:cNvSpPr txBox="1"/>
          <p:nvPr/>
        </p:nvSpPr>
        <p:spPr>
          <a:xfrm>
            <a:off x="1979050" y="680567"/>
            <a:ext cx="8233900" cy="769441"/>
          </a:xfrm>
          <a:prstGeom prst="rect">
            <a:avLst/>
          </a:prstGeom>
          <a:noFill/>
        </p:spPr>
        <p:txBody>
          <a:bodyPr wrap="square" rtlCol="0">
            <a:spAutoFit/>
          </a:bodyPr>
          <a:lstStyle/>
          <a:p>
            <a:pPr algn="ctr"/>
            <a:r>
              <a:rPr lang="en-US" sz="4400" dirty="0" err="1">
                <a:solidFill>
                  <a:schemeClr val="bg1"/>
                </a:solidFill>
                <a:latin typeface="Abadi" panose="020B0604020104020204" pitchFamily="34" charset="0"/>
              </a:rPr>
              <a:t>Quienes</a:t>
            </a:r>
            <a:r>
              <a:rPr lang="en-US" sz="4400" dirty="0">
                <a:solidFill>
                  <a:schemeClr val="bg1"/>
                </a:solidFill>
                <a:latin typeface="Abadi" panose="020B0604020104020204" pitchFamily="34" charset="0"/>
              </a:rPr>
              <a:t> </a:t>
            </a:r>
            <a:r>
              <a:rPr lang="en-US" sz="4400" dirty="0" err="1">
                <a:solidFill>
                  <a:schemeClr val="bg1"/>
                </a:solidFill>
                <a:latin typeface="Abadi" panose="020B0604020104020204" pitchFamily="34" charset="0"/>
              </a:rPr>
              <a:t>utilizan</a:t>
            </a:r>
            <a:r>
              <a:rPr lang="en-US" sz="4400" dirty="0">
                <a:solidFill>
                  <a:schemeClr val="bg1"/>
                </a:solidFill>
                <a:latin typeface="Abadi" panose="020B0604020104020204" pitchFamily="34" charset="0"/>
              </a:rPr>
              <a:t> DynamoDB</a:t>
            </a:r>
            <a:endParaRPr lang="es-GT" sz="4400" dirty="0">
              <a:solidFill>
                <a:schemeClr val="bg1"/>
              </a:solidFill>
              <a:latin typeface="Abadi" panose="020B0604020104020204" pitchFamily="34" charset="0"/>
            </a:endParaRPr>
          </a:p>
        </p:txBody>
      </p:sp>
      <p:pic>
        <p:nvPicPr>
          <p:cNvPr id="3" name="Imagen 2">
            <a:extLst>
              <a:ext uri="{FF2B5EF4-FFF2-40B4-BE49-F238E27FC236}">
                <a16:creationId xmlns:a16="http://schemas.microsoft.com/office/drawing/2014/main" id="{0EC299F8-A29A-F499-4053-507E5C6A369B}"/>
              </a:ext>
            </a:extLst>
          </p:cNvPr>
          <p:cNvPicPr>
            <a:picLocks noChangeAspect="1"/>
          </p:cNvPicPr>
          <p:nvPr/>
        </p:nvPicPr>
        <p:blipFill>
          <a:blip r:embed="rId2"/>
          <a:stretch>
            <a:fillRect/>
          </a:stretch>
        </p:blipFill>
        <p:spPr>
          <a:xfrm>
            <a:off x="1023937" y="2340702"/>
            <a:ext cx="10144125" cy="2600325"/>
          </a:xfrm>
          <a:prstGeom prst="rect">
            <a:avLst/>
          </a:prstGeom>
        </p:spPr>
      </p:pic>
    </p:spTree>
    <p:extLst>
      <p:ext uri="{BB962C8B-B14F-4D97-AF65-F5344CB8AC3E}">
        <p14:creationId xmlns:p14="http://schemas.microsoft.com/office/powerpoint/2010/main" val="1835020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F1A83CDB-8E39-58E9-271C-6EA2AED39BC1}"/>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48463589-B8CC-803B-60C7-CB60DD02BADD}"/>
              </a:ext>
            </a:extLst>
          </p:cNvPr>
          <p:cNvSpPr txBox="1"/>
          <p:nvPr/>
        </p:nvSpPr>
        <p:spPr>
          <a:xfrm>
            <a:off x="1979050" y="680567"/>
            <a:ext cx="8233900" cy="769441"/>
          </a:xfrm>
          <a:prstGeom prst="rect">
            <a:avLst/>
          </a:prstGeom>
          <a:noFill/>
        </p:spPr>
        <p:txBody>
          <a:bodyPr wrap="square" rtlCol="0">
            <a:spAutoFit/>
          </a:bodyPr>
          <a:lstStyle/>
          <a:p>
            <a:pPr algn="ctr"/>
            <a:r>
              <a:rPr lang="en-US" sz="4400" dirty="0" err="1">
                <a:solidFill>
                  <a:schemeClr val="bg1"/>
                </a:solidFill>
                <a:latin typeface="Abadi" panose="020B0604020104020204" pitchFamily="34" charset="0"/>
              </a:rPr>
              <a:t>Quienes</a:t>
            </a:r>
            <a:r>
              <a:rPr lang="en-US" sz="4400" dirty="0">
                <a:solidFill>
                  <a:schemeClr val="bg1"/>
                </a:solidFill>
                <a:latin typeface="Abadi" panose="020B0604020104020204" pitchFamily="34" charset="0"/>
              </a:rPr>
              <a:t> </a:t>
            </a:r>
            <a:r>
              <a:rPr lang="en-US" sz="4400" dirty="0" err="1">
                <a:solidFill>
                  <a:schemeClr val="bg1"/>
                </a:solidFill>
                <a:latin typeface="Abadi" panose="020B0604020104020204" pitchFamily="34" charset="0"/>
              </a:rPr>
              <a:t>utilizan</a:t>
            </a:r>
            <a:r>
              <a:rPr lang="en-US" sz="4400" dirty="0">
                <a:solidFill>
                  <a:schemeClr val="bg1"/>
                </a:solidFill>
                <a:latin typeface="Abadi" panose="020B0604020104020204" pitchFamily="34" charset="0"/>
              </a:rPr>
              <a:t> DynamoDB</a:t>
            </a:r>
            <a:endParaRPr lang="es-GT" sz="4400" dirty="0">
              <a:solidFill>
                <a:schemeClr val="bg1"/>
              </a:solidFill>
              <a:latin typeface="Abadi" panose="020B0604020104020204" pitchFamily="34" charset="0"/>
            </a:endParaRPr>
          </a:p>
        </p:txBody>
      </p:sp>
      <p:pic>
        <p:nvPicPr>
          <p:cNvPr id="4" name="Imagen 3">
            <a:extLst>
              <a:ext uri="{FF2B5EF4-FFF2-40B4-BE49-F238E27FC236}">
                <a16:creationId xmlns:a16="http://schemas.microsoft.com/office/drawing/2014/main" id="{49BE0962-2909-0635-DD4D-4937F1D299FB}"/>
              </a:ext>
            </a:extLst>
          </p:cNvPr>
          <p:cNvPicPr>
            <a:picLocks noChangeAspect="1"/>
          </p:cNvPicPr>
          <p:nvPr/>
        </p:nvPicPr>
        <p:blipFill>
          <a:blip r:embed="rId2"/>
          <a:stretch>
            <a:fillRect/>
          </a:stretch>
        </p:blipFill>
        <p:spPr>
          <a:xfrm>
            <a:off x="2112977" y="2040752"/>
            <a:ext cx="7848600" cy="3514725"/>
          </a:xfrm>
          <a:prstGeom prst="rect">
            <a:avLst/>
          </a:prstGeom>
        </p:spPr>
      </p:pic>
    </p:spTree>
    <p:extLst>
      <p:ext uri="{BB962C8B-B14F-4D97-AF65-F5344CB8AC3E}">
        <p14:creationId xmlns:p14="http://schemas.microsoft.com/office/powerpoint/2010/main" val="1241687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C0C4C1A1-9EBD-7135-4F11-D3EDA4A607DE}"/>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96E2155-C447-1675-A966-7EC7E2BF8ED9}"/>
              </a:ext>
            </a:extLst>
          </p:cNvPr>
          <p:cNvSpPr txBox="1"/>
          <p:nvPr/>
        </p:nvSpPr>
        <p:spPr>
          <a:xfrm>
            <a:off x="1273205" y="3044279"/>
            <a:ext cx="3457998" cy="769441"/>
          </a:xfrm>
          <a:prstGeom prst="rect">
            <a:avLst/>
          </a:prstGeom>
          <a:noFill/>
        </p:spPr>
        <p:txBody>
          <a:bodyPr wrap="none" rtlCol="0">
            <a:spAutoFit/>
          </a:bodyPr>
          <a:lstStyle/>
          <a:p>
            <a:r>
              <a:rPr lang="en-US" sz="4400" dirty="0" err="1">
                <a:solidFill>
                  <a:schemeClr val="bg1"/>
                </a:solidFill>
                <a:latin typeface="Abadi" panose="020B0604020104020204" pitchFamily="34" charset="0"/>
              </a:rPr>
              <a:t>Capa</a:t>
            </a:r>
            <a:r>
              <a:rPr lang="en-US" sz="4400" dirty="0">
                <a:solidFill>
                  <a:schemeClr val="bg1"/>
                </a:solidFill>
                <a:latin typeface="Abadi" panose="020B0604020104020204" pitchFamily="34" charset="0"/>
              </a:rPr>
              <a:t> </a:t>
            </a:r>
            <a:r>
              <a:rPr lang="en-US" sz="4400" dirty="0" err="1">
                <a:solidFill>
                  <a:schemeClr val="bg1"/>
                </a:solidFill>
                <a:latin typeface="Abadi" panose="020B0604020104020204" pitchFamily="34" charset="0"/>
              </a:rPr>
              <a:t>Gratuita</a:t>
            </a:r>
            <a:endParaRPr lang="es-GT" sz="4400" dirty="0">
              <a:solidFill>
                <a:schemeClr val="bg1"/>
              </a:solidFill>
              <a:latin typeface="Abadi" panose="020B0604020104020204" pitchFamily="34" charset="0"/>
            </a:endParaRPr>
          </a:p>
        </p:txBody>
      </p:sp>
      <p:pic>
        <p:nvPicPr>
          <p:cNvPr id="3" name="Imagen 2">
            <a:extLst>
              <a:ext uri="{FF2B5EF4-FFF2-40B4-BE49-F238E27FC236}">
                <a16:creationId xmlns:a16="http://schemas.microsoft.com/office/drawing/2014/main" id="{0966CEE5-7321-922F-19B5-5F90F3B40797}"/>
              </a:ext>
            </a:extLst>
          </p:cNvPr>
          <p:cNvPicPr>
            <a:picLocks noChangeAspect="1"/>
          </p:cNvPicPr>
          <p:nvPr/>
        </p:nvPicPr>
        <p:blipFill>
          <a:blip r:embed="rId2"/>
          <a:stretch>
            <a:fillRect/>
          </a:stretch>
        </p:blipFill>
        <p:spPr>
          <a:xfrm>
            <a:off x="7077555" y="947737"/>
            <a:ext cx="3305175" cy="4962525"/>
          </a:xfrm>
          <a:prstGeom prst="rect">
            <a:avLst/>
          </a:prstGeom>
        </p:spPr>
      </p:pic>
    </p:spTree>
    <p:extLst>
      <p:ext uri="{BB962C8B-B14F-4D97-AF65-F5344CB8AC3E}">
        <p14:creationId xmlns:p14="http://schemas.microsoft.com/office/powerpoint/2010/main" val="1513042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17E2AC39-A73D-B5B0-CC36-CBF3FC294425}"/>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2E577848-7BF0-195B-63A8-57024E5967D0}"/>
              </a:ext>
            </a:extLst>
          </p:cNvPr>
          <p:cNvSpPr txBox="1"/>
          <p:nvPr/>
        </p:nvSpPr>
        <p:spPr>
          <a:xfrm>
            <a:off x="826358" y="3044279"/>
            <a:ext cx="5147563" cy="769441"/>
          </a:xfrm>
          <a:prstGeom prst="rect">
            <a:avLst/>
          </a:prstGeom>
          <a:noFill/>
        </p:spPr>
        <p:txBody>
          <a:bodyPr wrap="none" rtlCol="0">
            <a:spAutoFit/>
          </a:bodyPr>
          <a:lstStyle/>
          <a:p>
            <a:r>
              <a:rPr lang="en-US" sz="4400" dirty="0">
                <a:solidFill>
                  <a:schemeClr val="bg1"/>
                </a:solidFill>
                <a:latin typeface="Abadi" panose="020B0604020104020204" pitchFamily="34" charset="0"/>
              </a:rPr>
              <a:t>Azure SQL Database</a:t>
            </a:r>
            <a:endParaRPr lang="es-GT" sz="4400" dirty="0">
              <a:solidFill>
                <a:schemeClr val="bg1"/>
              </a:solidFill>
              <a:latin typeface="Abadi" panose="020B0604020104020204" pitchFamily="34" charset="0"/>
            </a:endParaRPr>
          </a:p>
        </p:txBody>
      </p:sp>
      <p:pic>
        <p:nvPicPr>
          <p:cNvPr id="3" name="Imagen 2">
            <a:extLst>
              <a:ext uri="{FF2B5EF4-FFF2-40B4-BE49-F238E27FC236}">
                <a16:creationId xmlns:a16="http://schemas.microsoft.com/office/drawing/2014/main" id="{25BABDDB-8F8D-DA02-0F0F-20635F192F92}"/>
              </a:ext>
            </a:extLst>
          </p:cNvPr>
          <p:cNvPicPr>
            <a:picLocks noChangeAspect="1"/>
          </p:cNvPicPr>
          <p:nvPr/>
        </p:nvPicPr>
        <p:blipFill>
          <a:blip r:embed="rId2"/>
          <a:stretch>
            <a:fillRect/>
          </a:stretch>
        </p:blipFill>
        <p:spPr>
          <a:xfrm>
            <a:off x="6752701" y="1552574"/>
            <a:ext cx="4743450" cy="3752850"/>
          </a:xfrm>
          <a:prstGeom prst="rect">
            <a:avLst/>
          </a:prstGeom>
        </p:spPr>
      </p:pic>
    </p:spTree>
    <p:extLst>
      <p:ext uri="{BB962C8B-B14F-4D97-AF65-F5344CB8AC3E}">
        <p14:creationId xmlns:p14="http://schemas.microsoft.com/office/powerpoint/2010/main" val="2701973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48535C25-21FF-06E1-224F-35F4EF61E999}"/>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F6040677-00C0-FEC7-4F50-92E7564FC537}"/>
              </a:ext>
            </a:extLst>
          </p:cNvPr>
          <p:cNvSpPr txBox="1"/>
          <p:nvPr/>
        </p:nvSpPr>
        <p:spPr>
          <a:xfrm>
            <a:off x="383364" y="2446730"/>
            <a:ext cx="6809333" cy="2585323"/>
          </a:xfrm>
          <a:prstGeom prst="rect">
            <a:avLst/>
          </a:prstGeom>
          <a:noFill/>
        </p:spPr>
        <p:txBody>
          <a:bodyPr wrap="square" rtlCol="0">
            <a:spAutoFit/>
          </a:bodyPr>
          <a:lstStyle/>
          <a:p>
            <a:r>
              <a:rPr lang="es-MX" dirty="0">
                <a:solidFill>
                  <a:schemeClr val="bg1"/>
                </a:solidFill>
                <a:latin typeface="Abadi" panose="020F0502020204030204" pitchFamily="34" charset="0"/>
              </a:rPr>
              <a:t>Azure SQL </a:t>
            </a:r>
            <a:r>
              <a:rPr lang="es-MX" dirty="0" err="1">
                <a:solidFill>
                  <a:schemeClr val="bg1"/>
                </a:solidFill>
                <a:latin typeface="Abadi" panose="020F0502020204030204" pitchFamily="34" charset="0"/>
              </a:rPr>
              <a:t>Database</a:t>
            </a:r>
            <a:r>
              <a:rPr lang="es-MX" dirty="0">
                <a:solidFill>
                  <a:schemeClr val="bg1"/>
                </a:solidFill>
                <a:latin typeface="Abadi" panose="020F0502020204030204" pitchFamily="34" charset="0"/>
              </a:rPr>
              <a:t> es un motor de base de datos de plataforma como servicio (PaaS) totalmente administrado que se encarga de la mayoría de las funciones de administración de bases de datos, como actualizar, aplicar revisiones, crear copias de seguridad y supervisar sin intervención del usuario.</a:t>
            </a:r>
          </a:p>
          <a:p>
            <a:endParaRPr lang="es-MX" dirty="0">
              <a:solidFill>
                <a:schemeClr val="bg1"/>
              </a:solidFill>
              <a:latin typeface="Abadi" panose="020F0502020204030204" pitchFamily="34" charset="0"/>
            </a:endParaRPr>
          </a:p>
          <a:p>
            <a:r>
              <a:rPr lang="es-MX" dirty="0">
                <a:solidFill>
                  <a:schemeClr val="bg1"/>
                </a:solidFill>
                <a:latin typeface="Abadi" panose="020F0502020204030204" pitchFamily="34" charset="0"/>
              </a:rPr>
              <a:t>Azure SQL Server admite todas las ediciones de SQL Server,</a:t>
            </a:r>
          </a:p>
          <a:p>
            <a:r>
              <a:rPr lang="es-MX" dirty="0">
                <a:solidFill>
                  <a:schemeClr val="bg1"/>
                </a:solidFill>
                <a:latin typeface="Abadi" panose="020F0502020204030204" pitchFamily="34" charset="0"/>
              </a:rPr>
              <a:t>incluidas Enterprise, Standard y Express, y proporciona</a:t>
            </a:r>
          </a:p>
          <a:p>
            <a:r>
              <a:rPr lang="es-MX" dirty="0">
                <a:solidFill>
                  <a:schemeClr val="bg1"/>
                </a:solidFill>
                <a:latin typeface="Abadi" panose="020F0502020204030204" pitchFamily="34" charset="0"/>
              </a:rPr>
              <a:t>muchas funciones y beneficios.</a:t>
            </a:r>
          </a:p>
        </p:txBody>
      </p:sp>
      <p:sp>
        <p:nvSpPr>
          <p:cNvPr id="5" name="CuadroTexto 4">
            <a:extLst>
              <a:ext uri="{FF2B5EF4-FFF2-40B4-BE49-F238E27FC236}">
                <a16:creationId xmlns:a16="http://schemas.microsoft.com/office/drawing/2014/main" id="{7C760C7B-41D5-D1EE-922A-E16C7A2104A5}"/>
              </a:ext>
            </a:extLst>
          </p:cNvPr>
          <p:cNvSpPr txBox="1"/>
          <p:nvPr/>
        </p:nvSpPr>
        <p:spPr>
          <a:xfrm>
            <a:off x="1214248" y="1047700"/>
            <a:ext cx="5147563" cy="769441"/>
          </a:xfrm>
          <a:prstGeom prst="rect">
            <a:avLst/>
          </a:prstGeom>
          <a:noFill/>
        </p:spPr>
        <p:txBody>
          <a:bodyPr wrap="none" rtlCol="0">
            <a:spAutoFit/>
          </a:bodyPr>
          <a:lstStyle/>
          <a:p>
            <a:r>
              <a:rPr lang="en-US" sz="4400" dirty="0">
                <a:solidFill>
                  <a:schemeClr val="bg1"/>
                </a:solidFill>
                <a:latin typeface="Abadi" panose="020B0604020104020204" pitchFamily="34" charset="0"/>
              </a:rPr>
              <a:t>Azure SQL Database</a:t>
            </a:r>
            <a:endParaRPr lang="es-GT" sz="4400" dirty="0">
              <a:solidFill>
                <a:schemeClr val="bg1"/>
              </a:solidFill>
              <a:latin typeface="Abadi" panose="020B0604020104020204" pitchFamily="34" charset="0"/>
            </a:endParaRPr>
          </a:p>
        </p:txBody>
      </p:sp>
      <p:pic>
        <p:nvPicPr>
          <p:cNvPr id="3074" name="Picture 2" descr="Azure SQL Database v12 has landed in Azure Government - Azure Government">
            <a:extLst>
              <a:ext uri="{FF2B5EF4-FFF2-40B4-BE49-F238E27FC236}">
                <a16:creationId xmlns:a16="http://schemas.microsoft.com/office/drawing/2014/main" id="{A32300DF-46D6-6D13-FF78-3690CE5252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7410" y="1559548"/>
            <a:ext cx="3738904" cy="3738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0619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1F4CF7B6-D7A5-0509-17D8-5D61EE6421B0}"/>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93882BA8-1CA8-2495-67F3-F618205B1014}"/>
              </a:ext>
            </a:extLst>
          </p:cNvPr>
          <p:cNvSpPr txBox="1"/>
          <p:nvPr/>
        </p:nvSpPr>
        <p:spPr>
          <a:xfrm>
            <a:off x="6096000" y="2551837"/>
            <a:ext cx="5914238" cy="2031325"/>
          </a:xfrm>
          <a:prstGeom prst="rect">
            <a:avLst/>
          </a:prstGeom>
          <a:noFill/>
        </p:spPr>
        <p:txBody>
          <a:bodyPr wrap="square" rtlCol="0">
            <a:spAutoFit/>
          </a:bodyPr>
          <a:lstStyle/>
          <a:p>
            <a:r>
              <a:rPr lang="en-US" dirty="0">
                <a:solidFill>
                  <a:schemeClr val="bg1"/>
                </a:solidFill>
                <a:latin typeface="Abadi" panose="020F0502020204030204" pitchFamily="34" charset="0"/>
              </a:rPr>
              <a:t>Alta </a:t>
            </a:r>
            <a:r>
              <a:rPr lang="en-US" dirty="0" err="1">
                <a:solidFill>
                  <a:schemeClr val="bg1"/>
                </a:solidFill>
                <a:latin typeface="Abadi" panose="020F0502020204030204" pitchFamily="34" charset="0"/>
              </a:rPr>
              <a:t>disponibilidad</a:t>
            </a:r>
            <a:endParaRPr lang="en-US" dirty="0">
              <a:solidFill>
                <a:schemeClr val="bg1"/>
              </a:solidFill>
              <a:latin typeface="Abadi" panose="020F0502020204030204" pitchFamily="34" charset="0"/>
            </a:endParaRPr>
          </a:p>
          <a:p>
            <a:r>
              <a:rPr lang="en-US" dirty="0">
                <a:solidFill>
                  <a:schemeClr val="bg1"/>
                </a:solidFill>
                <a:latin typeface="Abadi" panose="020F0502020204030204" pitchFamily="34" charset="0"/>
              </a:rPr>
              <a:t>---------------------------------------------------------------------------</a:t>
            </a:r>
          </a:p>
          <a:p>
            <a:r>
              <a:rPr lang="en-US" dirty="0" err="1">
                <a:solidFill>
                  <a:schemeClr val="bg1"/>
                </a:solidFill>
                <a:latin typeface="Abadi" panose="020F0502020204030204" pitchFamily="34" charset="0"/>
              </a:rPr>
              <a:t>Escalabilidad</a:t>
            </a:r>
            <a:endParaRPr lang="en-US" dirty="0">
              <a:solidFill>
                <a:schemeClr val="bg1"/>
              </a:solidFill>
              <a:latin typeface="Abadi" panose="020F0502020204030204" pitchFamily="34" charset="0"/>
            </a:endParaRPr>
          </a:p>
          <a:p>
            <a:r>
              <a:rPr lang="en-US" dirty="0">
                <a:solidFill>
                  <a:schemeClr val="bg1"/>
                </a:solidFill>
                <a:latin typeface="Abadi" panose="020F0502020204030204" pitchFamily="34" charset="0"/>
              </a:rPr>
              <a:t>---------------------------------------------------------------------------</a:t>
            </a:r>
          </a:p>
          <a:p>
            <a:r>
              <a:rPr lang="en-US" dirty="0" err="1">
                <a:solidFill>
                  <a:schemeClr val="bg1"/>
                </a:solidFill>
                <a:latin typeface="Abadi" panose="020F0502020204030204" pitchFamily="34" charset="0"/>
              </a:rPr>
              <a:t>Seguridad</a:t>
            </a:r>
            <a:endParaRPr lang="en-US" dirty="0">
              <a:solidFill>
                <a:schemeClr val="bg1"/>
              </a:solidFill>
              <a:latin typeface="Abadi" panose="020F0502020204030204" pitchFamily="34" charset="0"/>
            </a:endParaRPr>
          </a:p>
          <a:p>
            <a:r>
              <a:rPr lang="en-US" dirty="0">
                <a:solidFill>
                  <a:schemeClr val="bg1"/>
                </a:solidFill>
                <a:latin typeface="Abadi" panose="020F0502020204030204" pitchFamily="34" charset="0"/>
              </a:rPr>
              <a:t>---------------------------------------------------------------------------</a:t>
            </a:r>
          </a:p>
          <a:p>
            <a:r>
              <a:rPr lang="en-US" dirty="0">
                <a:solidFill>
                  <a:schemeClr val="bg1"/>
                </a:solidFill>
                <a:latin typeface="Abadi" panose="020F0502020204030204" pitchFamily="34" charset="0"/>
              </a:rPr>
              <a:t>Facil </a:t>
            </a:r>
            <a:r>
              <a:rPr lang="en-US" dirty="0" err="1">
                <a:solidFill>
                  <a:schemeClr val="bg1"/>
                </a:solidFill>
                <a:latin typeface="Abadi" panose="020F0502020204030204" pitchFamily="34" charset="0"/>
              </a:rPr>
              <a:t>integracion</a:t>
            </a:r>
            <a:r>
              <a:rPr lang="en-US" dirty="0">
                <a:solidFill>
                  <a:schemeClr val="bg1"/>
                </a:solidFill>
                <a:latin typeface="Abadi" panose="020F0502020204030204" pitchFamily="34" charset="0"/>
              </a:rPr>
              <a:t> con </a:t>
            </a:r>
            <a:r>
              <a:rPr lang="en-US" dirty="0" err="1">
                <a:solidFill>
                  <a:schemeClr val="bg1"/>
                </a:solidFill>
                <a:latin typeface="Abadi" panose="020F0502020204030204" pitchFamily="34" charset="0"/>
              </a:rPr>
              <a:t>otras</a:t>
            </a:r>
            <a:r>
              <a:rPr lang="en-US" dirty="0">
                <a:solidFill>
                  <a:schemeClr val="bg1"/>
                </a:solidFill>
                <a:latin typeface="Abadi" panose="020F0502020204030204" pitchFamily="34" charset="0"/>
              </a:rPr>
              <a:t> </a:t>
            </a:r>
            <a:r>
              <a:rPr lang="en-US" dirty="0" err="1">
                <a:solidFill>
                  <a:schemeClr val="bg1"/>
                </a:solidFill>
                <a:latin typeface="Abadi" panose="020F0502020204030204" pitchFamily="34" charset="0"/>
              </a:rPr>
              <a:t>herramientas</a:t>
            </a:r>
            <a:r>
              <a:rPr lang="en-US" dirty="0">
                <a:solidFill>
                  <a:schemeClr val="bg1"/>
                </a:solidFill>
                <a:latin typeface="Abadi" panose="020F0502020204030204" pitchFamily="34" charset="0"/>
              </a:rPr>
              <a:t> de Azure</a:t>
            </a:r>
          </a:p>
        </p:txBody>
      </p:sp>
      <p:sp>
        <p:nvSpPr>
          <p:cNvPr id="5" name="CuadroTexto 4">
            <a:extLst>
              <a:ext uri="{FF2B5EF4-FFF2-40B4-BE49-F238E27FC236}">
                <a16:creationId xmlns:a16="http://schemas.microsoft.com/office/drawing/2014/main" id="{61C82603-20F7-9E55-AF6E-15A87AB13C4B}"/>
              </a:ext>
            </a:extLst>
          </p:cNvPr>
          <p:cNvSpPr txBox="1"/>
          <p:nvPr/>
        </p:nvSpPr>
        <p:spPr>
          <a:xfrm>
            <a:off x="6540968" y="553700"/>
            <a:ext cx="5469270" cy="1446550"/>
          </a:xfrm>
          <a:prstGeom prst="rect">
            <a:avLst/>
          </a:prstGeom>
          <a:noFill/>
        </p:spPr>
        <p:txBody>
          <a:bodyPr wrap="square" rtlCol="0">
            <a:spAutoFit/>
          </a:bodyPr>
          <a:lstStyle/>
          <a:p>
            <a:pPr algn="ctr"/>
            <a:r>
              <a:rPr lang="en-US" sz="4400" dirty="0" err="1">
                <a:solidFill>
                  <a:schemeClr val="bg1"/>
                </a:solidFill>
                <a:latin typeface="Abadi" panose="020B0604020104020204" pitchFamily="34" charset="0"/>
              </a:rPr>
              <a:t>Beneficios</a:t>
            </a:r>
            <a:r>
              <a:rPr lang="en-US" sz="4400" dirty="0">
                <a:solidFill>
                  <a:schemeClr val="bg1"/>
                </a:solidFill>
                <a:latin typeface="Abadi" panose="020B0604020104020204" pitchFamily="34" charset="0"/>
              </a:rPr>
              <a:t> de </a:t>
            </a:r>
          </a:p>
          <a:p>
            <a:pPr algn="ctr"/>
            <a:r>
              <a:rPr lang="en-US" sz="4400" dirty="0">
                <a:solidFill>
                  <a:schemeClr val="bg1"/>
                </a:solidFill>
                <a:latin typeface="Abadi" panose="020B0604020104020204" pitchFamily="34" charset="0"/>
              </a:rPr>
              <a:t>Azure SQL Database</a:t>
            </a:r>
            <a:endParaRPr lang="es-GT" sz="4400" dirty="0">
              <a:solidFill>
                <a:schemeClr val="bg1"/>
              </a:solidFill>
              <a:latin typeface="Abadi" panose="020B0604020104020204" pitchFamily="34" charset="0"/>
            </a:endParaRPr>
          </a:p>
        </p:txBody>
      </p:sp>
      <p:pic>
        <p:nvPicPr>
          <p:cNvPr id="4098" name="Picture 2" descr="Azure SQL Database v12 has landed in Azure Government - Azure Government">
            <a:extLst>
              <a:ext uri="{FF2B5EF4-FFF2-40B4-BE49-F238E27FC236}">
                <a16:creationId xmlns:a16="http://schemas.microsoft.com/office/drawing/2014/main" id="{FCD8B05A-AEFF-F6D9-FFD9-42EC13F6EC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152" y="1838908"/>
            <a:ext cx="3180184" cy="3180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963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52B95A-DA72-12FF-8433-D200833CCF83}"/>
              </a:ext>
            </a:extLst>
          </p:cNvPr>
          <p:cNvSpPr txBox="1"/>
          <p:nvPr/>
        </p:nvSpPr>
        <p:spPr>
          <a:xfrm>
            <a:off x="2878822" y="973123"/>
            <a:ext cx="6434356" cy="1200329"/>
          </a:xfrm>
          <a:prstGeom prst="rect">
            <a:avLst/>
          </a:prstGeom>
          <a:noFill/>
        </p:spPr>
        <p:txBody>
          <a:bodyPr wrap="square" rtlCol="0">
            <a:spAutoFit/>
          </a:bodyPr>
          <a:lstStyle/>
          <a:p>
            <a:r>
              <a:rPr lang="en-US" sz="7200" dirty="0" err="1"/>
              <a:t>Ejemplo</a:t>
            </a:r>
            <a:r>
              <a:rPr lang="en-US" sz="7200" dirty="0"/>
              <a:t> </a:t>
            </a:r>
            <a:r>
              <a:rPr lang="en-US" sz="7200" dirty="0" err="1"/>
              <a:t>Practico</a:t>
            </a:r>
            <a:endParaRPr lang="es-GT" sz="7200" dirty="0"/>
          </a:p>
        </p:txBody>
      </p:sp>
      <p:pic>
        <p:nvPicPr>
          <p:cNvPr id="3" name="Picture 2" descr="AWS Logo and sign, new logo meaning and history, PNG, SVG">
            <a:extLst>
              <a:ext uri="{FF2B5EF4-FFF2-40B4-BE49-F238E27FC236}">
                <a16:creationId xmlns:a16="http://schemas.microsoft.com/office/drawing/2014/main" id="{D31C251C-9909-6F35-02CA-2205D2E560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3029" y="2341605"/>
            <a:ext cx="5745942" cy="3631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772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4C2EC48-00C6-F438-F1A4-AB70BD39BEFB}"/>
              </a:ext>
            </a:extLst>
          </p:cNvPr>
          <p:cNvSpPr txBox="1"/>
          <p:nvPr/>
        </p:nvSpPr>
        <p:spPr>
          <a:xfrm>
            <a:off x="5091558" y="736195"/>
            <a:ext cx="2400016" cy="769441"/>
          </a:xfrm>
          <a:prstGeom prst="rect">
            <a:avLst/>
          </a:prstGeom>
          <a:noFill/>
        </p:spPr>
        <p:txBody>
          <a:bodyPr wrap="none" rtlCol="0">
            <a:spAutoFit/>
          </a:bodyPr>
          <a:lstStyle/>
          <a:p>
            <a:r>
              <a:rPr lang="en-US" sz="4400" dirty="0" err="1">
                <a:solidFill>
                  <a:schemeClr val="bg1"/>
                </a:solidFill>
                <a:latin typeface="Abadi" panose="020B0604020104020204" pitchFamily="34" charset="0"/>
              </a:rPr>
              <a:t>Corto</a:t>
            </a:r>
            <a:r>
              <a:rPr lang="en-US" sz="4400" dirty="0">
                <a:solidFill>
                  <a:schemeClr val="bg1"/>
                </a:solidFill>
                <a:latin typeface="Abadi" panose="020B0604020104020204" pitchFamily="34" charset="0"/>
              </a:rPr>
              <a:t> #1</a:t>
            </a:r>
          </a:p>
        </p:txBody>
      </p:sp>
      <p:sp>
        <p:nvSpPr>
          <p:cNvPr id="9" name="CuadroTexto 8">
            <a:extLst>
              <a:ext uri="{FF2B5EF4-FFF2-40B4-BE49-F238E27FC236}">
                <a16:creationId xmlns:a16="http://schemas.microsoft.com/office/drawing/2014/main" id="{957D122F-0265-EEAA-B792-53FBF25F2235}"/>
              </a:ext>
            </a:extLst>
          </p:cNvPr>
          <p:cNvSpPr txBox="1"/>
          <p:nvPr/>
        </p:nvSpPr>
        <p:spPr>
          <a:xfrm>
            <a:off x="1901504" y="2566393"/>
            <a:ext cx="8388991" cy="1938992"/>
          </a:xfrm>
          <a:prstGeom prst="rect">
            <a:avLst/>
          </a:prstGeom>
          <a:noFill/>
        </p:spPr>
        <p:txBody>
          <a:bodyPr wrap="square" rtlCol="0">
            <a:spAutoFit/>
          </a:bodyPr>
          <a:lstStyle/>
          <a:p>
            <a:pPr marL="457200" indent="-457200">
              <a:buFont typeface="Arial" panose="020B0604020202020204" pitchFamily="34" charset="0"/>
              <a:buChar char="•"/>
            </a:pPr>
            <a:r>
              <a:rPr lang="en-US" sz="2000" dirty="0" err="1">
                <a:solidFill>
                  <a:schemeClr val="bg1"/>
                </a:solidFill>
                <a:latin typeface="Abadi" panose="020B0604020104020204" pitchFamily="34" charset="0"/>
              </a:rPr>
              <a:t>Contendio</a:t>
            </a:r>
            <a:r>
              <a:rPr lang="en-US" sz="2000" dirty="0">
                <a:solidFill>
                  <a:schemeClr val="bg1"/>
                </a:solidFill>
                <a:latin typeface="Abadi" panose="020B0604020104020204" pitchFamily="34" charset="0"/>
              </a:rPr>
              <a:t> del </a:t>
            </a:r>
            <a:r>
              <a:rPr lang="en-US" sz="2000" dirty="0" err="1">
                <a:solidFill>
                  <a:schemeClr val="bg1"/>
                </a:solidFill>
                <a:latin typeface="Abadi" panose="020B0604020104020204" pitchFamily="34" charset="0"/>
              </a:rPr>
              <a:t>Corto</a:t>
            </a:r>
            <a:r>
              <a:rPr lang="en-US" sz="2000" dirty="0">
                <a:solidFill>
                  <a:schemeClr val="bg1"/>
                </a:solidFill>
                <a:latin typeface="Abadi" panose="020B0604020104020204" pitchFamily="34" charset="0"/>
              </a:rPr>
              <a:t>:</a:t>
            </a:r>
          </a:p>
          <a:p>
            <a:pPr marL="914400" lvl="1" indent="-457200">
              <a:buFont typeface="Arial" panose="020B0604020202020204" pitchFamily="34" charset="0"/>
              <a:buChar char="•"/>
            </a:pPr>
            <a:r>
              <a:rPr lang="en-US" sz="2000" dirty="0" err="1">
                <a:solidFill>
                  <a:schemeClr val="bg1"/>
                </a:solidFill>
                <a:latin typeface="Abadi" panose="020B0604020104020204" pitchFamily="34" charset="0"/>
              </a:rPr>
              <a:t>Clase</a:t>
            </a:r>
            <a:r>
              <a:rPr lang="en-US" sz="2000" dirty="0">
                <a:solidFill>
                  <a:schemeClr val="bg1"/>
                </a:solidFill>
                <a:latin typeface="Abadi" panose="020B0604020104020204" pitchFamily="34" charset="0"/>
              </a:rPr>
              <a:t> 2</a:t>
            </a:r>
          </a:p>
          <a:p>
            <a:pPr marL="914400" lvl="1" indent="-457200">
              <a:buFont typeface="Arial" panose="020B0604020202020204" pitchFamily="34" charset="0"/>
              <a:buChar char="•"/>
            </a:pPr>
            <a:r>
              <a:rPr lang="en-US" sz="2000" dirty="0" err="1">
                <a:solidFill>
                  <a:schemeClr val="bg1"/>
                </a:solidFill>
                <a:latin typeface="Abadi" panose="020B0604020104020204" pitchFamily="34" charset="0"/>
              </a:rPr>
              <a:t>Clase</a:t>
            </a:r>
            <a:r>
              <a:rPr lang="en-US" sz="2000" dirty="0">
                <a:solidFill>
                  <a:schemeClr val="bg1"/>
                </a:solidFill>
                <a:latin typeface="Abadi" panose="020B0604020104020204" pitchFamily="34" charset="0"/>
              </a:rPr>
              <a:t> 3</a:t>
            </a:r>
          </a:p>
          <a:p>
            <a:pPr marL="914400" lvl="1" indent="-457200">
              <a:buFont typeface="Arial" panose="020B0604020202020204" pitchFamily="34" charset="0"/>
              <a:buChar char="•"/>
            </a:pPr>
            <a:r>
              <a:rPr lang="en-US" sz="2000" dirty="0" err="1">
                <a:solidFill>
                  <a:schemeClr val="bg1"/>
                </a:solidFill>
                <a:latin typeface="Abadi" panose="020B0604020104020204" pitchFamily="34" charset="0"/>
              </a:rPr>
              <a:t>Clase</a:t>
            </a:r>
            <a:r>
              <a:rPr lang="en-US" sz="2000" dirty="0">
                <a:solidFill>
                  <a:schemeClr val="bg1"/>
                </a:solidFill>
                <a:latin typeface="Abadi" panose="020B0604020104020204" pitchFamily="34" charset="0"/>
              </a:rPr>
              <a:t> 4</a:t>
            </a:r>
          </a:p>
          <a:p>
            <a:pPr lvl="1"/>
            <a:endParaRPr lang="es-GT" sz="2000" dirty="0">
              <a:solidFill>
                <a:schemeClr val="bg1"/>
              </a:solidFill>
              <a:latin typeface="Abadi" panose="020B0604020104020204" pitchFamily="34" charset="0"/>
            </a:endParaRPr>
          </a:p>
          <a:p>
            <a:pPr lvl="1"/>
            <a:r>
              <a:rPr lang="es-GT" sz="2000" dirty="0" err="1">
                <a:solidFill>
                  <a:schemeClr val="bg1"/>
                </a:solidFill>
                <a:latin typeface="Abadi" panose="020B0604020104020204" pitchFamily="34" charset="0"/>
              </a:rPr>
              <a:t>Sabado</a:t>
            </a:r>
            <a:r>
              <a:rPr lang="es-GT" sz="2000" dirty="0">
                <a:solidFill>
                  <a:schemeClr val="bg1"/>
                </a:solidFill>
                <a:latin typeface="Abadi" panose="020B0604020104020204" pitchFamily="34" charset="0"/>
              </a:rPr>
              <a:t> 10/08 Hora: 10:00 PM a 11:59 PM</a:t>
            </a:r>
          </a:p>
        </p:txBody>
      </p:sp>
    </p:spTree>
    <p:extLst>
      <p:ext uri="{BB962C8B-B14F-4D97-AF65-F5344CB8AC3E}">
        <p14:creationId xmlns:p14="http://schemas.microsoft.com/office/powerpoint/2010/main" val="2975412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5D210249-07DA-972E-89E8-5004A7787589}"/>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F72D0B9F-C2A6-22D0-F9E8-ABC70C670AB6}"/>
              </a:ext>
            </a:extLst>
          </p:cNvPr>
          <p:cNvSpPr txBox="1"/>
          <p:nvPr/>
        </p:nvSpPr>
        <p:spPr>
          <a:xfrm>
            <a:off x="1860706" y="2367171"/>
            <a:ext cx="8470588" cy="2123658"/>
          </a:xfrm>
          <a:prstGeom prst="rect">
            <a:avLst/>
          </a:prstGeom>
          <a:noFill/>
        </p:spPr>
        <p:txBody>
          <a:bodyPr wrap="none" rtlCol="0">
            <a:spAutoFit/>
          </a:bodyPr>
          <a:lstStyle/>
          <a:p>
            <a:pPr algn="ctr"/>
            <a:r>
              <a:rPr lang="en-US" sz="4400" dirty="0" err="1">
                <a:solidFill>
                  <a:schemeClr val="bg1"/>
                </a:solidFill>
                <a:latin typeface="Abadi" panose="020B0604020104020204" pitchFamily="34" charset="0"/>
              </a:rPr>
              <a:t>Practica</a:t>
            </a:r>
            <a:r>
              <a:rPr lang="en-US" sz="4400" dirty="0">
                <a:solidFill>
                  <a:schemeClr val="bg1"/>
                </a:solidFill>
                <a:latin typeface="Abadi" panose="020B0604020104020204" pitchFamily="34" charset="0"/>
              </a:rPr>
              <a:t> #1 </a:t>
            </a:r>
            <a:r>
              <a:rPr lang="en-US" sz="4400" dirty="0" err="1">
                <a:solidFill>
                  <a:schemeClr val="bg1"/>
                </a:solidFill>
                <a:latin typeface="Abadi" panose="020B0604020104020204" pitchFamily="34" charset="0"/>
              </a:rPr>
              <a:t>entrega</a:t>
            </a:r>
            <a:r>
              <a:rPr lang="en-US" sz="4400" dirty="0">
                <a:solidFill>
                  <a:schemeClr val="bg1"/>
                </a:solidFill>
                <a:latin typeface="Abadi" panose="020B0604020104020204" pitchFamily="34" charset="0"/>
              </a:rPr>
              <a:t> 31 de Agosto</a:t>
            </a:r>
          </a:p>
          <a:p>
            <a:pPr algn="ctr"/>
            <a:r>
              <a:rPr lang="en-US" sz="4400">
                <a:solidFill>
                  <a:schemeClr val="bg1"/>
                </a:solidFill>
                <a:latin typeface="Abadi" panose="020B0604020104020204" pitchFamily="34" charset="0"/>
              </a:rPr>
              <a:t>Lectura Sabado 10 </a:t>
            </a:r>
            <a:r>
              <a:rPr lang="en-US" sz="4400" dirty="0">
                <a:solidFill>
                  <a:schemeClr val="bg1"/>
                </a:solidFill>
                <a:latin typeface="Abadi" panose="020B0604020104020204" pitchFamily="34" charset="0"/>
              </a:rPr>
              <a:t>9:00 PM</a:t>
            </a:r>
          </a:p>
          <a:p>
            <a:pPr algn="ctr"/>
            <a:r>
              <a:rPr lang="en-US" sz="4400" dirty="0">
                <a:solidFill>
                  <a:schemeClr val="bg1"/>
                </a:solidFill>
                <a:latin typeface="Abadi" panose="020B0604020104020204" pitchFamily="34" charset="0"/>
              </a:rPr>
              <a:t> </a:t>
            </a:r>
            <a:endParaRPr lang="es-GT" sz="4400" dirty="0">
              <a:solidFill>
                <a:schemeClr val="bg1"/>
              </a:solidFill>
              <a:latin typeface="Abadi" panose="020B0604020104020204" pitchFamily="34" charset="0"/>
            </a:endParaRPr>
          </a:p>
        </p:txBody>
      </p:sp>
    </p:spTree>
    <p:extLst>
      <p:ext uri="{BB962C8B-B14F-4D97-AF65-F5344CB8AC3E}">
        <p14:creationId xmlns:p14="http://schemas.microsoft.com/office/powerpoint/2010/main" val="6811020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52B95A-DA72-12FF-8433-D200833CCF83}"/>
              </a:ext>
            </a:extLst>
          </p:cNvPr>
          <p:cNvSpPr txBox="1"/>
          <p:nvPr/>
        </p:nvSpPr>
        <p:spPr>
          <a:xfrm>
            <a:off x="3422708" y="2046914"/>
            <a:ext cx="5041784" cy="2308324"/>
          </a:xfrm>
          <a:prstGeom prst="rect">
            <a:avLst/>
          </a:prstGeom>
          <a:noFill/>
        </p:spPr>
        <p:txBody>
          <a:bodyPr wrap="square" rtlCol="0">
            <a:spAutoFit/>
          </a:bodyPr>
          <a:lstStyle/>
          <a:p>
            <a:r>
              <a:rPr lang="en-US" sz="7200" dirty="0" err="1"/>
              <a:t>Dudas</a:t>
            </a:r>
            <a:r>
              <a:rPr lang="en-US" sz="7200" dirty="0"/>
              <a:t> o </a:t>
            </a:r>
            <a:r>
              <a:rPr lang="en-US" sz="7200" dirty="0" err="1"/>
              <a:t>comentarios</a:t>
            </a:r>
            <a:endParaRPr lang="es-GT" sz="7200" dirty="0"/>
          </a:p>
        </p:txBody>
      </p:sp>
    </p:spTree>
    <p:extLst>
      <p:ext uri="{BB962C8B-B14F-4D97-AF65-F5344CB8AC3E}">
        <p14:creationId xmlns:p14="http://schemas.microsoft.com/office/powerpoint/2010/main" val="21147757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
      <a:dk1>
        <a:srgbClr val="000000"/>
      </a:dk1>
      <a:lt1>
        <a:srgbClr val="FFFFFF"/>
      </a:lt1>
      <a:dk2>
        <a:srgbClr val="41242D"/>
      </a:dk2>
      <a:lt2>
        <a:srgbClr val="E2E2E8"/>
      </a:lt2>
      <a:accent1>
        <a:srgbClr val="A5A27D"/>
      </a:accent1>
      <a:accent2>
        <a:srgbClr val="B79A7A"/>
      </a:accent2>
      <a:accent3>
        <a:srgbClr val="C2948F"/>
      </a:accent3>
      <a:accent4>
        <a:srgbClr val="BA7F91"/>
      </a:accent4>
      <a:accent5>
        <a:srgbClr val="C390B5"/>
      </a:accent5>
      <a:accent6>
        <a:srgbClr val="B17FBA"/>
      </a:accent6>
      <a:hlink>
        <a:srgbClr val="6D71B0"/>
      </a:hlink>
      <a:folHlink>
        <a:srgbClr val="7F7F7F"/>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ffice_55202519_TF89747358_Win32" id="{B609F969-5D32-4B95-9F78-8698CAA0F86F}" vid="{861FB8E8-60C1-4B53-B06A-67A7A082AC9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5E4A76-0180-4CD0-B081-82F74A336136}">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1243E30-12F4-4BE3-B27D-23AB115E9D1F}">
  <ds:schemaRefs>
    <ds:schemaRef ds:uri="http://schemas.microsoft.com/sharepoint/v3/contenttype/forms"/>
  </ds:schemaRefs>
</ds:datastoreItem>
</file>

<file path=customXml/itemProps3.xml><?xml version="1.0" encoding="utf-8"?>
<ds:datastoreItem xmlns:ds="http://schemas.openxmlformats.org/officeDocument/2006/customXml" ds:itemID="{DB96A612-58F4-4E9A-9665-3987CC3AC4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Presentación para enseñar un curso</Template>
  <TotalTime>2030</TotalTime>
  <Words>531</Words>
  <Application>Microsoft Office PowerPoint</Application>
  <PresentationFormat>Widescreen</PresentationFormat>
  <Paragraphs>99</Paragraphs>
  <Slides>28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Abadi</vt:lpstr>
      <vt:lpstr>Arial</vt:lpstr>
      <vt:lpstr>Calibri</vt:lpstr>
      <vt:lpstr>Garamond</vt:lpstr>
      <vt:lpstr>SavonVTI</vt:lpstr>
      <vt:lpstr>PowerPoint Presentation</vt:lpstr>
      <vt:lpstr>LAB. SEMINARIO DE SISTEMAS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Luis Enrique Rivera Najera</dc:creator>
  <cp:lastModifiedBy>Luis Enrique Rivera Najera</cp:lastModifiedBy>
  <cp:revision>63</cp:revision>
  <dcterms:created xsi:type="dcterms:W3CDTF">2024-01-19T00:28:28Z</dcterms:created>
  <dcterms:modified xsi:type="dcterms:W3CDTF">2024-08-09T14:52:48Z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